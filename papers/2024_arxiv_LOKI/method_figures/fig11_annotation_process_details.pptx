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51abb0d7b146e3" /><Relationship Type="http://schemas.openxmlformats.org/officeDocument/2006/relationships/extended-properties" Target="/docProps/app.xml" Id="R470366720f1f4461" /><Relationship Type="http://schemas.openxmlformats.org/officeDocument/2006/relationships/officeDocument" Target="/ppt/presentation.xml" Id="Rd8440c65f40d4b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889e1e359045f1"/>
  </p:sldMasterIdLst>
  <p:notesMasterIdLst>
    <p:notesMasterId xmlns:r="http://schemas.openxmlformats.org/officeDocument/2006/relationships" r:id="Ra4898db3ae0a43ae"/>
  </p:notesMasterIdLst>
  <p:sldIdLst>
    <p:sldId xmlns:r="http://schemas.openxmlformats.org/officeDocument/2006/relationships" id="256" r:id="Rd1ccf8a121d54e84"/>
  </p:sldIdLst>
  <p:sldSz cx="15240000" cy="130968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60a5b12e124ae5" /><Relationship Type="http://schemas.openxmlformats.org/officeDocument/2006/relationships/slideMaster" Target="/ppt/slideMasters/slideMaster1.xml" Id="R08889e1e359045f1" /><Relationship Type="http://schemas.openxmlformats.org/officeDocument/2006/relationships/notesMaster" Target="/ppt/notesMasters/notesMaster1.xml" Id="Ra4898db3ae0a43ae" /><Relationship Type="http://schemas.openxmlformats.org/officeDocument/2006/relationships/presProps" Target="/ppt/presProps.xml" Id="Rb1ebeb27618f415a" /><Relationship Type="http://schemas.openxmlformats.org/officeDocument/2006/relationships/tableStyles" Target="/ppt/tableStyles.xml" Id="Rdff9f09046734398" /><Relationship Type="http://schemas.openxmlformats.org/officeDocument/2006/relationships/slide" Target="/ppt/slides/slide1.xml" Id="Rd1ccf8a121d54e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d0aee910f645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1b47f3e94144c0" /><Relationship Type="http://schemas.openxmlformats.org/officeDocument/2006/relationships/notesMaster" Target="/ppt/notesMasters/notesMaster1.xml" Id="Rac90b74c74b54e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Multimodal synthetic-data annotation process</a:t>
            </a:r>
          </a:p>
          <a:p xmlns:a="http://schemas.openxmlformats.org/drawingml/2006/main">
            <a:r>
              <a:t>Source: https://arxiv.org/abs/2410.09732v2</a:t>
            </a:r>
          </a:p>
          <a:p xmlns:a="http://schemas.openxmlformats.org/drawingml/2006/main">
            <a:r>
              <a:t>Approved image: fig11_annotation_process_details.png; SHA-256: 04f86d3e577a011fc45d99ba9e8e8d7a3c3ea838dede80ec75ea25b53d6a6682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(26), whose internal pixels are not editable.</a:t>
            </a:r>
          </a:p>
          <a:p xmlns:a="http://schemas.openxmlformats.org/drawingml/2006/main">
            <a:r>
              <a:t>Font substitution: source PDF families mapped to Times New Roman, Consolas, Arial, DengXian, Calibri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30762ca3143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c70c580f642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806bdf8cd4c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5f45b440748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368b0778f41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d8707ae984c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0711D1-5206-4984-8143-F235149CAC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947708"/>
            <a:ext cx="12192000" cy="1891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06A170-C1EF-4F71-829F-03BD6A74FC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7203281"/>
            <a:ext cx="10668000" cy="1455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9F9588-8720-48EC-AA1E-7256EF868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5457031"/>
            <a:ext cx="12192000" cy="218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5C5B42-050B-4C83-BE84-DDD5954CB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1018646"/>
            <a:ext cx="13525500" cy="1600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5EBB6A-D031-41CD-B0E2-06AAFF86BE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638021"/>
            <a:ext cx="13525500" cy="8149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5E19D9-C4F9-4D1C-9493-20AC45E1DC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1018646"/>
            <a:ext cx="13525500" cy="1600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029CBE-96CA-47E8-B318-272F2E1B27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638021"/>
            <a:ext cx="6286500" cy="8149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E6AA70-F76E-4D55-8A1B-C15263202D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3638021"/>
            <a:ext cx="6286500" cy="8149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00C872-863A-49ED-A7AF-31EEAFC123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1018646"/>
            <a:ext cx="13525500" cy="1600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34F06E-B7D4-4A08-B096-E8109E9FA7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638021"/>
            <a:ext cx="6286500" cy="8149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8a2fa40a140f0" /><Relationship Type="http://schemas.openxmlformats.org/officeDocument/2006/relationships/slideLayout" Target="/ppt/slideLayouts/slideLayout1.xml" Id="R730c164f7c0d428c" /><Relationship Type="http://schemas.openxmlformats.org/officeDocument/2006/relationships/slideLayout" Target="/ppt/slideLayouts/slideLayout2.xml" Id="R7185cd2d956f4ab0" /><Relationship Type="http://schemas.openxmlformats.org/officeDocument/2006/relationships/slideLayout" Target="/ppt/slideLayouts/slideLayout3.xml" Id="Re0ca38fde395475f" /><Relationship Type="http://schemas.openxmlformats.org/officeDocument/2006/relationships/slideLayout" Target="/ppt/slideLayouts/slideLayout4.xml" Id="R85d0f2a4c9974e20" /><Relationship Type="http://schemas.openxmlformats.org/officeDocument/2006/relationships/slideLayout" Target="/ppt/slideLayouts/slideLayout5.xml" Id="R6bb01767a6f64298" /><Relationship Type="http://schemas.openxmlformats.org/officeDocument/2006/relationships/slideLayout" Target="/ppt/slideLayouts/slideLayout6.xml" Id="Rd5e47a7ef33a4b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0c164f7c0d428c"/>
    <p:sldLayoutId xmlns:r="http://schemas.openxmlformats.org/officeDocument/2006/relationships" id="2147483650" r:id="R7185cd2d956f4ab0"/>
    <p:sldLayoutId xmlns:r="http://schemas.openxmlformats.org/officeDocument/2006/relationships" id="2147483651" r:id="Re0ca38fde395475f"/>
    <p:sldLayoutId xmlns:r="http://schemas.openxmlformats.org/officeDocument/2006/relationships" id="2147483652" r:id="R85d0f2a4c9974e20"/>
    <p:sldLayoutId xmlns:r="http://schemas.openxmlformats.org/officeDocument/2006/relationships" id="2147483653" r:id="R6bb01767a6f64298"/>
    <p:sldLayoutId xmlns:r="http://schemas.openxmlformats.org/officeDocument/2006/relationships" id="2147483654" r:id="Rd5e47a7ef33a4b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45b4df9b8411e" /><Relationship Type="http://schemas.openxmlformats.org/officeDocument/2006/relationships/image" Target="/ppt/media/image.png" Id="R163609be32aa48cb" /><Relationship Type="http://schemas.openxmlformats.org/officeDocument/2006/relationships/image" Target="/ppt/media/image2.png" Id="R837619e905944ea3" /><Relationship Type="http://schemas.openxmlformats.org/officeDocument/2006/relationships/image" Target="/ppt/media/image3.png" Id="R49eea3a6c31d45d9" /><Relationship Type="http://schemas.openxmlformats.org/officeDocument/2006/relationships/image" Target="/ppt/media/image4.png" Id="R0172659befc643cc" /><Relationship Type="http://schemas.openxmlformats.org/officeDocument/2006/relationships/image" Target="/ppt/media/image5.png" Id="R6083cd6052264101" /><Relationship Type="http://schemas.openxmlformats.org/officeDocument/2006/relationships/image" Target="/ppt/media/image6.png" Id="R80193b608b294ec5" /><Relationship Type="http://schemas.openxmlformats.org/officeDocument/2006/relationships/image" Target="/ppt/media/image7.png" Id="R375bb35225844736" /><Relationship Type="http://schemas.openxmlformats.org/officeDocument/2006/relationships/image" Target="/ppt/media/image8.png" Id="R09affbae2d514a6b" /><Relationship Type="http://schemas.openxmlformats.org/officeDocument/2006/relationships/image" Target="/ppt/media/image9.png" Id="R20ea699b77884943" /><Relationship Type="http://schemas.openxmlformats.org/officeDocument/2006/relationships/image" Target="/ppt/media/image10.png" Id="R413926cbfee342ea" /><Relationship Type="http://schemas.openxmlformats.org/officeDocument/2006/relationships/image" Target="/ppt/media/image11.png" Id="Rf91d2a7212294471" /><Relationship Type="http://schemas.openxmlformats.org/officeDocument/2006/relationships/image" Target="/ppt/media/image12.png" Id="Rfa091d076d314a90" /><Relationship Type="http://schemas.openxmlformats.org/officeDocument/2006/relationships/image" Target="/ppt/media/image13.png" Id="Rfab7bb439bf0423d" /><Relationship Type="http://schemas.openxmlformats.org/officeDocument/2006/relationships/image" Target="/ppt/media/image14.png" Id="R285467042c5844f6" /><Relationship Type="http://schemas.openxmlformats.org/officeDocument/2006/relationships/image" Target="/ppt/media/image15.png" Id="R521ccef581a54984" /><Relationship Type="http://schemas.openxmlformats.org/officeDocument/2006/relationships/image" Target="/ppt/media/image16.png" Id="Rbea99af4b35a49b1" /><Relationship Type="http://schemas.openxmlformats.org/officeDocument/2006/relationships/image" Target="/ppt/media/image17.png" Id="R91106971384c4fe5" /><Relationship Type="http://schemas.openxmlformats.org/officeDocument/2006/relationships/image" Target="/ppt/media/image18.png" Id="R8d36e7e6446548aa" /><Relationship Type="http://schemas.openxmlformats.org/officeDocument/2006/relationships/image" Target="/ppt/media/image19.png" Id="R0dd69479a3e24974" /><Relationship Type="http://schemas.openxmlformats.org/officeDocument/2006/relationships/image" Target="/ppt/media/image20.png" Id="R441e1bb32f3f4461" /><Relationship Type="http://schemas.openxmlformats.org/officeDocument/2006/relationships/image" Target="/ppt/media/image21.png" Id="R615d71dc069f449e" /><Relationship Type="http://schemas.openxmlformats.org/officeDocument/2006/relationships/image" Target="/ppt/media/image22.png" Id="R3408fa88e78d4b04" /><Relationship Type="http://schemas.openxmlformats.org/officeDocument/2006/relationships/image" Target="/ppt/media/image23.png" Id="R5d37dab163e34563" /><Relationship Type="http://schemas.openxmlformats.org/officeDocument/2006/relationships/image" Target="/ppt/media/image24.png" Id="R7a414574ba1b428f" /><Relationship Type="http://schemas.openxmlformats.org/officeDocument/2006/relationships/image" Target="/ppt/media/image25.png" Id="R6400cef406674527" /><Relationship Type="http://schemas.openxmlformats.org/officeDocument/2006/relationships/image" Target="/ppt/media/image26.png" Id="R4fbbcd1278224b00" /><Relationship Type="http://schemas.openxmlformats.org/officeDocument/2006/relationships/notesSlide" Target="/ppt/notesSlides/notesSlide1.xml" Id="R689ab7d8ac3d46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path-1">
            <a:extLst xmlns:a="http://schemas.openxmlformats.org/drawingml/2006/main">
              <a:ext uri="{FF2B5EF4-FFF2-40B4-BE49-F238E27FC236}">
                <a16:creationId xmlns:a16="http://schemas.microsoft.com/office/drawing/2014/main" id="{CDA9C403-BAB0-46E6-B57A-6BA28C76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2" y="79386"/>
            <a:ext cx="15086950" cy="12920951"/>
          </a:xfrm>
          <a:custGeom xmlns:a="http://schemas.openxmlformats.org/drawingml/2006/main">
            <a:pathLst>
              <a:path w="15086950" h="12920951">
                <a:moveTo>
                  <a:pt x="15086950" y="0"/>
                </a:moveTo>
                <a:lnTo>
                  <a:pt x="0" y="0"/>
                </a:lnTo>
                <a:lnTo>
                  <a:pt x="0" y="12920951"/>
                </a:lnTo>
                <a:lnTo>
                  <a:pt x="15086950" y="12920951"/>
                </a:lnTo>
                <a:lnTo>
                  <a:pt x="150869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F04E10B5-788D-48DE-97EC-18F96ED1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86" y="175495"/>
            <a:ext cx="14924423" cy="6133858"/>
          </a:xfrm>
          <a:custGeom xmlns:a="http://schemas.openxmlformats.org/drawingml/2006/main">
            <a:pathLst>
              <a:path w="14924423" h="6133858">
                <a:moveTo>
                  <a:pt x="0" y="484457"/>
                </a:moveTo>
                <a:cubicBezTo>
                  <a:pt x="0" y="216834"/>
                  <a:pt x="216899" y="0"/>
                  <a:pt x="484457" y="0"/>
                </a:cubicBezTo>
                <a:lnTo>
                  <a:pt x="14439964" y="0"/>
                </a:lnTo>
                <a:cubicBezTo>
                  <a:pt x="14707588" y="0"/>
                  <a:pt x="14924423" y="216834"/>
                  <a:pt x="14924423" y="484457"/>
                </a:cubicBezTo>
                <a:lnTo>
                  <a:pt x="14924423" y="5649402"/>
                </a:lnTo>
                <a:cubicBezTo>
                  <a:pt x="14924423" y="5916895"/>
                  <a:pt x="14707588" y="6133858"/>
                  <a:pt x="14439964" y="6133858"/>
                </a:cubicBezTo>
                <a:lnTo>
                  <a:pt x="484457" y="6133858"/>
                </a:lnTo>
                <a:cubicBezTo>
                  <a:pt x="216899" y="6133858"/>
                  <a:pt x="0" y="5916895"/>
                  <a:pt x="0" y="5649402"/>
                </a:cubicBezTo>
                <a:lnTo>
                  <a:pt x="0" y="484457"/>
                </a:lnTo>
              </a:path>
            </a:pathLst>
          </a:custGeom>
          <a:solidFill xmlns:a="http://schemas.openxmlformats.org/drawingml/2006/main">
            <a:srgbClr val="FFFAF3"/>
          </a:solidFill>
          <a:ln xmlns:a="http://schemas.openxmlformats.org/drawingml/2006/main" w="39069">
            <a:solidFill>
              <a:srgbClr val="AA7744"/>
            </a:solidFill>
            <a:prstDash val="solid"/>
          </a:ln>
        </p:spPr>
      </p:sp>
      <p:sp>
        <p:nvSpPr>
          <p:cNvPr id="3" name="text-3 Raw">
            <a:extLst xmlns:a="http://schemas.openxmlformats.org/drawingml/2006/main">
              <a:ext uri="{FF2B5EF4-FFF2-40B4-BE49-F238E27FC236}">
                <a16:creationId xmlns:a16="http://schemas.microsoft.com/office/drawing/2014/main" id="{32235906-E3AC-4625-BE4F-06ED4B01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5798" y="3070634"/>
            <a:ext cx="229284" cy="159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Raw</a:t>
            </a:r>
          </a:p>
        </p:txBody>
      </p:sp>
      <p:sp>
        <p:nvSpPr>
          <p:cNvPr id="4" name="text-3 Videos">
            <a:extLst xmlns:a="http://schemas.openxmlformats.org/drawingml/2006/main">
              <a:ext uri="{FF2B5EF4-FFF2-40B4-BE49-F238E27FC236}">
                <a16:creationId xmlns:a16="http://schemas.microsoft.com/office/drawing/2014/main" id="{BC0A98F0-9895-41F6-9F1C-E895DD6B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9894" y="3068837"/>
            <a:ext cx="341636" cy="162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29759-171B-47EB-B465-BC5BE89D16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609be32aa48cb"/>
          <a:stretch xmlns:a="http://schemas.openxmlformats.org/drawingml/2006/main"/>
        </p:blipFill>
        <p:spPr>
          <a:xfrm xmlns:a="http://schemas.openxmlformats.org/drawingml/2006/main">
            <a:off x="771525" y="428625"/>
            <a:ext cx="2409825" cy="1352550"/>
          </a:xfrm>
          <a:prstGeom xmlns:a="http://schemas.openxmlformats.org/drawingml/2006/main" prst="rect">
            <a:avLst/>
          </a:prstGeom>
        </p:spPr>
      </p:pic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975A4DB7-96D5-412A-8038-BDA888D8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12" y="416422"/>
            <a:ext cx="2421767" cy="1376276"/>
          </a:xfrm>
          <a:custGeom xmlns:a="http://schemas.openxmlformats.org/drawingml/2006/main">
            <a:pathLst>
              <a:path w="2421767" h="1376276">
                <a:moveTo>
                  <a:pt x="0" y="0"/>
                </a:moveTo>
                <a:lnTo>
                  <a:pt x="2421767" y="0"/>
                </a:lnTo>
                <a:lnTo>
                  <a:pt x="2421767" y="1376276"/>
                </a:lnTo>
                <a:lnTo>
                  <a:pt x="0" y="13762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046">
            <a:solidFill>
              <a:srgbClr val="000000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C1874-701B-4BB2-9157-219EE83A80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619e905944ea3"/>
          <a:stretch xmlns:a="http://schemas.openxmlformats.org/drawingml/2006/main"/>
        </p:blipFill>
        <p:spPr>
          <a:xfrm xmlns:a="http://schemas.openxmlformats.org/drawingml/2006/main">
            <a:off x="857250" y="2238375"/>
            <a:ext cx="13192125" cy="1238250"/>
          </a:xfrm>
          <a:prstGeom xmlns:a="http://schemas.openxmlformats.org/drawingml/2006/main" prst="rect">
            <a:avLst/>
          </a:prstGeom>
        </p:spPr>
      </p:pic>
      <p:sp>
        <p:nvSpPr>
          <p:cNvPr id="8" name="path-7">
            <a:extLst xmlns:a="http://schemas.openxmlformats.org/drawingml/2006/main">
              <a:ext uri="{FF2B5EF4-FFF2-40B4-BE49-F238E27FC236}">
                <a16:creationId xmlns:a16="http://schemas.microsoft.com/office/drawing/2014/main" id="{5F34FC3F-E778-464F-9112-C10D75A0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67" y="2209697"/>
            <a:ext cx="13243928" cy="1293450"/>
          </a:xfrm>
          <a:custGeom xmlns:a="http://schemas.openxmlformats.org/drawingml/2006/main">
            <a:pathLst>
              <a:path w="13243928" h="1293450">
                <a:moveTo>
                  <a:pt x="0" y="0"/>
                </a:moveTo>
                <a:lnTo>
                  <a:pt x="13243928" y="0"/>
                </a:lnTo>
                <a:lnTo>
                  <a:pt x="13243928" y="1293450"/>
                </a:lnTo>
                <a:lnTo>
                  <a:pt x="0" y="1293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15">
            <a:solidFill>
              <a:srgbClr val="595959"/>
            </a:solidFill>
            <a:prstDash val="solid"/>
          </a:ln>
        </p:spPr>
      </p:sp>
      <p:sp>
        <p:nvSpPr>
          <p:cNvPr id="9" name="path-8">
            <a:extLst xmlns:a="http://schemas.openxmlformats.org/drawingml/2006/main">
              <a:ext uri="{FF2B5EF4-FFF2-40B4-BE49-F238E27FC236}">
                <a16:creationId xmlns:a16="http://schemas.microsoft.com/office/drawing/2014/main" id="{710C660D-ABF7-4FF8-9457-7A79A08F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53" y="2032844"/>
            <a:ext cx="13299145" cy="217225"/>
          </a:xfrm>
          <a:custGeom xmlns:a="http://schemas.openxmlformats.org/drawingml/2006/main">
            <a:pathLst>
              <a:path w="13299145" h="217225">
                <a:moveTo>
                  <a:pt x="0" y="0"/>
                </a:moveTo>
                <a:lnTo>
                  <a:pt x="13299145" y="0"/>
                </a:lnTo>
                <a:lnTo>
                  <a:pt x="13299145" y="217225"/>
                </a:lnTo>
                <a:lnTo>
                  <a:pt x="0" y="21722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9">
            <a:extLst xmlns:a="http://schemas.openxmlformats.org/drawingml/2006/main">
              <a:ext uri="{FF2B5EF4-FFF2-40B4-BE49-F238E27FC236}">
                <a16:creationId xmlns:a16="http://schemas.microsoft.com/office/drawing/2014/main" id="{29086B41-6058-4DE0-AFC4-96AC3142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1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0">
            <a:extLst xmlns:a="http://schemas.openxmlformats.org/drawingml/2006/main">
              <a:ext uri="{FF2B5EF4-FFF2-40B4-BE49-F238E27FC236}">
                <a16:creationId xmlns:a16="http://schemas.microsoft.com/office/drawing/2014/main" id="{89702A8E-29D7-48E2-A36F-65FDC6BD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19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1">
            <a:extLst xmlns:a="http://schemas.openxmlformats.org/drawingml/2006/main">
              <a:ext uri="{FF2B5EF4-FFF2-40B4-BE49-F238E27FC236}">
                <a16:creationId xmlns:a16="http://schemas.microsoft.com/office/drawing/2014/main" id="{1ED3DA17-92A1-4795-9655-ADBF5148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227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2">
            <a:extLst xmlns:a="http://schemas.openxmlformats.org/drawingml/2006/main">
              <a:ext uri="{FF2B5EF4-FFF2-40B4-BE49-F238E27FC236}">
                <a16:creationId xmlns:a16="http://schemas.microsoft.com/office/drawing/2014/main" id="{A1C105F7-AF74-4105-8225-BEDD5367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234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3">
            <a:extLst xmlns:a="http://schemas.openxmlformats.org/drawingml/2006/main">
              <a:ext uri="{FF2B5EF4-FFF2-40B4-BE49-F238E27FC236}">
                <a16:creationId xmlns:a16="http://schemas.microsoft.com/office/drawing/2014/main" id="{E48D6B46-0936-426F-8C84-2D14CB77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242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4">
            <a:extLst xmlns:a="http://schemas.openxmlformats.org/drawingml/2006/main">
              <a:ext uri="{FF2B5EF4-FFF2-40B4-BE49-F238E27FC236}">
                <a16:creationId xmlns:a16="http://schemas.microsoft.com/office/drawing/2014/main" id="{514FCA0C-086B-4DD9-A315-7C084FFC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12" y="2082853"/>
            <a:ext cx="204723" cy="110955"/>
          </a:xfrm>
          <a:custGeom xmlns:a="http://schemas.openxmlformats.org/drawingml/2006/main">
            <a:pathLst>
              <a:path w="204723" h="110955">
                <a:moveTo>
                  <a:pt x="0" y="0"/>
                </a:moveTo>
                <a:lnTo>
                  <a:pt x="204723" y="0"/>
                </a:lnTo>
                <a:lnTo>
                  <a:pt x="204723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5">
            <a:extLst xmlns:a="http://schemas.openxmlformats.org/drawingml/2006/main">
              <a:ext uri="{FF2B5EF4-FFF2-40B4-BE49-F238E27FC236}">
                <a16:creationId xmlns:a16="http://schemas.microsoft.com/office/drawing/2014/main" id="{01A7B99E-F301-4A81-9FCA-FA3EF303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820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6">
            <a:extLst xmlns:a="http://schemas.openxmlformats.org/drawingml/2006/main">
              <a:ext uri="{FF2B5EF4-FFF2-40B4-BE49-F238E27FC236}">
                <a16:creationId xmlns:a16="http://schemas.microsoft.com/office/drawing/2014/main" id="{E7AD699E-AAB4-4477-93C8-282A13FE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827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7">
            <a:extLst xmlns:a="http://schemas.openxmlformats.org/drawingml/2006/main">
              <a:ext uri="{FF2B5EF4-FFF2-40B4-BE49-F238E27FC236}">
                <a16:creationId xmlns:a16="http://schemas.microsoft.com/office/drawing/2014/main" id="{09EB2FAE-8838-4EDF-9244-82C7180C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835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8">
            <a:extLst xmlns:a="http://schemas.openxmlformats.org/drawingml/2006/main">
              <a:ext uri="{FF2B5EF4-FFF2-40B4-BE49-F238E27FC236}">
                <a16:creationId xmlns:a16="http://schemas.microsoft.com/office/drawing/2014/main" id="{EABBC438-2F85-4727-8CFC-F228D76B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05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19">
            <a:extLst xmlns:a="http://schemas.openxmlformats.org/drawingml/2006/main">
              <a:ext uri="{FF2B5EF4-FFF2-40B4-BE49-F238E27FC236}">
                <a16:creationId xmlns:a16="http://schemas.microsoft.com/office/drawing/2014/main" id="{E2C61489-AA2D-4681-9820-6B8F0F8F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413" y="2082853"/>
            <a:ext cx="204723" cy="110955"/>
          </a:xfrm>
          <a:custGeom xmlns:a="http://schemas.openxmlformats.org/drawingml/2006/main">
            <a:pathLst>
              <a:path w="204723" h="110955">
                <a:moveTo>
                  <a:pt x="0" y="0"/>
                </a:moveTo>
                <a:lnTo>
                  <a:pt x="204723" y="0"/>
                </a:lnTo>
                <a:lnTo>
                  <a:pt x="204723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0">
            <a:extLst xmlns:a="http://schemas.openxmlformats.org/drawingml/2006/main">
              <a:ext uri="{FF2B5EF4-FFF2-40B4-BE49-F238E27FC236}">
                <a16:creationId xmlns:a16="http://schemas.microsoft.com/office/drawing/2014/main" id="{239C30BC-AD7C-4426-AFDC-9BC4A8DF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420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1">
            <a:extLst xmlns:a="http://schemas.openxmlformats.org/drawingml/2006/main">
              <a:ext uri="{FF2B5EF4-FFF2-40B4-BE49-F238E27FC236}">
                <a16:creationId xmlns:a16="http://schemas.microsoft.com/office/drawing/2014/main" id="{85A3FB47-0F5E-4AF9-B15A-43EEA799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428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2">
            <a:extLst xmlns:a="http://schemas.openxmlformats.org/drawingml/2006/main">
              <a:ext uri="{FF2B5EF4-FFF2-40B4-BE49-F238E27FC236}">
                <a16:creationId xmlns:a16="http://schemas.microsoft.com/office/drawing/2014/main" id="{3A0D7C60-0EDE-4087-8D15-653F6A5F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437" y="2082853"/>
            <a:ext cx="206284" cy="110955"/>
          </a:xfrm>
          <a:custGeom xmlns:a="http://schemas.openxmlformats.org/drawingml/2006/main">
            <a:pathLst>
              <a:path w="206284" h="110955">
                <a:moveTo>
                  <a:pt x="0" y="0"/>
                </a:moveTo>
                <a:lnTo>
                  <a:pt x="206284" y="0"/>
                </a:lnTo>
                <a:lnTo>
                  <a:pt x="206284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3">
            <a:extLst xmlns:a="http://schemas.openxmlformats.org/drawingml/2006/main">
              <a:ext uri="{FF2B5EF4-FFF2-40B4-BE49-F238E27FC236}">
                <a16:creationId xmlns:a16="http://schemas.microsoft.com/office/drawing/2014/main" id="{4C88BB3A-B048-46BF-8CD9-BA95E29B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006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4">
            <a:extLst xmlns:a="http://schemas.openxmlformats.org/drawingml/2006/main">
              <a:ext uri="{FF2B5EF4-FFF2-40B4-BE49-F238E27FC236}">
                <a16:creationId xmlns:a16="http://schemas.microsoft.com/office/drawing/2014/main" id="{5C14D100-21F6-415A-A64D-5C35F213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014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5">
            <a:extLst xmlns:a="http://schemas.openxmlformats.org/drawingml/2006/main">
              <a:ext uri="{FF2B5EF4-FFF2-40B4-BE49-F238E27FC236}">
                <a16:creationId xmlns:a16="http://schemas.microsoft.com/office/drawing/2014/main" id="{3479D387-786A-4E15-8AF6-69A2CAB8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021" y="2082853"/>
            <a:ext cx="206287" cy="110955"/>
          </a:xfrm>
          <a:custGeom xmlns:a="http://schemas.openxmlformats.org/drawingml/2006/main">
            <a:pathLst>
              <a:path w="206287" h="110955">
                <a:moveTo>
                  <a:pt x="0" y="0"/>
                </a:moveTo>
                <a:lnTo>
                  <a:pt x="206287" y="0"/>
                </a:lnTo>
                <a:lnTo>
                  <a:pt x="206287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6">
            <a:extLst xmlns:a="http://schemas.openxmlformats.org/drawingml/2006/main">
              <a:ext uri="{FF2B5EF4-FFF2-40B4-BE49-F238E27FC236}">
                <a16:creationId xmlns:a16="http://schemas.microsoft.com/office/drawing/2014/main" id="{B09B40CF-B738-4B1B-B45F-4671C249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028" y="2082853"/>
            <a:ext cx="206287" cy="110955"/>
          </a:xfrm>
          <a:custGeom xmlns:a="http://schemas.openxmlformats.org/drawingml/2006/main">
            <a:pathLst>
              <a:path w="206287" h="110955">
                <a:moveTo>
                  <a:pt x="0" y="0"/>
                </a:moveTo>
                <a:lnTo>
                  <a:pt x="206287" y="0"/>
                </a:lnTo>
                <a:lnTo>
                  <a:pt x="206287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7">
            <a:extLst xmlns:a="http://schemas.openxmlformats.org/drawingml/2006/main">
              <a:ext uri="{FF2B5EF4-FFF2-40B4-BE49-F238E27FC236}">
                <a16:creationId xmlns:a16="http://schemas.microsoft.com/office/drawing/2014/main" id="{7903BE64-268A-4196-B2F6-84EBA658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99" y="2082853"/>
            <a:ext cx="204723" cy="110955"/>
          </a:xfrm>
          <a:custGeom xmlns:a="http://schemas.openxmlformats.org/drawingml/2006/main">
            <a:pathLst>
              <a:path w="204723" h="110955">
                <a:moveTo>
                  <a:pt x="0" y="0"/>
                </a:moveTo>
                <a:lnTo>
                  <a:pt x="204723" y="0"/>
                </a:lnTo>
                <a:lnTo>
                  <a:pt x="204723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8">
            <a:extLst xmlns:a="http://schemas.openxmlformats.org/drawingml/2006/main">
              <a:ext uri="{FF2B5EF4-FFF2-40B4-BE49-F238E27FC236}">
                <a16:creationId xmlns:a16="http://schemas.microsoft.com/office/drawing/2014/main" id="{F7A3C0AA-DE5E-4FB4-86F6-62F2454D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607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29">
            <a:extLst xmlns:a="http://schemas.openxmlformats.org/drawingml/2006/main">
              <a:ext uri="{FF2B5EF4-FFF2-40B4-BE49-F238E27FC236}">
                <a16:creationId xmlns:a16="http://schemas.microsoft.com/office/drawing/2014/main" id="{9110E5F5-3818-4831-8908-054D86A5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616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0">
            <a:extLst xmlns:a="http://schemas.openxmlformats.org/drawingml/2006/main">
              <a:ext uri="{FF2B5EF4-FFF2-40B4-BE49-F238E27FC236}">
                <a16:creationId xmlns:a16="http://schemas.microsoft.com/office/drawing/2014/main" id="{8EECA33C-5F85-4E68-BFA4-6B31C383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622" y="2082853"/>
            <a:ext cx="206287" cy="110955"/>
          </a:xfrm>
          <a:custGeom xmlns:a="http://schemas.openxmlformats.org/drawingml/2006/main">
            <a:pathLst>
              <a:path w="206287" h="110955">
                <a:moveTo>
                  <a:pt x="0" y="0"/>
                </a:moveTo>
                <a:lnTo>
                  <a:pt x="206287" y="0"/>
                </a:lnTo>
                <a:lnTo>
                  <a:pt x="206287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1">
            <a:extLst xmlns:a="http://schemas.openxmlformats.org/drawingml/2006/main">
              <a:ext uri="{FF2B5EF4-FFF2-40B4-BE49-F238E27FC236}">
                <a16:creationId xmlns:a16="http://schemas.microsoft.com/office/drawing/2014/main" id="{720E65F7-56B8-4202-9D77-8E359708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631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2">
            <a:extLst xmlns:a="http://schemas.openxmlformats.org/drawingml/2006/main">
              <a:ext uri="{FF2B5EF4-FFF2-40B4-BE49-F238E27FC236}">
                <a16:creationId xmlns:a16="http://schemas.microsoft.com/office/drawing/2014/main" id="{CA402680-55FE-491B-A274-3B9DD77C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200" y="2082853"/>
            <a:ext cx="204723" cy="110955"/>
          </a:xfrm>
          <a:custGeom xmlns:a="http://schemas.openxmlformats.org/drawingml/2006/main">
            <a:pathLst>
              <a:path w="204723" h="110955">
                <a:moveTo>
                  <a:pt x="0" y="0"/>
                </a:moveTo>
                <a:lnTo>
                  <a:pt x="204723" y="0"/>
                </a:lnTo>
                <a:lnTo>
                  <a:pt x="204723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3">
            <a:extLst xmlns:a="http://schemas.openxmlformats.org/drawingml/2006/main">
              <a:ext uri="{FF2B5EF4-FFF2-40B4-BE49-F238E27FC236}">
                <a16:creationId xmlns:a16="http://schemas.microsoft.com/office/drawing/2014/main" id="{F99E96AB-294E-4508-8733-1C3CBA4A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9208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4">
            <a:extLst xmlns:a="http://schemas.openxmlformats.org/drawingml/2006/main">
              <a:ext uri="{FF2B5EF4-FFF2-40B4-BE49-F238E27FC236}">
                <a16:creationId xmlns:a16="http://schemas.microsoft.com/office/drawing/2014/main" id="{82C9E9B1-DDB3-43E9-ADB0-84CD5274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0217" y="2082853"/>
            <a:ext cx="206284" cy="110955"/>
          </a:xfrm>
          <a:custGeom xmlns:a="http://schemas.openxmlformats.org/drawingml/2006/main">
            <a:pathLst>
              <a:path w="206284" h="110955">
                <a:moveTo>
                  <a:pt x="0" y="0"/>
                </a:moveTo>
                <a:lnTo>
                  <a:pt x="206284" y="0"/>
                </a:lnTo>
                <a:lnTo>
                  <a:pt x="206284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5">
            <a:extLst xmlns:a="http://schemas.openxmlformats.org/drawingml/2006/main">
              <a:ext uri="{FF2B5EF4-FFF2-40B4-BE49-F238E27FC236}">
                <a16:creationId xmlns:a16="http://schemas.microsoft.com/office/drawing/2014/main" id="{57A97393-13F5-4248-93E1-2FE6BC25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224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6">
            <a:extLst xmlns:a="http://schemas.openxmlformats.org/drawingml/2006/main">
              <a:ext uri="{FF2B5EF4-FFF2-40B4-BE49-F238E27FC236}">
                <a16:creationId xmlns:a16="http://schemas.microsoft.com/office/drawing/2014/main" id="{06978431-C457-494E-BBA7-FFF0C318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794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7">
            <a:extLst xmlns:a="http://schemas.openxmlformats.org/drawingml/2006/main">
              <a:ext uri="{FF2B5EF4-FFF2-40B4-BE49-F238E27FC236}">
                <a16:creationId xmlns:a16="http://schemas.microsoft.com/office/drawing/2014/main" id="{D8483DB8-62B4-4764-AA0D-3AB15FAD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4801" y="2082853"/>
            <a:ext cx="204723" cy="110955"/>
          </a:xfrm>
          <a:custGeom xmlns:a="http://schemas.openxmlformats.org/drawingml/2006/main">
            <a:pathLst>
              <a:path w="204723" h="110955">
                <a:moveTo>
                  <a:pt x="0" y="0"/>
                </a:moveTo>
                <a:lnTo>
                  <a:pt x="204723" y="0"/>
                </a:lnTo>
                <a:lnTo>
                  <a:pt x="204723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8">
            <a:extLst xmlns:a="http://schemas.openxmlformats.org/drawingml/2006/main">
              <a:ext uri="{FF2B5EF4-FFF2-40B4-BE49-F238E27FC236}">
                <a16:creationId xmlns:a16="http://schemas.microsoft.com/office/drawing/2014/main" id="{AF014E43-3565-4E09-9538-E2832B3E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10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39">
            <a:extLst xmlns:a="http://schemas.openxmlformats.org/drawingml/2006/main">
              <a:ext uri="{FF2B5EF4-FFF2-40B4-BE49-F238E27FC236}">
                <a16:creationId xmlns:a16="http://schemas.microsoft.com/office/drawing/2014/main" id="{476D278F-4DE4-446F-B2F1-AF3D24A8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816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0">
            <a:extLst xmlns:a="http://schemas.openxmlformats.org/drawingml/2006/main">
              <a:ext uri="{FF2B5EF4-FFF2-40B4-BE49-F238E27FC236}">
                <a16:creationId xmlns:a16="http://schemas.microsoft.com/office/drawing/2014/main" id="{AA387ED2-84CD-49A4-B23B-A2A7B730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825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1">
            <a:extLst xmlns:a="http://schemas.openxmlformats.org/drawingml/2006/main">
              <a:ext uri="{FF2B5EF4-FFF2-40B4-BE49-F238E27FC236}">
                <a16:creationId xmlns:a16="http://schemas.microsoft.com/office/drawing/2014/main" id="{84AF95F2-1073-4D07-A992-7D4A6874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394" y="2082853"/>
            <a:ext cx="204723" cy="110955"/>
          </a:xfrm>
          <a:custGeom xmlns:a="http://schemas.openxmlformats.org/drawingml/2006/main">
            <a:pathLst>
              <a:path w="204723" h="110955">
                <a:moveTo>
                  <a:pt x="0" y="0"/>
                </a:moveTo>
                <a:lnTo>
                  <a:pt x="204723" y="0"/>
                </a:lnTo>
                <a:lnTo>
                  <a:pt x="204723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2">
            <a:extLst xmlns:a="http://schemas.openxmlformats.org/drawingml/2006/main">
              <a:ext uri="{FF2B5EF4-FFF2-40B4-BE49-F238E27FC236}">
                <a16:creationId xmlns:a16="http://schemas.microsoft.com/office/drawing/2014/main" id="{80A6ED6F-AF37-42AD-9BCB-F81E9917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90" y="3528411"/>
            <a:ext cx="13297581" cy="218788"/>
          </a:xfrm>
          <a:custGeom xmlns:a="http://schemas.openxmlformats.org/drawingml/2006/main">
            <a:pathLst>
              <a:path w="13297581" h="218788">
                <a:moveTo>
                  <a:pt x="0" y="0"/>
                </a:moveTo>
                <a:lnTo>
                  <a:pt x="13297581" y="0"/>
                </a:lnTo>
                <a:lnTo>
                  <a:pt x="13297581" y="218788"/>
                </a:lnTo>
                <a:lnTo>
                  <a:pt x="0" y="21878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3">
            <a:extLst xmlns:a="http://schemas.openxmlformats.org/drawingml/2006/main">
              <a:ext uri="{FF2B5EF4-FFF2-40B4-BE49-F238E27FC236}">
                <a16:creationId xmlns:a16="http://schemas.microsoft.com/office/drawing/2014/main" id="{570BBA1C-4050-49B5-B1DE-DA157EF8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86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4">
            <a:extLst xmlns:a="http://schemas.openxmlformats.org/drawingml/2006/main">
              <a:ext uri="{FF2B5EF4-FFF2-40B4-BE49-F238E27FC236}">
                <a16:creationId xmlns:a16="http://schemas.microsoft.com/office/drawing/2014/main" id="{2B2E3902-FE9D-41F9-9665-7B84D3F5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656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5">
            <a:extLst xmlns:a="http://schemas.openxmlformats.org/drawingml/2006/main">
              <a:ext uri="{FF2B5EF4-FFF2-40B4-BE49-F238E27FC236}">
                <a16:creationId xmlns:a16="http://schemas.microsoft.com/office/drawing/2014/main" id="{E86E30A1-C1FB-4D7A-B62B-3ADA59B5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663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6">
            <a:extLst xmlns:a="http://schemas.openxmlformats.org/drawingml/2006/main">
              <a:ext uri="{FF2B5EF4-FFF2-40B4-BE49-F238E27FC236}">
                <a16:creationId xmlns:a16="http://schemas.microsoft.com/office/drawing/2014/main" id="{0B3D31CC-3F0B-465A-B95B-69C56718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671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7">
            <a:extLst xmlns:a="http://schemas.openxmlformats.org/drawingml/2006/main">
              <a:ext uri="{FF2B5EF4-FFF2-40B4-BE49-F238E27FC236}">
                <a16:creationId xmlns:a16="http://schemas.microsoft.com/office/drawing/2014/main" id="{38B7CD4F-DC88-4920-8CD4-85D2B4E7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679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8">
            <a:extLst xmlns:a="http://schemas.openxmlformats.org/drawingml/2006/main">
              <a:ext uri="{FF2B5EF4-FFF2-40B4-BE49-F238E27FC236}">
                <a16:creationId xmlns:a16="http://schemas.microsoft.com/office/drawing/2014/main" id="{877960CF-68B0-43D0-98AC-A0484F21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686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49">
            <a:extLst xmlns:a="http://schemas.openxmlformats.org/drawingml/2006/main">
              <a:ext uri="{FF2B5EF4-FFF2-40B4-BE49-F238E27FC236}">
                <a16:creationId xmlns:a16="http://schemas.microsoft.com/office/drawing/2014/main" id="{E98DA291-DB59-4F39-946F-D469C78E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257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0">
            <a:extLst xmlns:a="http://schemas.openxmlformats.org/drawingml/2006/main">
              <a:ext uri="{FF2B5EF4-FFF2-40B4-BE49-F238E27FC236}">
                <a16:creationId xmlns:a16="http://schemas.microsoft.com/office/drawing/2014/main" id="{4CEFEFE0-CC94-4B35-8089-A294D099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265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1">
            <a:extLst xmlns:a="http://schemas.openxmlformats.org/drawingml/2006/main">
              <a:ext uri="{FF2B5EF4-FFF2-40B4-BE49-F238E27FC236}">
                <a16:creationId xmlns:a16="http://schemas.microsoft.com/office/drawing/2014/main" id="{3A0AB364-6CCE-4C9F-8AED-C3045D3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272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2">
            <a:extLst xmlns:a="http://schemas.openxmlformats.org/drawingml/2006/main">
              <a:ext uri="{FF2B5EF4-FFF2-40B4-BE49-F238E27FC236}">
                <a16:creationId xmlns:a16="http://schemas.microsoft.com/office/drawing/2014/main" id="{7BFF099F-8EC4-434B-9C2D-33657A52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80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3">
            <a:extLst xmlns:a="http://schemas.openxmlformats.org/drawingml/2006/main">
              <a:ext uri="{FF2B5EF4-FFF2-40B4-BE49-F238E27FC236}">
                <a16:creationId xmlns:a16="http://schemas.microsoft.com/office/drawing/2014/main" id="{4A435810-D996-403C-B937-6B431735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288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4">
            <a:extLst xmlns:a="http://schemas.openxmlformats.org/drawingml/2006/main">
              <a:ext uri="{FF2B5EF4-FFF2-40B4-BE49-F238E27FC236}">
                <a16:creationId xmlns:a16="http://schemas.microsoft.com/office/drawing/2014/main" id="{0484CD52-36B0-456E-AAA0-BE634518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858" y="3579982"/>
            <a:ext cx="204723" cy="110957"/>
          </a:xfrm>
          <a:custGeom xmlns:a="http://schemas.openxmlformats.org/drawingml/2006/main">
            <a:pathLst>
              <a:path w="204723" h="110957">
                <a:moveTo>
                  <a:pt x="0" y="0"/>
                </a:moveTo>
                <a:lnTo>
                  <a:pt x="204723" y="0"/>
                </a:lnTo>
                <a:lnTo>
                  <a:pt x="204723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5">
            <a:extLst xmlns:a="http://schemas.openxmlformats.org/drawingml/2006/main">
              <a:ext uri="{FF2B5EF4-FFF2-40B4-BE49-F238E27FC236}">
                <a16:creationId xmlns:a16="http://schemas.microsoft.com/office/drawing/2014/main" id="{04C589FF-5602-425C-82F4-BC32C44C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866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6">
            <a:extLst xmlns:a="http://schemas.openxmlformats.org/drawingml/2006/main">
              <a:ext uri="{FF2B5EF4-FFF2-40B4-BE49-F238E27FC236}">
                <a16:creationId xmlns:a16="http://schemas.microsoft.com/office/drawing/2014/main" id="{FEFBF43A-EA1B-4DB4-8E22-C77AD75B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873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7">
            <a:extLst xmlns:a="http://schemas.openxmlformats.org/drawingml/2006/main">
              <a:ext uri="{FF2B5EF4-FFF2-40B4-BE49-F238E27FC236}">
                <a16:creationId xmlns:a16="http://schemas.microsoft.com/office/drawing/2014/main" id="{1B98F9E1-041F-4D2C-B7E6-739DB302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881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8">
            <a:extLst xmlns:a="http://schemas.openxmlformats.org/drawingml/2006/main">
              <a:ext uri="{FF2B5EF4-FFF2-40B4-BE49-F238E27FC236}">
                <a16:creationId xmlns:a16="http://schemas.microsoft.com/office/drawing/2014/main" id="{6DB10ABD-EF3E-4EC5-B61F-97AF9BBC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450" y="3579982"/>
            <a:ext cx="204723" cy="110957"/>
          </a:xfrm>
          <a:custGeom xmlns:a="http://schemas.openxmlformats.org/drawingml/2006/main">
            <a:pathLst>
              <a:path w="204723" h="110957">
                <a:moveTo>
                  <a:pt x="0" y="0"/>
                </a:moveTo>
                <a:lnTo>
                  <a:pt x="204723" y="0"/>
                </a:lnTo>
                <a:lnTo>
                  <a:pt x="204723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59">
            <a:extLst xmlns:a="http://schemas.openxmlformats.org/drawingml/2006/main">
              <a:ext uri="{FF2B5EF4-FFF2-40B4-BE49-F238E27FC236}">
                <a16:creationId xmlns:a16="http://schemas.microsoft.com/office/drawing/2014/main" id="{57BB93CC-08D7-43FD-95B7-7C83CC60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459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0">
            <a:extLst xmlns:a="http://schemas.openxmlformats.org/drawingml/2006/main">
              <a:ext uri="{FF2B5EF4-FFF2-40B4-BE49-F238E27FC236}">
                <a16:creationId xmlns:a16="http://schemas.microsoft.com/office/drawing/2014/main" id="{431645B3-CAB3-43E8-B510-DDF1AB4A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467" y="3579982"/>
            <a:ext cx="206284" cy="110957"/>
          </a:xfrm>
          <a:custGeom xmlns:a="http://schemas.openxmlformats.org/drawingml/2006/main">
            <a:pathLst>
              <a:path w="206284" h="110957">
                <a:moveTo>
                  <a:pt x="0" y="0"/>
                </a:moveTo>
                <a:lnTo>
                  <a:pt x="206284" y="0"/>
                </a:lnTo>
                <a:lnTo>
                  <a:pt x="206284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1">
            <a:extLst xmlns:a="http://schemas.openxmlformats.org/drawingml/2006/main">
              <a:ext uri="{FF2B5EF4-FFF2-40B4-BE49-F238E27FC236}">
                <a16:creationId xmlns:a16="http://schemas.microsoft.com/office/drawing/2014/main" id="{B98B7BD6-CDD7-4248-8C01-F8F99EC3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474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2">
            <a:extLst xmlns:a="http://schemas.openxmlformats.org/drawingml/2006/main">
              <a:ext uri="{FF2B5EF4-FFF2-40B4-BE49-F238E27FC236}">
                <a16:creationId xmlns:a16="http://schemas.microsoft.com/office/drawing/2014/main" id="{10AE62C0-CBFB-4C54-B626-A38440BD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481" y="3579982"/>
            <a:ext cx="206287" cy="110957"/>
          </a:xfrm>
          <a:custGeom xmlns:a="http://schemas.openxmlformats.org/drawingml/2006/main">
            <a:pathLst>
              <a:path w="206287" h="110957">
                <a:moveTo>
                  <a:pt x="0" y="0"/>
                </a:moveTo>
                <a:lnTo>
                  <a:pt x="206287" y="0"/>
                </a:lnTo>
                <a:lnTo>
                  <a:pt x="206287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3">
            <a:extLst xmlns:a="http://schemas.openxmlformats.org/drawingml/2006/main">
              <a:ext uri="{FF2B5EF4-FFF2-40B4-BE49-F238E27FC236}">
                <a16:creationId xmlns:a16="http://schemas.microsoft.com/office/drawing/2014/main" id="{BDB73FB4-D7E0-417F-BB38-D3BB3212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052" y="3579982"/>
            <a:ext cx="204723" cy="110957"/>
          </a:xfrm>
          <a:custGeom xmlns:a="http://schemas.openxmlformats.org/drawingml/2006/main">
            <a:pathLst>
              <a:path w="204723" h="110957">
                <a:moveTo>
                  <a:pt x="0" y="0"/>
                </a:moveTo>
                <a:lnTo>
                  <a:pt x="204723" y="0"/>
                </a:lnTo>
                <a:lnTo>
                  <a:pt x="204723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4">
            <a:extLst xmlns:a="http://schemas.openxmlformats.org/drawingml/2006/main">
              <a:ext uri="{FF2B5EF4-FFF2-40B4-BE49-F238E27FC236}">
                <a16:creationId xmlns:a16="http://schemas.microsoft.com/office/drawing/2014/main" id="{CB292CF8-BC53-4502-829E-91C66896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059" y="3579982"/>
            <a:ext cx="206287" cy="110957"/>
          </a:xfrm>
          <a:custGeom xmlns:a="http://schemas.openxmlformats.org/drawingml/2006/main">
            <a:pathLst>
              <a:path w="206287" h="110957">
                <a:moveTo>
                  <a:pt x="0" y="0"/>
                </a:moveTo>
                <a:lnTo>
                  <a:pt x="206287" y="0"/>
                </a:lnTo>
                <a:lnTo>
                  <a:pt x="206287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5">
            <a:extLst xmlns:a="http://schemas.openxmlformats.org/drawingml/2006/main">
              <a:ext uri="{FF2B5EF4-FFF2-40B4-BE49-F238E27FC236}">
                <a16:creationId xmlns:a16="http://schemas.microsoft.com/office/drawing/2014/main" id="{4D50F1A0-53ED-40BA-A3C3-F51DEC40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068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6">
            <a:extLst xmlns:a="http://schemas.openxmlformats.org/drawingml/2006/main">
              <a:ext uri="{FF2B5EF4-FFF2-40B4-BE49-F238E27FC236}">
                <a16:creationId xmlns:a16="http://schemas.microsoft.com/office/drawing/2014/main" id="{5F339981-23CA-4527-8F81-2ED734DD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075" y="3579982"/>
            <a:ext cx="206287" cy="110957"/>
          </a:xfrm>
          <a:custGeom xmlns:a="http://schemas.openxmlformats.org/drawingml/2006/main">
            <a:pathLst>
              <a:path w="206287" h="110957">
                <a:moveTo>
                  <a:pt x="0" y="0"/>
                </a:moveTo>
                <a:lnTo>
                  <a:pt x="206287" y="0"/>
                </a:lnTo>
                <a:lnTo>
                  <a:pt x="206287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7">
            <a:extLst xmlns:a="http://schemas.openxmlformats.org/drawingml/2006/main">
              <a:ext uri="{FF2B5EF4-FFF2-40B4-BE49-F238E27FC236}">
                <a16:creationId xmlns:a16="http://schemas.microsoft.com/office/drawing/2014/main" id="{1F0D9EDA-3394-4D43-8573-7A8BEC1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646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8">
            <a:extLst xmlns:a="http://schemas.openxmlformats.org/drawingml/2006/main">
              <a:ext uri="{FF2B5EF4-FFF2-40B4-BE49-F238E27FC236}">
                <a16:creationId xmlns:a16="http://schemas.microsoft.com/office/drawing/2014/main" id="{420B92CD-4ED9-429B-B98B-0FF07FDC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653" y="3579982"/>
            <a:ext cx="204723" cy="110957"/>
          </a:xfrm>
          <a:custGeom xmlns:a="http://schemas.openxmlformats.org/drawingml/2006/main">
            <a:pathLst>
              <a:path w="204723" h="110957">
                <a:moveTo>
                  <a:pt x="0" y="0"/>
                </a:moveTo>
                <a:lnTo>
                  <a:pt x="204723" y="0"/>
                </a:lnTo>
                <a:lnTo>
                  <a:pt x="204723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69">
            <a:extLst xmlns:a="http://schemas.openxmlformats.org/drawingml/2006/main">
              <a:ext uri="{FF2B5EF4-FFF2-40B4-BE49-F238E27FC236}">
                <a16:creationId xmlns:a16="http://schemas.microsoft.com/office/drawing/2014/main" id="{A0F5910E-C78C-440A-BABD-90FC4471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61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0">
            <a:extLst xmlns:a="http://schemas.openxmlformats.org/drawingml/2006/main">
              <a:ext uri="{FF2B5EF4-FFF2-40B4-BE49-F238E27FC236}">
                <a16:creationId xmlns:a16="http://schemas.microsoft.com/office/drawing/2014/main" id="{648B2997-D88E-4881-8308-4A8FC729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670" y="3579982"/>
            <a:ext cx="206284" cy="110957"/>
          </a:xfrm>
          <a:custGeom xmlns:a="http://schemas.openxmlformats.org/drawingml/2006/main">
            <a:pathLst>
              <a:path w="206284" h="110957">
                <a:moveTo>
                  <a:pt x="0" y="0"/>
                </a:moveTo>
                <a:lnTo>
                  <a:pt x="206284" y="0"/>
                </a:lnTo>
                <a:lnTo>
                  <a:pt x="206284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1">
            <a:extLst xmlns:a="http://schemas.openxmlformats.org/drawingml/2006/main">
              <a:ext uri="{FF2B5EF4-FFF2-40B4-BE49-F238E27FC236}">
                <a16:creationId xmlns:a16="http://schemas.microsoft.com/office/drawing/2014/main" id="{C20A8933-6358-4BA4-BE4D-4207F78E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676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2">
            <a:extLst xmlns:a="http://schemas.openxmlformats.org/drawingml/2006/main">
              <a:ext uri="{FF2B5EF4-FFF2-40B4-BE49-F238E27FC236}">
                <a16:creationId xmlns:a16="http://schemas.microsoft.com/office/drawing/2014/main" id="{C724680E-DA0A-4B26-8BFD-49E77A2F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4247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3">
            <a:extLst xmlns:a="http://schemas.openxmlformats.org/drawingml/2006/main">
              <a:ext uri="{FF2B5EF4-FFF2-40B4-BE49-F238E27FC236}">
                <a16:creationId xmlns:a16="http://schemas.microsoft.com/office/drawing/2014/main" id="{62CDF37C-88CD-4B03-A555-9FCDB495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254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4">
            <a:extLst xmlns:a="http://schemas.openxmlformats.org/drawingml/2006/main">
              <a:ext uri="{FF2B5EF4-FFF2-40B4-BE49-F238E27FC236}">
                <a16:creationId xmlns:a16="http://schemas.microsoft.com/office/drawing/2014/main" id="{677C1266-69D6-43A6-9E30-0D12A1B5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6262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5">
            <a:extLst xmlns:a="http://schemas.openxmlformats.org/drawingml/2006/main">
              <a:ext uri="{FF2B5EF4-FFF2-40B4-BE49-F238E27FC236}">
                <a16:creationId xmlns:a16="http://schemas.microsoft.com/office/drawing/2014/main" id="{FDE465C8-65CD-4555-9C2E-F4EC9421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7269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6">
            <a:extLst xmlns:a="http://schemas.openxmlformats.org/drawingml/2006/main">
              <a:ext uri="{FF2B5EF4-FFF2-40B4-BE49-F238E27FC236}">
                <a16:creationId xmlns:a16="http://schemas.microsoft.com/office/drawing/2014/main" id="{153685A5-719E-4577-A4CE-9EA855D6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36" y="2194590"/>
            <a:ext cx="191" cy="1335514"/>
          </a:xfrm>
          <a:custGeom xmlns:a="http://schemas.openxmlformats.org/drawingml/2006/main">
            <a:pathLst>
              <a:path w="191" h="1335514">
                <a:moveTo>
                  <a:pt x="0" y="0"/>
                </a:moveTo>
                <a:lnTo>
                  <a:pt x="0" y="1335514"/>
                </a:lnTo>
              </a:path>
            </a:pathLst>
          </a:custGeom>
          <a:noFill xmlns:a="http://schemas.openxmlformats.org/drawingml/2006/main"/>
          <a:ln xmlns:a="http://schemas.openxmlformats.org/drawingml/2006/main" w="130231">
            <a:solidFill>
              <a:srgbClr val="595959"/>
            </a:solidFill>
            <a:prstDash val="solid"/>
          </a:ln>
        </p:spPr>
      </p:sp>
      <p:sp>
        <p:nvSpPr>
          <p:cNvPr id="78" name="path-77">
            <a:extLst xmlns:a="http://schemas.openxmlformats.org/drawingml/2006/main">
              <a:ext uri="{FF2B5EF4-FFF2-40B4-BE49-F238E27FC236}">
                <a16:creationId xmlns:a16="http://schemas.microsoft.com/office/drawing/2014/main" id="{AC544C32-5219-43C5-B9E7-C3772584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444" y="2213343"/>
            <a:ext cx="191" cy="1335514"/>
          </a:xfrm>
          <a:custGeom xmlns:a="http://schemas.openxmlformats.org/drawingml/2006/main">
            <a:pathLst>
              <a:path w="191" h="1335514">
                <a:moveTo>
                  <a:pt x="0" y="0"/>
                </a:moveTo>
                <a:lnTo>
                  <a:pt x="0" y="1335514"/>
                </a:lnTo>
              </a:path>
            </a:pathLst>
          </a:custGeom>
          <a:noFill xmlns:a="http://schemas.openxmlformats.org/drawingml/2006/main"/>
          <a:ln xmlns:a="http://schemas.openxmlformats.org/drawingml/2006/main" w="130231">
            <a:solidFill>
              <a:srgbClr val="595959"/>
            </a:solidFill>
            <a:prstDash val="solid"/>
          </a:ln>
        </p:spPr>
      </p:sp>
      <p:sp>
        <p:nvSpPr>
          <p:cNvPr id="79" name="path-78">
            <a:extLst xmlns:a="http://schemas.openxmlformats.org/drawingml/2006/main">
              <a:ext uri="{FF2B5EF4-FFF2-40B4-BE49-F238E27FC236}">
                <a16:creationId xmlns:a16="http://schemas.microsoft.com/office/drawing/2014/main" id="{9A78B37F-3D0A-416A-BE9E-7841CF3D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7881" y="2194590"/>
            <a:ext cx="191" cy="1335514"/>
          </a:xfrm>
          <a:custGeom xmlns:a="http://schemas.openxmlformats.org/drawingml/2006/main">
            <a:pathLst>
              <a:path w="191" h="1335514">
                <a:moveTo>
                  <a:pt x="0" y="0"/>
                </a:moveTo>
                <a:lnTo>
                  <a:pt x="0" y="1335514"/>
                </a:lnTo>
              </a:path>
            </a:pathLst>
          </a:custGeom>
          <a:noFill xmlns:a="http://schemas.openxmlformats.org/drawingml/2006/main"/>
          <a:ln xmlns:a="http://schemas.openxmlformats.org/drawingml/2006/main" w="130231">
            <a:solidFill>
              <a:srgbClr val="595959"/>
            </a:solidFill>
            <a:prstDash val="solid"/>
          </a:ln>
        </p:spPr>
      </p:sp>
      <p:sp>
        <p:nvSpPr>
          <p:cNvPr id="80" name="path-79">
            <a:extLst xmlns:a="http://schemas.openxmlformats.org/drawingml/2006/main">
              <a:ext uri="{FF2B5EF4-FFF2-40B4-BE49-F238E27FC236}">
                <a16:creationId xmlns:a16="http://schemas.microsoft.com/office/drawing/2014/main" id="{FABF6BAD-9B37-4B01-A420-E74CD1B6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008" y="2213343"/>
            <a:ext cx="191" cy="1335514"/>
          </a:xfrm>
          <a:custGeom xmlns:a="http://schemas.openxmlformats.org/drawingml/2006/main">
            <a:pathLst>
              <a:path w="191" h="1335514">
                <a:moveTo>
                  <a:pt x="0" y="0"/>
                </a:moveTo>
                <a:lnTo>
                  <a:pt x="0" y="1335514"/>
                </a:lnTo>
              </a:path>
            </a:pathLst>
          </a:custGeom>
          <a:noFill xmlns:a="http://schemas.openxmlformats.org/drawingml/2006/main"/>
          <a:ln xmlns:a="http://schemas.openxmlformats.org/drawingml/2006/main" w="130231">
            <a:solidFill>
              <a:srgbClr val="595959"/>
            </a:solidFill>
            <a:prstDash val="solid"/>
          </a:ln>
        </p:spPr>
      </p:sp>
      <p:sp>
        <p:nvSpPr>
          <p:cNvPr id="81" name="path-80">
            <a:extLst xmlns:a="http://schemas.openxmlformats.org/drawingml/2006/main">
              <a:ext uri="{FF2B5EF4-FFF2-40B4-BE49-F238E27FC236}">
                <a16:creationId xmlns:a16="http://schemas.microsoft.com/office/drawing/2014/main" id="{106688A4-3478-4145-BE49-8558CD1E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7377" y="2194590"/>
            <a:ext cx="191" cy="1335514"/>
          </a:xfrm>
          <a:custGeom xmlns:a="http://schemas.openxmlformats.org/drawingml/2006/main">
            <a:pathLst>
              <a:path w="191" h="1335514">
                <a:moveTo>
                  <a:pt x="0" y="0"/>
                </a:moveTo>
                <a:lnTo>
                  <a:pt x="0" y="1335514"/>
                </a:lnTo>
              </a:path>
            </a:pathLst>
          </a:custGeom>
          <a:noFill xmlns:a="http://schemas.openxmlformats.org/drawingml/2006/main"/>
          <a:ln xmlns:a="http://schemas.openxmlformats.org/drawingml/2006/main" w="130231">
            <a:solidFill>
              <a:srgbClr val="595959"/>
            </a:solidFill>
            <a:prstDash val="solid"/>
          </a:ln>
        </p:spPr>
      </p:sp>
      <p:sp>
        <p:nvSpPr>
          <p:cNvPr id="82" name="path-81">
            <a:extLst xmlns:a="http://schemas.openxmlformats.org/drawingml/2006/main">
              <a:ext uri="{FF2B5EF4-FFF2-40B4-BE49-F238E27FC236}">
                <a16:creationId xmlns:a16="http://schemas.microsoft.com/office/drawing/2014/main" id="{755784CE-903A-431A-AB47-B4743AD7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37" y="2260227"/>
            <a:ext cx="2045661" cy="1237711"/>
          </a:xfrm>
          <a:custGeom xmlns:a="http://schemas.openxmlformats.org/drawingml/2006/main">
            <a:pathLst>
              <a:path w="2045661" h="1237711">
                <a:moveTo>
                  <a:pt x="0" y="0"/>
                </a:moveTo>
                <a:lnTo>
                  <a:pt x="2045661" y="0"/>
                </a:lnTo>
                <a:lnTo>
                  <a:pt x="2045661" y="1237711"/>
                </a:lnTo>
                <a:lnTo>
                  <a:pt x="0" y="12377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solid"/>
          </a:ln>
        </p:spPr>
      </p:sp>
      <p:sp>
        <p:nvSpPr>
          <p:cNvPr id="83" name="path-82">
            <a:extLst xmlns:a="http://schemas.openxmlformats.org/drawingml/2006/main">
              <a:ext uri="{FF2B5EF4-FFF2-40B4-BE49-F238E27FC236}">
                <a16:creationId xmlns:a16="http://schemas.microsoft.com/office/drawing/2014/main" id="{5E54F6DF-8180-428B-9AA2-2C13043C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0826" y="2232096"/>
            <a:ext cx="2140991" cy="1239273"/>
          </a:xfrm>
          <a:custGeom xmlns:a="http://schemas.openxmlformats.org/drawingml/2006/main">
            <a:pathLst>
              <a:path w="2140991" h="1239273">
                <a:moveTo>
                  <a:pt x="0" y="0"/>
                </a:moveTo>
                <a:lnTo>
                  <a:pt x="2140991" y="0"/>
                </a:lnTo>
                <a:lnTo>
                  <a:pt x="2140991" y="1239273"/>
                </a:lnTo>
                <a:lnTo>
                  <a:pt x="0" y="12392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solid"/>
          </a:ln>
        </p:spPr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E685123-09C2-420A-A844-00D1C1190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ea3a6c31d45d9"/>
          <a:stretch xmlns:a="http://schemas.openxmlformats.org/drawingml/2006/main"/>
        </p:blipFill>
        <p:spPr>
          <a:xfrm xmlns:a="http://schemas.openxmlformats.org/drawingml/2006/main">
            <a:off x="1659236" y="804509"/>
            <a:ext cx="623543" cy="623543"/>
          </a:xfrm>
          <a:prstGeom xmlns:a="http://schemas.openxmlformats.org/drawingml/2006/main" prst="rect">
            <a:avLst/>
          </a:prstGeom>
        </p:spPr>
      </p:pic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507428A-587E-44D2-96AC-01121213EE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2659befc643cc"/>
          <a:stretch xmlns:a="http://schemas.openxmlformats.org/drawingml/2006/main"/>
        </p:blipFill>
        <p:spPr>
          <a:xfrm xmlns:a="http://schemas.openxmlformats.org/drawingml/2006/main">
            <a:off x="1676400" y="828675"/>
            <a:ext cx="533400" cy="523875"/>
          </a:xfrm>
          <a:prstGeom xmlns:a="http://schemas.openxmlformats.org/drawingml/2006/main" prst="rect">
            <a:avLst/>
          </a:prstGeom>
        </p:spPr>
      </p:pic>
      <p:sp>
        <p:nvSpPr>
          <p:cNvPr id="86" name="path-85">
            <a:extLst xmlns:a="http://schemas.openxmlformats.org/drawingml/2006/main">
              <a:ext uri="{FF2B5EF4-FFF2-40B4-BE49-F238E27FC236}">
                <a16:creationId xmlns:a16="http://schemas.microsoft.com/office/drawing/2014/main" id="{DB4B1A26-07E2-4F8F-96F5-21B55740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08" y="4051939"/>
            <a:ext cx="14069198" cy="191"/>
          </a:xfrm>
          <a:custGeom xmlns:a="http://schemas.openxmlformats.org/drawingml/2006/main">
            <a:pathLst>
              <a:path w="14069198" h="191">
                <a:moveTo>
                  <a:pt x="0" y="0"/>
                </a:moveTo>
                <a:lnTo>
                  <a:pt x="14069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138">
            <a:solidFill>
              <a:srgbClr val="000000"/>
            </a:solidFill>
            <a:prstDash val="solid"/>
          </a:ln>
        </p:spPr>
      </p:sp>
      <p:sp>
        <p:nvSpPr>
          <p:cNvPr id="87" name="path-86">
            <a:extLst xmlns:a="http://schemas.openxmlformats.org/drawingml/2006/main">
              <a:ext uri="{FF2B5EF4-FFF2-40B4-BE49-F238E27FC236}">
                <a16:creationId xmlns:a16="http://schemas.microsoft.com/office/drawing/2014/main" id="{409A6D0F-7D2F-4C07-A555-0DBFBF53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508" y="2260225"/>
            <a:ext cx="5078" cy="1793016"/>
          </a:xfrm>
          <a:custGeom xmlns:a="http://schemas.openxmlformats.org/drawingml/2006/main">
            <a:pathLst>
              <a:path w="5078" h="1793016">
                <a:moveTo>
                  <a:pt x="5078" y="0"/>
                </a:moveTo>
                <a:lnTo>
                  <a:pt x="0" y="1793016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dash"/>
          </a:ln>
        </p:spPr>
      </p:sp>
      <p:sp>
        <p:nvSpPr>
          <p:cNvPr id="88" name="path-87">
            <a:extLst xmlns:a="http://schemas.openxmlformats.org/drawingml/2006/main">
              <a:ext uri="{FF2B5EF4-FFF2-40B4-BE49-F238E27FC236}">
                <a16:creationId xmlns:a16="http://schemas.microsoft.com/office/drawing/2014/main" id="{FE5F1565-295C-451C-9907-A9334762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719" y="2255538"/>
            <a:ext cx="191" cy="1850316"/>
          </a:xfrm>
          <a:custGeom xmlns:a="http://schemas.openxmlformats.org/drawingml/2006/main">
            <a:pathLst>
              <a:path w="191" h="1850316">
                <a:moveTo>
                  <a:pt x="0" y="0"/>
                </a:moveTo>
                <a:lnTo>
                  <a:pt x="0" y="1850316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dash"/>
          </a:ln>
        </p:spPr>
      </p:sp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AC6D19D-88B9-45A3-93A9-37D6BDAAB2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3cd6052264101"/>
          <a:stretch xmlns:a="http://schemas.openxmlformats.org/drawingml/2006/main"/>
        </p:blipFill>
        <p:spPr>
          <a:xfrm xmlns:a="http://schemas.openxmlformats.org/drawingml/2006/main">
            <a:off x="4165913" y="3701072"/>
            <a:ext cx="404796" cy="404796"/>
          </a:xfrm>
          <a:prstGeom xmlns:a="http://schemas.openxmlformats.org/drawingml/2006/main" prst="rect">
            <a:avLst/>
          </a:prstGeom>
        </p:spPr>
      </p:pic>
      <p:sp>
        <p:nvSpPr>
          <p:cNvPr id="90" name="path-89">
            <a:extLst xmlns:a="http://schemas.openxmlformats.org/drawingml/2006/main">
              <a:ext uri="{FF2B5EF4-FFF2-40B4-BE49-F238E27FC236}">
                <a16:creationId xmlns:a16="http://schemas.microsoft.com/office/drawing/2014/main" id="{F823FB8D-1E25-4814-BE2F-99AF5CC1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835" y="3727944"/>
            <a:ext cx="298182" cy="300030"/>
          </a:xfrm>
          <a:custGeom xmlns:a="http://schemas.openxmlformats.org/drawingml/2006/main">
            <a:pathLst>
              <a:path w="298182" h="300030">
                <a:moveTo>
                  <a:pt x="298182" y="74333"/>
                </a:moveTo>
                <a:cubicBezTo>
                  <a:pt x="298182" y="83133"/>
                  <a:pt x="296789" y="91471"/>
                  <a:pt x="294004" y="99359"/>
                </a:cubicBezTo>
                <a:cubicBezTo>
                  <a:pt x="291230" y="107261"/>
                  <a:pt x="287300" y="114399"/>
                  <a:pt x="282226" y="120786"/>
                </a:cubicBezTo>
                <a:cubicBezTo>
                  <a:pt x="277165" y="127187"/>
                  <a:pt x="271195" y="132637"/>
                  <a:pt x="264342" y="137125"/>
                </a:cubicBezTo>
                <a:cubicBezTo>
                  <a:pt x="257477" y="141627"/>
                  <a:pt x="250077" y="144876"/>
                  <a:pt x="242131" y="146863"/>
                </a:cubicBezTo>
                <a:cubicBezTo>
                  <a:pt x="242715" y="151465"/>
                  <a:pt x="243014" y="155864"/>
                  <a:pt x="243014" y="160053"/>
                </a:cubicBezTo>
                <a:cubicBezTo>
                  <a:pt x="243014" y="174241"/>
                  <a:pt x="240339" y="187631"/>
                  <a:pt x="234967" y="200220"/>
                </a:cubicBezTo>
                <a:cubicBezTo>
                  <a:pt x="229607" y="212808"/>
                  <a:pt x="222244" y="223748"/>
                  <a:pt x="212904" y="233041"/>
                </a:cubicBezTo>
                <a:cubicBezTo>
                  <a:pt x="203564" y="242333"/>
                  <a:pt x="192632" y="249677"/>
                  <a:pt x="180109" y="255070"/>
                </a:cubicBezTo>
                <a:cubicBezTo>
                  <a:pt x="167585" y="260465"/>
                  <a:pt x="154265" y="263163"/>
                  <a:pt x="140149" y="263163"/>
                </a:cubicBezTo>
                <a:cubicBezTo>
                  <a:pt x="129417" y="263163"/>
                  <a:pt x="119174" y="261615"/>
                  <a:pt x="109433" y="258518"/>
                </a:cubicBezTo>
                <a:cubicBezTo>
                  <a:pt x="99693" y="255420"/>
                  <a:pt x="90648" y="250975"/>
                  <a:pt x="82299" y="245178"/>
                </a:cubicBezTo>
                <a:lnTo>
                  <a:pt x="0" y="300030"/>
                </a:lnTo>
                <a:lnTo>
                  <a:pt x="54866" y="217006"/>
                </a:lnTo>
                <a:cubicBezTo>
                  <a:pt x="49299" y="208612"/>
                  <a:pt x="45076" y="199671"/>
                  <a:pt x="42193" y="190179"/>
                </a:cubicBezTo>
                <a:cubicBezTo>
                  <a:pt x="39310" y="180688"/>
                  <a:pt x="37870" y="170641"/>
                  <a:pt x="37870" y="160053"/>
                </a:cubicBezTo>
                <a:cubicBezTo>
                  <a:pt x="37870" y="145863"/>
                  <a:pt x="40553" y="132488"/>
                  <a:pt x="45920" y="119898"/>
                </a:cubicBezTo>
                <a:cubicBezTo>
                  <a:pt x="51288" y="107310"/>
                  <a:pt x="58593" y="96359"/>
                  <a:pt x="67836" y="87070"/>
                </a:cubicBezTo>
                <a:cubicBezTo>
                  <a:pt x="77080" y="77782"/>
                  <a:pt x="87914" y="70443"/>
                  <a:pt x="100338" y="65043"/>
                </a:cubicBezTo>
                <a:cubicBezTo>
                  <a:pt x="112763" y="59643"/>
                  <a:pt x="126034" y="56954"/>
                  <a:pt x="140149" y="56954"/>
                </a:cubicBezTo>
                <a:cubicBezTo>
                  <a:pt x="142338" y="56954"/>
                  <a:pt x="144315" y="57005"/>
                  <a:pt x="146107" y="57106"/>
                </a:cubicBezTo>
                <a:cubicBezTo>
                  <a:pt x="147897" y="57204"/>
                  <a:pt x="149787" y="57356"/>
                  <a:pt x="151778" y="57555"/>
                </a:cubicBezTo>
                <a:cubicBezTo>
                  <a:pt x="153768" y="49355"/>
                  <a:pt x="156988" y="41715"/>
                  <a:pt x="161465" y="34616"/>
                </a:cubicBezTo>
                <a:cubicBezTo>
                  <a:pt x="165943" y="27527"/>
                  <a:pt x="171353" y="21426"/>
                  <a:pt x="177720" y="16339"/>
                </a:cubicBezTo>
                <a:cubicBezTo>
                  <a:pt x="184076" y="11238"/>
                  <a:pt x="191190" y="7251"/>
                  <a:pt x="199037" y="4350"/>
                </a:cubicBezTo>
                <a:cubicBezTo>
                  <a:pt x="206885" y="1450"/>
                  <a:pt x="215291" y="0"/>
                  <a:pt x="224233" y="0"/>
                </a:cubicBezTo>
                <a:cubicBezTo>
                  <a:pt x="234369" y="0"/>
                  <a:pt x="243958" y="1950"/>
                  <a:pt x="253012" y="5850"/>
                </a:cubicBezTo>
                <a:cubicBezTo>
                  <a:pt x="262054" y="9738"/>
                  <a:pt x="269901" y="15038"/>
                  <a:pt x="276567" y="21727"/>
                </a:cubicBezTo>
                <a:cubicBezTo>
                  <a:pt x="283221" y="28427"/>
                  <a:pt x="288494" y="36316"/>
                  <a:pt x="292362" y="45417"/>
                </a:cubicBezTo>
                <a:cubicBezTo>
                  <a:pt x="296242" y="54505"/>
                  <a:pt x="298182" y="64143"/>
                  <a:pt x="298182" y="74333"/>
                </a:cubicBezTo>
                <a:moveTo>
                  <a:pt x="139851" y="225398"/>
                </a:moveTo>
                <a:cubicBezTo>
                  <a:pt x="148992" y="225398"/>
                  <a:pt x="157536" y="223649"/>
                  <a:pt x="165496" y="220152"/>
                </a:cubicBezTo>
                <a:cubicBezTo>
                  <a:pt x="173442" y="216655"/>
                  <a:pt x="180357" y="211910"/>
                  <a:pt x="186215" y="205916"/>
                </a:cubicBezTo>
                <a:cubicBezTo>
                  <a:pt x="192085" y="199921"/>
                  <a:pt x="196699" y="192927"/>
                  <a:pt x="200082" y="184935"/>
                </a:cubicBezTo>
                <a:cubicBezTo>
                  <a:pt x="203464" y="176941"/>
                  <a:pt x="205156" y="168453"/>
                  <a:pt x="205156" y="159452"/>
                </a:cubicBezTo>
                <a:cubicBezTo>
                  <a:pt x="205156" y="154665"/>
                  <a:pt x="204758" y="150264"/>
                  <a:pt x="203962" y="146264"/>
                </a:cubicBezTo>
                <a:cubicBezTo>
                  <a:pt x="202370" y="145863"/>
                  <a:pt x="200878" y="145426"/>
                  <a:pt x="199485" y="144926"/>
                </a:cubicBezTo>
                <a:cubicBezTo>
                  <a:pt x="198092" y="144426"/>
                  <a:pt x="196599" y="143876"/>
                  <a:pt x="195008" y="143276"/>
                </a:cubicBezTo>
                <a:lnTo>
                  <a:pt x="169065" y="169054"/>
                </a:lnTo>
                <a:cubicBezTo>
                  <a:pt x="166291" y="171841"/>
                  <a:pt x="163207" y="173891"/>
                  <a:pt x="159825" y="175191"/>
                </a:cubicBezTo>
                <a:cubicBezTo>
                  <a:pt x="156442" y="176492"/>
                  <a:pt x="152972" y="177142"/>
                  <a:pt x="149390" y="177142"/>
                </a:cubicBezTo>
                <a:cubicBezTo>
                  <a:pt x="145808" y="177142"/>
                  <a:pt x="142289" y="176492"/>
                  <a:pt x="138806" y="175191"/>
                </a:cubicBezTo>
                <a:cubicBezTo>
                  <a:pt x="135324" y="173891"/>
                  <a:pt x="132289" y="171841"/>
                  <a:pt x="129715" y="169054"/>
                </a:cubicBezTo>
                <a:cubicBezTo>
                  <a:pt x="126929" y="166253"/>
                  <a:pt x="124889" y="163153"/>
                  <a:pt x="123596" y="159752"/>
                </a:cubicBezTo>
                <a:cubicBezTo>
                  <a:pt x="122305" y="156364"/>
                  <a:pt x="121658" y="152864"/>
                  <a:pt x="121658" y="149264"/>
                </a:cubicBezTo>
                <a:cubicBezTo>
                  <a:pt x="121658" y="145664"/>
                  <a:pt x="122305" y="142176"/>
                  <a:pt x="123596" y="138775"/>
                </a:cubicBezTo>
                <a:cubicBezTo>
                  <a:pt x="124889" y="135375"/>
                  <a:pt x="126929" y="132287"/>
                  <a:pt x="129715" y="129486"/>
                </a:cubicBezTo>
                <a:lnTo>
                  <a:pt x="155645" y="103409"/>
                </a:lnTo>
                <a:cubicBezTo>
                  <a:pt x="155061" y="101809"/>
                  <a:pt x="154514" y="100359"/>
                  <a:pt x="154016" y="99059"/>
                </a:cubicBezTo>
                <a:cubicBezTo>
                  <a:pt x="153519" y="97759"/>
                  <a:pt x="153071" y="96408"/>
                  <a:pt x="152673" y="95022"/>
                </a:cubicBezTo>
                <a:cubicBezTo>
                  <a:pt x="148892" y="94221"/>
                  <a:pt x="144614" y="93821"/>
                  <a:pt x="139850" y="93821"/>
                </a:cubicBezTo>
                <a:cubicBezTo>
                  <a:pt x="130896" y="93821"/>
                  <a:pt x="122454" y="95522"/>
                  <a:pt x="114502" y="98910"/>
                </a:cubicBezTo>
                <a:cubicBezTo>
                  <a:pt x="106550" y="102309"/>
                  <a:pt x="99593" y="107009"/>
                  <a:pt x="93629" y="112997"/>
                </a:cubicBezTo>
                <a:cubicBezTo>
                  <a:pt x="87665" y="118999"/>
                  <a:pt x="82994" y="125986"/>
                  <a:pt x="79615" y="133974"/>
                </a:cubicBezTo>
                <a:cubicBezTo>
                  <a:pt x="76236" y="141975"/>
                  <a:pt x="74546" y="150463"/>
                  <a:pt x="74546" y="159452"/>
                </a:cubicBezTo>
                <a:cubicBezTo>
                  <a:pt x="74546" y="168453"/>
                  <a:pt x="76236" y="176941"/>
                  <a:pt x="79615" y="184935"/>
                </a:cubicBezTo>
                <a:cubicBezTo>
                  <a:pt x="82994" y="192927"/>
                  <a:pt x="87665" y="199921"/>
                  <a:pt x="93630" y="205915"/>
                </a:cubicBezTo>
                <a:cubicBezTo>
                  <a:pt x="99593" y="211910"/>
                  <a:pt x="106550" y="216655"/>
                  <a:pt x="114502" y="220152"/>
                </a:cubicBezTo>
                <a:cubicBezTo>
                  <a:pt x="122455" y="223648"/>
                  <a:pt x="130897" y="225398"/>
                  <a:pt x="139851" y="225398"/>
                </a:cubicBezTo>
                <a:moveTo>
                  <a:pt x="224234" y="113298"/>
                </a:moveTo>
                <a:cubicBezTo>
                  <a:pt x="229408" y="113298"/>
                  <a:pt x="234271" y="112298"/>
                  <a:pt x="238847" y="110299"/>
                </a:cubicBezTo>
                <a:cubicBezTo>
                  <a:pt x="243411" y="108297"/>
                  <a:pt x="247441" y="105610"/>
                  <a:pt x="250923" y="102209"/>
                </a:cubicBezTo>
                <a:cubicBezTo>
                  <a:pt x="254405" y="98809"/>
                  <a:pt x="257129" y="94772"/>
                  <a:pt x="259119" y="90072"/>
                </a:cubicBezTo>
                <a:cubicBezTo>
                  <a:pt x="261108" y="85370"/>
                  <a:pt x="262104" y="80433"/>
                  <a:pt x="262104" y="75232"/>
                </a:cubicBezTo>
                <a:cubicBezTo>
                  <a:pt x="262104" y="70044"/>
                  <a:pt x="261108" y="65144"/>
                  <a:pt x="259119" y="60543"/>
                </a:cubicBezTo>
                <a:cubicBezTo>
                  <a:pt x="257129" y="55956"/>
                  <a:pt x="254405" y="51955"/>
                  <a:pt x="250923" y="48555"/>
                </a:cubicBezTo>
                <a:cubicBezTo>
                  <a:pt x="247441" y="45167"/>
                  <a:pt x="243411" y="42467"/>
                  <a:pt x="238847" y="40466"/>
                </a:cubicBezTo>
                <a:cubicBezTo>
                  <a:pt x="234270" y="38466"/>
                  <a:pt x="229408" y="37466"/>
                  <a:pt x="224234" y="37466"/>
                </a:cubicBezTo>
                <a:cubicBezTo>
                  <a:pt x="219060" y="37466"/>
                  <a:pt x="214148" y="38466"/>
                  <a:pt x="209471" y="40466"/>
                </a:cubicBezTo>
                <a:cubicBezTo>
                  <a:pt x="204808" y="42467"/>
                  <a:pt x="200778" y="45166"/>
                  <a:pt x="197396" y="48554"/>
                </a:cubicBezTo>
                <a:cubicBezTo>
                  <a:pt x="194013" y="51955"/>
                  <a:pt x="191339" y="55954"/>
                  <a:pt x="189349" y="60543"/>
                </a:cubicBezTo>
                <a:cubicBezTo>
                  <a:pt x="187359" y="65143"/>
                  <a:pt x="186364" y="70044"/>
                  <a:pt x="186364" y="75232"/>
                </a:cubicBezTo>
                <a:cubicBezTo>
                  <a:pt x="186364" y="80433"/>
                  <a:pt x="187359" y="85370"/>
                  <a:pt x="189349" y="90070"/>
                </a:cubicBezTo>
                <a:cubicBezTo>
                  <a:pt x="191339" y="94772"/>
                  <a:pt x="194013" y="98809"/>
                  <a:pt x="197396" y="102209"/>
                </a:cubicBezTo>
                <a:cubicBezTo>
                  <a:pt x="200778" y="105610"/>
                  <a:pt x="204808" y="108297"/>
                  <a:pt x="209471" y="110297"/>
                </a:cubicBezTo>
                <a:cubicBezTo>
                  <a:pt x="214148" y="112298"/>
                  <a:pt x="219060" y="113298"/>
                  <a:pt x="224234" y="113298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B06E8DF-9A13-42DA-90A6-4451E607E8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93b608b294ec5"/>
          <a:stretch xmlns:a="http://schemas.openxmlformats.org/drawingml/2006/main"/>
        </p:blipFill>
        <p:spPr>
          <a:xfrm xmlns:a="http://schemas.openxmlformats.org/drawingml/2006/main">
            <a:off x="13100250" y="3706528"/>
            <a:ext cx="404795" cy="404795"/>
          </a:xfrm>
          <a:prstGeom xmlns:a="http://schemas.openxmlformats.org/drawingml/2006/main" prst="rect">
            <a:avLst/>
          </a:prstGeom>
        </p:spPr>
      </p:pic>
      <p:sp>
        <p:nvSpPr>
          <p:cNvPr id="92" name="path-91">
            <a:extLst xmlns:a="http://schemas.openxmlformats.org/drawingml/2006/main">
              <a:ext uri="{FF2B5EF4-FFF2-40B4-BE49-F238E27FC236}">
                <a16:creationId xmlns:a16="http://schemas.microsoft.com/office/drawing/2014/main" id="{A0A957A1-1B14-4628-8E95-B1A14684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8173" y="3734191"/>
            <a:ext cx="298181" cy="298473"/>
          </a:xfrm>
          <a:custGeom xmlns:a="http://schemas.openxmlformats.org/drawingml/2006/main">
            <a:pathLst>
              <a:path w="298181" h="298473">
                <a:moveTo>
                  <a:pt x="298181" y="73946"/>
                </a:moveTo>
                <a:cubicBezTo>
                  <a:pt x="298181" y="82701"/>
                  <a:pt x="296789" y="90996"/>
                  <a:pt x="294002" y="98844"/>
                </a:cubicBezTo>
                <a:cubicBezTo>
                  <a:pt x="291229" y="106703"/>
                  <a:pt x="287299" y="113804"/>
                  <a:pt x="282226" y="120160"/>
                </a:cubicBezTo>
                <a:cubicBezTo>
                  <a:pt x="277163" y="126527"/>
                  <a:pt x="271194" y="131950"/>
                  <a:pt x="264341" y="136413"/>
                </a:cubicBezTo>
                <a:cubicBezTo>
                  <a:pt x="257476" y="140891"/>
                  <a:pt x="250076" y="144125"/>
                  <a:pt x="242129" y="146102"/>
                </a:cubicBezTo>
                <a:cubicBezTo>
                  <a:pt x="242713" y="150678"/>
                  <a:pt x="243013" y="155056"/>
                  <a:pt x="243013" y="159221"/>
                </a:cubicBezTo>
                <a:cubicBezTo>
                  <a:pt x="243013" y="173337"/>
                  <a:pt x="240339" y="186657"/>
                  <a:pt x="234965" y="199181"/>
                </a:cubicBezTo>
                <a:cubicBezTo>
                  <a:pt x="229605" y="211704"/>
                  <a:pt x="222244" y="222587"/>
                  <a:pt x="212903" y="231832"/>
                </a:cubicBezTo>
                <a:cubicBezTo>
                  <a:pt x="203563" y="241075"/>
                  <a:pt x="192632" y="248380"/>
                  <a:pt x="180108" y="253746"/>
                </a:cubicBezTo>
                <a:cubicBezTo>
                  <a:pt x="167584" y="259114"/>
                  <a:pt x="154264" y="261798"/>
                  <a:pt x="140148" y="261798"/>
                </a:cubicBezTo>
                <a:cubicBezTo>
                  <a:pt x="129415" y="261798"/>
                  <a:pt x="119173" y="260257"/>
                  <a:pt x="109432" y="257176"/>
                </a:cubicBezTo>
                <a:cubicBezTo>
                  <a:pt x="99692" y="254095"/>
                  <a:pt x="90647" y="249672"/>
                  <a:pt x="82297" y="243907"/>
                </a:cubicBezTo>
                <a:lnTo>
                  <a:pt x="0" y="298473"/>
                </a:lnTo>
                <a:lnTo>
                  <a:pt x="54864" y="215879"/>
                </a:lnTo>
                <a:cubicBezTo>
                  <a:pt x="49298" y="207531"/>
                  <a:pt x="45074" y="198635"/>
                  <a:pt x="42192" y="189192"/>
                </a:cubicBezTo>
                <a:cubicBezTo>
                  <a:pt x="39309" y="179751"/>
                  <a:pt x="37868" y="169756"/>
                  <a:pt x="37868" y="159221"/>
                </a:cubicBezTo>
                <a:cubicBezTo>
                  <a:pt x="37868" y="145107"/>
                  <a:pt x="40551" y="131800"/>
                  <a:pt x="45919" y="119276"/>
                </a:cubicBezTo>
                <a:cubicBezTo>
                  <a:pt x="51286" y="106754"/>
                  <a:pt x="58592" y="95859"/>
                  <a:pt x="67835" y="86618"/>
                </a:cubicBezTo>
                <a:cubicBezTo>
                  <a:pt x="77078" y="77379"/>
                  <a:pt x="87912" y="70079"/>
                  <a:pt x="100337" y="64707"/>
                </a:cubicBezTo>
                <a:cubicBezTo>
                  <a:pt x="112761" y="59334"/>
                  <a:pt x="126032" y="56659"/>
                  <a:pt x="140147" y="56659"/>
                </a:cubicBezTo>
                <a:cubicBezTo>
                  <a:pt x="142336" y="56659"/>
                  <a:pt x="144314" y="56710"/>
                  <a:pt x="146104" y="56809"/>
                </a:cubicBezTo>
                <a:cubicBezTo>
                  <a:pt x="147895" y="56909"/>
                  <a:pt x="149786" y="57058"/>
                  <a:pt x="151776" y="57257"/>
                </a:cubicBezTo>
                <a:cubicBezTo>
                  <a:pt x="153765" y="49099"/>
                  <a:pt x="156988" y="41500"/>
                  <a:pt x="161464" y="34437"/>
                </a:cubicBezTo>
                <a:cubicBezTo>
                  <a:pt x="165942" y="27385"/>
                  <a:pt x="171351" y="21316"/>
                  <a:pt x="177719" y="16255"/>
                </a:cubicBezTo>
                <a:cubicBezTo>
                  <a:pt x="184075" y="11181"/>
                  <a:pt x="191187" y="7213"/>
                  <a:pt x="199036" y="4328"/>
                </a:cubicBezTo>
                <a:cubicBezTo>
                  <a:pt x="206883" y="1443"/>
                  <a:pt x="215291" y="0"/>
                  <a:pt x="224232" y="0"/>
                </a:cubicBezTo>
                <a:cubicBezTo>
                  <a:pt x="234368" y="0"/>
                  <a:pt x="243956" y="1940"/>
                  <a:pt x="253011" y="5821"/>
                </a:cubicBezTo>
                <a:cubicBezTo>
                  <a:pt x="262052" y="9688"/>
                  <a:pt x="269899" y="14961"/>
                  <a:pt x="276566" y="21615"/>
                </a:cubicBezTo>
                <a:cubicBezTo>
                  <a:pt x="283220" y="28280"/>
                  <a:pt x="288493" y="36127"/>
                  <a:pt x="292360" y="45182"/>
                </a:cubicBezTo>
                <a:cubicBezTo>
                  <a:pt x="296241" y="54222"/>
                  <a:pt x="298181" y="63810"/>
                  <a:pt x="298181" y="73946"/>
                </a:cubicBezTo>
                <a:moveTo>
                  <a:pt x="139850" y="224228"/>
                </a:moveTo>
                <a:cubicBezTo>
                  <a:pt x="148991" y="224228"/>
                  <a:pt x="157535" y="222488"/>
                  <a:pt x="165494" y="219010"/>
                </a:cubicBezTo>
                <a:cubicBezTo>
                  <a:pt x="173441" y="215530"/>
                  <a:pt x="180357" y="210810"/>
                  <a:pt x="186214" y="204847"/>
                </a:cubicBezTo>
                <a:cubicBezTo>
                  <a:pt x="192084" y="198883"/>
                  <a:pt x="196697" y="191926"/>
                  <a:pt x="200081" y="183976"/>
                </a:cubicBezTo>
                <a:cubicBezTo>
                  <a:pt x="203463" y="176023"/>
                  <a:pt x="205155" y="167578"/>
                  <a:pt x="205155" y="158625"/>
                </a:cubicBezTo>
                <a:cubicBezTo>
                  <a:pt x="205155" y="153861"/>
                  <a:pt x="204756" y="149484"/>
                  <a:pt x="203961" y="145504"/>
                </a:cubicBezTo>
                <a:cubicBezTo>
                  <a:pt x="202368" y="145107"/>
                  <a:pt x="200876" y="144671"/>
                  <a:pt x="199483" y="144174"/>
                </a:cubicBezTo>
                <a:cubicBezTo>
                  <a:pt x="198091" y="143677"/>
                  <a:pt x="196598" y="143129"/>
                  <a:pt x="195007" y="142532"/>
                </a:cubicBezTo>
                <a:lnTo>
                  <a:pt x="169064" y="168176"/>
                </a:lnTo>
                <a:cubicBezTo>
                  <a:pt x="166291" y="170949"/>
                  <a:pt x="163205" y="172989"/>
                  <a:pt x="159823" y="174283"/>
                </a:cubicBezTo>
                <a:cubicBezTo>
                  <a:pt x="156440" y="175575"/>
                  <a:pt x="152970" y="176222"/>
                  <a:pt x="149389" y="176222"/>
                </a:cubicBezTo>
                <a:cubicBezTo>
                  <a:pt x="145807" y="176222"/>
                  <a:pt x="142288" y="175575"/>
                  <a:pt x="138805" y="174283"/>
                </a:cubicBezTo>
                <a:cubicBezTo>
                  <a:pt x="135323" y="172989"/>
                  <a:pt x="132288" y="170949"/>
                  <a:pt x="129714" y="168176"/>
                </a:cubicBezTo>
                <a:cubicBezTo>
                  <a:pt x="126928" y="165390"/>
                  <a:pt x="124888" y="162306"/>
                  <a:pt x="123594" y="158923"/>
                </a:cubicBezTo>
                <a:cubicBezTo>
                  <a:pt x="122304" y="155553"/>
                  <a:pt x="121657" y="152071"/>
                  <a:pt x="121657" y="148489"/>
                </a:cubicBezTo>
                <a:cubicBezTo>
                  <a:pt x="121657" y="144908"/>
                  <a:pt x="122304" y="141438"/>
                  <a:pt x="123594" y="138056"/>
                </a:cubicBezTo>
                <a:cubicBezTo>
                  <a:pt x="124888" y="134672"/>
                  <a:pt x="126928" y="131601"/>
                  <a:pt x="129713" y="128815"/>
                </a:cubicBezTo>
                <a:lnTo>
                  <a:pt x="155645" y="102873"/>
                </a:lnTo>
                <a:cubicBezTo>
                  <a:pt x="155059" y="101282"/>
                  <a:pt x="154512" y="99838"/>
                  <a:pt x="154015" y="98545"/>
                </a:cubicBezTo>
                <a:cubicBezTo>
                  <a:pt x="153517" y="97251"/>
                  <a:pt x="153069" y="95908"/>
                  <a:pt x="152671" y="94528"/>
                </a:cubicBezTo>
                <a:cubicBezTo>
                  <a:pt x="148891" y="93733"/>
                  <a:pt x="144613" y="93334"/>
                  <a:pt x="139849" y="93334"/>
                </a:cubicBezTo>
                <a:cubicBezTo>
                  <a:pt x="130895" y="93334"/>
                  <a:pt x="122453" y="95026"/>
                  <a:pt x="114500" y="98397"/>
                </a:cubicBezTo>
                <a:cubicBezTo>
                  <a:pt x="106549" y="101779"/>
                  <a:pt x="99591" y="106454"/>
                  <a:pt x="93628" y="112412"/>
                </a:cubicBezTo>
                <a:cubicBezTo>
                  <a:pt x="87663" y="118381"/>
                  <a:pt x="82992" y="125332"/>
                  <a:pt x="79614" y="133280"/>
                </a:cubicBezTo>
                <a:cubicBezTo>
                  <a:pt x="76235" y="141238"/>
                  <a:pt x="74545" y="149683"/>
                  <a:pt x="74545" y="158625"/>
                </a:cubicBezTo>
                <a:cubicBezTo>
                  <a:pt x="74545" y="167578"/>
                  <a:pt x="76235" y="176023"/>
                  <a:pt x="79614" y="183976"/>
                </a:cubicBezTo>
                <a:cubicBezTo>
                  <a:pt x="82993" y="191926"/>
                  <a:pt x="87665" y="198883"/>
                  <a:pt x="93629" y="204847"/>
                </a:cubicBezTo>
                <a:cubicBezTo>
                  <a:pt x="99593" y="210810"/>
                  <a:pt x="106549" y="215530"/>
                  <a:pt x="114502" y="219010"/>
                </a:cubicBezTo>
                <a:cubicBezTo>
                  <a:pt x="122453" y="222488"/>
                  <a:pt x="130896" y="224228"/>
                  <a:pt x="139850" y="224228"/>
                </a:cubicBezTo>
                <a:moveTo>
                  <a:pt x="224232" y="112710"/>
                </a:moveTo>
                <a:cubicBezTo>
                  <a:pt x="229406" y="112710"/>
                  <a:pt x="234269" y="111716"/>
                  <a:pt x="238846" y="109726"/>
                </a:cubicBezTo>
                <a:cubicBezTo>
                  <a:pt x="243410" y="107736"/>
                  <a:pt x="247440" y="105062"/>
                  <a:pt x="250922" y="101680"/>
                </a:cubicBezTo>
                <a:cubicBezTo>
                  <a:pt x="254405" y="98296"/>
                  <a:pt x="257127" y="94279"/>
                  <a:pt x="259118" y="89604"/>
                </a:cubicBezTo>
                <a:cubicBezTo>
                  <a:pt x="261108" y="84928"/>
                  <a:pt x="262102" y="80015"/>
                  <a:pt x="262102" y="74841"/>
                </a:cubicBezTo>
                <a:cubicBezTo>
                  <a:pt x="262102" y="69680"/>
                  <a:pt x="261108" y="64806"/>
                  <a:pt x="259118" y="60229"/>
                </a:cubicBezTo>
                <a:cubicBezTo>
                  <a:pt x="257127" y="55665"/>
                  <a:pt x="254403" y="51686"/>
                  <a:pt x="250921" y="48302"/>
                </a:cubicBezTo>
                <a:cubicBezTo>
                  <a:pt x="247438" y="44932"/>
                  <a:pt x="243410" y="42246"/>
                  <a:pt x="238846" y="40256"/>
                </a:cubicBezTo>
                <a:cubicBezTo>
                  <a:pt x="234269" y="38267"/>
                  <a:pt x="229406" y="37271"/>
                  <a:pt x="224232" y="37271"/>
                </a:cubicBezTo>
                <a:cubicBezTo>
                  <a:pt x="219058" y="37271"/>
                  <a:pt x="214145" y="38267"/>
                  <a:pt x="209470" y="40256"/>
                </a:cubicBezTo>
                <a:cubicBezTo>
                  <a:pt x="204806" y="42246"/>
                  <a:pt x="200777" y="44932"/>
                  <a:pt x="197393" y="48302"/>
                </a:cubicBezTo>
                <a:cubicBezTo>
                  <a:pt x="194011" y="51686"/>
                  <a:pt x="191337" y="55665"/>
                  <a:pt x="189347" y="60229"/>
                </a:cubicBezTo>
                <a:cubicBezTo>
                  <a:pt x="187358" y="64806"/>
                  <a:pt x="186362" y="69680"/>
                  <a:pt x="186362" y="74841"/>
                </a:cubicBezTo>
                <a:cubicBezTo>
                  <a:pt x="186362" y="80015"/>
                  <a:pt x="187358" y="84928"/>
                  <a:pt x="189347" y="89604"/>
                </a:cubicBezTo>
                <a:cubicBezTo>
                  <a:pt x="191337" y="94279"/>
                  <a:pt x="194011" y="98296"/>
                  <a:pt x="197393" y="101680"/>
                </a:cubicBezTo>
                <a:cubicBezTo>
                  <a:pt x="200777" y="105062"/>
                  <a:pt x="204806" y="107736"/>
                  <a:pt x="209470" y="109726"/>
                </a:cubicBezTo>
                <a:cubicBezTo>
                  <a:pt x="214147" y="111716"/>
                  <a:pt x="219059" y="112710"/>
                  <a:pt x="224232" y="112710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B04A338-94D8-4B7A-A499-55F43355F9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bb35225844736"/>
          <a:stretch xmlns:a="http://schemas.openxmlformats.org/drawingml/2006/main"/>
        </p:blipFill>
        <p:spPr>
          <a:xfrm xmlns:a="http://schemas.openxmlformats.org/drawingml/2006/main">
            <a:off x="1428750" y="1571625"/>
            <a:ext cx="1047750" cy="1190625"/>
          </a:xfrm>
          <a:prstGeom xmlns:a="http://schemas.openxmlformats.org/drawingml/2006/main" prst="rect">
            <a:avLst/>
          </a:prstGeom>
        </p:spPr>
      </p:pic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ABBF108-1132-4E4D-9DD1-054B85E602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ffbae2d514a6b"/>
          <a:stretch xmlns:a="http://schemas.openxmlformats.org/drawingml/2006/main"/>
        </p:blipFill>
        <p:spPr>
          <a:xfrm xmlns:a="http://schemas.openxmlformats.org/drawingml/2006/main">
            <a:off x="1428750" y="1571625"/>
            <a:ext cx="1047750" cy="1190625"/>
          </a:xfrm>
          <a:prstGeom xmlns:a="http://schemas.openxmlformats.org/drawingml/2006/main" prst="rect">
            <a:avLst/>
          </a:prstGeom>
        </p:spPr>
      </p:pic>
      <p:sp>
        <p:nvSpPr>
          <p:cNvPr id="95" name="text-94 0:00">
            <a:extLst xmlns:a="http://schemas.openxmlformats.org/drawingml/2006/main">
              <a:ext uri="{FF2B5EF4-FFF2-40B4-BE49-F238E27FC236}">
                <a16:creationId xmlns:a16="http://schemas.microsoft.com/office/drawing/2014/main" id="{185288F6-86A3-4B7F-A436-B8ACACF7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831" y="4183486"/>
            <a:ext cx="419501" cy="291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0:00</a:t>
            </a:r>
          </a:p>
        </p:txBody>
      </p:sp>
      <p:sp>
        <p:nvSpPr>
          <p:cNvPr id="96" name="text-95 8:52">
            <a:extLst xmlns:a="http://schemas.openxmlformats.org/drawingml/2006/main">
              <a:ext uri="{FF2B5EF4-FFF2-40B4-BE49-F238E27FC236}">
                <a16:creationId xmlns:a16="http://schemas.microsoft.com/office/drawing/2014/main" id="{3FD6E4A0-B44D-48B2-8A10-56832B7F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6751" y="4178086"/>
            <a:ext cx="419100" cy="291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8:52</a:t>
            </a:r>
          </a:p>
        </p:txBody>
      </p:sp>
      <p:sp>
        <p:nvSpPr>
          <p:cNvPr id="97" name="path-96">
            <a:extLst xmlns:a="http://schemas.openxmlformats.org/drawingml/2006/main">
              <a:ext uri="{FF2B5EF4-FFF2-40B4-BE49-F238E27FC236}">
                <a16:creationId xmlns:a16="http://schemas.microsoft.com/office/drawing/2014/main" id="{DA771FD1-33DE-4284-B104-ED64A3E3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686" y="4051939"/>
            <a:ext cx="2564631" cy="191"/>
          </a:xfrm>
          <a:custGeom xmlns:a="http://schemas.openxmlformats.org/drawingml/2006/main">
            <a:pathLst>
              <a:path w="2564631" h="191">
                <a:moveTo>
                  <a:pt x="0" y="0"/>
                </a:moveTo>
                <a:lnTo>
                  <a:pt x="25646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138">
            <a:solidFill>
              <a:srgbClr val="F96808"/>
            </a:solidFill>
            <a:prstDash val="solid"/>
          </a:ln>
        </p:spPr>
      </p:sp>
      <p:sp>
        <p:nvSpPr>
          <p:cNvPr id="98" name="path-97">
            <a:extLst xmlns:a="http://schemas.openxmlformats.org/drawingml/2006/main">
              <a:ext uri="{FF2B5EF4-FFF2-40B4-BE49-F238E27FC236}">
                <a16:creationId xmlns:a16="http://schemas.microsoft.com/office/drawing/2014/main" id="{542B46CA-84B0-41E8-80DD-324B70AD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988" y="3975362"/>
            <a:ext cx="153151" cy="153152"/>
          </a:xfrm>
          <a:custGeom xmlns:a="http://schemas.openxmlformats.org/drawingml/2006/main">
            <a:pathLst>
              <a:path w="153151" h="153152">
                <a:moveTo>
                  <a:pt x="0" y="76577"/>
                </a:moveTo>
                <a:cubicBezTo>
                  <a:pt x="0" y="34251"/>
                  <a:pt x="34251" y="0"/>
                  <a:pt x="76575" y="0"/>
                </a:cubicBezTo>
                <a:cubicBezTo>
                  <a:pt x="118900" y="0"/>
                  <a:pt x="153151" y="34251"/>
                  <a:pt x="153151" y="76577"/>
                </a:cubicBezTo>
                <a:cubicBezTo>
                  <a:pt x="153151" y="118901"/>
                  <a:pt x="118900" y="153152"/>
                  <a:pt x="76575" y="153152"/>
                </a:cubicBezTo>
                <a:cubicBezTo>
                  <a:pt x="34251" y="153152"/>
                  <a:pt x="0" y="118901"/>
                  <a:pt x="0" y="765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023">
            <a:solidFill>
              <a:srgbClr val="000000"/>
            </a:solidFill>
            <a:prstDash val="solid"/>
          </a:ln>
        </p:spPr>
      </p:sp>
      <p:sp>
        <p:nvSpPr>
          <p:cNvPr id="99" name="path-98">
            <a:extLst xmlns:a="http://schemas.openxmlformats.org/drawingml/2006/main">
              <a:ext uri="{FF2B5EF4-FFF2-40B4-BE49-F238E27FC236}">
                <a16:creationId xmlns:a16="http://schemas.microsoft.com/office/drawing/2014/main" id="{D4224A70-CB71-4F70-81AB-F31CBED8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986" y="3975362"/>
            <a:ext cx="153151" cy="153152"/>
          </a:xfrm>
          <a:custGeom xmlns:a="http://schemas.openxmlformats.org/drawingml/2006/main">
            <a:pathLst>
              <a:path w="153151" h="153152">
                <a:moveTo>
                  <a:pt x="0" y="76577"/>
                </a:moveTo>
                <a:cubicBezTo>
                  <a:pt x="0" y="34251"/>
                  <a:pt x="34251" y="0"/>
                  <a:pt x="76575" y="0"/>
                </a:cubicBezTo>
                <a:cubicBezTo>
                  <a:pt x="118900" y="0"/>
                  <a:pt x="153151" y="34251"/>
                  <a:pt x="153151" y="76577"/>
                </a:cubicBezTo>
                <a:cubicBezTo>
                  <a:pt x="153151" y="118901"/>
                  <a:pt x="118900" y="153152"/>
                  <a:pt x="76575" y="153152"/>
                </a:cubicBezTo>
                <a:cubicBezTo>
                  <a:pt x="34251" y="153152"/>
                  <a:pt x="0" y="118901"/>
                  <a:pt x="0" y="765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023">
            <a:solidFill>
              <a:srgbClr val="000000"/>
            </a:solidFill>
            <a:prstDash val="solid"/>
          </a:ln>
        </p:spPr>
      </p:sp>
      <p:sp>
        <p:nvSpPr>
          <p:cNvPr id="100" name="path-99">
            <a:extLst xmlns:a="http://schemas.openxmlformats.org/drawingml/2006/main">
              <a:ext uri="{FF2B5EF4-FFF2-40B4-BE49-F238E27FC236}">
                <a16:creationId xmlns:a16="http://schemas.microsoft.com/office/drawing/2014/main" id="{84163B26-D953-46D0-A5CC-C8937390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6595" y="4056627"/>
            <a:ext cx="2010889" cy="191"/>
          </a:xfrm>
          <a:custGeom xmlns:a="http://schemas.openxmlformats.org/drawingml/2006/main">
            <a:pathLst>
              <a:path w="2010889" h="191">
                <a:moveTo>
                  <a:pt x="0" y="0"/>
                </a:moveTo>
                <a:lnTo>
                  <a:pt x="20108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138">
            <a:solidFill>
              <a:srgbClr val="F96808"/>
            </a:solidFill>
            <a:prstDash val="solid"/>
          </a:ln>
        </p:spPr>
      </p:sp>
      <p:sp>
        <p:nvSpPr>
          <p:cNvPr id="101" name="path-100">
            <a:extLst xmlns:a="http://schemas.openxmlformats.org/drawingml/2006/main">
              <a:ext uri="{FF2B5EF4-FFF2-40B4-BE49-F238E27FC236}">
                <a16:creationId xmlns:a16="http://schemas.microsoft.com/office/drawing/2014/main" id="{70519F5F-D108-4731-9610-8EEDBA1E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7833" y="3980051"/>
            <a:ext cx="153152" cy="153151"/>
          </a:xfrm>
          <a:custGeom xmlns:a="http://schemas.openxmlformats.org/drawingml/2006/main">
            <a:pathLst>
              <a:path w="153152" h="153151">
                <a:moveTo>
                  <a:pt x="0" y="76577"/>
                </a:moveTo>
                <a:cubicBezTo>
                  <a:pt x="0" y="34251"/>
                  <a:pt x="34251" y="0"/>
                  <a:pt x="76575" y="0"/>
                </a:cubicBezTo>
                <a:cubicBezTo>
                  <a:pt x="118901" y="0"/>
                  <a:pt x="153152" y="34251"/>
                  <a:pt x="153152" y="76577"/>
                </a:cubicBezTo>
                <a:cubicBezTo>
                  <a:pt x="153152" y="118900"/>
                  <a:pt x="118901" y="153151"/>
                  <a:pt x="76575" y="153151"/>
                </a:cubicBezTo>
                <a:cubicBezTo>
                  <a:pt x="34251" y="153151"/>
                  <a:pt x="0" y="118900"/>
                  <a:pt x="0" y="765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023">
            <a:solidFill>
              <a:srgbClr val="000000"/>
            </a:solidFill>
            <a:prstDash val="solid"/>
          </a:ln>
        </p:spPr>
      </p:sp>
      <p:sp>
        <p:nvSpPr>
          <p:cNvPr id="102" name="path-101">
            <a:extLst xmlns:a="http://schemas.openxmlformats.org/drawingml/2006/main">
              <a:ext uri="{FF2B5EF4-FFF2-40B4-BE49-F238E27FC236}">
                <a16:creationId xmlns:a16="http://schemas.microsoft.com/office/drawing/2014/main" id="{C88D1852-30B1-4956-B184-0E7ECDA7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834" y="4579372"/>
            <a:ext cx="4646104" cy="1556515"/>
          </a:xfrm>
          <a:custGeom xmlns:a="http://schemas.openxmlformats.org/drawingml/2006/main">
            <a:pathLst>
              <a:path w="4646104" h="1556515">
                <a:moveTo>
                  <a:pt x="0" y="122937"/>
                </a:moveTo>
                <a:cubicBezTo>
                  <a:pt x="0" y="55087"/>
                  <a:pt x="55087" y="0"/>
                  <a:pt x="122938" y="0"/>
                </a:cubicBezTo>
                <a:lnTo>
                  <a:pt x="4523167" y="0"/>
                </a:lnTo>
                <a:cubicBezTo>
                  <a:pt x="4591018" y="0"/>
                  <a:pt x="4646104" y="55087"/>
                  <a:pt x="4646104" y="122937"/>
                </a:cubicBezTo>
                <a:lnTo>
                  <a:pt x="4646104" y="1433578"/>
                </a:lnTo>
                <a:cubicBezTo>
                  <a:pt x="4646104" y="1501429"/>
                  <a:pt x="4591018" y="1556515"/>
                  <a:pt x="4523167" y="1556515"/>
                </a:cubicBezTo>
                <a:lnTo>
                  <a:pt x="122938" y="1556515"/>
                </a:lnTo>
                <a:cubicBezTo>
                  <a:pt x="55087" y="1556515"/>
                  <a:pt x="0" y="1501429"/>
                  <a:pt x="0" y="1433578"/>
                </a:cubicBezTo>
                <a:lnTo>
                  <a:pt x="0" y="12293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FCB75D"/>
            </a:solidFill>
            <a:prstDash val="solid"/>
          </a:ln>
        </p:spPr>
      </p:sp>
      <p:sp>
        <p:nvSpPr>
          <p:cNvPr id="103" name="text-102 Abnormal">
            <a:extLst xmlns:a="http://schemas.openxmlformats.org/drawingml/2006/main">
              <a:ext uri="{FF2B5EF4-FFF2-40B4-BE49-F238E27FC236}">
                <a16:creationId xmlns:a16="http://schemas.microsoft.com/office/drawing/2014/main" id="{6F84132D-ECBB-46B2-8E5A-3B5B6E91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1408" y="4664129"/>
            <a:ext cx="1275126" cy="39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104" name="text-102 Fragment">
            <a:extLst xmlns:a="http://schemas.openxmlformats.org/drawingml/2006/main">
              <a:ext uri="{FF2B5EF4-FFF2-40B4-BE49-F238E27FC236}">
                <a16:creationId xmlns:a16="http://schemas.microsoft.com/office/drawing/2014/main" id="{267A0C98-CF69-4055-A31F-88DA9E73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8207" y="4664129"/>
            <a:ext cx="1275127" cy="39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Fragment</a:t>
            </a:r>
          </a:p>
        </p:txBody>
      </p:sp>
      <p:sp>
        <p:nvSpPr>
          <p:cNvPr id="105" name="text-103 When">
            <a:extLst xmlns:a="http://schemas.openxmlformats.org/drawingml/2006/main">
              <a:ext uri="{FF2B5EF4-FFF2-40B4-BE49-F238E27FC236}">
                <a16:creationId xmlns:a16="http://schemas.microsoft.com/office/drawing/2014/main" id="{FB93F64D-5D2F-4551-9EC4-835814E0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2738" y="5101234"/>
            <a:ext cx="654482" cy="328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</a:t>
            </a:r>
          </a:p>
        </p:txBody>
      </p:sp>
      <p:sp>
        <p:nvSpPr>
          <p:cNvPr id="106" name="text-103 the">
            <a:extLst xmlns:a="http://schemas.openxmlformats.org/drawingml/2006/main">
              <a:ext uri="{FF2B5EF4-FFF2-40B4-BE49-F238E27FC236}">
                <a16:creationId xmlns:a16="http://schemas.microsoft.com/office/drawing/2014/main" id="{B2966893-78F9-4898-8E2C-208FFF1B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9026" y="5100711"/>
            <a:ext cx="368824" cy="328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07" name="text-103 basketball">
            <a:extLst xmlns:a="http://schemas.openxmlformats.org/drawingml/2006/main">
              <a:ext uri="{FF2B5EF4-FFF2-40B4-BE49-F238E27FC236}">
                <a16:creationId xmlns:a16="http://schemas.microsoft.com/office/drawing/2014/main" id="{4124EBD1-749C-4E82-A7DC-A88B1989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9561" y="5101808"/>
            <a:ext cx="1094845" cy="327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basketball</a:t>
            </a:r>
          </a:p>
        </p:txBody>
      </p:sp>
      <p:sp>
        <p:nvSpPr>
          <p:cNvPr id="108" name="text-103 passed">
            <a:extLst xmlns:a="http://schemas.openxmlformats.org/drawingml/2006/main">
              <a:ext uri="{FF2B5EF4-FFF2-40B4-BE49-F238E27FC236}">
                <a16:creationId xmlns:a16="http://schemas.microsoft.com/office/drawing/2014/main" id="{FC3852A4-2225-476B-89E7-B6875142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0299" y="5101617"/>
            <a:ext cx="796703" cy="327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09" name="text-103 through">
            <a:extLst xmlns:a="http://schemas.openxmlformats.org/drawingml/2006/main">
              <a:ext uri="{FF2B5EF4-FFF2-40B4-BE49-F238E27FC236}">
                <a16:creationId xmlns:a16="http://schemas.microsoft.com/office/drawing/2014/main" id="{1DEC3DE7-6C2F-4563-98A4-5CCC5CED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0752" y="5101804"/>
            <a:ext cx="835113" cy="327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</a:t>
            </a:r>
          </a:p>
        </p:txBody>
      </p:sp>
      <p:sp>
        <p:nvSpPr>
          <p:cNvPr id="110" name="text-103 the">
            <a:extLst xmlns:a="http://schemas.openxmlformats.org/drawingml/2006/main">
              <a:ext uri="{FF2B5EF4-FFF2-40B4-BE49-F238E27FC236}">
                <a16:creationId xmlns:a16="http://schemas.microsoft.com/office/drawing/2014/main" id="{37857720-FAA3-4208-9FC4-413F18B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0116" y="5101216"/>
            <a:ext cx="368031" cy="328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11" name="text-104 hoop,">
            <a:extLst xmlns:a="http://schemas.openxmlformats.org/drawingml/2006/main">
              <a:ext uri="{FF2B5EF4-FFF2-40B4-BE49-F238E27FC236}">
                <a16:creationId xmlns:a16="http://schemas.microsoft.com/office/drawing/2014/main" id="{65D0D427-B097-4810-9A0F-8F1E064D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2738" y="5383458"/>
            <a:ext cx="626185" cy="32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hoop,</a:t>
            </a:r>
          </a:p>
        </p:txBody>
      </p:sp>
      <p:sp>
        <p:nvSpPr>
          <p:cNvPr id="112" name="text-104 unexpected">
            <a:extLst xmlns:a="http://schemas.openxmlformats.org/drawingml/2006/main">
              <a:ext uri="{FF2B5EF4-FFF2-40B4-BE49-F238E27FC236}">
                <a16:creationId xmlns:a16="http://schemas.microsoft.com/office/drawing/2014/main" id="{A8C6DC78-4FEE-4AE8-A8D8-BD914B37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4412" y="5383390"/>
            <a:ext cx="1249507" cy="326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unexpected</a:t>
            </a:r>
          </a:p>
        </p:txBody>
      </p:sp>
      <p:sp>
        <p:nvSpPr>
          <p:cNvPr id="113" name="text-104 flames">
            <a:extLst xmlns:a="http://schemas.openxmlformats.org/drawingml/2006/main">
              <a:ext uri="{FF2B5EF4-FFF2-40B4-BE49-F238E27FC236}">
                <a16:creationId xmlns:a16="http://schemas.microsoft.com/office/drawing/2014/main" id="{FD5405D7-C43F-4A23-87C2-81253407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629" y="5382909"/>
            <a:ext cx="731301" cy="327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flames</a:t>
            </a:r>
          </a:p>
        </p:txBody>
      </p:sp>
      <p:sp>
        <p:nvSpPr>
          <p:cNvPr id="114" name="text-104 emerged">
            <a:extLst xmlns:a="http://schemas.openxmlformats.org/drawingml/2006/main">
              <a:ext uri="{FF2B5EF4-FFF2-40B4-BE49-F238E27FC236}">
                <a16:creationId xmlns:a16="http://schemas.microsoft.com/office/drawing/2014/main" id="{FBFDFA2D-FB9C-415A-8A83-23386C35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5852" y="5383139"/>
            <a:ext cx="964739" cy="327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emerged</a:t>
            </a:r>
          </a:p>
        </p:txBody>
      </p:sp>
      <p:sp>
        <p:nvSpPr>
          <p:cNvPr id="115" name="text-104 in">
            <a:extLst xmlns:a="http://schemas.openxmlformats.org/drawingml/2006/main">
              <a:ext uri="{FF2B5EF4-FFF2-40B4-BE49-F238E27FC236}">
                <a16:creationId xmlns:a16="http://schemas.microsoft.com/office/drawing/2014/main" id="{1A91F213-3C15-4283-92BE-58DCDE99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4849" y="5382542"/>
            <a:ext cx="224562" cy="32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116" name="text-104 the">
            <a:extLst xmlns:a="http://schemas.openxmlformats.org/drawingml/2006/main">
              <a:ext uri="{FF2B5EF4-FFF2-40B4-BE49-F238E27FC236}">
                <a16:creationId xmlns:a16="http://schemas.microsoft.com/office/drawing/2014/main" id="{992D9180-6A2E-46DC-8935-7A891B25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218" y="5382007"/>
            <a:ext cx="368825" cy="328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17" name="text-105 vicinity">
            <a:extLst xmlns:a="http://schemas.openxmlformats.org/drawingml/2006/main">
              <a:ext uri="{FF2B5EF4-FFF2-40B4-BE49-F238E27FC236}">
                <a16:creationId xmlns:a16="http://schemas.microsoft.com/office/drawing/2014/main" id="{185532CB-0F09-4A1E-A428-6A1967F8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2738" y="5664531"/>
            <a:ext cx="743199" cy="327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vicinity</a:t>
            </a:r>
          </a:p>
        </p:txBody>
      </p:sp>
      <p:sp>
        <p:nvSpPr>
          <p:cNvPr id="118" name="text-105 of">
            <a:extLst xmlns:a="http://schemas.openxmlformats.org/drawingml/2006/main">
              <a:ext uri="{FF2B5EF4-FFF2-40B4-BE49-F238E27FC236}">
                <a16:creationId xmlns:a16="http://schemas.microsoft.com/office/drawing/2014/main" id="{8250A0A4-27CE-4593-8EFF-5116DB20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1386" y="5663742"/>
            <a:ext cx="237707" cy="328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19" name="text-105 the">
            <a:extLst xmlns:a="http://schemas.openxmlformats.org/drawingml/2006/main">
              <a:ext uri="{FF2B5EF4-FFF2-40B4-BE49-F238E27FC236}">
                <a16:creationId xmlns:a16="http://schemas.microsoft.com/office/drawing/2014/main" id="{0DB9F6A0-51B7-4122-A938-B56B331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0883" y="5663810"/>
            <a:ext cx="368030" cy="328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20" name="text-105 basket.">
            <a:extLst xmlns:a="http://schemas.openxmlformats.org/drawingml/2006/main">
              <a:ext uri="{FF2B5EF4-FFF2-40B4-BE49-F238E27FC236}">
                <a16:creationId xmlns:a16="http://schemas.microsoft.com/office/drawing/2014/main" id="{BF032826-6FAD-4518-8015-C32E23D2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1183" y="5664006"/>
            <a:ext cx="797209" cy="327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basket.</a:t>
            </a:r>
          </a:p>
        </p:txBody>
      </p:sp>
      <p:sp>
        <p:nvSpPr>
          <p:cNvPr id="121" name="path-106">
            <a:extLst xmlns:a="http://schemas.openxmlformats.org/drawingml/2006/main">
              <a:ext uri="{FF2B5EF4-FFF2-40B4-BE49-F238E27FC236}">
                <a16:creationId xmlns:a16="http://schemas.microsoft.com/office/drawing/2014/main" id="{B60CA343-109A-41E6-AB3F-D2EE5380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937" y="4579372"/>
            <a:ext cx="4699239" cy="1553391"/>
          </a:xfrm>
          <a:custGeom xmlns:a="http://schemas.openxmlformats.org/drawingml/2006/main">
            <a:pathLst>
              <a:path w="4699239" h="1553391">
                <a:moveTo>
                  <a:pt x="0" y="122679"/>
                </a:moveTo>
                <a:cubicBezTo>
                  <a:pt x="0" y="54956"/>
                  <a:pt x="54959" y="0"/>
                  <a:pt x="122679" y="0"/>
                </a:cubicBezTo>
                <a:lnTo>
                  <a:pt x="4576564" y="0"/>
                </a:lnTo>
                <a:cubicBezTo>
                  <a:pt x="4644283" y="0"/>
                  <a:pt x="4699239" y="54956"/>
                  <a:pt x="4699239" y="122679"/>
                </a:cubicBezTo>
                <a:lnTo>
                  <a:pt x="4699239" y="1430712"/>
                </a:lnTo>
                <a:cubicBezTo>
                  <a:pt x="4699239" y="1498432"/>
                  <a:pt x="4644283" y="1553391"/>
                  <a:pt x="4576564" y="1553391"/>
                </a:cubicBezTo>
                <a:lnTo>
                  <a:pt x="122679" y="1553391"/>
                </a:lnTo>
                <a:cubicBezTo>
                  <a:pt x="54959" y="1553391"/>
                  <a:pt x="0" y="1498432"/>
                  <a:pt x="0" y="1430712"/>
                </a:cubicBezTo>
                <a:lnTo>
                  <a:pt x="0" y="12267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FCB75D"/>
            </a:solidFill>
            <a:prstDash val="solid"/>
          </a:ln>
        </p:spPr>
      </p:sp>
      <p:sp>
        <p:nvSpPr>
          <p:cNvPr id="122" name="text-107 Abnormal">
            <a:extLst xmlns:a="http://schemas.openxmlformats.org/drawingml/2006/main">
              <a:ext uri="{FF2B5EF4-FFF2-40B4-BE49-F238E27FC236}">
                <a16:creationId xmlns:a16="http://schemas.microsoft.com/office/drawing/2014/main" id="{0FFB41DD-C13E-490A-87E5-7B289E13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0815" y="4664130"/>
            <a:ext cx="1275124" cy="39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123" name="text-107 Fragment">
            <a:extLst xmlns:a="http://schemas.openxmlformats.org/drawingml/2006/main">
              <a:ext uri="{FF2B5EF4-FFF2-40B4-BE49-F238E27FC236}">
                <a16:creationId xmlns:a16="http://schemas.microsoft.com/office/drawing/2014/main" id="{EE5F395E-3F52-46F7-89E7-C07EA0BB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7610" y="4664130"/>
            <a:ext cx="1275123" cy="39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Fragment</a:t>
            </a:r>
          </a:p>
        </p:txBody>
      </p:sp>
      <p:sp>
        <p:nvSpPr>
          <p:cNvPr id="124" name="text-108 The">
            <a:extLst xmlns:a="http://schemas.openxmlformats.org/drawingml/2006/main">
              <a:ext uri="{FF2B5EF4-FFF2-40B4-BE49-F238E27FC236}">
                <a16:creationId xmlns:a16="http://schemas.microsoft.com/office/drawing/2014/main" id="{AA78969E-1DDE-4AA8-9A67-F2C1EEC9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507" y="5071631"/>
            <a:ext cx="448158" cy="329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25" name="text-108 structure">
            <a:extLst xmlns:a="http://schemas.openxmlformats.org/drawingml/2006/main">
              <a:ext uri="{FF2B5EF4-FFF2-40B4-BE49-F238E27FC236}">
                <a16:creationId xmlns:a16="http://schemas.microsoft.com/office/drawing/2014/main" id="{80122550-BC84-4621-A14F-60661C36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3102" y="5072673"/>
            <a:ext cx="954073" cy="328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126" name="text-108 of">
            <a:extLst xmlns:a="http://schemas.openxmlformats.org/drawingml/2006/main">
              <a:ext uri="{FF2B5EF4-FFF2-40B4-BE49-F238E27FC236}">
                <a16:creationId xmlns:a16="http://schemas.microsoft.com/office/drawing/2014/main" id="{27AEFCCC-02DA-4BC3-9764-243A0A6F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441" y="5072626"/>
            <a:ext cx="237708" cy="328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27" name="text-108 the">
            <a:extLst xmlns:a="http://schemas.openxmlformats.org/drawingml/2006/main">
              <a:ext uri="{FF2B5EF4-FFF2-40B4-BE49-F238E27FC236}">
                <a16:creationId xmlns:a16="http://schemas.microsoft.com/office/drawing/2014/main" id="{B7881DCA-ADC4-4B22-AAD3-2A02BA67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0582" y="5072695"/>
            <a:ext cx="368031" cy="328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28" name="text-108 basket">
            <a:extLst xmlns:a="http://schemas.openxmlformats.org/drawingml/2006/main">
              <a:ext uri="{FF2B5EF4-FFF2-40B4-BE49-F238E27FC236}">
                <a16:creationId xmlns:a16="http://schemas.microsoft.com/office/drawing/2014/main" id="{8609B115-44FB-49DD-8B6C-44B31CE7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0882" y="5072948"/>
            <a:ext cx="732031" cy="327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basket</a:t>
            </a:r>
          </a:p>
        </p:txBody>
      </p:sp>
      <p:sp>
        <p:nvSpPr>
          <p:cNvPr id="129" name="text-108 frame">
            <a:extLst xmlns:a="http://schemas.openxmlformats.org/drawingml/2006/main">
              <a:ext uri="{FF2B5EF4-FFF2-40B4-BE49-F238E27FC236}">
                <a16:creationId xmlns:a16="http://schemas.microsoft.com/office/drawing/2014/main" id="{EBCDF039-AA96-45D6-9C81-C5C8BB73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5933" y="5072522"/>
            <a:ext cx="641859" cy="328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130" name="text-108 was">
            <a:extLst xmlns:a="http://schemas.openxmlformats.org/drawingml/2006/main">
              <a:ext uri="{FF2B5EF4-FFF2-40B4-BE49-F238E27FC236}">
                <a16:creationId xmlns:a16="http://schemas.microsoft.com/office/drawing/2014/main" id="{42CC35FE-6CC7-4CDC-99CF-E51D7E58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9563" y="5075336"/>
            <a:ext cx="453819" cy="324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was</a:t>
            </a:r>
          </a:p>
        </p:txBody>
      </p:sp>
      <p:sp>
        <p:nvSpPr>
          <p:cNvPr id="131" name="text-109 intact">
            <a:extLst xmlns:a="http://schemas.openxmlformats.org/drawingml/2006/main">
              <a:ext uri="{FF2B5EF4-FFF2-40B4-BE49-F238E27FC236}">
                <a16:creationId xmlns:a16="http://schemas.microsoft.com/office/drawing/2014/main" id="{243D7CBB-A567-420D-A4B1-095AEF17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507" y="5354476"/>
            <a:ext cx="601187" cy="327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intact</a:t>
            </a:r>
          </a:p>
        </p:txBody>
      </p:sp>
      <p:sp>
        <p:nvSpPr>
          <p:cNvPr id="132" name="text-109 and">
            <a:extLst xmlns:a="http://schemas.openxmlformats.org/drawingml/2006/main">
              <a:ext uri="{FF2B5EF4-FFF2-40B4-BE49-F238E27FC236}">
                <a16:creationId xmlns:a16="http://schemas.microsoft.com/office/drawing/2014/main" id="{40B54D3F-869A-4A72-B1F2-2DE5246E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9223" y="5354740"/>
            <a:ext cx="431891" cy="32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33" name="text-109 undamaged,">
            <a:extLst xmlns:a="http://schemas.openxmlformats.org/drawingml/2006/main">
              <a:ext uri="{FF2B5EF4-FFF2-40B4-BE49-F238E27FC236}">
                <a16:creationId xmlns:a16="http://schemas.microsoft.com/office/drawing/2014/main" id="{D60A4C16-7301-4A5A-984E-8F7C9B09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5396" y="5354860"/>
            <a:ext cx="1340460" cy="326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undamaged,</a:t>
            </a:r>
          </a:p>
        </p:txBody>
      </p:sp>
      <p:sp>
        <p:nvSpPr>
          <p:cNvPr id="134" name="text-109 yet">
            <a:extLst xmlns:a="http://schemas.openxmlformats.org/drawingml/2006/main">
              <a:ext uri="{FF2B5EF4-FFF2-40B4-BE49-F238E27FC236}">
                <a16:creationId xmlns:a16="http://schemas.microsoft.com/office/drawing/2014/main" id="{D36FAD76-CCAD-4035-958D-8AEAC125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2737" y="5356263"/>
            <a:ext cx="351447" cy="324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yet</a:t>
            </a:r>
          </a:p>
        </p:txBody>
      </p:sp>
      <p:sp>
        <p:nvSpPr>
          <p:cNvPr id="135" name="text-109 the">
            <a:extLst xmlns:a="http://schemas.openxmlformats.org/drawingml/2006/main">
              <a:ext uri="{FF2B5EF4-FFF2-40B4-BE49-F238E27FC236}">
                <a16:creationId xmlns:a16="http://schemas.microsoft.com/office/drawing/2014/main" id="{AA08828F-0B3D-4C10-AEE3-7DEA25AC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9208" y="5353991"/>
            <a:ext cx="368031" cy="328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36" name="text-109 basketball">
            <a:extLst xmlns:a="http://schemas.openxmlformats.org/drawingml/2006/main">
              <a:ext uri="{FF2B5EF4-FFF2-40B4-BE49-F238E27FC236}">
                <a16:creationId xmlns:a16="http://schemas.microsoft.com/office/drawing/2014/main" id="{81D90219-A7A8-42DF-8EC1-82D15DE9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9510" y="5354584"/>
            <a:ext cx="1094843" cy="327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basketball</a:t>
            </a:r>
          </a:p>
        </p:txBody>
      </p:sp>
      <p:sp>
        <p:nvSpPr>
          <p:cNvPr id="137" name="text-110 passed">
            <a:extLst xmlns:a="http://schemas.openxmlformats.org/drawingml/2006/main">
              <a:ext uri="{FF2B5EF4-FFF2-40B4-BE49-F238E27FC236}">
                <a16:creationId xmlns:a16="http://schemas.microsoft.com/office/drawing/2014/main" id="{A9EC2BA1-733F-4DDD-9D90-94C9DC62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507" y="5635692"/>
            <a:ext cx="796703" cy="327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38" name="text-110 directly">
            <a:extLst xmlns:a="http://schemas.openxmlformats.org/drawingml/2006/main">
              <a:ext uri="{FF2B5EF4-FFF2-40B4-BE49-F238E27FC236}">
                <a16:creationId xmlns:a16="http://schemas.microsoft.com/office/drawing/2014/main" id="{EDDF4574-8AE6-4EE2-9D14-AA97DA40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4958" y="5635678"/>
            <a:ext cx="783344" cy="327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directly</a:t>
            </a:r>
          </a:p>
        </p:txBody>
      </p:sp>
      <p:sp>
        <p:nvSpPr>
          <p:cNvPr id="139" name="text-110 through">
            <a:extLst xmlns:a="http://schemas.openxmlformats.org/drawingml/2006/main">
              <a:ext uri="{FF2B5EF4-FFF2-40B4-BE49-F238E27FC236}">
                <a16:creationId xmlns:a16="http://schemas.microsoft.com/office/drawing/2014/main" id="{A61CCAA8-E253-4578-9281-2D5B7587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2518" y="5635879"/>
            <a:ext cx="835113" cy="327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</a:t>
            </a:r>
          </a:p>
        </p:txBody>
      </p:sp>
      <p:sp>
        <p:nvSpPr>
          <p:cNvPr id="140" name="text-110 it.">
            <a:extLst xmlns:a="http://schemas.openxmlformats.org/drawingml/2006/main">
              <a:ext uri="{FF2B5EF4-FFF2-40B4-BE49-F238E27FC236}">
                <a16:creationId xmlns:a16="http://schemas.microsoft.com/office/drawing/2014/main" id="{35B08E7D-C5A5-4FB7-96D3-F9A1D842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1883" y="5635196"/>
            <a:ext cx="224586" cy="328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it.</a:t>
            </a:r>
          </a:p>
        </p:txBody>
      </p:sp>
      <p:sp>
        <p:nvSpPr>
          <p:cNvPr id="141" name="path-111">
            <a:extLst xmlns:a="http://schemas.openxmlformats.org/drawingml/2006/main">
              <a:ext uri="{FF2B5EF4-FFF2-40B4-BE49-F238E27FC236}">
                <a16:creationId xmlns:a16="http://schemas.microsoft.com/office/drawing/2014/main" id="{2DD5FE10-F797-4767-BD0E-58C26D12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329" y="372405"/>
            <a:ext cx="4932091" cy="1436183"/>
          </a:xfrm>
          <a:custGeom xmlns:a="http://schemas.openxmlformats.org/drawingml/2006/main">
            <a:pathLst>
              <a:path w="4932091" h="1436183">
                <a:moveTo>
                  <a:pt x="0" y="113431"/>
                </a:moveTo>
                <a:cubicBezTo>
                  <a:pt x="0" y="50789"/>
                  <a:pt x="50791" y="0"/>
                  <a:pt x="113432" y="0"/>
                </a:cubicBezTo>
                <a:lnTo>
                  <a:pt x="4818662" y="0"/>
                </a:lnTo>
                <a:cubicBezTo>
                  <a:pt x="4881302" y="0"/>
                  <a:pt x="4932091" y="50789"/>
                  <a:pt x="4932091" y="113431"/>
                </a:cubicBezTo>
                <a:lnTo>
                  <a:pt x="4932091" y="1322751"/>
                </a:lnTo>
                <a:cubicBezTo>
                  <a:pt x="4932091" y="1385392"/>
                  <a:pt x="4881302" y="1436183"/>
                  <a:pt x="4818662" y="1436183"/>
                </a:cubicBezTo>
                <a:lnTo>
                  <a:pt x="113432" y="1436183"/>
                </a:lnTo>
                <a:cubicBezTo>
                  <a:pt x="50791" y="1436183"/>
                  <a:pt x="0" y="1385392"/>
                  <a:pt x="0" y="1322751"/>
                </a:cubicBezTo>
                <a:lnTo>
                  <a:pt x="0" y="1134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FCB75D"/>
            </a:solidFill>
            <a:prstDash val="solid"/>
          </a:ln>
        </p:spPr>
      </p:sp>
      <p:sp>
        <p:nvSpPr>
          <p:cNvPr id="142" name="text-112 Overall">
            <a:extLst xmlns:a="http://schemas.openxmlformats.org/drawingml/2006/main">
              <a:ext uri="{FF2B5EF4-FFF2-40B4-BE49-F238E27FC236}">
                <a16:creationId xmlns:a16="http://schemas.microsoft.com/office/drawing/2014/main" id="{3F328468-C1C4-485C-8906-3F56F361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5048" y="460491"/>
            <a:ext cx="1122166" cy="390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Overall</a:t>
            </a:r>
          </a:p>
        </p:txBody>
      </p:sp>
      <p:sp>
        <p:nvSpPr>
          <p:cNvPr id="143" name="text-113 -">
            <a:extLst xmlns:a="http://schemas.openxmlformats.org/drawingml/2006/main">
              <a:ext uri="{FF2B5EF4-FFF2-40B4-BE49-F238E27FC236}">
                <a16:creationId xmlns:a16="http://schemas.microsoft.com/office/drawing/2014/main" id="{B5771E46-5A6F-42D2-AC5F-2A6A54C9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7106" y="460620"/>
            <a:ext cx="203235" cy="389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3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3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3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-</a:t>
            </a:r>
          </a:p>
        </p:txBody>
      </p:sp>
      <p:sp>
        <p:nvSpPr>
          <p:cNvPr id="144" name="text-114 Abnormal">
            <a:extLst xmlns:a="http://schemas.openxmlformats.org/drawingml/2006/main">
              <a:ext uri="{FF2B5EF4-FFF2-40B4-BE49-F238E27FC236}">
                <a16:creationId xmlns:a16="http://schemas.microsoft.com/office/drawing/2014/main" id="{F2847CBF-163D-4FA7-91AD-FC45AEA7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0256" y="460473"/>
            <a:ext cx="1275321" cy="39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145" name="text-115 The">
            <a:extLst xmlns:a="http://schemas.openxmlformats.org/drawingml/2006/main">
              <a:ext uri="{FF2B5EF4-FFF2-40B4-BE49-F238E27FC236}">
                <a16:creationId xmlns:a16="http://schemas.microsoft.com/office/drawing/2014/main" id="{301AA4C8-D068-4CB5-B854-C95AB709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7605" y="836534"/>
            <a:ext cx="448156" cy="32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46" name="text-115 texture">
            <a:extLst xmlns:a="http://schemas.openxmlformats.org/drawingml/2006/main">
              <a:ext uri="{FF2B5EF4-FFF2-40B4-BE49-F238E27FC236}">
                <a16:creationId xmlns:a16="http://schemas.microsoft.com/office/drawing/2014/main" id="{BEC13AC2-C2E4-49AC-B4D4-48FC3478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6200" y="838111"/>
            <a:ext cx="757067" cy="327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147" name="text-115 and">
            <a:extLst xmlns:a="http://schemas.openxmlformats.org/drawingml/2006/main">
              <a:ext uri="{FF2B5EF4-FFF2-40B4-BE49-F238E27FC236}">
                <a16:creationId xmlns:a16="http://schemas.microsoft.com/office/drawing/2014/main" id="{828E9A5A-4B82-4725-9A54-0CF18FBD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7506" y="838345"/>
            <a:ext cx="431892" cy="327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48" name="text-115 geometry">
            <a:extLst xmlns:a="http://schemas.openxmlformats.org/drawingml/2006/main">
              <a:ext uri="{FF2B5EF4-FFF2-40B4-BE49-F238E27FC236}">
                <a16:creationId xmlns:a16="http://schemas.microsoft.com/office/drawing/2014/main" id="{3B551DB4-5A22-4933-A44A-8E9F1B40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3679" y="838158"/>
            <a:ext cx="1016790" cy="32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geometry</a:t>
            </a:r>
          </a:p>
        </p:txBody>
      </p:sp>
      <p:sp>
        <p:nvSpPr>
          <p:cNvPr id="149" name="text-115 of">
            <a:extLst xmlns:a="http://schemas.openxmlformats.org/drawingml/2006/main">
              <a:ext uri="{FF2B5EF4-FFF2-40B4-BE49-F238E27FC236}">
                <a16:creationId xmlns:a16="http://schemas.microsoft.com/office/drawing/2014/main" id="{E22C0AFA-4111-4004-92DF-3F68692E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4247" y="837530"/>
            <a:ext cx="237706" cy="328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50" name="text-115 the">
            <a:extLst xmlns:a="http://schemas.openxmlformats.org/drawingml/2006/main">
              <a:ext uri="{FF2B5EF4-FFF2-40B4-BE49-F238E27FC236}">
                <a16:creationId xmlns:a16="http://schemas.microsoft.com/office/drawing/2014/main" id="{CB70CEA4-E9C8-478A-B9AC-78D54B99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4917" y="837259"/>
            <a:ext cx="368561" cy="328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51" name="text-115 background">
            <a:extLst xmlns:a="http://schemas.openxmlformats.org/drawingml/2006/main">
              <a:ext uri="{FF2B5EF4-FFF2-40B4-BE49-F238E27FC236}">
                <a16:creationId xmlns:a16="http://schemas.microsoft.com/office/drawing/2014/main" id="{1ABAB403-67AD-4AB6-AA9F-3F7B6DAF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5218" y="838208"/>
            <a:ext cx="1263854" cy="327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152" name="text-116 railings">
            <a:extLst xmlns:a="http://schemas.openxmlformats.org/drawingml/2006/main">
              <a:ext uri="{FF2B5EF4-FFF2-40B4-BE49-F238E27FC236}">
                <a16:creationId xmlns:a16="http://schemas.microsoft.com/office/drawing/2014/main" id="{E97B8FFE-7E01-46AD-A46C-D4D221ED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7605" y="1119905"/>
            <a:ext cx="781354" cy="326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railings</a:t>
            </a:r>
          </a:p>
        </p:txBody>
      </p:sp>
      <p:sp>
        <p:nvSpPr>
          <p:cNvPr id="153" name="text-116 and">
            <a:extLst xmlns:a="http://schemas.openxmlformats.org/drawingml/2006/main">
              <a:ext uri="{FF2B5EF4-FFF2-40B4-BE49-F238E27FC236}">
                <a16:creationId xmlns:a16="http://schemas.microsoft.com/office/drawing/2014/main" id="{0D49856B-3349-4013-95F9-0E86D364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5398" y="1119644"/>
            <a:ext cx="431891" cy="32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54" name="text-116 pole">
            <a:extLst xmlns:a="http://schemas.openxmlformats.org/drawingml/2006/main">
              <a:ext uri="{FF2B5EF4-FFF2-40B4-BE49-F238E27FC236}">
                <a16:creationId xmlns:a16="http://schemas.microsoft.com/office/drawing/2014/main" id="{97A5B0DE-F484-45FF-89BA-AA0F5877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0398" y="1119960"/>
            <a:ext cx="483169" cy="326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pole</a:t>
            </a:r>
          </a:p>
        </p:txBody>
      </p:sp>
      <p:sp>
        <p:nvSpPr>
          <p:cNvPr id="155" name="text-116 sections">
            <a:extLst xmlns:a="http://schemas.openxmlformats.org/drawingml/2006/main">
              <a:ext uri="{FF2B5EF4-FFF2-40B4-BE49-F238E27FC236}">
                <a16:creationId xmlns:a16="http://schemas.microsoft.com/office/drawing/2014/main" id="{78EC20E9-B0D3-429E-813C-39B8F330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904" y="1119228"/>
            <a:ext cx="900796" cy="327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sections</a:t>
            </a:r>
          </a:p>
        </p:txBody>
      </p:sp>
      <p:sp>
        <p:nvSpPr>
          <p:cNvPr id="156" name="text-116 appear">
            <a:extLst xmlns:a="http://schemas.openxmlformats.org/drawingml/2006/main">
              <a:ext uri="{FF2B5EF4-FFF2-40B4-BE49-F238E27FC236}">
                <a16:creationId xmlns:a16="http://schemas.microsoft.com/office/drawing/2014/main" id="{549CC0E4-B33E-41C0-A255-9FD1912E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2906" y="1119692"/>
            <a:ext cx="769440" cy="327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appear</a:t>
            </a:r>
          </a:p>
        </p:txBody>
      </p:sp>
      <p:sp>
        <p:nvSpPr>
          <p:cNvPr id="157" name="text-116 distorted">
            <a:extLst xmlns:a="http://schemas.openxmlformats.org/drawingml/2006/main">
              <a:ext uri="{FF2B5EF4-FFF2-40B4-BE49-F238E27FC236}">
                <a16:creationId xmlns:a16="http://schemas.microsoft.com/office/drawing/2014/main" id="{6B2279E3-E70C-44EE-B8C3-C18AEF7B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637" y="1119214"/>
            <a:ext cx="939944" cy="327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distorted</a:t>
            </a:r>
          </a:p>
        </p:txBody>
      </p:sp>
      <p:sp>
        <p:nvSpPr>
          <p:cNvPr id="158" name="text-117 and">
            <a:extLst xmlns:a="http://schemas.openxmlformats.org/drawingml/2006/main">
              <a:ext uri="{FF2B5EF4-FFF2-40B4-BE49-F238E27FC236}">
                <a16:creationId xmlns:a16="http://schemas.microsoft.com/office/drawing/2014/main" id="{D3B7E68F-641B-42DC-BC46-7DBC06CE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7605" y="1400941"/>
            <a:ext cx="431891" cy="32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59" name="text-117 blurry.">
            <a:extLst xmlns:a="http://schemas.openxmlformats.org/drawingml/2006/main">
              <a:ext uri="{FF2B5EF4-FFF2-40B4-BE49-F238E27FC236}">
                <a16:creationId xmlns:a16="http://schemas.microsoft.com/office/drawing/2014/main" id="{28DF4874-AFE2-4A77-ACA3-976F3697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3778" y="1401928"/>
            <a:ext cx="671050" cy="32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blurry.</a:t>
            </a:r>
          </a:p>
        </p:txBody>
      </p:sp>
      <p:sp>
        <p:nvSpPr>
          <p:cNvPr id="160" name="path-118">
            <a:extLst xmlns:a="http://schemas.openxmlformats.org/drawingml/2006/main">
              <a:ext uri="{FF2B5EF4-FFF2-40B4-BE49-F238E27FC236}">
                <a16:creationId xmlns:a16="http://schemas.microsoft.com/office/drawing/2014/main" id="{477DCF5A-989B-49C9-BB3E-15B723BA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155" y="4107416"/>
            <a:ext cx="1045751" cy="489015"/>
          </a:xfrm>
          <a:custGeom xmlns:a="http://schemas.openxmlformats.org/drawingml/2006/main">
            <a:pathLst>
              <a:path w="1045751" h="489015">
                <a:moveTo>
                  <a:pt x="1045751" y="0"/>
                </a:moveTo>
                <a:lnTo>
                  <a:pt x="0" y="489015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CB75D"/>
            </a:solidFill>
            <a:prstDash val="dash"/>
          </a:ln>
        </p:spPr>
      </p:sp>
      <p:sp>
        <p:nvSpPr>
          <p:cNvPr id="161" name="path-119">
            <a:extLst xmlns:a="http://schemas.openxmlformats.org/drawingml/2006/main">
              <a:ext uri="{FF2B5EF4-FFF2-40B4-BE49-F238E27FC236}">
                <a16:creationId xmlns:a16="http://schemas.microsoft.com/office/drawing/2014/main" id="{925E7CF6-5893-4EC2-9FCC-2F8FB67C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479" y="4107416"/>
            <a:ext cx="825271" cy="504253"/>
          </a:xfrm>
          <a:custGeom xmlns:a="http://schemas.openxmlformats.org/drawingml/2006/main">
            <a:pathLst>
              <a:path w="825271" h="504253">
                <a:moveTo>
                  <a:pt x="825271" y="5042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CB75D"/>
            </a:solidFill>
            <a:prstDash val="dash"/>
          </a:ln>
        </p:spPr>
      </p:sp>
      <p:sp>
        <p:nvSpPr>
          <p:cNvPr id="162" name="path-120">
            <a:extLst xmlns:a="http://schemas.openxmlformats.org/drawingml/2006/main">
              <a:ext uri="{FF2B5EF4-FFF2-40B4-BE49-F238E27FC236}">
                <a16:creationId xmlns:a16="http://schemas.microsoft.com/office/drawing/2014/main" id="{ABB33C2A-9321-415A-B85F-42D69D66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263" y="4110543"/>
            <a:ext cx="2819621" cy="471564"/>
          </a:xfrm>
          <a:custGeom xmlns:a="http://schemas.openxmlformats.org/drawingml/2006/main">
            <a:pathLst>
              <a:path w="2819621" h="471564">
                <a:moveTo>
                  <a:pt x="0" y="471564"/>
                </a:moveTo>
                <a:lnTo>
                  <a:pt x="28196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CB75D"/>
            </a:solidFill>
            <a:prstDash val="dash"/>
          </a:ln>
        </p:spPr>
      </p:sp>
      <p:sp>
        <p:nvSpPr>
          <p:cNvPr id="163" name="path-121">
            <a:extLst xmlns:a="http://schemas.openxmlformats.org/drawingml/2006/main">
              <a:ext uri="{FF2B5EF4-FFF2-40B4-BE49-F238E27FC236}">
                <a16:creationId xmlns:a16="http://schemas.microsoft.com/office/drawing/2014/main" id="{2337A90F-65E7-470A-A6AE-CDB1AAC9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7551" y="3980051"/>
            <a:ext cx="153151" cy="153151"/>
          </a:xfrm>
          <a:custGeom xmlns:a="http://schemas.openxmlformats.org/drawingml/2006/main">
            <a:pathLst>
              <a:path w="153151" h="153151">
                <a:moveTo>
                  <a:pt x="0" y="76577"/>
                </a:moveTo>
                <a:cubicBezTo>
                  <a:pt x="0" y="34251"/>
                  <a:pt x="34251" y="0"/>
                  <a:pt x="76575" y="0"/>
                </a:cubicBezTo>
                <a:cubicBezTo>
                  <a:pt x="118900" y="0"/>
                  <a:pt x="153151" y="34251"/>
                  <a:pt x="153151" y="76577"/>
                </a:cubicBezTo>
                <a:cubicBezTo>
                  <a:pt x="153151" y="118900"/>
                  <a:pt x="118900" y="153151"/>
                  <a:pt x="76575" y="153151"/>
                </a:cubicBezTo>
                <a:cubicBezTo>
                  <a:pt x="34251" y="153151"/>
                  <a:pt x="0" y="118900"/>
                  <a:pt x="0" y="765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023">
            <a:solidFill>
              <a:srgbClr val="000000"/>
            </a:solidFill>
            <a:prstDash val="solid"/>
          </a:ln>
        </p:spPr>
      </p:sp>
      <p:sp>
        <p:nvSpPr>
          <p:cNvPr id="164" name="path-122">
            <a:extLst xmlns:a="http://schemas.openxmlformats.org/drawingml/2006/main">
              <a:ext uri="{FF2B5EF4-FFF2-40B4-BE49-F238E27FC236}">
                <a16:creationId xmlns:a16="http://schemas.microsoft.com/office/drawing/2014/main" id="{B6D8F19B-4224-4E01-8AC7-45098907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043" y="4133983"/>
            <a:ext cx="307736" cy="449164"/>
          </a:xfrm>
          <a:custGeom xmlns:a="http://schemas.openxmlformats.org/drawingml/2006/main">
            <a:pathLst>
              <a:path w="307736" h="449164">
                <a:moveTo>
                  <a:pt x="0" y="449164"/>
                </a:moveTo>
                <a:lnTo>
                  <a:pt x="307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CB75D"/>
            </a:solidFill>
            <a:prstDash val="dash"/>
          </a:ln>
        </p:spPr>
      </p:sp>
      <p:sp>
        <p:nvSpPr>
          <p:cNvPr id="165" name="text-123 0:05:63">
            <a:extLst xmlns:a="http://schemas.openxmlformats.org/drawingml/2006/main">
              <a:ext uri="{FF2B5EF4-FFF2-40B4-BE49-F238E27FC236}">
                <a16:creationId xmlns:a16="http://schemas.microsoft.com/office/drawing/2014/main" id="{E1EE5CCF-699C-4C3E-986C-769ED55D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4040" y="3718791"/>
            <a:ext cx="697011" cy="291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0:05:63</a:t>
            </a:r>
          </a:p>
        </p:txBody>
      </p:sp>
      <p:sp>
        <p:nvSpPr>
          <p:cNvPr id="166" name="text-124 0:06:78">
            <a:extLst xmlns:a="http://schemas.openxmlformats.org/drawingml/2006/main">
              <a:ext uri="{FF2B5EF4-FFF2-40B4-BE49-F238E27FC236}">
                <a16:creationId xmlns:a16="http://schemas.microsoft.com/office/drawing/2014/main" id="{F670A1EA-C3AE-4332-A84F-66B7DCD0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605" y="3712019"/>
            <a:ext cx="697012" cy="291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0:06:78</a:t>
            </a:r>
          </a:p>
        </p:txBody>
      </p:sp>
      <p:sp>
        <p:nvSpPr>
          <p:cNvPr id="167" name="text-125 0:07:89">
            <a:extLst xmlns:a="http://schemas.openxmlformats.org/drawingml/2006/main">
              <a:ext uri="{FF2B5EF4-FFF2-40B4-BE49-F238E27FC236}">
                <a16:creationId xmlns:a16="http://schemas.microsoft.com/office/drawing/2014/main" id="{3B3AAC62-55E6-429B-9D61-A4FBE54F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3140" y="3723478"/>
            <a:ext cx="697010" cy="291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0:07:89</a:t>
            </a:r>
          </a:p>
        </p:txBody>
      </p:sp>
      <p:sp>
        <p:nvSpPr>
          <p:cNvPr id="168" name="text-126 0:08:14">
            <a:extLst xmlns:a="http://schemas.openxmlformats.org/drawingml/2006/main">
              <a:ext uri="{FF2B5EF4-FFF2-40B4-BE49-F238E27FC236}">
                <a16:creationId xmlns:a16="http://schemas.microsoft.com/office/drawing/2014/main" id="{B480BFA5-6B4D-41F1-9945-8C605D29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30010" y="3732335"/>
            <a:ext cx="697010" cy="291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0:08:14</a:t>
            </a:r>
          </a:p>
        </p:txBody>
      </p:sp>
      <p:sp>
        <p:nvSpPr>
          <p:cNvPr id="169" name="path-127">
            <a:extLst xmlns:a="http://schemas.openxmlformats.org/drawingml/2006/main">
              <a:ext uri="{FF2B5EF4-FFF2-40B4-BE49-F238E27FC236}">
                <a16:creationId xmlns:a16="http://schemas.microsoft.com/office/drawing/2014/main" id="{B61E7F34-066B-4110-9552-4C9E1175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542" y="372405"/>
            <a:ext cx="2394158" cy="1436183"/>
          </a:xfrm>
          <a:custGeom xmlns:a="http://schemas.openxmlformats.org/drawingml/2006/main">
            <a:pathLst>
              <a:path w="2394158" h="1436183">
                <a:moveTo>
                  <a:pt x="0" y="113431"/>
                </a:moveTo>
                <a:cubicBezTo>
                  <a:pt x="0" y="50789"/>
                  <a:pt x="50789" y="0"/>
                  <a:pt x="113429" y="0"/>
                </a:cubicBezTo>
                <a:lnTo>
                  <a:pt x="2280727" y="0"/>
                </a:lnTo>
                <a:cubicBezTo>
                  <a:pt x="2343367" y="0"/>
                  <a:pt x="2394158" y="50789"/>
                  <a:pt x="2394158" y="113431"/>
                </a:cubicBezTo>
                <a:lnTo>
                  <a:pt x="2394158" y="1322751"/>
                </a:lnTo>
                <a:cubicBezTo>
                  <a:pt x="2394158" y="1385392"/>
                  <a:pt x="2343367" y="1436183"/>
                  <a:pt x="2280727" y="1436183"/>
                </a:cubicBezTo>
                <a:lnTo>
                  <a:pt x="113429" y="1436183"/>
                </a:lnTo>
                <a:cubicBezTo>
                  <a:pt x="50789" y="1436183"/>
                  <a:pt x="0" y="1385392"/>
                  <a:pt x="0" y="1322751"/>
                </a:cubicBezTo>
                <a:lnTo>
                  <a:pt x="0" y="1134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FCB75D"/>
            </a:solidFill>
            <a:prstDash val="solid"/>
          </a:ln>
        </p:spPr>
      </p:sp>
      <p:sp>
        <p:nvSpPr>
          <p:cNvPr id="170" name="text-128 Legend">
            <a:extLst xmlns:a="http://schemas.openxmlformats.org/drawingml/2006/main">
              <a:ext uri="{FF2B5EF4-FFF2-40B4-BE49-F238E27FC236}">
                <a16:creationId xmlns:a16="http://schemas.microsoft.com/office/drawing/2014/main" id="{70343BD1-4AA7-4DA7-8EF0-7060C391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6855" y="486109"/>
            <a:ext cx="612571" cy="256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Legend</a:t>
            </a:r>
          </a:p>
        </p:txBody>
      </p:sp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770E9C8-0005-42AD-8C4C-50E1142D3E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a699b77884943"/>
          <a:stretch xmlns:a="http://schemas.openxmlformats.org/drawingml/2006/main"/>
        </p:blipFill>
        <p:spPr>
          <a:xfrm xmlns:a="http://schemas.openxmlformats.org/drawingml/2006/main">
            <a:off x="11934426" y="825580"/>
            <a:ext cx="414172" cy="414172"/>
          </a:xfrm>
          <a:prstGeom xmlns:a="http://schemas.openxmlformats.org/drawingml/2006/main" prst="rect">
            <a:avLst/>
          </a:prstGeom>
        </p:spPr>
      </p:pic>
      <p:sp>
        <p:nvSpPr>
          <p:cNvPr id="172" name="path-130">
            <a:extLst xmlns:a="http://schemas.openxmlformats.org/drawingml/2006/main">
              <a:ext uri="{FF2B5EF4-FFF2-40B4-BE49-F238E27FC236}">
                <a16:creationId xmlns:a16="http://schemas.microsoft.com/office/drawing/2014/main" id="{5A566D80-5069-4B88-803D-E1A5FDBA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2390" y="852486"/>
            <a:ext cx="307500" cy="309358"/>
          </a:xfrm>
          <a:custGeom xmlns:a="http://schemas.openxmlformats.org/drawingml/2006/main">
            <a:pathLst>
              <a:path w="307500" h="309358">
                <a:moveTo>
                  <a:pt x="307499" y="76642"/>
                </a:moveTo>
                <a:cubicBezTo>
                  <a:pt x="307500" y="85717"/>
                  <a:pt x="306063" y="94314"/>
                  <a:pt x="303191" y="102447"/>
                </a:cubicBezTo>
                <a:cubicBezTo>
                  <a:pt x="300331" y="110595"/>
                  <a:pt x="296277" y="117955"/>
                  <a:pt x="291045" y="124542"/>
                </a:cubicBezTo>
                <a:cubicBezTo>
                  <a:pt x="285824" y="131140"/>
                  <a:pt x="279669" y="136761"/>
                  <a:pt x="272603" y="141388"/>
                </a:cubicBezTo>
                <a:cubicBezTo>
                  <a:pt x="265523" y="146029"/>
                  <a:pt x="257891" y="149380"/>
                  <a:pt x="249696" y="151430"/>
                </a:cubicBezTo>
                <a:cubicBezTo>
                  <a:pt x="250299" y="156172"/>
                  <a:pt x="250607" y="160710"/>
                  <a:pt x="250607" y="165028"/>
                </a:cubicBezTo>
                <a:cubicBezTo>
                  <a:pt x="250607" y="179658"/>
                  <a:pt x="247850" y="193465"/>
                  <a:pt x="242309" y="206444"/>
                </a:cubicBezTo>
                <a:cubicBezTo>
                  <a:pt x="236781" y="219424"/>
                  <a:pt x="229188" y="230704"/>
                  <a:pt x="219556" y="240285"/>
                </a:cubicBezTo>
                <a:cubicBezTo>
                  <a:pt x="209925" y="249867"/>
                  <a:pt x="198652" y="257438"/>
                  <a:pt x="185736" y="263000"/>
                </a:cubicBezTo>
                <a:cubicBezTo>
                  <a:pt x="172821" y="268564"/>
                  <a:pt x="159085" y="271344"/>
                  <a:pt x="144529" y="271344"/>
                </a:cubicBezTo>
                <a:cubicBezTo>
                  <a:pt x="133460" y="271344"/>
                  <a:pt x="122897" y="269748"/>
                  <a:pt x="112852" y="266555"/>
                </a:cubicBezTo>
                <a:cubicBezTo>
                  <a:pt x="102808" y="263360"/>
                  <a:pt x="93480" y="258776"/>
                  <a:pt x="84870" y="252801"/>
                </a:cubicBezTo>
                <a:lnTo>
                  <a:pt x="0" y="309358"/>
                </a:lnTo>
                <a:lnTo>
                  <a:pt x="56579" y="223751"/>
                </a:lnTo>
                <a:cubicBezTo>
                  <a:pt x="50838" y="215099"/>
                  <a:pt x="46484" y="205878"/>
                  <a:pt x="43510" y="196091"/>
                </a:cubicBezTo>
                <a:cubicBezTo>
                  <a:pt x="40538" y="186305"/>
                  <a:pt x="39053" y="175946"/>
                  <a:pt x="39053" y="165028"/>
                </a:cubicBezTo>
                <a:cubicBezTo>
                  <a:pt x="39053" y="150398"/>
                  <a:pt x="41819" y="136606"/>
                  <a:pt x="47355" y="123626"/>
                </a:cubicBezTo>
                <a:cubicBezTo>
                  <a:pt x="52889" y="110646"/>
                  <a:pt x="60424" y="99354"/>
                  <a:pt x="69955" y="89778"/>
                </a:cubicBezTo>
                <a:cubicBezTo>
                  <a:pt x="79488" y="80200"/>
                  <a:pt x="90660" y="72634"/>
                  <a:pt x="103472" y="67066"/>
                </a:cubicBezTo>
                <a:cubicBezTo>
                  <a:pt x="116285" y="61496"/>
                  <a:pt x="129970" y="58726"/>
                  <a:pt x="144528" y="58726"/>
                </a:cubicBezTo>
                <a:cubicBezTo>
                  <a:pt x="146785" y="58726"/>
                  <a:pt x="148824" y="58777"/>
                  <a:pt x="150671" y="58880"/>
                </a:cubicBezTo>
                <a:cubicBezTo>
                  <a:pt x="152518" y="58983"/>
                  <a:pt x="154467" y="59139"/>
                  <a:pt x="156520" y="59344"/>
                </a:cubicBezTo>
                <a:cubicBezTo>
                  <a:pt x="158572" y="50889"/>
                  <a:pt x="161893" y="43013"/>
                  <a:pt x="166510" y="35691"/>
                </a:cubicBezTo>
                <a:cubicBezTo>
                  <a:pt x="171128" y="28383"/>
                  <a:pt x="176706" y="22093"/>
                  <a:pt x="183272" y="16846"/>
                </a:cubicBezTo>
                <a:cubicBezTo>
                  <a:pt x="189827" y="11588"/>
                  <a:pt x="197162" y="7476"/>
                  <a:pt x="205255" y="4485"/>
                </a:cubicBezTo>
                <a:cubicBezTo>
                  <a:pt x="213347" y="1496"/>
                  <a:pt x="222018" y="0"/>
                  <a:pt x="231239" y="0"/>
                </a:cubicBezTo>
                <a:cubicBezTo>
                  <a:pt x="241692" y="0"/>
                  <a:pt x="251581" y="2010"/>
                  <a:pt x="260917" y="6032"/>
                </a:cubicBezTo>
                <a:cubicBezTo>
                  <a:pt x="270241" y="10040"/>
                  <a:pt x="278335" y="15506"/>
                  <a:pt x="285209" y="22403"/>
                </a:cubicBezTo>
                <a:cubicBezTo>
                  <a:pt x="292071" y="29311"/>
                  <a:pt x="297508" y="37444"/>
                  <a:pt x="301498" y="46829"/>
                </a:cubicBezTo>
                <a:cubicBezTo>
                  <a:pt x="305499" y="56199"/>
                  <a:pt x="307499" y="66137"/>
                  <a:pt x="307499" y="76642"/>
                </a:cubicBezTo>
                <a:moveTo>
                  <a:pt x="144221" y="232404"/>
                </a:moveTo>
                <a:cubicBezTo>
                  <a:pt x="153648" y="232404"/>
                  <a:pt x="162458" y="230601"/>
                  <a:pt x="170667" y="226996"/>
                </a:cubicBezTo>
                <a:cubicBezTo>
                  <a:pt x="178861" y="223390"/>
                  <a:pt x="185993" y="218498"/>
                  <a:pt x="192033" y="212317"/>
                </a:cubicBezTo>
                <a:cubicBezTo>
                  <a:pt x="198087" y="206136"/>
                  <a:pt x="202845" y="198924"/>
                  <a:pt x="206333" y="190685"/>
                </a:cubicBezTo>
                <a:cubicBezTo>
                  <a:pt x="209821" y="182442"/>
                  <a:pt x="211566" y="173690"/>
                  <a:pt x="211566" y="164410"/>
                </a:cubicBezTo>
                <a:cubicBezTo>
                  <a:pt x="211566" y="159473"/>
                  <a:pt x="211156" y="154935"/>
                  <a:pt x="210335" y="150811"/>
                </a:cubicBezTo>
                <a:cubicBezTo>
                  <a:pt x="208694" y="150398"/>
                  <a:pt x="207155" y="149947"/>
                  <a:pt x="205717" y="149431"/>
                </a:cubicBezTo>
                <a:cubicBezTo>
                  <a:pt x="204281" y="148915"/>
                  <a:pt x="202742" y="148349"/>
                  <a:pt x="201101" y="147729"/>
                </a:cubicBezTo>
                <a:lnTo>
                  <a:pt x="174347" y="174309"/>
                </a:lnTo>
                <a:cubicBezTo>
                  <a:pt x="171487" y="177182"/>
                  <a:pt x="168307" y="179297"/>
                  <a:pt x="164818" y="180637"/>
                </a:cubicBezTo>
                <a:cubicBezTo>
                  <a:pt x="161329" y="181979"/>
                  <a:pt x="157751" y="182649"/>
                  <a:pt x="154057" y="182649"/>
                </a:cubicBezTo>
                <a:cubicBezTo>
                  <a:pt x="150364" y="182649"/>
                  <a:pt x="146734" y="181979"/>
                  <a:pt x="143142" y="180637"/>
                </a:cubicBezTo>
                <a:cubicBezTo>
                  <a:pt x="139553" y="179297"/>
                  <a:pt x="136422" y="177182"/>
                  <a:pt x="133768" y="174309"/>
                </a:cubicBezTo>
                <a:cubicBezTo>
                  <a:pt x="130895" y="171421"/>
                  <a:pt x="128792" y="168225"/>
                  <a:pt x="127457" y="164718"/>
                </a:cubicBezTo>
                <a:cubicBezTo>
                  <a:pt x="126126" y="161226"/>
                  <a:pt x="125459" y="157617"/>
                  <a:pt x="125459" y="153903"/>
                </a:cubicBezTo>
                <a:cubicBezTo>
                  <a:pt x="125459" y="150191"/>
                  <a:pt x="126126" y="146596"/>
                  <a:pt x="127457" y="143090"/>
                </a:cubicBezTo>
                <a:cubicBezTo>
                  <a:pt x="128792" y="139583"/>
                  <a:pt x="130895" y="136400"/>
                  <a:pt x="133768" y="133512"/>
                </a:cubicBezTo>
                <a:lnTo>
                  <a:pt x="160508" y="106624"/>
                </a:lnTo>
                <a:cubicBezTo>
                  <a:pt x="159906" y="104975"/>
                  <a:pt x="159341" y="103479"/>
                  <a:pt x="158828" y="102139"/>
                </a:cubicBezTo>
                <a:cubicBezTo>
                  <a:pt x="158314" y="100798"/>
                  <a:pt x="157854" y="99405"/>
                  <a:pt x="157442" y="97975"/>
                </a:cubicBezTo>
                <a:cubicBezTo>
                  <a:pt x="153544" y="97150"/>
                  <a:pt x="149132" y="96738"/>
                  <a:pt x="144219" y="96738"/>
                </a:cubicBezTo>
                <a:cubicBezTo>
                  <a:pt x="134986" y="96738"/>
                  <a:pt x="126280" y="98491"/>
                  <a:pt x="118080" y="101984"/>
                </a:cubicBezTo>
                <a:cubicBezTo>
                  <a:pt x="109878" y="105491"/>
                  <a:pt x="102704" y="110336"/>
                  <a:pt x="96555" y="116510"/>
                </a:cubicBezTo>
                <a:cubicBezTo>
                  <a:pt x="90403" y="122697"/>
                  <a:pt x="85586" y="129903"/>
                  <a:pt x="82101" y="138140"/>
                </a:cubicBezTo>
                <a:cubicBezTo>
                  <a:pt x="78617" y="146389"/>
                  <a:pt x="76875" y="155142"/>
                  <a:pt x="76875" y="164410"/>
                </a:cubicBezTo>
                <a:cubicBezTo>
                  <a:pt x="76875" y="173690"/>
                  <a:pt x="78617" y="182442"/>
                  <a:pt x="82103" y="190685"/>
                </a:cubicBezTo>
                <a:cubicBezTo>
                  <a:pt x="85586" y="198924"/>
                  <a:pt x="90404" y="206136"/>
                  <a:pt x="96555" y="212317"/>
                </a:cubicBezTo>
                <a:cubicBezTo>
                  <a:pt x="102704" y="218498"/>
                  <a:pt x="109880" y="223390"/>
                  <a:pt x="118080" y="226996"/>
                </a:cubicBezTo>
                <a:cubicBezTo>
                  <a:pt x="126280" y="230601"/>
                  <a:pt x="134986" y="232404"/>
                  <a:pt x="144221" y="232404"/>
                </a:cubicBezTo>
                <a:moveTo>
                  <a:pt x="231240" y="116820"/>
                </a:moveTo>
                <a:cubicBezTo>
                  <a:pt x="236576" y="116820"/>
                  <a:pt x="241590" y="115789"/>
                  <a:pt x="246309" y="113727"/>
                </a:cubicBezTo>
                <a:cubicBezTo>
                  <a:pt x="251017" y="111665"/>
                  <a:pt x="255172" y="108893"/>
                  <a:pt x="258763" y="105387"/>
                </a:cubicBezTo>
                <a:cubicBezTo>
                  <a:pt x="262355" y="101880"/>
                  <a:pt x="265163" y="97718"/>
                  <a:pt x="267215" y="92871"/>
                </a:cubicBezTo>
                <a:cubicBezTo>
                  <a:pt x="269267" y="88024"/>
                  <a:pt x="270293" y="82932"/>
                  <a:pt x="270293" y="77571"/>
                </a:cubicBezTo>
                <a:cubicBezTo>
                  <a:pt x="270293" y="72221"/>
                  <a:pt x="269267" y="67169"/>
                  <a:pt x="267215" y="62425"/>
                </a:cubicBezTo>
                <a:cubicBezTo>
                  <a:pt x="265163" y="57694"/>
                  <a:pt x="262355" y="53569"/>
                  <a:pt x="258763" y="50064"/>
                </a:cubicBezTo>
                <a:cubicBezTo>
                  <a:pt x="255172" y="46570"/>
                  <a:pt x="251017" y="43787"/>
                  <a:pt x="246309" y="41724"/>
                </a:cubicBezTo>
                <a:cubicBezTo>
                  <a:pt x="241590" y="39662"/>
                  <a:pt x="236576" y="38630"/>
                  <a:pt x="231240" y="38630"/>
                </a:cubicBezTo>
                <a:cubicBezTo>
                  <a:pt x="225905" y="38630"/>
                  <a:pt x="220838" y="39662"/>
                  <a:pt x="216016" y="41724"/>
                </a:cubicBezTo>
                <a:cubicBezTo>
                  <a:pt x="211207" y="43787"/>
                  <a:pt x="207051" y="46570"/>
                  <a:pt x="203563" y="50064"/>
                </a:cubicBezTo>
                <a:cubicBezTo>
                  <a:pt x="200074" y="53569"/>
                  <a:pt x="197316" y="57694"/>
                  <a:pt x="195264" y="62425"/>
                </a:cubicBezTo>
                <a:cubicBezTo>
                  <a:pt x="193212" y="67169"/>
                  <a:pt x="192186" y="72221"/>
                  <a:pt x="192186" y="77571"/>
                </a:cubicBezTo>
                <a:cubicBezTo>
                  <a:pt x="192187" y="82932"/>
                  <a:pt x="193212" y="88024"/>
                  <a:pt x="195264" y="92871"/>
                </a:cubicBezTo>
                <a:cubicBezTo>
                  <a:pt x="197316" y="97718"/>
                  <a:pt x="200075" y="101880"/>
                  <a:pt x="203563" y="105387"/>
                </a:cubicBezTo>
                <a:cubicBezTo>
                  <a:pt x="207051" y="108893"/>
                  <a:pt x="211207" y="111665"/>
                  <a:pt x="216016" y="113727"/>
                </a:cubicBezTo>
                <a:cubicBezTo>
                  <a:pt x="220838" y="115789"/>
                  <a:pt x="225905" y="116820"/>
                  <a:pt x="231240" y="116820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text-131 Abnormal">
            <a:extLst xmlns:a="http://schemas.openxmlformats.org/drawingml/2006/main">
              <a:ext uri="{FF2B5EF4-FFF2-40B4-BE49-F238E27FC236}">
                <a16:creationId xmlns:a16="http://schemas.microsoft.com/office/drawing/2014/main" id="{6B16AAE2-7524-4237-B5A1-1977E81C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4166" y="897159"/>
            <a:ext cx="772068" cy="255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174" name="text-132 Frame">
            <a:extLst xmlns:a="http://schemas.openxmlformats.org/drawingml/2006/main">
              <a:ext uri="{FF2B5EF4-FFF2-40B4-BE49-F238E27FC236}">
                <a16:creationId xmlns:a16="http://schemas.microsoft.com/office/drawing/2014/main" id="{6015978B-8FBD-4B4D-B568-9EDEFBA7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8675" y="897832"/>
            <a:ext cx="496768" cy="254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Frame</a:t>
            </a:r>
          </a:p>
        </p:txBody>
      </p:sp>
      <p:sp>
        <p:nvSpPr>
          <p:cNvPr id="175" name="path-133">
            <a:extLst xmlns:a="http://schemas.openxmlformats.org/drawingml/2006/main">
              <a:ext uri="{FF2B5EF4-FFF2-40B4-BE49-F238E27FC236}">
                <a16:creationId xmlns:a16="http://schemas.microsoft.com/office/drawing/2014/main" id="{793E5F22-CC02-412F-AC30-FFFC67EA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6305" y="1485876"/>
            <a:ext cx="325836" cy="191"/>
          </a:xfrm>
          <a:custGeom xmlns:a="http://schemas.openxmlformats.org/drawingml/2006/main">
            <a:pathLst>
              <a:path w="325836" h="191">
                <a:moveTo>
                  <a:pt x="0" y="0"/>
                </a:moveTo>
                <a:lnTo>
                  <a:pt x="325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604">
            <a:solidFill>
              <a:srgbClr val="F96808"/>
            </a:solidFill>
            <a:prstDash val="solid"/>
          </a:ln>
        </p:spPr>
      </p:sp>
      <p:sp>
        <p:nvSpPr>
          <p:cNvPr id="176" name="text-134 Abnormal">
            <a:extLst xmlns:a="http://schemas.openxmlformats.org/drawingml/2006/main">
              <a:ext uri="{FF2B5EF4-FFF2-40B4-BE49-F238E27FC236}">
                <a16:creationId xmlns:a16="http://schemas.microsoft.com/office/drawing/2014/main" id="{D0AAC62E-9F56-4A52-8059-29542702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4567" y="1362863"/>
            <a:ext cx="772068" cy="255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177" name="text-135 Fragment">
            <a:extLst xmlns:a="http://schemas.openxmlformats.org/drawingml/2006/main">
              <a:ext uri="{FF2B5EF4-FFF2-40B4-BE49-F238E27FC236}">
                <a16:creationId xmlns:a16="http://schemas.microsoft.com/office/drawing/2014/main" id="{2B33FC9E-0BB7-4343-B231-A5A87883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076" y="1362749"/>
            <a:ext cx="732046" cy="255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Fragment</a:t>
            </a:r>
          </a:p>
        </p:txBody>
      </p:sp>
      <p:sp>
        <p:nvSpPr>
          <p:cNvPr id="178" name="path-136">
            <a:extLst xmlns:a="http://schemas.openxmlformats.org/drawingml/2006/main">
              <a:ext uri="{FF2B5EF4-FFF2-40B4-BE49-F238E27FC236}">
                <a16:creationId xmlns:a16="http://schemas.microsoft.com/office/drawing/2014/main" id="{E9ED1A43-6CAA-413C-8905-C117E354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919" y="1424146"/>
            <a:ext cx="606353" cy="334433"/>
          </a:xfrm>
          <a:custGeom xmlns:a="http://schemas.openxmlformats.org/drawingml/2006/main">
            <a:pathLst>
              <a:path w="606353" h="334433">
                <a:moveTo>
                  <a:pt x="0" y="0"/>
                </a:moveTo>
                <a:lnTo>
                  <a:pt x="606353" y="0"/>
                </a:lnTo>
                <a:lnTo>
                  <a:pt x="606353" y="334433"/>
                </a:lnTo>
                <a:lnTo>
                  <a:pt x="0" y="3344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solid"/>
          </a:ln>
        </p:spPr>
      </p:sp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EEAE5F4-7BBF-49CB-A892-4A52DC8F35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926cbfee342ea"/>
          <a:stretch xmlns:a="http://schemas.openxmlformats.org/drawingml/2006/main"/>
        </p:blipFill>
        <p:spPr>
          <a:xfrm xmlns:a="http://schemas.openxmlformats.org/drawingml/2006/main">
            <a:off x="3667125" y="409575"/>
            <a:ext cx="2438400" cy="1362075"/>
          </a:xfrm>
          <a:prstGeom xmlns:a="http://schemas.openxmlformats.org/drawingml/2006/main" prst="rect">
            <a:avLst/>
          </a:prstGeom>
        </p:spPr>
      </p:pic>
      <p:sp>
        <p:nvSpPr>
          <p:cNvPr id="180" name="path-138">
            <a:extLst xmlns:a="http://schemas.openxmlformats.org/drawingml/2006/main">
              <a:ext uri="{FF2B5EF4-FFF2-40B4-BE49-F238E27FC236}">
                <a16:creationId xmlns:a16="http://schemas.microsoft.com/office/drawing/2014/main" id="{226EA4CA-CADD-46CA-BC7E-66ECC214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669" y="398971"/>
            <a:ext cx="2462919" cy="1390861"/>
          </a:xfrm>
          <a:custGeom xmlns:a="http://schemas.openxmlformats.org/drawingml/2006/main">
            <a:pathLst>
              <a:path w="2462919" h="1390861">
                <a:moveTo>
                  <a:pt x="0" y="0"/>
                </a:moveTo>
                <a:lnTo>
                  <a:pt x="2462919" y="0"/>
                </a:lnTo>
                <a:lnTo>
                  <a:pt x="2462919" y="1390861"/>
                </a:lnTo>
                <a:lnTo>
                  <a:pt x="0" y="13908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solid"/>
          </a:ln>
        </p:spPr>
      </p:sp>
      <p:sp>
        <p:nvSpPr>
          <p:cNvPr id="181" name="path-139">
            <a:extLst xmlns:a="http://schemas.openxmlformats.org/drawingml/2006/main">
              <a:ext uri="{FF2B5EF4-FFF2-40B4-BE49-F238E27FC236}">
                <a16:creationId xmlns:a16="http://schemas.microsoft.com/office/drawing/2014/main" id="{E0730010-7E04-4994-99F5-DCFD7040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584" y="388032"/>
            <a:ext cx="506857" cy="1034943"/>
          </a:xfrm>
          <a:custGeom xmlns:a="http://schemas.openxmlformats.org/drawingml/2006/main">
            <a:pathLst>
              <a:path w="506857" h="1034943">
                <a:moveTo>
                  <a:pt x="0" y="1034943"/>
                </a:moveTo>
                <a:lnTo>
                  <a:pt x="5068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dash"/>
          </a:ln>
        </p:spPr>
      </p:sp>
      <p:sp>
        <p:nvSpPr>
          <p:cNvPr id="182" name="path-140">
            <a:extLst xmlns:a="http://schemas.openxmlformats.org/drawingml/2006/main">
              <a:ext uri="{FF2B5EF4-FFF2-40B4-BE49-F238E27FC236}">
                <a16:creationId xmlns:a16="http://schemas.microsoft.com/office/drawing/2014/main" id="{AF2536BD-8010-4480-B801-CD50E7D1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584" y="1758579"/>
            <a:ext cx="520662" cy="11720"/>
          </a:xfrm>
          <a:custGeom xmlns:a="http://schemas.openxmlformats.org/drawingml/2006/main">
            <a:pathLst>
              <a:path w="520662" h="11720">
                <a:moveTo>
                  <a:pt x="0" y="0"/>
                </a:moveTo>
                <a:lnTo>
                  <a:pt x="520662" y="11720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dash"/>
          </a:ln>
        </p:spPr>
      </p:sp>
      <p:sp>
        <p:nvSpPr>
          <p:cNvPr id="183" name="path-141">
            <a:extLst xmlns:a="http://schemas.openxmlformats.org/drawingml/2006/main">
              <a:ext uri="{FF2B5EF4-FFF2-40B4-BE49-F238E27FC236}">
                <a16:creationId xmlns:a16="http://schemas.microsoft.com/office/drawing/2014/main" id="{61B53F55-6765-41AD-8949-EEDACA20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90" y="6432814"/>
            <a:ext cx="7124652" cy="6466727"/>
          </a:xfrm>
          <a:custGeom xmlns:a="http://schemas.openxmlformats.org/drawingml/2006/main">
            <a:pathLst>
              <a:path w="7124652" h="6466727">
                <a:moveTo>
                  <a:pt x="0" y="510762"/>
                </a:moveTo>
                <a:cubicBezTo>
                  <a:pt x="0" y="228684"/>
                  <a:pt x="228684" y="0"/>
                  <a:pt x="510762" y="0"/>
                </a:cubicBezTo>
                <a:lnTo>
                  <a:pt x="6613888" y="0"/>
                </a:lnTo>
                <a:cubicBezTo>
                  <a:pt x="6895967" y="0"/>
                  <a:pt x="7124652" y="228684"/>
                  <a:pt x="7124652" y="510762"/>
                </a:cubicBezTo>
                <a:lnTo>
                  <a:pt x="7124652" y="5955991"/>
                </a:lnTo>
                <a:cubicBezTo>
                  <a:pt x="7124652" y="6238055"/>
                  <a:pt x="6895967" y="6466727"/>
                  <a:pt x="6613888" y="6466727"/>
                </a:cubicBezTo>
                <a:lnTo>
                  <a:pt x="510762" y="6466727"/>
                </a:lnTo>
                <a:cubicBezTo>
                  <a:pt x="228684" y="6466727"/>
                  <a:pt x="0" y="6238055"/>
                  <a:pt x="0" y="5955991"/>
                </a:cubicBezTo>
                <a:lnTo>
                  <a:pt x="0" y="510762"/>
                </a:lnTo>
              </a:path>
            </a:pathLst>
          </a:custGeom>
          <a:solidFill xmlns:a="http://schemas.openxmlformats.org/drawingml/2006/main">
            <a:srgbClr val="F2F8F3"/>
          </a:solidFill>
          <a:ln xmlns:a="http://schemas.openxmlformats.org/drawingml/2006/main" w="39069">
            <a:solidFill>
              <a:srgbClr val="476F59"/>
            </a:solidFill>
            <a:prstDash val="solid"/>
          </a:ln>
        </p:spPr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F8221A5-47F5-44B9-A96C-49B5DA7D7D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d2a7212294471"/>
          <a:stretch xmlns:a="http://schemas.openxmlformats.org/drawingml/2006/main"/>
        </p:blipFill>
        <p:spPr>
          <a:xfrm xmlns:a="http://schemas.openxmlformats.org/drawingml/2006/main">
            <a:off x="8372033" y="7014944"/>
            <a:ext cx="2892812" cy="2892812"/>
          </a:xfrm>
          <a:prstGeom xmlns:a="http://schemas.openxmlformats.org/drawingml/2006/main" prst="rect">
            <a:avLst/>
          </a:prstGeom>
        </p:spPr>
      </p:pic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33FA045-7490-4451-85B6-B1564D7AA6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91d076d314a90"/>
          <a:stretch xmlns:a="http://schemas.openxmlformats.org/drawingml/2006/main"/>
        </p:blipFill>
        <p:spPr>
          <a:xfrm xmlns:a="http://schemas.openxmlformats.org/drawingml/2006/main">
            <a:off x="8591550" y="7239000"/>
            <a:ext cx="2266950" cy="2257425"/>
          </a:xfrm>
          <a:prstGeom xmlns:a="http://schemas.openxmlformats.org/drawingml/2006/main" prst="rect">
            <a:avLst/>
          </a:prstGeom>
        </p:spPr>
      </p:pic>
      <p:sp>
        <p:nvSpPr>
          <p:cNvPr id="186" name="path-144">
            <a:extLst xmlns:a="http://schemas.openxmlformats.org/drawingml/2006/main">
              <a:ext uri="{FF2B5EF4-FFF2-40B4-BE49-F238E27FC236}">
                <a16:creationId xmlns:a16="http://schemas.microsoft.com/office/drawing/2014/main" id="{75CCA921-0674-4E63-A37E-E1B234F7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078" y="7229954"/>
            <a:ext cx="2292187" cy="2278123"/>
          </a:xfrm>
          <a:custGeom xmlns:a="http://schemas.openxmlformats.org/drawingml/2006/main">
            <a:pathLst>
              <a:path w="2292187" h="2278123">
                <a:moveTo>
                  <a:pt x="0" y="0"/>
                </a:moveTo>
                <a:lnTo>
                  <a:pt x="2292187" y="0"/>
                </a:lnTo>
                <a:lnTo>
                  <a:pt x="2292187" y="2278123"/>
                </a:lnTo>
                <a:lnTo>
                  <a:pt x="0" y="22781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302">
            <a:solidFill>
              <a:srgbClr val="3CAE73"/>
            </a:solidFill>
            <a:prstDash val="solid"/>
          </a:ln>
        </p:spPr>
      </p:sp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FF47F4E-50B9-44D9-95E5-0ECB08EA6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7bb439bf0423d"/>
          <a:stretch xmlns:a="http://schemas.openxmlformats.org/drawingml/2006/main"/>
        </p:blipFill>
        <p:spPr>
          <a:xfrm xmlns:a="http://schemas.openxmlformats.org/drawingml/2006/main">
            <a:off x="11923421" y="7038387"/>
            <a:ext cx="2891248" cy="2891248"/>
          </a:xfrm>
          <a:prstGeom xmlns:a="http://schemas.openxmlformats.org/drawingml/2006/main" prst="rect">
            <a:avLst/>
          </a:prstGeom>
        </p:spPr>
      </p:pic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9EC9603-2CDB-4035-9439-7D0A45DF6F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467042c5844f6"/>
          <a:stretch xmlns:a="http://schemas.openxmlformats.org/drawingml/2006/main"/>
        </p:blipFill>
        <p:spPr>
          <a:xfrm xmlns:a="http://schemas.openxmlformats.org/drawingml/2006/main">
            <a:off x="12144375" y="7267575"/>
            <a:ext cx="2266950" cy="2247900"/>
          </a:xfrm>
          <a:prstGeom xmlns:a="http://schemas.openxmlformats.org/drawingml/2006/main" prst="rect">
            <a:avLst/>
          </a:prstGeom>
        </p:spPr>
      </p:pic>
      <p:sp>
        <p:nvSpPr>
          <p:cNvPr id="189" name="path-147">
            <a:extLst xmlns:a="http://schemas.openxmlformats.org/drawingml/2006/main">
              <a:ext uri="{FF2B5EF4-FFF2-40B4-BE49-F238E27FC236}">
                <a16:creationId xmlns:a16="http://schemas.microsoft.com/office/drawing/2014/main" id="{3E4E793F-D471-4D03-B295-9105E3A1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0684" y="7253394"/>
            <a:ext cx="2292187" cy="2276562"/>
          </a:xfrm>
          <a:custGeom xmlns:a="http://schemas.openxmlformats.org/drawingml/2006/main">
            <a:pathLst>
              <a:path w="2292187" h="2276562">
                <a:moveTo>
                  <a:pt x="0" y="0"/>
                </a:moveTo>
                <a:lnTo>
                  <a:pt x="2292187" y="0"/>
                </a:lnTo>
                <a:lnTo>
                  <a:pt x="2292187" y="2276562"/>
                </a:lnTo>
                <a:lnTo>
                  <a:pt x="0" y="2276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302">
            <a:solidFill>
              <a:srgbClr val="3CAE73"/>
            </a:solidFill>
            <a:prstDash val="solid"/>
          </a:ln>
        </p:spPr>
      </p:sp>
      <p:sp>
        <p:nvSpPr>
          <p:cNvPr id="190" name="path-148">
            <a:extLst xmlns:a="http://schemas.openxmlformats.org/drawingml/2006/main">
              <a:ext uri="{FF2B5EF4-FFF2-40B4-BE49-F238E27FC236}">
                <a16:creationId xmlns:a16="http://schemas.microsoft.com/office/drawing/2014/main" id="{F80DC3A3-29D1-4DB5-A29F-4FF9567D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123" y="9778697"/>
            <a:ext cx="3181791" cy="2880179"/>
          </a:xfrm>
          <a:custGeom xmlns:a="http://schemas.openxmlformats.org/drawingml/2006/main">
            <a:pathLst>
              <a:path w="3181791" h="2880179">
                <a:moveTo>
                  <a:pt x="0" y="227512"/>
                </a:moveTo>
                <a:cubicBezTo>
                  <a:pt x="0" y="101840"/>
                  <a:pt x="101840" y="0"/>
                  <a:pt x="227512" y="0"/>
                </a:cubicBezTo>
                <a:lnTo>
                  <a:pt x="2954279" y="0"/>
                </a:lnTo>
                <a:cubicBezTo>
                  <a:pt x="3079952" y="0"/>
                  <a:pt x="3181791" y="101840"/>
                  <a:pt x="3181791" y="227512"/>
                </a:cubicBezTo>
                <a:lnTo>
                  <a:pt x="3181791" y="2652704"/>
                </a:lnTo>
                <a:cubicBezTo>
                  <a:pt x="3181791" y="2778339"/>
                  <a:pt x="3079952" y="2880179"/>
                  <a:pt x="2954279" y="2880179"/>
                </a:cubicBezTo>
                <a:lnTo>
                  <a:pt x="227512" y="2880179"/>
                </a:lnTo>
                <a:cubicBezTo>
                  <a:pt x="101840" y="2880179"/>
                  <a:pt x="0" y="2778339"/>
                  <a:pt x="0" y="2652704"/>
                </a:cubicBezTo>
                <a:lnTo>
                  <a:pt x="0" y="2275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469D89"/>
            </a:solidFill>
            <a:prstDash val="solid"/>
          </a:ln>
        </p:spPr>
      </p:sp>
      <p:sp>
        <p:nvSpPr>
          <p:cNvPr id="191" name="text-149 Texture">
            <a:extLst xmlns:a="http://schemas.openxmlformats.org/drawingml/2006/main">
              <a:ext uri="{FF2B5EF4-FFF2-40B4-BE49-F238E27FC236}">
                <a16:creationId xmlns:a16="http://schemas.microsoft.com/office/drawing/2014/main" id="{1964B3BF-30E1-491A-9DED-BA0624B3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9837743"/>
            <a:ext cx="1122166" cy="390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4AD66D"/>
                </a:solidFill>
                <a:latin typeface="Consolas"/>
                <a:ea typeface="Consolas"/>
                <a:cs typeface="Consolas"/>
              </a:rPr>
              <a:t>Texture</a:t>
            </a:r>
          </a:p>
        </p:txBody>
      </p:sp>
      <p:sp>
        <p:nvSpPr>
          <p:cNvPr id="192" name="text-149 Abnormal">
            <a:extLst xmlns:a="http://schemas.openxmlformats.org/drawingml/2006/main">
              <a:ext uri="{FF2B5EF4-FFF2-40B4-BE49-F238E27FC236}">
                <a16:creationId xmlns:a16="http://schemas.microsoft.com/office/drawing/2014/main" id="{AA7C6F6E-CE9C-4D2F-813F-FA918FE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4637" y="9837725"/>
            <a:ext cx="1275320" cy="390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4AD66D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193" name="text-150 The">
            <a:extLst xmlns:a="http://schemas.openxmlformats.org/drawingml/2006/main">
              <a:ext uri="{FF2B5EF4-FFF2-40B4-BE49-F238E27FC236}">
                <a16:creationId xmlns:a16="http://schemas.microsoft.com/office/drawing/2014/main" id="{D2972E2B-37C5-4158-9D37-9CC6BB36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0252038"/>
            <a:ext cx="395544" cy="291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94" name="text-150 texture">
            <a:extLst xmlns:a="http://schemas.openxmlformats.org/drawingml/2006/main">
              <a:ext uri="{FF2B5EF4-FFF2-40B4-BE49-F238E27FC236}">
                <a16:creationId xmlns:a16="http://schemas.microsoft.com/office/drawing/2014/main" id="{6739A049-620E-4669-AB0A-29CCC259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8145" y="10252200"/>
            <a:ext cx="672161" cy="290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195" name="text-150 characteristics">
            <a:extLst xmlns:a="http://schemas.openxmlformats.org/drawingml/2006/main">
              <a:ext uri="{FF2B5EF4-FFF2-40B4-BE49-F238E27FC236}">
                <a16:creationId xmlns:a16="http://schemas.microsoft.com/office/drawing/2014/main" id="{8E3D06E9-B098-4B05-AD03-75BCF08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3398" y="10251538"/>
            <a:ext cx="1368777" cy="29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characteristics</a:t>
            </a:r>
          </a:p>
        </p:txBody>
      </p:sp>
      <p:sp>
        <p:nvSpPr>
          <p:cNvPr id="196" name="text-150 of">
            <a:extLst xmlns:a="http://schemas.openxmlformats.org/drawingml/2006/main">
              <a:ext uri="{FF2B5EF4-FFF2-40B4-BE49-F238E27FC236}">
                <a16:creationId xmlns:a16="http://schemas.microsoft.com/office/drawing/2014/main" id="{EA8A6F93-8DD4-4A6D-B59E-B92C83A4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3067" y="10251980"/>
            <a:ext cx="210777" cy="29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97" name="text-151 the">
            <a:extLst xmlns:a="http://schemas.openxmlformats.org/drawingml/2006/main">
              <a:ext uri="{FF2B5EF4-FFF2-40B4-BE49-F238E27FC236}">
                <a16:creationId xmlns:a16="http://schemas.microsoft.com/office/drawing/2014/main" id="{E557C236-C0C2-47BF-9D5E-8654C336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0502046"/>
            <a:ext cx="326337" cy="2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98" name="text-151 stool">
            <a:extLst xmlns:a="http://schemas.openxmlformats.org/drawingml/2006/main">
              <a:ext uri="{FF2B5EF4-FFF2-40B4-BE49-F238E27FC236}">
                <a16:creationId xmlns:a16="http://schemas.microsoft.com/office/drawing/2014/main" id="{08077A4A-610C-4298-B812-484BFE45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9347" y="10501756"/>
            <a:ext cx="477077" cy="29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</a:t>
            </a:r>
          </a:p>
        </p:txBody>
      </p:sp>
      <p:sp>
        <p:nvSpPr>
          <p:cNvPr id="199" name="text-151 vary">
            <a:extLst xmlns:a="http://schemas.openxmlformats.org/drawingml/2006/main">
              <a:ext uri="{FF2B5EF4-FFF2-40B4-BE49-F238E27FC236}">
                <a16:creationId xmlns:a16="http://schemas.microsoft.com/office/drawing/2014/main" id="{925AC5D3-4A55-4C62-95D0-00523867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7558" y="10501743"/>
            <a:ext cx="430731" cy="291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vary</a:t>
            </a:r>
          </a:p>
        </p:txBody>
      </p:sp>
      <p:sp>
        <p:nvSpPr>
          <p:cNvPr id="200" name="text-151 from">
            <a:extLst xmlns:a="http://schemas.openxmlformats.org/drawingml/2006/main">
              <a:ext uri="{FF2B5EF4-FFF2-40B4-BE49-F238E27FC236}">
                <a16:creationId xmlns:a16="http://schemas.microsoft.com/office/drawing/2014/main" id="{593210DB-6361-4D50-8CF4-B6BBF87B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8798" y="10502066"/>
            <a:ext cx="453119" cy="291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</a:t>
            </a:r>
          </a:p>
        </p:txBody>
      </p:sp>
      <p:sp>
        <p:nvSpPr>
          <p:cNvPr id="201" name="text-151 different">
            <a:extLst xmlns:a="http://schemas.openxmlformats.org/drawingml/2006/main">
              <a:ext uri="{FF2B5EF4-FFF2-40B4-BE49-F238E27FC236}">
                <a16:creationId xmlns:a16="http://schemas.microsoft.com/office/drawing/2014/main" id="{C8C6B0E7-C902-489D-97AF-C431E0CB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5184" y="10501706"/>
            <a:ext cx="785950" cy="291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</a:t>
            </a:r>
          </a:p>
        </p:txBody>
      </p:sp>
      <p:sp>
        <p:nvSpPr>
          <p:cNvPr id="202" name="text-152 angles.">
            <a:extLst xmlns:a="http://schemas.openxmlformats.org/drawingml/2006/main">
              <a:ext uri="{FF2B5EF4-FFF2-40B4-BE49-F238E27FC236}">
                <a16:creationId xmlns:a16="http://schemas.microsoft.com/office/drawing/2014/main" id="{307910FE-DFFC-409F-A29F-EC8BE5F8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0751683"/>
            <a:ext cx="709057" cy="291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angles.</a:t>
            </a:r>
          </a:p>
        </p:txBody>
      </p:sp>
      <p:sp>
        <p:nvSpPr>
          <p:cNvPr id="203" name="text-152 The">
            <a:extLst xmlns:a="http://schemas.openxmlformats.org/drawingml/2006/main">
              <a:ext uri="{FF2B5EF4-FFF2-40B4-BE49-F238E27FC236}">
                <a16:creationId xmlns:a16="http://schemas.microsoft.com/office/drawing/2014/main" id="{5EB21F58-88FD-49CD-831F-961AEC55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5760" y="10752124"/>
            <a:ext cx="395543" cy="29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04" name="text-152 wood">
            <a:extLst xmlns:a="http://schemas.openxmlformats.org/drawingml/2006/main">
              <a:ext uri="{FF2B5EF4-FFF2-40B4-BE49-F238E27FC236}">
                <a16:creationId xmlns:a16="http://schemas.microsoft.com/office/drawing/2014/main" id="{7A1E22F8-30F9-4795-A02E-71E23F89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2912" y="10752853"/>
            <a:ext cx="532383" cy="290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wood</a:t>
            </a:r>
          </a:p>
        </p:txBody>
      </p:sp>
      <p:sp>
        <p:nvSpPr>
          <p:cNvPr id="205" name="text-152 grain">
            <a:extLst xmlns:a="http://schemas.openxmlformats.org/drawingml/2006/main">
              <a:ext uri="{FF2B5EF4-FFF2-40B4-BE49-F238E27FC236}">
                <a16:creationId xmlns:a16="http://schemas.microsoft.com/office/drawing/2014/main" id="{505B6799-EB43-45F6-A286-45DE2E28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7451" y="10752132"/>
            <a:ext cx="499465" cy="29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grain</a:t>
            </a:r>
          </a:p>
        </p:txBody>
      </p:sp>
      <p:sp>
        <p:nvSpPr>
          <p:cNvPr id="206" name="text-152 on">
            <a:extLst xmlns:a="http://schemas.openxmlformats.org/drawingml/2006/main">
              <a:ext uri="{FF2B5EF4-FFF2-40B4-BE49-F238E27FC236}">
                <a16:creationId xmlns:a16="http://schemas.microsoft.com/office/drawing/2014/main" id="{CF601297-167C-42FA-A9FF-CF764E75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7280" y="10751750"/>
            <a:ext cx="269031" cy="29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207" name="text-152 the">
            <a:extLst xmlns:a="http://schemas.openxmlformats.org/drawingml/2006/main">
              <a:ext uri="{FF2B5EF4-FFF2-40B4-BE49-F238E27FC236}">
                <a16:creationId xmlns:a16="http://schemas.microsoft.com/office/drawing/2014/main" id="{85CEE679-83B0-4230-A80E-BA66CB71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8058" y="10752088"/>
            <a:ext cx="326338" cy="291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08" name="text-153 side">
            <a:extLst xmlns:a="http://schemas.openxmlformats.org/drawingml/2006/main">
              <a:ext uri="{FF2B5EF4-FFF2-40B4-BE49-F238E27FC236}">
                <a16:creationId xmlns:a16="http://schemas.microsoft.com/office/drawing/2014/main" id="{A815ECE7-3DDE-4117-B2F8-22F58F08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1001478"/>
            <a:ext cx="419985" cy="292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side</a:t>
            </a:r>
          </a:p>
        </p:txBody>
      </p:sp>
      <p:sp>
        <p:nvSpPr>
          <p:cNvPr id="209" name="text-153 of">
            <a:extLst xmlns:a="http://schemas.openxmlformats.org/drawingml/2006/main">
              <a:ext uri="{FF2B5EF4-FFF2-40B4-BE49-F238E27FC236}">
                <a16:creationId xmlns:a16="http://schemas.microsoft.com/office/drawing/2014/main" id="{36ED1B94-4AE8-47E5-B688-763B42E6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9760" y="11002111"/>
            <a:ext cx="210775" cy="29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10" name="text-153 the">
            <a:extLst xmlns:a="http://schemas.openxmlformats.org/drawingml/2006/main">
              <a:ext uri="{FF2B5EF4-FFF2-40B4-BE49-F238E27FC236}">
                <a16:creationId xmlns:a16="http://schemas.microsoft.com/office/drawing/2014/main" id="{CABBC07F-225B-4A4A-A06C-E3D57726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342" y="11002132"/>
            <a:ext cx="326337" cy="2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11" name="text-153 stool">
            <a:extLst xmlns:a="http://schemas.openxmlformats.org/drawingml/2006/main">
              <a:ext uri="{FF2B5EF4-FFF2-40B4-BE49-F238E27FC236}">
                <a16:creationId xmlns:a16="http://schemas.microsoft.com/office/drawing/2014/main" id="{7C070AB3-4E56-4F98-8AE1-A73966C0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0696" y="11001842"/>
            <a:ext cx="477077" cy="29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</a:t>
            </a:r>
          </a:p>
        </p:txBody>
      </p:sp>
      <p:sp>
        <p:nvSpPr>
          <p:cNvPr id="212" name="text-153 is">
            <a:extLst xmlns:a="http://schemas.openxmlformats.org/drawingml/2006/main">
              <a:ext uri="{FF2B5EF4-FFF2-40B4-BE49-F238E27FC236}">
                <a16:creationId xmlns:a16="http://schemas.microsoft.com/office/drawing/2014/main" id="{79CAEDA2-48E9-4242-95A8-95AC8326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8906" y="11001282"/>
            <a:ext cx="188270" cy="292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213" name="text-153 not">
            <a:extLst xmlns:a="http://schemas.openxmlformats.org/drawingml/2006/main">
              <a:ext uri="{FF2B5EF4-FFF2-40B4-BE49-F238E27FC236}">
                <a16:creationId xmlns:a16="http://schemas.microsoft.com/office/drawing/2014/main" id="{BDC6A32D-B0FF-45D0-B758-0C79F007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6546" y="11002133"/>
            <a:ext cx="326335" cy="29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214" name="text-153 as">
            <a:extLst xmlns:a="http://schemas.openxmlformats.org/drawingml/2006/main">
              <a:ext uri="{FF2B5EF4-FFF2-40B4-BE49-F238E27FC236}">
                <a16:creationId xmlns:a16="http://schemas.microsoft.com/office/drawing/2014/main" id="{9E4A5564-AAB3-4404-A83F-F6874A13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4902" y="11002183"/>
            <a:ext cx="256904" cy="29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</a:t>
            </a:r>
          </a:p>
        </p:txBody>
      </p:sp>
      <p:sp>
        <p:nvSpPr>
          <p:cNvPr id="215" name="text-153 clear">
            <a:extLst xmlns:a="http://schemas.openxmlformats.org/drawingml/2006/main">
              <a:ext uri="{FF2B5EF4-FFF2-40B4-BE49-F238E27FC236}">
                <a16:creationId xmlns:a16="http://schemas.microsoft.com/office/drawing/2014/main" id="{A993C00A-03F0-4832-AE3F-3F0EAC14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2793" y="11001606"/>
            <a:ext cx="489176" cy="291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clear</a:t>
            </a:r>
          </a:p>
        </p:txBody>
      </p:sp>
      <p:sp>
        <p:nvSpPr>
          <p:cNvPr id="216" name="text-154 as">
            <a:extLst xmlns:a="http://schemas.openxmlformats.org/drawingml/2006/main">
              <a:ext uri="{FF2B5EF4-FFF2-40B4-BE49-F238E27FC236}">
                <a16:creationId xmlns:a16="http://schemas.microsoft.com/office/drawing/2014/main" id="{D493C046-70A3-4522-A176-D5151D75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1252226"/>
            <a:ext cx="256904" cy="29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</a:t>
            </a:r>
          </a:p>
        </p:txBody>
      </p:sp>
      <p:sp>
        <p:nvSpPr>
          <p:cNvPr id="217" name="text-154 the">
            <a:extLst xmlns:a="http://schemas.openxmlformats.org/drawingml/2006/main">
              <a:ext uri="{FF2B5EF4-FFF2-40B4-BE49-F238E27FC236}">
                <a16:creationId xmlns:a16="http://schemas.microsoft.com/office/drawing/2014/main" id="{6E4A1E7C-BD51-490F-BF2D-B5D4A62B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8886" y="11252176"/>
            <a:ext cx="326335" cy="29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18" name="text-154 front.">
            <a:extLst xmlns:a="http://schemas.openxmlformats.org/drawingml/2006/main">
              <a:ext uri="{FF2B5EF4-FFF2-40B4-BE49-F238E27FC236}">
                <a16:creationId xmlns:a16="http://schemas.microsoft.com/office/drawing/2014/main" id="{C7A0DC72-3EC3-4006-9ED7-2CCB8E14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7240" y="11252168"/>
            <a:ext cx="511115" cy="291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front.</a:t>
            </a:r>
          </a:p>
        </p:txBody>
      </p:sp>
      <p:sp>
        <p:nvSpPr>
          <p:cNvPr id="219" name="text-154 The">
            <a:extLst xmlns:a="http://schemas.openxmlformats.org/drawingml/2006/main">
              <a:ext uri="{FF2B5EF4-FFF2-40B4-BE49-F238E27FC236}">
                <a16:creationId xmlns:a16="http://schemas.microsoft.com/office/drawing/2014/main" id="{0594AB4F-EB2A-4CAD-B2C5-F3B2D088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8708" y="11252208"/>
            <a:ext cx="395546" cy="29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20" name="text-154 edges">
            <a:extLst xmlns:a="http://schemas.openxmlformats.org/drawingml/2006/main">
              <a:ext uri="{FF2B5EF4-FFF2-40B4-BE49-F238E27FC236}">
                <a16:creationId xmlns:a16="http://schemas.microsoft.com/office/drawing/2014/main" id="{4B5F0649-36C1-46DA-AD7A-68D04A40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5653" y="11252216"/>
            <a:ext cx="603597" cy="291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edges</a:t>
            </a:r>
          </a:p>
        </p:txBody>
      </p:sp>
      <p:sp>
        <p:nvSpPr>
          <p:cNvPr id="221" name="text-154 of">
            <a:extLst xmlns:a="http://schemas.openxmlformats.org/drawingml/2006/main">
              <a:ext uri="{FF2B5EF4-FFF2-40B4-BE49-F238E27FC236}">
                <a16:creationId xmlns:a16="http://schemas.microsoft.com/office/drawing/2014/main" id="{5B89FB45-7C89-4833-AFAB-5C7FCD32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0443" y="11252152"/>
            <a:ext cx="210777" cy="29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22" name="text-154 the">
            <a:extLst xmlns:a="http://schemas.openxmlformats.org/drawingml/2006/main">
              <a:ext uri="{FF2B5EF4-FFF2-40B4-BE49-F238E27FC236}">
                <a16:creationId xmlns:a16="http://schemas.microsoft.com/office/drawing/2014/main" id="{A7743E68-13FB-4F9C-AFA9-24EEC62D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3025" y="11252173"/>
            <a:ext cx="326338" cy="291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23" name="text-155 stool">
            <a:extLst xmlns:a="http://schemas.openxmlformats.org/drawingml/2006/main">
              <a:ext uri="{FF2B5EF4-FFF2-40B4-BE49-F238E27FC236}">
                <a16:creationId xmlns:a16="http://schemas.microsoft.com/office/drawing/2014/main" id="{56AFB065-CE81-4B13-9E39-F21687A3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1501901"/>
            <a:ext cx="477077" cy="29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</a:t>
            </a:r>
          </a:p>
        </p:txBody>
      </p:sp>
      <p:sp>
        <p:nvSpPr>
          <p:cNvPr id="224" name="text-155 texture">
            <a:extLst xmlns:a="http://schemas.openxmlformats.org/drawingml/2006/main">
              <a:ext uri="{FF2B5EF4-FFF2-40B4-BE49-F238E27FC236}">
                <a16:creationId xmlns:a16="http://schemas.microsoft.com/office/drawing/2014/main" id="{086EB98A-15D9-474C-B70A-EBECFEB7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9204" y="11502524"/>
            <a:ext cx="671722" cy="290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225" name="text-155 are">
            <a:extLst xmlns:a="http://schemas.openxmlformats.org/drawingml/2006/main">
              <a:ext uri="{FF2B5EF4-FFF2-40B4-BE49-F238E27FC236}">
                <a16:creationId xmlns:a16="http://schemas.microsoft.com/office/drawing/2014/main" id="{27E0EDF5-F683-436F-80ED-5896ED8E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5912" y="11502258"/>
            <a:ext cx="337759" cy="291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226" name="text-155 not">
            <a:extLst xmlns:a="http://schemas.openxmlformats.org/drawingml/2006/main">
              <a:ext uri="{FF2B5EF4-FFF2-40B4-BE49-F238E27FC236}">
                <a16:creationId xmlns:a16="http://schemas.microsoft.com/office/drawing/2014/main" id="{A760BFC3-7AE8-444E-BAD3-6BF5A6EA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5074" y="11502192"/>
            <a:ext cx="326335" cy="29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227" name="text-155 clear">
            <a:extLst xmlns:a="http://schemas.openxmlformats.org/drawingml/2006/main">
              <a:ext uri="{FF2B5EF4-FFF2-40B4-BE49-F238E27FC236}">
                <a16:creationId xmlns:a16="http://schemas.microsoft.com/office/drawing/2014/main" id="{16A8B52C-6CAF-4D38-A8DB-8C6B82E9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3430" y="11501667"/>
            <a:ext cx="489174" cy="291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clear</a:t>
            </a:r>
          </a:p>
        </p:txBody>
      </p:sp>
      <p:sp>
        <p:nvSpPr>
          <p:cNvPr id="228" name="text-155 and">
            <a:extLst xmlns:a="http://schemas.openxmlformats.org/drawingml/2006/main">
              <a:ext uri="{FF2B5EF4-FFF2-40B4-BE49-F238E27FC236}">
                <a16:creationId xmlns:a16="http://schemas.microsoft.com/office/drawing/2014/main" id="{3C66348E-5C4D-4036-8EF5-9EF5C1D2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2864" y="11502225"/>
            <a:ext cx="384114" cy="29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229" name="text-156 cannot">
            <a:extLst xmlns:a="http://schemas.openxmlformats.org/drawingml/2006/main">
              <a:ext uri="{FF2B5EF4-FFF2-40B4-BE49-F238E27FC236}">
                <a16:creationId xmlns:a16="http://schemas.microsoft.com/office/drawing/2014/main" id="{ECF1D26A-F0D0-4914-81F3-926097EE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1752051"/>
            <a:ext cx="662044" cy="29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cannot</a:t>
            </a:r>
          </a:p>
        </p:txBody>
      </p:sp>
      <p:sp>
        <p:nvSpPr>
          <p:cNvPr id="230" name="text-156 be">
            <a:extLst xmlns:a="http://schemas.openxmlformats.org/drawingml/2006/main">
              <a:ext uri="{FF2B5EF4-FFF2-40B4-BE49-F238E27FC236}">
                <a16:creationId xmlns:a16="http://schemas.microsoft.com/office/drawing/2014/main" id="{5C3B5E4D-541D-4AD4-A8C5-69823504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3359" y="11752268"/>
            <a:ext cx="268549" cy="29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</a:t>
            </a:r>
          </a:p>
        </p:txBody>
      </p:sp>
      <p:sp>
        <p:nvSpPr>
          <p:cNvPr id="231" name="text-156 identified.">
            <a:extLst xmlns:a="http://schemas.openxmlformats.org/drawingml/2006/main">
              <a:ext uri="{FF2B5EF4-FFF2-40B4-BE49-F238E27FC236}">
                <a16:creationId xmlns:a16="http://schemas.microsoft.com/office/drawing/2014/main" id="{F811FEEA-A8CF-4B8C-9B80-16685BF7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4137" y="11751773"/>
            <a:ext cx="929178" cy="291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identified.</a:t>
            </a:r>
          </a:p>
        </p:txBody>
      </p:sp>
      <p:sp>
        <p:nvSpPr>
          <p:cNvPr id="232" name="text-156 There">
            <a:extLst xmlns:a="http://schemas.openxmlformats.org/drawingml/2006/main">
              <a:ext uri="{FF2B5EF4-FFF2-40B4-BE49-F238E27FC236}">
                <a16:creationId xmlns:a16="http://schemas.microsoft.com/office/drawing/2014/main" id="{E424FEFE-D40F-4FC2-AE47-C5D07F3B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9224" y="11752489"/>
            <a:ext cx="579659" cy="290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</a:t>
            </a:r>
          </a:p>
        </p:txBody>
      </p:sp>
      <p:sp>
        <p:nvSpPr>
          <p:cNvPr id="233" name="text-156 are">
            <a:extLst xmlns:a="http://schemas.openxmlformats.org/drawingml/2006/main">
              <a:ext uri="{FF2B5EF4-FFF2-40B4-BE49-F238E27FC236}">
                <a16:creationId xmlns:a16="http://schemas.microsoft.com/office/drawing/2014/main" id="{1B368BB0-C723-4673-9EDE-756A87E2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738" y="11752302"/>
            <a:ext cx="337755" cy="291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234" name="text-157 abnormal">
            <a:extLst xmlns:a="http://schemas.openxmlformats.org/drawingml/2006/main">
              <a:ext uri="{FF2B5EF4-FFF2-40B4-BE49-F238E27FC236}">
                <a16:creationId xmlns:a16="http://schemas.microsoft.com/office/drawing/2014/main" id="{B0514356-5907-4E97-BB63-8E2D9C7D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2002331"/>
            <a:ext cx="903729" cy="29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235" name="text-157 white">
            <a:extLst xmlns:a="http://schemas.openxmlformats.org/drawingml/2006/main">
              <a:ext uri="{FF2B5EF4-FFF2-40B4-BE49-F238E27FC236}">
                <a16:creationId xmlns:a16="http://schemas.microsoft.com/office/drawing/2014/main" id="{4939B044-26DC-45E8-AB5E-1F8BDCBE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7373" y="12002758"/>
            <a:ext cx="521419" cy="29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white</a:t>
            </a:r>
          </a:p>
        </p:txBody>
      </p:sp>
      <p:sp>
        <p:nvSpPr>
          <p:cNvPr id="236" name="text-157 textures">
            <a:extLst xmlns:a="http://schemas.openxmlformats.org/drawingml/2006/main">
              <a:ext uri="{FF2B5EF4-FFF2-40B4-BE49-F238E27FC236}">
                <a16:creationId xmlns:a16="http://schemas.microsoft.com/office/drawing/2014/main" id="{84FB7F31-7431-46F6-BFD6-F22D404A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0687" y="12002457"/>
            <a:ext cx="776087" cy="29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textures</a:t>
            </a:r>
          </a:p>
        </p:txBody>
      </p:sp>
      <p:sp>
        <p:nvSpPr>
          <p:cNvPr id="237" name="text-157 on">
            <a:extLst xmlns:a="http://schemas.openxmlformats.org/drawingml/2006/main">
              <a:ext uri="{FF2B5EF4-FFF2-40B4-BE49-F238E27FC236}">
                <a16:creationId xmlns:a16="http://schemas.microsoft.com/office/drawing/2014/main" id="{7BB28C7E-0242-421C-B2F7-64278748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0695" y="12002312"/>
            <a:ext cx="268548" cy="291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238" name="text-158 the">
            <a:extLst xmlns:a="http://schemas.openxmlformats.org/drawingml/2006/main">
              <a:ext uri="{FF2B5EF4-FFF2-40B4-BE49-F238E27FC236}">
                <a16:creationId xmlns:a16="http://schemas.microsoft.com/office/drawing/2014/main" id="{B30FB562-7F76-45B8-82AB-E77C2860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2252320"/>
            <a:ext cx="326337" cy="2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39" name="text-158 legs">
            <a:extLst xmlns:a="http://schemas.openxmlformats.org/drawingml/2006/main">
              <a:ext uri="{FF2B5EF4-FFF2-40B4-BE49-F238E27FC236}">
                <a16:creationId xmlns:a16="http://schemas.microsoft.com/office/drawing/2014/main" id="{ECB6BE78-2839-48A6-8DE9-820F4776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9347" y="12252007"/>
            <a:ext cx="419300" cy="29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legs</a:t>
            </a:r>
          </a:p>
        </p:txBody>
      </p:sp>
      <p:sp>
        <p:nvSpPr>
          <p:cNvPr id="240" name="text-158 of">
            <a:extLst xmlns:a="http://schemas.openxmlformats.org/drawingml/2006/main">
              <a:ext uri="{FF2B5EF4-FFF2-40B4-BE49-F238E27FC236}">
                <a16:creationId xmlns:a16="http://schemas.microsoft.com/office/drawing/2014/main" id="{902355AE-A299-4440-9508-59761A02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8323" y="12252299"/>
            <a:ext cx="210775" cy="29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41" name="text-158 the">
            <a:extLst xmlns:a="http://schemas.openxmlformats.org/drawingml/2006/main">
              <a:ext uri="{FF2B5EF4-FFF2-40B4-BE49-F238E27FC236}">
                <a16:creationId xmlns:a16="http://schemas.microsoft.com/office/drawing/2014/main" id="{59C1DAAD-C2E4-434F-A0B3-A692D0BD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0905" y="12252321"/>
            <a:ext cx="326335" cy="29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42" name="text-158 stool.">
            <a:extLst xmlns:a="http://schemas.openxmlformats.org/drawingml/2006/main">
              <a:ext uri="{FF2B5EF4-FFF2-40B4-BE49-F238E27FC236}">
                <a16:creationId xmlns:a16="http://schemas.microsoft.com/office/drawing/2014/main" id="{6957CF93-13FD-4C02-9EF7-DFAC1B6F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9259" y="12251700"/>
            <a:ext cx="535750" cy="291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stool.</a:t>
            </a:r>
          </a:p>
        </p:txBody>
      </p:sp>
      <p:sp>
        <p:nvSpPr>
          <p:cNvPr id="243" name="path-159">
            <a:extLst xmlns:a="http://schemas.openxmlformats.org/drawingml/2006/main">
              <a:ext uri="{FF2B5EF4-FFF2-40B4-BE49-F238E27FC236}">
                <a16:creationId xmlns:a16="http://schemas.microsoft.com/office/drawing/2014/main" id="{ACB27BBA-A0E3-4137-8B0C-18BDD43A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542" y="9778697"/>
            <a:ext cx="3181791" cy="2880179"/>
          </a:xfrm>
          <a:custGeom xmlns:a="http://schemas.openxmlformats.org/drawingml/2006/main">
            <a:pathLst>
              <a:path w="3181791" h="2880179">
                <a:moveTo>
                  <a:pt x="0" y="227512"/>
                </a:moveTo>
                <a:cubicBezTo>
                  <a:pt x="0" y="101840"/>
                  <a:pt x="101840" y="0"/>
                  <a:pt x="227512" y="0"/>
                </a:cubicBezTo>
                <a:lnTo>
                  <a:pt x="2954279" y="0"/>
                </a:lnTo>
                <a:cubicBezTo>
                  <a:pt x="3079952" y="0"/>
                  <a:pt x="3181791" y="101840"/>
                  <a:pt x="3181791" y="227512"/>
                </a:cubicBezTo>
                <a:lnTo>
                  <a:pt x="3181791" y="2652704"/>
                </a:lnTo>
                <a:cubicBezTo>
                  <a:pt x="3181791" y="2778339"/>
                  <a:pt x="3079952" y="2880179"/>
                  <a:pt x="2954279" y="2880179"/>
                </a:cubicBezTo>
                <a:lnTo>
                  <a:pt x="227512" y="2880179"/>
                </a:lnTo>
                <a:cubicBezTo>
                  <a:pt x="101840" y="2880179"/>
                  <a:pt x="0" y="2778339"/>
                  <a:pt x="0" y="2652704"/>
                </a:cubicBezTo>
                <a:lnTo>
                  <a:pt x="0" y="2275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469D89"/>
            </a:solidFill>
            <a:prstDash val="solid"/>
          </a:ln>
        </p:spPr>
      </p:sp>
      <p:sp>
        <p:nvSpPr>
          <p:cNvPr id="244" name="text-160 Normal">
            <a:extLst xmlns:a="http://schemas.openxmlformats.org/drawingml/2006/main">
              <a:ext uri="{FF2B5EF4-FFF2-40B4-BE49-F238E27FC236}">
                <a16:creationId xmlns:a16="http://schemas.microsoft.com/office/drawing/2014/main" id="{C1528654-A5C1-47B5-9CB0-BB591F65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9839287"/>
            <a:ext cx="968233" cy="38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2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2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pPr>
            <a:r>
              <a:rPr sz="2192" b="1" i="0">
                <a:solidFill>
                  <a:srgbClr val="4AD66D"/>
                </a:solidFill>
                <a:latin typeface="Consolas"/>
                <a:ea typeface="Consolas"/>
                <a:cs typeface="Consolas"/>
              </a:rPr>
              <a:t>Normal</a:t>
            </a:r>
          </a:p>
        </p:txBody>
      </p:sp>
      <p:sp>
        <p:nvSpPr>
          <p:cNvPr id="245" name="text-160 Abnormal">
            <a:extLst xmlns:a="http://schemas.openxmlformats.org/drawingml/2006/main">
              <a:ext uri="{FF2B5EF4-FFF2-40B4-BE49-F238E27FC236}">
                <a16:creationId xmlns:a16="http://schemas.microsoft.com/office/drawing/2014/main" id="{C632F1B6-F027-495F-BCAC-CF454516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7599" y="9839327"/>
            <a:ext cx="1274094" cy="389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2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2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pPr>
            <a:r>
              <a:rPr sz="2192" b="1" i="0">
                <a:solidFill>
                  <a:srgbClr val="4AD66D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246" name="text-161 There">
            <a:extLst xmlns:a="http://schemas.openxmlformats.org/drawingml/2006/main">
              <a:ext uri="{FF2B5EF4-FFF2-40B4-BE49-F238E27FC236}">
                <a16:creationId xmlns:a16="http://schemas.microsoft.com/office/drawing/2014/main" id="{E8FC5680-D43C-41FC-BB6B-15C25917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0253171"/>
            <a:ext cx="579659" cy="290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</a:t>
            </a:r>
          </a:p>
        </p:txBody>
      </p:sp>
      <p:sp>
        <p:nvSpPr>
          <p:cNvPr id="247" name="text-161 are">
            <a:extLst xmlns:a="http://schemas.openxmlformats.org/drawingml/2006/main">
              <a:ext uri="{FF2B5EF4-FFF2-40B4-BE49-F238E27FC236}">
                <a16:creationId xmlns:a16="http://schemas.microsoft.com/office/drawing/2014/main" id="{C099BAEF-6CD4-4A65-999A-5E0E51BE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9084" y="10252984"/>
            <a:ext cx="337755" cy="291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248" name="text-161 abnormal">
            <a:extLst xmlns:a="http://schemas.openxmlformats.org/drawingml/2006/main">
              <a:ext uri="{FF2B5EF4-FFF2-40B4-BE49-F238E27FC236}">
                <a16:creationId xmlns:a16="http://schemas.microsoft.com/office/drawing/2014/main" id="{D72ECE41-6B69-44B0-8D23-B3BF0FB8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9908" y="10252970"/>
            <a:ext cx="903731" cy="29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249" name="text-161 bumps">
            <a:extLst xmlns:a="http://schemas.openxmlformats.org/drawingml/2006/main">
              <a:ext uri="{FF2B5EF4-FFF2-40B4-BE49-F238E27FC236}">
                <a16:creationId xmlns:a16="http://schemas.microsoft.com/office/drawing/2014/main" id="{98C5288A-325A-43EB-9AD1-2822FA0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4834" y="10252946"/>
            <a:ext cx="661174" cy="291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bumps</a:t>
            </a:r>
          </a:p>
        </p:txBody>
      </p:sp>
      <p:sp>
        <p:nvSpPr>
          <p:cNvPr id="250" name="text-162 and">
            <a:extLst xmlns:a="http://schemas.openxmlformats.org/drawingml/2006/main">
              <a:ext uri="{FF2B5EF4-FFF2-40B4-BE49-F238E27FC236}">
                <a16:creationId xmlns:a16="http://schemas.microsoft.com/office/drawing/2014/main" id="{94A92148-CAFB-4BF3-B088-0572E954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0502992"/>
            <a:ext cx="384114" cy="29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251" name="text-162 bulges">
            <a:extLst xmlns:a="http://schemas.openxmlformats.org/drawingml/2006/main">
              <a:ext uri="{FF2B5EF4-FFF2-40B4-BE49-F238E27FC236}">
                <a16:creationId xmlns:a16="http://schemas.microsoft.com/office/drawing/2014/main" id="{46A9A7AA-DBBF-4961-8AB5-D5CB1576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2043" y="10502668"/>
            <a:ext cx="650840" cy="29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bulges</a:t>
            </a:r>
          </a:p>
        </p:txBody>
      </p:sp>
      <p:sp>
        <p:nvSpPr>
          <p:cNvPr id="252" name="text-162 on">
            <a:extLst xmlns:a="http://schemas.openxmlformats.org/drawingml/2006/main">
              <a:ext uri="{FF2B5EF4-FFF2-40B4-BE49-F238E27FC236}">
                <a16:creationId xmlns:a16="http://schemas.microsoft.com/office/drawing/2014/main" id="{7E27E520-B744-49CF-AAB8-1BD0148F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4016" y="10502992"/>
            <a:ext cx="268549" cy="29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253" name="text-162 the">
            <a:extLst xmlns:a="http://schemas.openxmlformats.org/drawingml/2006/main">
              <a:ext uri="{FF2B5EF4-FFF2-40B4-BE49-F238E27FC236}">
                <a16:creationId xmlns:a16="http://schemas.microsoft.com/office/drawing/2014/main" id="{95A34507-A5B2-475D-9B06-3DAC23F7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62926" y="10502960"/>
            <a:ext cx="326335" cy="29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54" name="text-162 stool's">
            <a:extLst xmlns:a="http://schemas.openxmlformats.org/drawingml/2006/main">
              <a:ext uri="{FF2B5EF4-FFF2-40B4-BE49-F238E27FC236}">
                <a16:creationId xmlns:a16="http://schemas.microsoft.com/office/drawing/2014/main" id="{1457C1BD-6971-4782-B95C-A44C1E50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1487" y="10502691"/>
            <a:ext cx="620903" cy="291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stool's</a:t>
            </a:r>
          </a:p>
        </p:txBody>
      </p:sp>
      <p:sp>
        <p:nvSpPr>
          <p:cNvPr id="255" name="text-163 geometric">
            <a:extLst xmlns:a="http://schemas.openxmlformats.org/drawingml/2006/main">
              <a:ext uri="{FF2B5EF4-FFF2-40B4-BE49-F238E27FC236}">
                <a16:creationId xmlns:a16="http://schemas.microsoft.com/office/drawing/2014/main" id="{BB177E8A-4243-4452-A39D-D84BAF3C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0752932"/>
            <a:ext cx="950308" cy="291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geometric</a:t>
            </a:r>
          </a:p>
        </p:txBody>
      </p:sp>
      <p:sp>
        <p:nvSpPr>
          <p:cNvPr id="256" name="text-163 surface,">
            <a:extLst xmlns:a="http://schemas.openxmlformats.org/drawingml/2006/main">
              <a:ext uri="{FF2B5EF4-FFF2-40B4-BE49-F238E27FC236}">
                <a16:creationId xmlns:a16="http://schemas.microsoft.com/office/drawing/2014/main" id="{B1E2A21E-785F-4E95-85C8-CBF363CB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0507" y="10752830"/>
            <a:ext cx="777398" cy="291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surface,</a:t>
            </a:r>
          </a:p>
        </p:txBody>
      </p:sp>
      <p:sp>
        <p:nvSpPr>
          <p:cNvPr id="257" name="text-163 and">
            <a:extLst xmlns:a="http://schemas.openxmlformats.org/drawingml/2006/main">
              <a:ext uri="{FF2B5EF4-FFF2-40B4-BE49-F238E27FC236}">
                <a16:creationId xmlns:a16="http://schemas.microsoft.com/office/drawing/2014/main" id="{06B416F4-8B0B-4233-9FEE-29C4CD81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0099" y="10753036"/>
            <a:ext cx="384112" cy="291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258" name="text-163 the">
            <a:extLst xmlns:a="http://schemas.openxmlformats.org/drawingml/2006/main">
              <a:ext uri="{FF2B5EF4-FFF2-40B4-BE49-F238E27FC236}">
                <a16:creationId xmlns:a16="http://schemas.microsoft.com/office/drawing/2014/main" id="{43C37CBD-CFF9-4E60-8000-A43FAFFB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6234" y="10753001"/>
            <a:ext cx="326337" cy="2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59" name="text-164 geometric">
            <a:extLst xmlns:a="http://schemas.openxmlformats.org/drawingml/2006/main">
              <a:ext uri="{FF2B5EF4-FFF2-40B4-BE49-F238E27FC236}">
                <a16:creationId xmlns:a16="http://schemas.microsoft.com/office/drawing/2014/main" id="{08B09B92-565B-4CC7-AF35-46682C26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1002974"/>
            <a:ext cx="950308" cy="291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geometric</a:t>
            </a:r>
          </a:p>
        </p:txBody>
      </p:sp>
      <p:sp>
        <p:nvSpPr>
          <p:cNvPr id="260" name="text-164 shapes">
            <a:extLst xmlns:a="http://schemas.openxmlformats.org/drawingml/2006/main">
              <a:ext uri="{FF2B5EF4-FFF2-40B4-BE49-F238E27FC236}">
                <a16:creationId xmlns:a16="http://schemas.microsoft.com/office/drawing/2014/main" id="{926FB926-75CE-4FD4-A34B-8AF6765F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0507" y="11002896"/>
            <a:ext cx="708179" cy="291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shapes</a:t>
            </a:r>
          </a:p>
        </p:txBody>
      </p:sp>
      <p:sp>
        <p:nvSpPr>
          <p:cNvPr id="261" name="text-164 on">
            <a:extLst xmlns:a="http://schemas.openxmlformats.org/drawingml/2006/main">
              <a:ext uri="{FF2B5EF4-FFF2-40B4-BE49-F238E27FC236}">
                <a16:creationId xmlns:a16="http://schemas.microsoft.com/office/drawing/2014/main" id="{5EE8A24B-3D36-4271-BFB6-BE79AE01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9846" y="11003079"/>
            <a:ext cx="268548" cy="291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262" name="text-164 both">
            <a:extLst xmlns:a="http://schemas.openxmlformats.org/drawingml/2006/main">
              <a:ext uri="{FF2B5EF4-FFF2-40B4-BE49-F238E27FC236}">
                <a16:creationId xmlns:a16="http://schemas.microsoft.com/office/drawing/2014/main" id="{8A69F643-FB28-4813-8449-44B47804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8754" y="11003054"/>
            <a:ext cx="441899" cy="29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both</a:t>
            </a:r>
          </a:p>
        </p:txBody>
      </p:sp>
      <p:sp>
        <p:nvSpPr>
          <p:cNvPr id="263" name="text-165 sides">
            <a:extLst xmlns:a="http://schemas.openxmlformats.org/drawingml/2006/main">
              <a:ext uri="{FF2B5EF4-FFF2-40B4-BE49-F238E27FC236}">
                <a16:creationId xmlns:a16="http://schemas.microsoft.com/office/drawing/2014/main" id="{98A05D02-8C32-43E7-BC23-02391BFC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1252426"/>
            <a:ext cx="524226" cy="29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sides</a:t>
            </a:r>
          </a:p>
        </p:txBody>
      </p:sp>
      <p:sp>
        <p:nvSpPr>
          <p:cNvPr id="264" name="text-165 of">
            <a:extLst xmlns:a="http://schemas.openxmlformats.org/drawingml/2006/main">
              <a:ext uri="{FF2B5EF4-FFF2-40B4-BE49-F238E27FC236}">
                <a16:creationId xmlns:a16="http://schemas.microsoft.com/office/drawing/2014/main" id="{2B7B968C-ED06-4F56-A2F8-19EB86C9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0870" y="11252783"/>
            <a:ext cx="211088" cy="291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65" name="text-165 the">
            <a:extLst xmlns:a="http://schemas.openxmlformats.org/drawingml/2006/main">
              <a:ext uri="{FF2B5EF4-FFF2-40B4-BE49-F238E27FC236}">
                <a16:creationId xmlns:a16="http://schemas.microsoft.com/office/drawing/2014/main" id="{BC1AA6A1-3AE0-40E4-A1B7-11993F24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3593" y="11252806"/>
            <a:ext cx="326821" cy="29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66" name="text-165 stool">
            <a:extLst xmlns:a="http://schemas.openxmlformats.org/drawingml/2006/main">
              <a:ext uri="{FF2B5EF4-FFF2-40B4-BE49-F238E27FC236}">
                <a16:creationId xmlns:a16="http://schemas.microsoft.com/office/drawing/2014/main" id="{9E1A7F86-C4CE-4175-8963-FB076853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1843" y="11252586"/>
            <a:ext cx="477569" cy="291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</a:t>
            </a:r>
          </a:p>
        </p:txBody>
      </p:sp>
      <p:sp>
        <p:nvSpPr>
          <p:cNvPr id="267" name="text-165 are">
            <a:extLst xmlns:a="http://schemas.openxmlformats.org/drawingml/2006/main">
              <a:ext uri="{FF2B5EF4-FFF2-40B4-BE49-F238E27FC236}">
                <a16:creationId xmlns:a16="http://schemas.microsoft.com/office/drawing/2014/main" id="{FD63A329-F30B-4FC6-9D55-247C6FA8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9765" y="11252796"/>
            <a:ext cx="338269" cy="291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268" name="text-166 asymmetrical,">
            <a:extLst xmlns:a="http://schemas.openxmlformats.org/drawingml/2006/main">
              <a:ext uri="{FF2B5EF4-FFF2-40B4-BE49-F238E27FC236}">
                <a16:creationId xmlns:a16="http://schemas.microsoft.com/office/drawing/2014/main" id="{1BD536F4-DE89-4FFD-94AD-DDF405AE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1503389"/>
            <a:ext cx="1319649" cy="291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asymmetrical,</a:t>
            </a:r>
          </a:p>
        </p:txBody>
      </p:sp>
      <p:sp>
        <p:nvSpPr>
          <p:cNvPr id="269" name="text-166 which">
            <a:extLst xmlns:a="http://schemas.openxmlformats.org/drawingml/2006/main">
              <a:ext uri="{FF2B5EF4-FFF2-40B4-BE49-F238E27FC236}">
                <a16:creationId xmlns:a16="http://schemas.microsoft.com/office/drawing/2014/main" id="{B312DB29-68AE-4FA5-8B11-15E0E9F4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0475" y="11503664"/>
            <a:ext cx="568231" cy="290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</a:t>
            </a:r>
          </a:p>
        </p:txBody>
      </p:sp>
      <p:sp>
        <p:nvSpPr>
          <p:cNvPr id="270" name="text-166 does">
            <a:extLst xmlns:a="http://schemas.openxmlformats.org/drawingml/2006/main">
              <a:ext uri="{FF2B5EF4-FFF2-40B4-BE49-F238E27FC236}">
                <a16:creationId xmlns:a16="http://schemas.microsoft.com/office/drawing/2014/main" id="{D0CF3110-13A0-4F3D-B234-4B3DBF9C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0554" y="11503483"/>
            <a:ext cx="488034" cy="29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</a:t>
            </a:r>
          </a:p>
        </p:txBody>
      </p:sp>
      <p:sp>
        <p:nvSpPr>
          <p:cNvPr id="271" name="text-166 not">
            <a:extLst xmlns:a="http://schemas.openxmlformats.org/drawingml/2006/main">
              <a:ext uri="{FF2B5EF4-FFF2-40B4-BE49-F238E27FC236}">
                <a16:creationId xmlns:a16="http://schemas.microsoft.com/office/drawing/2014/main" id="{8A65C645-A4E2-4E39-8908-04284868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9783" y="11503442"/>
            <a:ext cx="326335" cy="29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272" name="text-167 conform">
            <a:extLst xmlns:a="http://schemas.openxmlformats.org/drawingml/2006/main">
              <a:ext uri="{FF2B5EF4-FFF2-40B4-BE49-F238E27FC236}">
                <a16:creationId xmlns:a16="http://schemas.microsoft.com/office/drawing/2014/main" id="{61F4C390-606F-4A4C-BB96-D1A5EC42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1753316"/>
            <a:ext cx="788829" cy="291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conform</a:t>
            </a:r>
          </a:p>
        </p:txBody>
      </p:sp>
      <p:sp>
        <p:nvSpPr>
          <p:cNvPr id="273" name="text-167 to">
            <a:extLst xmlns:a="http://schemas.openxmlformats.org/drawingml/2006/main">
              <a:ext uri="{FF2B5EF4-FFF2-40B4-BE49-F238E27FC236}">
                <a16:creationId xmlns:a16="http://schemas.microsoft.com/office/drawing/2014/main" id="{D764CCD8-FDC8-4A6C-BB39-F68DEF5A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9840" y="11753461"/>
            <a:ext cx="210777" cy="29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74" name="text-167 the">
            <a:extLst xmlns:a="http://schemas.openxmlformats.org/drawingml/2006/main">
              <a:ext uri="{FF2B5EF4-FFF2-40B4-BE49-F238E27FC236}">
                <a16:creationId xmlns:a16="http://schemas.microsoft.com/office/drawing/2014/main" id="{7B87DA57-5F67-4363-85E7-930AF3CE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2422" y="11753484"/>
            <a:ext cx="326337" cy="2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75" name="text-167 actual">
            <a:extLst xmlns:a="http://schemas.openxmlformats.org/drawingml/2006/main">
              <a:ext uri="{FF2B5EF4-FFF2-40B4-BE49-F238E27FC236}">
                <a16:creationId xmlns:a16="http://schemas.microsoft.com/office/drawing/2014/main" id="{962D60E0-6C5B-4898-AB91-E21C2267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0776" y="11753297"/>
            <a:ext cx="592625" cy="291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actual</a:t>
            </a:r>
          </a:p>
        </p:txBody>
      </p:sp>
      <p:sp>
        <p:nvSpPr>
          <p:cNvPr id="276" name="text-168 situation">
            <a:extLst xmlns:a="http://schemas.openxmlformats.org/drawingml/2006/main">
              <a:ext uri="{FF2B5EF4-FFF2-40B4-BE49-F238E27FC236}">
                <a16:creationId xmlns:a16="http://schemas.microsoft.com/office/drawing/2014/main" id="{66F0F89F-343B-414B-9A27-209FA282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2002991"/>
            <a:ext cx="813627" cy="29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situation</a:t>
            </a:r>
          </a:p>
        </p:txBody>
      </p:sp>
      <p:sp>
        <p:nvSpPr>
          <p:cNvPr id="277" name="text-168 of">
            <a:extLst xmlns:a="http://schemas.openxmlformats.org/drawingml/2006/main">
              <a:ext uri="{FF2B5EF4-FFF2-40B4-BE49-F238E27FC236}">
                <a16:creationId xmlns:a16="http://schemas.microsoft.com/office/drawing/2014/main" id="{85783187-5BD5-4212-8819-FE719604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0002" y="12003506"/>
            <a:ext cx="210775" cy="29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78" name="text-168 a">
            <a:extLst xmlns:a="http://schemas.openxmlformats.org/drawingml/2006/main">
              <a:ext uri="{FF2B5EF4-FFF2-40B4-BE49-F238E27FC236}">
                <a16:creationId xmlns:a16="http://schemas.microsoft.com/office/drawing/2014/main" id="{4AFE94CA-E79E-43D1-BD5A-2DC481F1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2584" y="12003561"/>
            <a:ext cx="152985" cy="29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9" name="text-168 stool.">
            <a:extLst xmlns:a="http://schemas.openxmlformats.org/drawingml/2006/main">
              <a:ext uri="{FF2B5EF4-FFF2-40B4-BE49-F238E27FC236}">
                <a16:creationId xmlns:a16="http://schemas.microsoft.com/office/drawing/2014/main" id="{19773262-F26C-48CA-9E04-3EF3C8BB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7384" y="12002907"/>
            <a:ext cx="535750" cy="291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stool.</a:t>
            </a:r>
          </a:p>
        </p:txBody>
      </p:sp>
      <p:sp>
        <p:nvSpPr>
          <p:cNvPr id="280" name="path-169">
            <a:extLst xmlns:a="http://schemas.openxmlformats.org/drawingml/2006/main">
              <a:ext uri="{FF2B5EF4-FFF2-40B4-BE49-F238E27FC236}">
                <a16:creationId xmlns:a16="http://schemas.microsoft.com/office/drawing/2014/main" id="{A8B976E2-5E60-40CC-81DE-E8FF789C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2" y="6451566"/>
            <a:ext cx="7684124" cy="6454202"/>
          </a:xfrm>
          <a:custGeom xmlns:a="http://schemas.openxmlformats.org/drawingml/2006/main">
            <a:pathLst>
              <a:path w="7684124" h="6454202">
                <a:moveTo>
                  <a:pt x="0" y="509725"/>
                </a:moveTo>
                <a:cubicBezTo>
                  <a:pt x="0" y="228166"/>
                  <a:pt x="228229" y="0"/>
                  <a:pt x="509749" y="0"/>
                </a:cubicBezTo>
                <a:lnTo>
                  <a:pt x="7174402" y="0"/>
                </a:lnTo>
                <a:cubicBezTo>
                  <a:pt x="7455961" y="0"/>
                  <a:pt x="7684124" y="228166"/>
                  <a:pt x="7684124" y="509725"/>
                </a:cubicBezTo>
                <a:lnTo>
                  <a:pt x="7684124" y="5944454"/>
                </a:lnTo>
                <a:cubicBezTo>
                  <a:pt x="7684124" y="6225972"/>
                  <a:pt x="7455961" y="6454202"/>
                  <a:pt x="7174402" y="6454202"/>
                </a:cubicBezTo>
                <a:lnTo>
                  <a:pt x="509749" y="6454202"/>
                </a:lnTo>
                <a:cubicBezTo>
                  <a:pt x="228229" y="6454202"/>
                  <a:pt x="0" y="6225972"/>
                  <a:pt x="0" y="5944454"/>
                </a:cubicBezTo>
                <a:lnTo>
                  <a:pt x="0" y="509725"/>
                </a:lnTo>
              </a:path>
            </a:pathLst>
          </a:custGeom>
          <a:solidFill xmlns:a="http://schemas.openxmlformats.org/drawingml/2006/main">
            <a:srgbClr val="F5F9FD"/>
          </a:solidFill>
          <a:ln xmlns:a="http://schemas.openxmlformats.org/drawingml/2006/main" w="39069">
            <a:solidFill>
              <a:srgbClr val="2F528F"/>
            </a:solidFill>
            <a:prstDash val="solid"/>
          </a:ln>
        </p:spPr>
      </p:sp>
      <p:pic>
        <p:nvPic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92A61965-D442-468D-AF47-6B06493B33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ccef581a54984"/>
          <a:stretch xmlns:a="http://schemas.openxmlformats.org/drawingml/2006/main"/>
        </p:blipFill>
        <p:spPr>
          <a:xfrm xmlns:a="http://schemas.openxmlformats.org/drawingml/2006/main">
            <a:off x="313693" y="7029008"/>
            <a:ext cx="3389640" cy="3389640"/>
          </a:xfrm>
          <a:prstGeom xmlns:a="http://schemas.openxmlformats.org/drawingml/2006/main" prst="rect">
            <a:avLst/>
          </a:prstGeom>
        </p:spPr>
      </p:pic>
      <p:pic>
        <p:nvPic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9D06BD14-1022-4FD9-B15D-58FAFDD2F2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99af4b35a49b1"/>
          <a:stretch xmlns:a="http://schemas.openxmlformats.org/drawingml/2006/main"/>
        </p:blipFill>
        <p:spPr>
          <a:xfrm xmlns:a="http://schemas.openxmlformats.org/drawingml/2006/main">
            <a:off x="504825" y="7219950"/>
            <a:ext cx="2819400" cy="2819400"/>
          </a:xfrm>
          <a:prstGeom xmlns:a="http://schemas.openxmlformats.org/drawingml/2006/main" prst="rect">
            <a:avLst/>
          </a:prstGeom>
        </p:spPr>
      </p:pic>
      <p:pic>
        <p:nvPic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7D4BAD21-533F-4BAB-B896-AA23556A34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06971384c4fe5"/>
          <a:stretch xmlns:a="http://schemas.openxmlformats.org/drawingml/2006/main"/>
        </p:blipFill>
        <p:spPr>
          <a:xfrm xmlns:a="http://schemas.openxmlformats.org/drawingml/2006/main">
            <a:off x="1068509" y="9010645"/>
            <a:ext cx="2478548" cy="1248592"/>
          </a:xfrm>
          <a:prstGeom xmlns:a="http://schemas.openxmlformats.org/drawingml/2006/main" prst="rect">
            <a:avLst/>
          </a:prstGeom>
        </p:spPr>
      </p:pic>
      <p:sp>
        <p:nvSpPr>
          <p:cNvPr id="284" name="path-173">
            <a:extLst xmlns:a="http://schemas.openxmlformats.org/drawingml/2006/main">
              <a:ext uri="{FF2B5EF4-FFF2-40B4-BE49-F238E27FC236}">
                <a16:creationId xmlns:a16="http://schemas.microsoft.com/office/drawing/2014/main" id="{04BC3DA2-E6C8-48EF-BC1E-86058626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179" y="9274704"/>
            <a:ext cx="1956583" cy="729813"/>
          </a:xfrm>
          <a:custGeom xmlns:a="http://schemas.openxmlformats.org/drawingml/2006/main">
            <a:pathLst>
              <a:path w="1956583" h="729813">
                <a:moveTo>
                  <a:pt x="0" y="0"/>
                </a:moveTo>
                <a:lnTo>
                  <a:pt x="1956583" y="0"/>
                </a:lnTo>
                <a:lnTo>
                  <a:pt x="1956583" y="729813"/>
                </a:lnTo>
                <a:lnTo>
                  <a:pt x="0" y="7298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604">
            <a:solidFill>
              <a:srgbClr val="64DEF2"/>
            </a:solidFill>
            <a:prstDash val="solid"/>
          </a:ln>
        </p:spPr>
      </p:sp>
      <p:sp>
        <p:nvSpPr>
          <p:cNvPr id="285" name="path-174">
            <a:extLst xmlns:a="http://schemas.openxmlformats.org/drawingml/2006/main">
              <a:ext uri="{FF2B5EF4-FFF2-40B4-BE49-F238E27FC236}">
                <a16:creationId xmlns:a16="http://schemas.microsoft.com/office/drawing/2014/main" id="{001A8A07-AF10-492E-B660-EC6E178A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466" y="7247014"/>
            <a:ext cx="4103825" cy="2787975"/>
          </a:xfrm>
          <a:custGeom xmlns:a="http://schemas.openxmlformats.org/drawingml/2006/main">
            <a:pathLst>
              <a:path w="4103825" h="2787975">
                <a:moveTo>
                  <a:pt x="0" y="220222"/>
                </a:moveTo>
                <a:cubicBezTo>
                  <a:pt x="0" y="98584"/>
                  <a:pt x="98586" y="0"/>
                  <a:pt x="220221" y="0"/>
                </a:cubicBezTo>
                <a:lnTo>
                  <a:pt x="3883606" y="0"/>
                </a:lnTo>
                <a:cubicBezTo>
                  <a:pt x="4005241" y="0"/>
                  <a:pt x="4103825" y="98584"/>
                  <a:pt x="4103825" y="220222"/>
                </a:cubicBezTo>
                <a:lnTo>
                  <a:pt x="4103825" y="2567756"/>
                </a:lnTo>
                <a:cubicBezTo>
                  <a:pt x="4103825" y="2689391"/>
                  <a:pt x="4005241" y="2787975"/>
                  <a:pt x="3883606" y="2787975"/>
                </a:cubicBezTo>
                <a:lnTo>
                  <a:pt x="220221" y="2787975"/>
                </a:lnTo>
                <a:cubicBezTo>
                  <a:pt x="98586" y="2787975"/>
                  <a:pt x="0" y="2689391"/>
                  <a:pt x="0" y="2567756"/>
                </a:cubicBezTo>
                <a:lnTo>
                  <a:pt x="0" y="22022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628CCA"/>
            </a:solidFill>
            <a:prstDash val="solid"/>
          </a:ln>
        </p:spPr>
      </p:sp>
      <p:sp>
        <p:nvSpPr>
          <p:cNvPr id="286" name="text-175 Overall">
            <a:extLst xmlns:a="http://schemas.openxmlformats.org/drawingml/2006/main">
              <a:ext uri="{FF2B5EF4-FFF2-40B4-BE49-F238E27FC236}">
                <a16:creationId xmlns:a16="http://schemas.microsoft.com/office/drawing/2014/main" id="{554170B1-96CE-46CA-BB1F-6D256971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4561" y="7369937"/>
            <a:ext cx="1121973" cy="390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Overall</a:t>
            </a:r>
          </a:p>
        </p:txBody>
      </p:sp>
      <p:sp>
        <p:nvSpPr>
          <p:cNvPr id="287" name="text-175 Abnormal">
            <a:extLst xmlns:a="http://schemas.openxmlformats.org/drawingml/2006/main">
              <a:ext uri="{FF2B5EF4-FFF2-40B4-BE49-F238E27FC236}">
                <a16:creationId xmlns:a16="http://schemas.microsoft.com/office/drawing/2014/main" id="{F65EF989-6B3A-48AB-B4BB-53A37602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8208" y="7369929"/>
            <a:ext cx="1275128" cy="39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288" name="text-176 The">
            <a:extLst xmlns:a="http://schemas.openxmlformats.org/drawingml/2006/main">
              <a:ext uri="{FF2B5EF4-FFF2-40B4-BE49-F238E27FC236}">
                <a16:creationId xmlns:a16="http://schemas.microsoft.com/office/drawing/2014/main" id="{AD9E79CB-8B3D-4A88-95B9-C8ED224A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7849068"/>
            <a:ext cx="424263" cy="312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89" name="text-176 surface">
            <a:extLst xmlns:a="http://schemas.openxmlformats.org/drawingml/2006/main">
              <a:ext uri="{FF2B5EF4-FFF2-40B4-BE49-F238E27FC236}">
                <a16:creationId xmlns:a16="http://schemas.microsoft.com/office/drawing/2014/main" id="{8CF80C25-2D14-418C-8F23-F4FDBDAD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6054" y="7850468"/>
            <a:ext cx="766422" cy="310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290" name="text-176 texture">
            <a:extLst xmlns:a="http://schemas.openxmlformats.org/drawingml/2006/main">
              <a:ext uri="{FF2B5EF4-FFF2-40B4-BE49-F238E27FC236}">
                <a16:creationId xmlns:a16="http://schemas.microsoft.com/office/drawing/2014/main" id="{D5259788-9098-4E4E-8C10-BB3C3109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6508" y="7851050"/>
            <a:ext cx="715278" cy="30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291" name="text-176 of">
            <a:extLst xmlns:a="http://schemas.openxmlformats.org/drawingml/2006/main">
              <a:ext uri="{FF2B5EF4-FFF2-40B4-BE49-F238E27FC236}">
                <a16:creationId xmlns:a16="http://schemas.microsoft.com/office/drawing/2014/main" id="{03C96461-8F8E-4917-A8AA-83CF7AA7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7031" y="7850106"/>
            <a:ext cx="225021" cy="310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92" name="text-176 the">
            <a:extLst xmlns:a="http://schemas.openxmlformats.org/drawingml/2006/main">
              <a:ext uri="{FF2B5EF4-FFF2-40B4-BE49-F238E27FC236}">
                <a16:creationId xmlns:a16="http://schemas.microsoft.com/office/drawing/2014/main" id="{EEF60CA2-FC8B-46E4-A143-3063015A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3798" y="7850630"/>
            <a:ext cx="347645" cy="30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93" name="text-176 duck">
            <a:extLst xmlns:a="http://schemas.openxmlformats.org/drawingml/2006/main">
              <a:ext uri="{FF2B5EF4-FFF2-40B4-BE49-F238E27FC236}">
                <a16:creationId xmlns:a16="http://schemas.microsoft.com/office/drawing/2014/main" id="{8EEF4156-DB19-4C76-9B27-6A8EB6E3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3950" y="7850134"/>
            <a:ext cx="508620" cy="31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duck</a:t>
            </a:r>
          </a:p>
        </p:txBody>
      </p:sp>
      <p:sp>
        <p:nvSpPr>
          <p:cNvPr id="294" name="text-176 has">
            <a:extLst xmlns:a="http://schemas.openxmlformats.org/drawingml/2006/main">
              <a:ext uri="{FF2B5EF4-FFF2-40B4-BE49-F238E27FC236}">
                <a16:creationId xmlns:a16="http://schemas.microsoft.com/office/drawing/2014/main" id="{677462F4-735D-4E49-93D1-27D4C737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4987" y="7850134"/>
            <a:ext cx="397664" cy="310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</a:t>
            </a:r>
          </a:p>
        </p:txBody>
      </p:sp>
      <p:sp>
        <p:nvSpPr>
          <p:cNvPr id="295" name="text-177 poor">
            <a:extLst xmlns:a="http://schemas.openxmlformats.org/drawingml/2006/main">
              <a:ext uri="{FF2B5EF4-FFF2-40B4-BE49-F238E27FC236}">
                <a16:creationId xmlns:a16="http://schemas.microsoft.com/office/drawing/2014/main" id="{A9A02B6D-42AA-47BA-A663-F75E15EE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8115833"/>
            <a:ext cx="483983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poor</a:t>
            </a:r>
          </a:p>
        </p:txBody>
      </p:sp>
      <p:sp>
        <p:nvSpPr>
          <p:cNvPr id="296" name="text-177 clarity">
            <a:extLst xmlns:a="http://schemas.openxmlformats.org/drawingml/2006/main">
              <a:ext uri="{FF2B5EF4-FFF2-40B4-BE49-F238E27FC236}">
                <a16:creationId xmlns:a16="http://schemas.microsoft.com/office/drawing/2014/main" id="{76A3D510-5361-4764-9195-2F24F154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8189" y="8115390"/>
            <a:ext cx="620538" cy="311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clarity</a:t>
            </a:r>
          </a:p>
        </p:txBody>
      </p:sp>
      <p:sp>
        <p:nvSpPr>
          <p:cNvPr id="297" name="text-177 and">
            <a:extLst xmlns:a="http://schemas.openxmlformats.org/drawingml/2006/main">
              <a:ext uri="{FF2B5EF4-FFF2-40B4-BE49-F238E27FC236}">
                <a16:creationId xmlns:a16="http://schemas.microsoft.com/office/drawing/2014/main" id="{FA1F25E5-65C0-4A1A-AA79-E65F6B98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520" y="8115833"/>
            <a:ext cx="410085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298" name="text-177 fineness,">
            <a:extLst xmlns:a="http://schemas.openxmlformats.org/drawingml/2006/main">
              <a:ext uri="{FF2B5EF4-FFF2-40B4-BE49-F238E27FC236}">
                <a16:creationId xmlns:a16="http://schemas.microsoft.com/office/drawing/2014/main" id="{93E53068-17F8-4C53-ABB8-49E04263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0250" y="8115841"/>
            <a:ext cx="927808" cy="310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fineness,</a:t>
            </a:r>
          </a:p>
        </p:txBody>
      </p:sp>
      <p:sp>
        <p:nvSpPr>
          <p:cNvPr id="299" name="text-177 the">
            <a:extLst xmlns:a="http://schemas.openxmlformats.org/drawingml/2006/main">
              <a:ext uri="{FF2B5EF4-FFF2-40B4-BE49-F238E27FC236}">
                <a16:creationId xmlns:a16="http://schemas.microsoft.com/office/drawing/2014/main" id="{03BC39D0-2951-4744-A980-0A5A4A5E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1590" y="8116300"/>
            <a:ext cx="347645" cy="30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00" name="text-177 texture">
            <a:extLst xmlns:a="http://schemas.openxmlformats.org/drawingml/2006/main">
              <a:ext uri="{FF2B5EF4-FFF2-40B4-BE49-F238E27FC236}">
                <a16:creationId xmlns:a16="http://schemas.microsoft.com/office/drawing/2014/main" id="{B160CD98-40B2-47AE-93BB-B5ECF0BE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1742" y="8116720"/>
            <a:ext cx="715278" cy="30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301" name="text-177 is">
            <a:extLst xmlns:a="http://schemas.openxmlformats.org/drawingml/2006/main">
              <a:ext uri="{FF2B5EF4-FFF2-40B4-BE49-F238E27FC236}">
                <a16:creationId xmlns:a16="http://schemas.microsoft.com/office/drawing/2014/main" id="{2320A188-1EF4-4E36-A2D1-AE702E52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2265" y="8115153"/>
            <a:ext cx="200722" cy="3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302" name="text-178 blurred">
            <a:extLst xmlns:a="http://schemas.openxmlformats.org/drawingml/2006/main">
              <a:ext uri="{FF2B5EF4-FFF2-40B4-BE49-F238E27FC236}">
                <a16:creationId xmlns:a16="http://schemas.microsoft.com/office/drawing/2014/main" id="{08D934ED-D82D-4AF2-9BF6-EA33C8D4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8381574"/>
            <a:ext cx="730293" cy="31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blurred</a:t>
            </a:r>
          </a:p>
        </p:txBody>
      </p:sp>
      <p:sp>
        <p:nvSpPr>
          <p:cNvPr id="303" name="text-178 and">
            <a:extLst xmlns:a="http://schemas.openxmlformats.org/drawingml/2006/main">
              <a:ext uri="{FF2B5EF4-FFF2-40B4-BE49-F238E27FC236}">
                <a16:creationId xmlns:a16="http://schemas.microsoft.com/office/drawing/2014/main" id="{025346E3-CCF2-4BE3-B3BC-BAE11ADC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4512" y="8381503"/>
            <a:ext cx="410086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304" name="text-178 there">
            <a:extLst xmlns:a="http://schemas.openxmlformats.org/drawingml/2006/main">
              <a:ext uri="{FF2B5EF4-FFF2-40B4-BE49-F238E27FC236}">
                <a16:creationId xmlns:a16="http://schemas.microsoft.com/office/drawing/2014/main" id="{4767F15E-B099-4FAE-BF29-C91932E9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6355" y="8381468"/>
            <a:ext cx="545681" cy="310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</a:t>
            </a:r>
          </a:p>
        </p:txBody>
      </p:sp>
      <p:sp>
        <p:nvSpPr>
          <p:cNvPr id="305" name="text-178 are">
            <a:extLst xmlns:a="http://schemas.openxmlformats.org/drawingml/2006/main">
              <a:ext uri="{FF2B5EF4-FFF2-40B4-BE49-F238E27FC236}">
                <a16:creationId xmlns:a16="http://schemas.microsoft.com/office/drawing/2014/main" id="{4B1C0D22-C5E6-4BE1-9E89-E162A27F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5341" y="8381481"/>
            <a:ext cx="360603" cy="310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306" name="text-178 large">
            <a:extLst xmlns:a="http://schemas.openxmlformats.org/drawingml/2006/main">
              <a:ext uri="{FF2B5EF4-FFF2-40B4-BE49-F238E27FC236}">
                <a16:creationId xmlns:a16="http://schemas.microsoft.com/office/drawing/2014/main" id="{0ED053D4-243E-45B3-9741-484346AF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7695" y="8380990"/>
            <a:ext cx="534449" cy="31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</a:t>
            </a:r>
          </a:p>
        </p:txBody>
      </p:sp>
      <p:sp>
        <p:nvSpPr>
          <p:cNvPr id="307" name="text-178 differences">
            <a:extLst xmlns:a="http://schemas.openxmlformats.org/drawingml/2006/main">
              <a:ext uri="{FF2B5EF4-FFF2-40B4-BE49-F238E27FC236}">
                <a16:creationId xmlns:a16="http://schemas.microsoft.com/office/drawing/2014/main" id="{290631C5-B78C-4A9A-81EE-D6C04A72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2923" y="8381743"/>
            <a:ext cx="1119941" cy="310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differences</a:t>
            </a:r>
          </a:p>
        </p:txBody>
      </p:sp>
      <p:sp>
        <p:nvSpPr>
          <p:cNvPr id="308" name="text-179 in">
            <a:extLst xmlns:a="http://schemas.openxmlformats.org/drawingml/2006/main">
              <a:ext uri="{FF2B5EF4-FFF2-40B4-BE49-F238E27FC236}">
                <a16:creationId xmlns:a16="http://schemas.microsoft.com/office/drawing/2014/main" id="{F979B1AF-BFDF-4EAD-93A5-E16231F7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8646606"/>
            <a:ext cx="213130" cy="311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309" name="text-179 texture">
            <a:extLst xmlns:a="http://schemas.openxmlformats.org/drawingml/2006/main">
              <a:ext uri="{FF2B5EF4-FFF2-40B4-BE49-F238E27FC236}">
                <a16:creationId xmlns:a16="http://schemas.microsoft.com/office/drawing/2014/main" id="{34FAD153-BDA4-4D34-8554-22957473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6568" y="8648062"/>
            <a:ext cx="715279" cy="309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310" name="text-179 between">
            <a:extLst xmlns:a="http://schemas.openxmlformats.org/drawingml/2006/main">
              <a:ext uri="{FF2B5EF4-FFF2-40B4-BE49-F238E27FC236}">
                <a16:creationId xmlns:a16="http://schemas.microsoft.com/office/drawing/2014/main" id="{3CD9F0B7-A5E8-414A-83E8-21469EF7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7092" y="8647922"/>
            <a:ext cx="875745" cy="309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between</a:t>
            </a:r>
          </a:p>
        </p:txBody>
      </p:sp>
      <p:sp>
        <p:nvSpPr>
          <p:cNvPr id="311" name="text-179 different">
            <a:extLst xmlns:a="http://schemas.openxmlformats.org/drawingml/2006/main">
              <a:ext uri="{FF2B5EF4-FFF2-40B4-BE49-F238E27FC236}">
                <a16:creationId xmlns:a16="http://schemas.microsoft.com/office/drawing/2014/main" id="{AE5C39D8-7EFD-43E4-89AE-82D92FCC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8724" y="8647505"/>
            <a:ext cx="836321" cy="310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</a:t>
            </a:r>
          </a:p>
        </p:txBody>
      </p:sp>
      <p:sp>
        <p:nvSpPr>
          <p:cNvPr id="312" name="text-179 areas.">
            <a:extLst xmlns:a="http://schemas.openxmlformats.org/drawingml/2006/main">
              <a:ext uri="{FF2B5EF4-FFF2-40B4-BE49-F238E27FC236}">
                <a16:creationId xmlns:a16="http://schemas.microsoft.com/office/drawing/2014/main" id="{A171CC5B-A1D5-47E9-A066-381937FD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9746" y="8647141"/>
            <a:ext cx="656638" cy="310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areas.</a:t>
            </a:r>
          </a:p>
        </p:txBody>
      </p:sp>
      <p:sp>
        <p:nvSpPr>
          <p:cNvPr id="313" name="text-179 The">
            <a:extLst xmlns:a="http://schemas.openxmlformats.org/drawingml/2006/main">
              <a:ext uri="{FF2B5EF4-FFF2-40B4-BE49-F238E27FC236}">
                <a16:creationId xmlns:a16="http://schemas.microsoft.com/office/drawing/2014/main" id="{3BFDFB9E-F809-4834-8201-B6CFAC05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474" y="8646081"/>
            <a:ext cx="424263" cy="312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14" name="text-180 overall">
            <a:extLst xmlns:a="http://schemas.openxmlformats.org/drawingml/2006/main">
              <a:ext uri="{FF2B5EF4-FFF2-40B4-BE49-F238E27FC236}">
                <a16:creationId xmlns:a16="http://schemas.microsoft.com/office/drawing/2014/main" id="{EDA76B70-0F94-4363-A1BC-37907D5C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8912851"/>
            <a:ext cx="693467" cy="310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overall</a:t>
            </a:r>
          </a:p>
        </p:txBody>
      </p:sp>
      <p:sp>
        <p:nvSpPr>
          <p:cNvPr id="315" name="text-180 color">
            <a:extLst xmlns:a="http://schemas.openxmlformats.org/drawingml/2006/main">
              <a:ext uri="{FF2B5EF4-FFF2-40B4-BE49-F238E27FC236}">
                <a16:creationId xmlns:a16="http://schemas.microsoft.com/office/drawing/2014/main" id="{79F2525E-F9E4-4042-B470-ABF4A44E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6566" y="8912546"/>
            <a:ext cx="521539" cy="31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color</a:t>
            </a:r>
          </a:p>
        </p:txBody>
      </p:sp>
      <p:sp>
        <p:nvSpPr>
          <p:cNvPr id="316" name="text-180 saturation">
            <a:extLst xmlns:a="http://schemas.openxmlformats.org/drawingml/2006/main">
              <a:ext uri="{FF2B5EF4-FFF2-40B4-BE49-F238E27FC236}">
                <a16:creationId xmlns:a16="http://schemas.microsoft.com/office/drawing/2014/main" id="{BC0C9046-11D9-4F61-87AD-61674D6A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8698" y="8913116"/>
            <a:ext cx="1012974" cy="310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saturation</a:t>
            </a:r>
          </a:p>
        </p:txBody>
      </p:sp>
      <p:sp>
        <p:nvSpPr>
          <p:cNvPr id="317" name="text-180 of">
            <a:extLst xmlns:a="http://schemas.openxmlformats.org/drawingml/2006/main">
              <a:ext uri="{FF2B5EF4-FFF2-40B4-BE49-F238E27FC236}">
                <a16:creationId xmlns:a16="http://schemas.microsoft.com/office/drawing/2014/main" id="{856FA5D6-7DC4-4E96-8154-6DFF8AC3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5697" y="8912788"/>
            <a:ext cx="225021" cy="310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318" name="text-180 the">
            <a:extLst xmlns:a="http://schemas.openxmlformats.org/drawingml/2006/main">
              <a:ext uri="{FF2B5EF4-FFF2-40B4-BE49-F238E27FC236}">
                <a16:creationId xmlns:a16="http://schemas.microsoft.com/office/drawing/2014/main" id="{B58629B6-0876-4975-B567-9563D9BF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2464" y="8913313"/>
            <a:ext cx="347645" cy="30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19" name="text-180 picture">
            <a:extLst xmlns:a="http://schemas.openxmlformats.org/drawingml/2006/main">
              <a:ext uri="{FF2B5EF4-FFF2-40B4-BE49-F238E27FC236}">
                <a16:creationId xmlns:a16="http://schemas.microsoft.com/office/drawing/2014/main" id="{766A2E54-76B5-4962-B85C-09BBBE76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4168" y="8912803"/>
            <a:ext cx="705903" cy="310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picture</a:t>
            </a:r>
          </a:p>
        </p:txBody>
      </p:sp>
      <p:sp>
        <p:nvSpPr>
          <p:cNvPr id="320" name="text-180 is">
            <a:extLst xmlns:a="http://schemas.openxmlformats.org/drawingml/2006/main">
              <a:ext uri="{FF2B5EF4-FFF2-40B4-BE49-F238E27FC236}">
                <a16:creationId xmlns:a16="http://schemas.microsoft.com/office/drawing/2014/main" id="{7A0E7F71-39DD-479E-BC1F-8AEA4824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0711" y="8912163"/>
            <a:ext cx="200724" cy="311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321" name="text-181 too">
            <a:extLst xmlns:a="http://schemas.openxmlformats.org/drawingml/2006/main">
              <a:ext uri="{FF2B5EF4-FFF2-40B4-BE49-F238E27FC236}">
                <a16:creationId xmlns:a16="http://schemas.microsoft.com/office/drawing/2014/main" id="{023ED2AA-0E76-4D2C-BF92-C1801FA5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9179245"/>
            <a:ext cx="347644" cy="30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too</a:t>
            </a:r>
          </a:p>
        </p:txBody>
      </p:sp>
      <p:sp>
        <p:nvSpPr>
          <p:cNvPr id="322" name="text-181 high,">
            <a:extLst xmlns:a="http://schemas.openxmlformats.org/drawingml/2006/main">
              <a:ext uri="{FF2B5EF4-FFF2-40B4-BE49-F238E27FC236}">
                <a16:creationId xmlns:a16="http://schemas.microsoft.com/office/drawing/2014/main" id="{2ACDEF8F-86DD-4BA5-9622-C368539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2601" y="9178463"/>
            <a:ext cx="521764" cy="311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high,</a:t>
            </a:r>
          </a:p>
        </p:txBody>
      </p:sp>
      <p:sp>
        <p:nvSpPr>
          <p:cNvPr id="323" name="text-181 the">
            <a:extLst xmlns:a="http://schemas.openxmlformats.org/drawingml/2006/main">
              <a:ext uri="{FF2B5EF4-FFF2-40B4-BE49-F238E27FC236}">
                <a16:creationId xmlns:a16="http://schemas.microsoft.com/office/drawing/2014/main" id="{D8E95662-7FF6-4DDE-BC99-33E22BE1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6065" y="9178765"/>
            <a:ext cx="348397" cy="310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24" name="text-181 color">
            <a:extLst xmlns:a="http://schemas.openxmlformats.org/drawingml/2006/main">
              <a:ext uri="{FF2B5EF4-FFF2-40B4-BE49-F238E27FC236}">
                <a16:creationId xmlns:a16="http://schemas.microsoft.com/office/drawing/2014/main" id="{4624DD78-A6B9-4DD3-9D65-1551BDC0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7991" y="9178477"/>
            <a:ext cx="521540" cy="31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color</a:t>
            </a:r>
          </a:p>
        </p:txBody>
      </p:sp>
      <p:sp>
        <p:nvSpPr>
          <p:cNvPr id="325" name="text-181 is">
            <a:extLst xmlns:a="http://schemas.openxmlformats.org/drawingml/2006/main">
              <a:ext uri="{FF2B5EF4-FFF2-40B4-BE49-F238E27FC236}">
                <a16:creationId xmlns:a16="http://schemas.microsoft.com/office/drawing/2014/main" id="{97D48126-8A9E-44D0-A744-0948515D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0124" y="9178095"/>
            <a:ext cx="200724" cy="311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326" name="text-181 distorted,">
            <a:extLst xmlns:a="http://schemas.openxmlformats.org/drawingml/2006/main">
              <a:ext uri="{FF2B5EF4-FFF2-40B4-BE49-F238E27FC236}">
                <a16:creationId xmlns:a16="http://schemas.microsoft.com/office/drawing/2014/main" id="{157A843E-8677-447D-A8F9-726C06FE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0262" y="9179008"/>
            <a:ext cx="951511" cy="310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distorted,</a:t>
            </a:r>
          </a:p>
        </p:txBody>
      </p:sp>
      <p:sp>
        <p:nvSpPr>
          <p:cNvPr id="327" name="text-181 and">
            <a:extLst xmlns:a="http://schemas.openxmlformats.org/drawingml/2006/main">
              <a:ext uri="{FF2B5EF4-FFF2-40B4-BE49-F238E27FC236}">
                <a16:creationId xmlns:a16="http://schemas.microsoft.com/office/drawing/2014/main" id="{49F65D86-F90E-4F1E-B107-4309D983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5124" y="9178777"/>
            <a:ext cx="410085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328" name="text-181 it">
            <a:extLst xmlns:a="http://schemas.openxmlformats.org/drawingml/2006/main">
              <a:ext uri="{FF2B5EF4-FFF2-40B4-BE49-F238E27FC236}">
                <a16:creationId xmlns:a16="http://schemas.microsoft.com/office/drawing/2014/main" id="{F94D27D1-3140-475E-B86A-37635FAE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9408" y="9177858"/>
            <a:ext cx="151501" cy="311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329" name="text-182 does">
            <a:extLst xmlns:a="http://schemas.openxmlformats.org/drawingml/2006/main">
              <a:ext uri="{FF2B5EF4-FFF2-40B4-BE49-F238E27FC236}">
                <a16:creationId xmlns:a16="http://schemas.microsoft.com/office/drawing/2014/main" id="{7A1FC900-C3E7-4328-B927-DD0B2914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9444440"/>
            <a:ext cx="521044" cy="310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</a:t>
            </a:r>
          </a:p>
        </p:txBody>
      </p:sp>
      <p:sp>
        <p:nvSpPr>
          <p:cNvPr id="330" name="text-182 not">
            <a:extLst xmlns:a="http://schemas.openxmlformats.org/drawingml/2006/main">
              <a:ext uri="{FF2B5EF4-FFF2-40B4-BE49-F238E27FC236}">
                <a16:creationId xmlns:a16="http://schemas.microsoft.com/office/drawing/2014/main" id="{9DFDECC6-62E5-4656-9562-2DD586F2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6136" y="9444435"/>
            <a:ext cx="348397" cy="310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331" name="text-182 match">
            <a:extLst xmlns:a="http://schemas.openxmlformats.org/drawingml/2006/main">
              <a:ext uri="{FF2B5EF4-FFF2-40B4-BE49-F238E27FC236}">
                <a16:creationId xmlns:a16="http://schemas.microsoft.com/office/drawing/2014/main" id="{51549629-556C-4935-8FDA-1E01FA45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6287" y="9444720"/>
            <a:ext cx="643267" cy="310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332" name="text-182 the">
            <a:extLst xmlns:a="http://schemas.openxmlformats.org/drawingml/2006/main">
              <a:ext uri="{FF2B5EF4-FFF2-40B4-BE49-F238E27FC236}">
                <a16:creationId xmlns:a16="http://schemas.microsoft.com/office/drawing/2014/main" id="{FCE486B2-468F-4A53-A7F6-76CBFDED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026" y="9444914"/>
            <a:ext cx="347645" cy="30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33" name="text-182 actual">
            <a:extLst xmlns:a="http://schemas.openxmlformats.org/drawingml/2006/main">
              <a:ext uri="{FF2B5EF4-FFF2-40B4-BE49-F238E27FC236}">
                <a16:creationId xmlns:a16="http://schemas.microsoft.com/office/drawing/2014/main" id="{F7A45B3A-6B16-43DE-98BC-148A9136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3730" y="9444685"/>
            <a:ext cx="631289" cy="310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actual</a:t>
            </a:r>
          </a:p>
        </p:txBody>
      </p:sp>
      <p:sp>
        <p:nvSpPr>
          <p:cNvPr id="334" name="text-182 situation.">
            <a:extLst xmlns:a="http://schemas.openxmlformats.org/drawingml/2006/main">
              <a:ext uri="{FF2B5EF4-FFF2-40B4-BE49-F238E27FC236}">
                <a16:creationId xmlns:a16="http://schemas.microsoft.com/office/drawing/2014/main" id="{4B97C5F8-5891-4D52-9F25-F88DD097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8152" y="9444455"/>
            <a:ext cx="927807" cy="310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situation.</a:t>
            </a:r>
          </a:p>
        </p:txBody>
      </p:sp>
      <p:sp>
        <p:nvSpPr>
          <p:cNvPr id="335" name="path-183">
            <a:extLst xmlns:a="http://schemas.openxmlformats.org/drawingml/2006/main">
              <a:ext uri="{FF2B5EF4-FFF2-40B4-BE49-F238E27FC236}">
                <a16:creationId xmlns:a16="http://schemas.microsoft.com/office/drawing/2014/main" id="{9ED91CBB-C0BF-4396-94C3-1379C422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3" y="10277219"/>
            <a:ext cx="7155909" cy="2487927"/>
          </a:xfrm>
          <a:custGeom xmlns:a="http://schemas.openxmlformats.org/drawingml/2006/main">
            <a:pathLst>
              <a:path w="7155909" h="2487927">
                <a:moveTo>
                  <a:pt x="0" y="196520"/>
                </a:moveTo>
                <a:cubicBezTo>
                  <a:pt x="0" y="88035"/>
                  <a:pt x="87971" y="0"/>
                  <a:pt x="196492" y="0"/>
                </a:cubicBezTo>
                <a:lnTo>
                  <a:pt x="6959391" y="0"/>
                </a:lnTo>
                <a:cubicBezTo>
                  <a:pt x="7067874" y="0"/>
                  <a:pt x="7155909" y="88035"/>
                  <a:pt x="7155909" y="196520"/>
                </a:cubicBezTo>
                <a:lnTo>
                  <a:pt x="7155909" y="2291433"/>
                </a:lnTo>
                <a:cubicBezTo>
                  <a:pt x="7155909" y="2399955"/>
                  <a:pt x="7067874" y="2487927"/>
                  <a:pt x="6959391" y="2487927"/>
                </a:cubicBezTo>
                <a:lnTo>
                  <a:pt x="196492" y="2487927"/>
                </a:lnTo>
                <a:cubicBezTo>
                  <a:pt x="87971" y="2487927"/>
                  <a:pt x="0" y="2399955"/>
                  <a:pt x="0" y="2291433"/>
                </a:cubicBezTo>
                <a:lnTo>
                  <a:pt x="0" y="19652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628CCA"/>
            </a:solidFill>
            <a:prstDash val="solid"/>
          </a:ln>
        </p:spPr>
      </p:sp>
      <p:sp>
        <p:nvSpPr>
          <p:cNvPr id="336" name="text-184 Area">
            <a:extLst xmlns:a="http://schemas.openxmlformats.org/drawingml/2006/main">
              <a:ext uri="{FF2B5EF4-FFF2-40B4-BE49-F238E27FC236}">
                <a16:creationId xmlns:a16="http://schemas.microsoft.com/office/drawing/2014/main" id="{D25418AA-B022-4534-B75B-9113A96D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009" y="10332895"/>
            <a:ext cx="662708" cy="390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Area</a:t>
            </a:r>
          </a:p>
        </p:txBody>
      </p:sp>
      <p:sp>
        <p:nvSpPr>
          <p:cNvPr id="337" name="text-184 Abnormal">
            <a:extLst xmlns:a="http://schemas.openxmlformats.org/drawingml/2006/main">
              <a:ext uri="{FF2B5EF4-FFF2-40B4-BE49-F238E27FC236}">
                <a16:creationId xmlns:a16="http://schemas.microsoft.com/office/drawing/2014/main" id="{69E3D1E9-6493-4EC3-9929-B532D61B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0765" y="10332861"/>
            <a:ext cx="1275319" cy="390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338" name="text-185 Area">
            <a:extLst xmlns:a="http://schemas.openxmlformats.org/drawingml/2006/main">
              <a:ext uri="{FF2B5EF4-FFF2-40B4-BE49-F238E27FC236}">
                <a16:creationId xmlns:a16="http://schemas.microsoft.com/office/drawing/2014/main" id="{BBCC3F6F-268D-4A41-A69F-DDA22229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006" y="11570118"/>
            <a:ext cx="508620" cy="31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9DC3E6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339" name="text-185 2">
            <a:extLst xmlns:a="http://schemas.openxmlformats.org/drawingml/2006/main">
              <a:ext uri="{FF2B5EF4-FFF2-40B4-BE49-F238E27FC236}">
                <a16:creationId xmlns:a16="http://schemas.microsoft.com/office/drawing/2014/main" id="{640AABB0-AE9E-405A-88E9-3FD56797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044" y="11570206"/>
            <a:ext cx="163308" cy="31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pPr>
            <a:r>
              <a:rPr sz="1746" b="0" i="0">
                <a:solidFill>
                  <a:srgbClr val="9DC3E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0" name="text-186 ：">
            <a:extLst xmlns:a="http://schemas.openxmlformats.org/drawingml/2006/main">
              <a:ext uri="{FF2B5EF4-FFF2-40B4-BE49-F238E27FC236}">
                <a16:creationId xmlns:a16="http://schemas.microsoft.com/office/drawing/2014/main" id="{A006A81A-FA5E-438E-B1E3-2D75BA1E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806" y="11570116"/>
            <a:ext cx="261854" cy="310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9DC3E6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9DC3E6"/>
                </a:solidFill>
                <a:latin typeface="DengXian"/>
                <a:ea typeface="DengXian"/>
                <a:cs typeface="DengXian"/>
              </a:defRPr>
            </a:pPr>
            <a:r>
              <a:rPr sz="1747" b="0" i="0">
                <a:solidFill>
                  <a:srgbClr val="9DC3E6"/>
                </a:solidFill>
                <a:latin typeface="DengXian"/>
                <a:ea typeface="DengXian"/>
                <a:cs typeface="DengXian"/>
              </a:rPr>
              <a:t>：</a:t>
            </a:r>
          </a:p>
        </p:txBody>
      </p:sp>
      <p:sp>
        <p:nvSpPr>
          <p:cNvPr id="341" name="text-187 In">
            <a:extLst xmlns:a="http://schemas.openxmlformats.org/drawingml/2006/main">
              <a:ext uri="{FF2B5EF4-FFF2-40B4-BE49-F238E27FC236}">
                <a16:creationId xmlns:a16="http://schemas.microsoft.com/office/drawing/2014/main" id="{46A72072-42BF-4606-BFC0-BB318A0C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006" y="11844373"/>
            <a:ext cx="224211" cy="309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342" name="text-187 calm">
            <a:extLst xmlns:a="http://schemas.openxmlformats.org/drawingml/2006/main">
              <a:ext uri="{FF2B5EF4-FFF2-40B4-BE49-F238E27FC236}">
                <a16:creationId xmlns:a16="http://schemas.microsoft.com/office/drawing/2014/main" id="{B7009C1E-F0EE-482A-946B-BC7EE306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773" y="11843301"/>
            <a:ext cx="509119" cy="311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calm</a:t>
            </a:r>
          </a:p>
        </p:txBody>
      </p:sp>
      <p:sp>
        <p:nvSpPr>
          <p:cNvPr id="343" name="text-187 water">
            <a:extLst xmlns:a="http://schemas.openxmlformats.org/drawingml/2006/main">
              <a:ext uri="{FF2B5EF4-FFF2-40B4-BE49-F238E27FC236}">
                <a16:creationId xmlns:a16="http://schemas.microsoft.com/office/drawing/2014/main" id="{A55B9BEE-AFF4-4835-B28A-56E8DB69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479" y="11844876"/>
            <a:ext cx="579181" cy="308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sp>
        <p:nvSpPr>
          <p:cNvPr id="344" name="text-187 areas,">
            <a:extLst xmlns:a="http://schemas.openxmlformats.org/drawingml/2006/main">
              <a:ext uri="{FF2B5EF4-FFF2-40B4-BE49-F238E27FC236}">
                <a16:creationId xmlns:a16="http://schemas.microsoft.com/office/drawing/2014/main" id="{C4B7FF78-7FA3-4331-BCBE-F5B69BBD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4417" y="11843598"/>
            <a:ext cx="656637" cy="310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areas,</a:t>
            </a:r>
          </a:p>
        </p:txBody>
      </p:sp>
      <p:sp>
        <p:nvSpPr>
          <p:cNvPr id="345" name="text-187 the">
            <a:extLst xmlns:a="http://schemas.openxmlformats.org/drawingml/2006/main">
              <a:ext uri="{FF2B5EF4-FFF2-40B4-BE49-F238E27FC236}">
                <a16:creationId xmlns:a16="http://schemas.microsoft.com/office/drawing/2014/main" id="{7587CDDE-CEE3-4094-8BDE-37EECB84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4136" y="11844099"/>
            <a:ext cx="347644" cy="30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46" name="text-187 reflection">
            <a:extLst xmlns:a="http://schemas.openxmlformats.org/drawingml/2006/main">
              <a:ext uri="{FF2B5EF4-FFF2-40B4-BE49-F238E27FC236}">
                <a16:creationId xmlns:a16="http://schemas.microsoft.com/office/drawing/2014/main" id="{6B644EB7-79B7-4B03-B234-6B29F9E6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4287" y="11843823"/>
            <a:ext cx="939314" cy="310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347" name="text-187 on">
            <a:extLst xmlns:a="http://schemas.openxmlformats.org/drawingml/2006/main">
              <a:ext uri="{FF2B5EF4-FFF2-40B4-BE49-F238E27FC236}">
                <a16:creationId xmlns:a16="http://schemas.microsoft.com/office/drawing/2014/main" id="{63A74C0C-8595-4296-A08C-A2DB89C4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057" y="11843604"/>
            <a:ext cx="286707" cy="31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348" name="text-187 the">
            <a:extLst xmlns:a="http://schemas.openxmlformats.org/drawingml/2006/main">
              <a:ext uri="{FF2B5EF4-FFF2-40B4-BE49-F238E27FC236}">
                <a16:creationId xmlns:a16="http://schemas.microsoft.com/office/drawing/2014/main" id="{A482D42E-3846-413A-AFC6-071FDA45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5181" y="11844099"/>
            <a:ext cx="347645" cy="30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49" name="text-187 water">
            <a:extLst xmlns:a="http://schemas.openxmlformats.org/drawingml/2006/main">
              <a:ext uri="{FF2B5EF4-FFF2-40B4-BE49-F238E27FC236}">
                <a16:creationId xmlns:a16="http://schemas.microsoft.com/office/drawing/2014/main" id="{B399D5BD-0B2B-4C7E-A885-A0F618A2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5333" y="11844876"/>
            <a:ext cx="579182" cy="308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sp>
        <p:nvSpPr>
          <p:cNvPr id="350" name="text-187 surface">
            <a:extLst xmlns:a="http://schemas.openxmlformats.org/drawingml/2006/main">
              <a:ext uri="{FF2B5EF4-FFF2-40B4-BE49-F238E27FC236}">
                <a16:creationId xmlns:a16="http://schemas.microsoft.com/office/drawing/2014/main" id="{747F0216-40D3-48F4-929E-F48AF09E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9824" y="11843937"/>
            <a:ext cx="766422" cy="310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351" name="text-187 is">
            <a:extLst xmlns:a="http://schemas.openxmlformats.org/drawingml/2006/main">
              <a:ext uri="{FF2B5EF4-FFF2-40B4-BE49-F238E27FC236}">
                <a16:creationId xmlns:a16="http://schemas.microsoft.com/office/drawing/2014/main" id="{2D91313C-5362-43B4-9B8D-57335C86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8724" y="11842949"/>
            <a:ext cx="200724" cy="311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352" name="text-187 not">
            <a:extLst xmlns:a="http://schemas.openxmlformats.org/drawingml/2006/main">
              <a:ext uri="{FF2B5EF4-FFF2-40B4-BE49-F238E27FC236}">
                <a16:creationId xmlns:a16="http://schemas.microsoft.com/office/drawing/2014/main" id="{7D14D7D3-8565-4CBB-BA7F-2054D5DE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0413" y="11843619"/>
            <a:ext cx="348398" cy="31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353" name="text-188 symmetrical">
            <a:extLst xmlns:a="http://schemas.openxmlformats.org/drawingml/2006/main">
              <a:ext uri="{FF2B5EF4-FFF2-40B4-BE49-F238E27FC236}">
                <a16:creationId xmlns:a16="http://schemas.microsoft.com/office/drawing/2014/main" id="{2EE89FBC-0F62-4F19-9D43-B58B1BA1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006" y="12110128"/>
            <a:ext cx="1218588" cy="30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symmetrical</a:t>
            </a:r>
          </a:p>
        </p:txBody>
      </p:sp>
      <p:sp>
        <p:nvSpPr>
          <p:cNvPr id="354" name="text-188 with">
            <a:extLst xmlns:a="http://schemas.openxmlformats.org/drawingml/2006/main">
              <a:ext uri="{FF2B5EF4-FFF2-40B4-BE49-F238E27FC236}">
                <a16:creationId xmlns:a16="http://schemas.microsoft.com/office/drawing/2014/main" id="{3F99629D-EA39-41C9-BC65-5D966854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7053" y="12110781"/>
            <a:ext cx="431567" cy="308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355" name="text-188 the">
            <a:extLst xmlns:a="http://schemas.openxmlformats.org/drawingml/2006/main">
              <a:ext uri="{FF2B5EF4-FFF2-40B4-BE49-F238E27FC236}">
                <a16:creationId xmlns:a16="http://schemas.microsoft.com/office/drawing/2014/main" id="{42DF4361-D437-4D26-B011-33DD5D24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309" y="12109769"/>
            <a:ext cx="347644" cy="30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56" name="text-188 duck">
            <a:extLst xmlns:a="http://schemas.openxmlformats.org/drawingml/2006/main">
              <a:ext uri="{FF2B5EF4-FFF2-40B4-BE49-F238E27FC236}">
                <a16:creationId xmlns:a16="http://schemas.microsoft.com/office/drawing/2014/main" id="{F03FBD4E-6BB2-4209-AB7B-09CEB12C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3013" y="12109272"/>
            <a:ext cx="508620" cy="31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duck</a:t>
            </a:r>
          </a:p>
        </p:txBody>
      </p:sp>
      <p:sp>
        <p:nvSpPr>
          <p:cNvPr id="357" name="text-188 above">
            <a:extLst xmlns:a="http://schemas.openxmlformats.org/drawingml/2006/main">
              <a:ext uri="{FF2B5EF4-FFF2-40B4-BE49-F238E27FC236}">
                <a16:creationId xmlns:a16="http://schemas.microsoft.com/office/drawing/2014/main" id="{524C1DEB-DED0-4E2C-A8C9-EC37040A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4051" y="12109273"/>
            <a:ext cx="644430" cy="310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above</a:t>
            </a:r>
          </a:p>
        </p:txBody>
      </p:sp>
      <p:sp>
        <p:nvSpPr>
          <p:cNvPr id="358" name="text-188 the">
            <a:extLst xmlns:a="http://schemas.openxmlformats.org/drawingml/2006/main">
              <a:ext uri="{FF2B5EF4-FFF2-40B4-BE49-F238E27FC236}">
                <a16:creationId xmlns:a16="http://schemas.microsoft.com/office/drawing/2014/main" id="{E5A94790-946C-4A95-8C49-244D4240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1121" y="12109770"/>
            <a:ext cx="347643" cy="3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59" name="text-188 water">
            <a:extLst xmlns:a="http://schemas.openxmlformats.org/drawingml/2006/main">
              <a:ext uri="{FF2B5EF4-FFF2-40B4-BE49-F238E27FC236}">
                <a16:creationId xmlns:a16="http://schemas.microsoft.com/office/drawing/2014/main" id="{DD13A3F6-3382-48BD-A781-9F8091C5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1271" y="12110546"/>
            <a:ext cx="579181" cy="308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sp>
        <p:nvSpPr>
          <p:cNvPr id="360" name="text-188 surface,">
            <a:extLst xmlns:a="http://schemas.openxmlformats.org/drawingml/2006/main">
              <a:ext uri="{FF2B5EF4-FFF2-40B4-BE49-F238E27FC236}">
                <a16:creationId xmlns:a16="http://schemas.microsoft.com/office/drawing/2014/main" id="{57042C9B-B9BC-4801-B9F4-D125645D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5762" y="12109560"/>
            <a:ext cx="828124" cy="31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surface,</a:t>
            </a:r>
          </a:p>
        </p:txBody>
      </p:sp>
      <p:sp>
        <p:nvSpPr>
          <p:cNvPr id="361" name="text-188 and">
            <a:extLst xmlns:a="http://schemas.openxmlformats.org/drawingml/2006/main">
              <a:ext uri="{FF2B5EF4-FFF2-40B4-BE49-F238E27FC236}">
                <a16:creationId xmlns:a16="http://schemas.microsoft.com/office/drawing/2014/main" id="{86BC4F1D-0D3F-4FFF-8E25-4E9A40D9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88" y="12109302"/>
            <a:ext cx="410085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362" name="text-188 there">
            <a:extLst xmlns:a="http://schemas.openxmlformats.org/drawingml/2006/main">
              <a:ext uri="{FF2B5EF4-FFF2-40B4-BE49-F238E27FC236}">
                <a16:creationId xmlns:a16="http://schemas.microsoft.com/office/drawing/2014/main" id="{45E7A94D-EB94-47CB-B47B-91E5E663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8641" y="12109560"/>
            <a:ext cx="544961" cy="310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</a:t>
            </a:r>
          </a:p>
        </p:txBody>
      </p:sp>
      <p:sp>
        <p:nvSpPr>
          <p:cNvPr id="363" name="text-188 is">
            <a:extLst xmlns:a="http://schemas.openxmlformats.org/drawingml/2006/main">
              <a:ext uri="{FF2B5EF4-FFF2-40B4-BE49-F238E27FC236}">
                <a16:creationId xmlns:a16="http://schemas.microsoft.com/office/drawing/2014/main" id="{0D22967C-3C29-42C6-8B58-1F1F8D07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403" y="12108619"/>
            <a:ext cx="200724" cy="311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364" name="text-188 a">
            <a:extLst xmlns:a="http://schemas.openxmlformats.org/drawingml/2006/main">
              <a:ext uri="{FF2B5EF4-FFF2-40B4-BE49-F238E27FC236}">
                <a16:creationId xmlns:a16="http://schemas.microsoft.com/office/drawing/2014/main" id="{293B6D70-2FFA-440D-9F76-61412175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9093" y="12109359"/>
            <a:ext cx="163308" cy="31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65" name="text-189 clear">
            <a:extLst xmlns:a="http://schemas.openxmlformats.org/drawingml/2006/main">
              <a:ext uri="{FF2B5EF4-FFF2-40B4-BE49-F238E27FC236}">
                <a16:creationId xmlns:a16="http://schemas.microsoft.com/office/drawing/2014/main" id="{5925D6FF-2B80-4298-A51B-D153E26E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006" y="12375088"/>
            <a:ext cx="521299" cy="310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clear</a:t>
            </a:r>
          </a:p>
        </p:txBody>
      </p:sp>
      <p:sp>
        <p:nvSpPr>
          <p:cNvPr id="366" name="text-189 mismatch">
            <a:extLst xmlns:a="http://schemas.openxmlformats.org/drawingml/2006/main">
              <a:ext uri="{FF2B5EF4-FFF2-40B4-BE49-F238E27FC236}">
                <a16:creationId xmlns:a16="http://schemas.microsoft.com/office/drawing/2014/main" id="{26CCA259-190E-4CB7-9AA7-73FC8B86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918" y="12375445"/>
            <a:ext cx="988362" cy="310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mismatch</a:t>
            </a:r>
          </a:p>
        </p:txBody>
      </p:sp>
      <p:sp>
        <p:nvSpPr>
          <p:cNvPr id="367" name="text-189 between">
            <a:extLst xmlns:a="http://schemas.openxmlformats.org/drawingml/2006/main">
              <a:ext uri="{FF2B5EF4-FFF2-40B4-BE49-F238E27FC236}">
                <a16:creationId xmlns:a16="http://schemas.microsoft.com/office/drawing/2014/main" id="{746A0295-CC19-4904-8DE1-D371C71C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6399" y="12376032"/>
            <a:ext cx="875747" cy="309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between</a:t>
            </a:r>
          </a:p>
        </p:txBody>
      </p:sp>
      <p:sp>
        <p:nvSpPr>
          <p:cNvPr id="368" name="text-189 the">
            <a:extLst xmlns:a="http://schemas.openxmlformats.org/drawingml/2006/main">
              <a:ext uri="{FF2B5EF4-FFF2-40B4-BE49-F238E27FC236}">
                <a16:creationId xmlns:a16="http://schemas.microsoft.com/office/drawing/2014/main" id="{3EB98D21-3E18-476D-AA09-DB321A0E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032" y="12375753"/>
            <a:ext cx="347644" cy="30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69" name="text-189 reflection">
            <a:extLst xmlns:a="http://schemas.openxmlformats.org/drawingml/2006/main">
              <a:ext uri="{FF2B5EF4-FFF2-40B4-BE49-F238E27FC236}">
                <a16:creationId xmlns:a16="http://schemas.microsoft.com/office/drawing/2014/main" id="{7A3EC97A-5AEC-46DE-A684-901EE690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8183" y="12375477"/>
            <a:ext cx="939312" cy="310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370" name="text-189 and">
            <a:extLst xmlns:a="http://schemas.openxmlformats.org/drawingml/2006/main">
              <a:ext uri="{FF2B5EF4-FFF2-40B4-BE49-F238E27FC236}">
                <a16:creationId xmlns:a16="http://schemas.microsoft.com/office/drawing/2014/main" id="{E66F0FEA-0E71-44D5-9B93-EFC307C3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9952" y="12375286"/>
            <a:ext cx="410085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371" name="text-189 the">
            <a:extLst xmlns:a="http://schemas.openxmlformats.org/drawingml/2006/main">
              <a:ext uri="{FF2B5EF4-FFF2-40B4-BE49-F238E27FC236}">
                <a16:creationId xmlns:a16="http://schemas.microsoft.com/office/drawing/2014/main" id="{2DB83D83-781F-47EC-B51A-6D530E20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2683" y="12375753"/>
            <a:ext cx="347644" cy="30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72" name="text-189 duck">
            <a:extLst xmlns:a="http://schemas.openxmlformats.org/drawingml/2006/main">
              <a:ext uri="{FF2B5EF4-FFF2-40B4-BE49-F238E27FC236}">
                <a16:creationId xmlns:a16="http://schemas.microsoft.com/office/drawing/2014/main" id="{C3D62568-03E1-4474-97F0-F4455C28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4387" y="12375256"/>
            <a:ext cx="508620" cy="31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duck</a:t>
            </a:r>
          </a:p>
        </p:txBody>
      </p:sp>
      <p:sp>
        <p:nvSpPr>
          <p:cNvPr id="373" name="text-189 itself.">
            <a:extLst xmlns:a="http://schemas.openxmlformats.org/drawingml/2006/main">
              <a:ext uri="{FF2B5EF4-FFF2-40B4-BE49-F238E27FC236}">
                <a16:creationId xmlns:a16="http://schemas.microsoft.com/office/drawing/2014/main" id="{82332C48-7FCC-4C11-ACFD-3C89C98B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4759" y="12375204"/>
            <a:ext cx="557893" cy="31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itself.</a:t>
            </a:r>
          </a:p>
        </p:txBody>
      </p:sp>
      <p:pic>
        <p:nvPic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330334B1-38DB-43E1-90E1-B356C6E8AB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6e7e6446548aa"/>
          <a:stretch xmlns:a="http://schemas.openxmlformats.org/drawingml/2006/main"/>
        </p:blipFill>
        <p:spPr>
          <a:xfrm xmlns:a="http://schemas.openxmlformats.org/drawingml/2006/main">
            <a:off x="14287500" y="652462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75" name="path-191">
            <a:extLst xmlns:a="http://schemas.openxmlformats.org/drawingml/2006/main">
              <a:ext uri="{FF2B5EF4-FFF2-40B4-BE49-F238E27FC236}">
                <a16:creationId xmlns:a16="http://schemas.microsoft.com/office/drawing/2014/main" id="{4F2E73B9-22EB-4747-A82A-C92E7874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674" y="6559396"/>
            <a:ext cx="609479" cy="609480"/>
          </a:xfrm>
          <a:custGeom xmlns:a="http://schemas.openxmlformats.org/drawingml/2006/main">
            <a:pathLst>
              <a:path w="609479" h="609480">
                <a:moveTo>
                  <a:pt x="0" y="304740"/>
                </a:moveTo>
                <a:cubicBezTo>
                  <a:pt x="0" y="136483"/>
                  <a:pt x="136481" y="0"/>
                  <a:pt x="304739" y="0"/>
                </a:cubicBezTo>
                <a:cubicBezTo>
                  <a:pt x="472997" y="0"/>
                  <a:pt x="609479" y="136483"/>
                  <a:pt x="609479" y="304740"/>
                </a:cubicBezTo>
                <a:cubicBezTo>
                  <a:pt x="609479" y="472997"/>
                  <a:pt x="472997" y="609480"/>
                  <a:pt x="304739" y="609480"/>
                </a:cubicBezTo>
                <a:cubicBezTo>
                  <a:pt x="136481" y="609480"/>
                  <a:pt x="0" y="472997"/>
                  <a:pt x="0" y="3047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302">
            <a:solidFill>
              <a:srgbClr val="476F59"/>
            </a:solidFill>
            <a:prstDash val="solid"/>
          </a:ln>
        </p:spPr>
      </p:sp>
      <p:pic>
        <p:nvPic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86BBAF69-9CA5-47E1-A046-2946543746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69479a3e24974"/>
          <a:stretch xmlns:a="http://schemas.openxmlformats.org/drawingml/2006/main"/>
        </p:blipFill>
        <p:spPr>
          <a:xfrm xmlns:a="http://schemas.openxmlformats.org/drawingml/2006/main">
            <a:off x="14344650" y="6591300"/>
            <a:ext cx="533400" cy="542925"/>
          </a:xfrm>
          <a:prstGeom xmlns:a="http://schemas.openxmlformats.org/drawingml/2006/main" prst="rect">
            <a:avLst/>
          </a:prstGeom>
        </p:spPr>
      </p:pic>
      <p:pic>
        <p:nvPic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EEE0E121-3B4A-4183-BACC-9EA941B764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e1bb32f3f4461"/>
          <a:stretch xmlns:a="http://schemas.openxmlformats.org/drawingml/2006/main"/>
        </p:blipFill>
        <p:spPr>
          <a:xfrm xmlns:a="http://schemas.openxmlformats.org/drawingml/2006/main">
            <a:off x="14335125" y="285750"/>
            <a:ext cx="571500" cy="619125"/>
          </a:xfrm>
          <a:prstGeom xmlns:a="http://schemas.openxmlformats.org/drawingml/2006/main" prst="rect">
            <a:avLst/>
          </a:prstGeom>
        </p:spPr>
      </p:pic>
      <p:sp>
        <p:nvSpPr>
          <p:cNvPr id="378" name="path-194">
            <a:extLst xmlns:a="http://schemas.openxmlformats.org/drawingml/2006/main">
              <a:ext uri="{FF2B5EF4-FFF2-40B4-BE49-F238E27FC236}">
                <a16:creationId xmlns:a16="http://schemas.microsoft.com/office/drawing/2014/main" id="{50F431C9-718A-4E34-8BCE-FE45CCCD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0463" y="332554"/>
            <a:ext cx="545406" cy="545404"/>
          </a:xfrm>
          <a:custGeom xmlns:a="http://schemas.openxmlformats.org/drawingml/2006/main">
            <a:pathLst>
              <a:path w="545406" h="545404">
                <a:moveTo>
                  <a:pt x="0" y="272701"/>
                </a:moveTo>
                <a:cubicBezTo>
                  <a:pt x="0" y="122155"/>
                  <a:pt x="122157" y="0"/>
                  <a:pt x="272703" y="0"/>
                </a:cubicBezTo>
                <a:cubicBezTo>
                  <a:pt x="423249" y="0"/>
                  <a:pt x="545406" y="122155"/>
                  <a:pt x="545406" y="272701"/>
                </a:cubicBezTo>
                <a:cubicBezTo>
                  <a:pt x="545406" y="423249"/>
                  <a:pt x="423249" y="545404"/>
                  <a:pt x="272703" y="545404"/>
                </a:cubicBezTo>
                <a:cubicBezTo>
                  <a:pt x="122157" y="545404"/>
                  <a:pt x="0" y="423249"/>
                  <a:pt x="0" y="272701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15">
            <a:solidFill>
              <a:srgbClr val="CA790C"/>
            </a:solidFill>
            <a:prstDash val="solid"/>
          </a:ln>
        </p:spPr>
      </p:sp>
      <p:sp>
        <p:nvSpPr>
          <p:cNvPr id="379" name="path-195">
            <a:extLst xmlns:a="http://schemas.openxmlformats.org/drawingml/2006/main">
              <a:ext uri="{FF2B5EF4-FFF2-40B4-BE49-F238E27FC236}">
                <a16:creationId xmlns:a16="http://schemas.microsoft.com/office/drawing/2014/main" id="{BAEF00BB-D489-45C2-9A06-757A8CCC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680" y="336658"/>
            <a:ext cx="532739" cy="532686"/>
          </a:xfrm>
          <a:custGeom xmlns:a="http://schemas.openxmlformats.org/drawingml/2006/main">
            <a:pathLst>
              <a:path w="532739" h="532686">
                <a:moveTo>
                  <a:pt x="532739" y="263010"/>
                </a:moveTo>
                <a:lnTo>
                  <a:pt x="532739" y="268064"/>
                </a:lnTo>
                <a:cubicBezTo>
                  <a:pt x="531847" y="409620"/>
                  <a:pt x="420405" y="525016"/>
                  <a:pt x="280448" y="532329"/>
                </a:cubicBezTo>
                <a:cubicBezTo>
                  <a:pt x="275810" y="532566"/>
                  <a:pt x="271055" y="532686"/>
                  <a:pt x="266357" y="532686"/>
                </a:cubicBezTo>
                <a:cubicBezTo>
                  <a:pt x="254823" y="532686"/>
                  <a:pt x="243468" y="531972"/>
                  <a:pt x="232290" y="530545"/>
                </a:cubicBezTo>
                <a:cubicBezTo>
                  <a:pt x="218139" y="528702"/>
                  <a:pt x="204287" y="525789"/>
                  <a:pt x="190910" y="521865"/>
                </a:cubicBezTo>
                <a:cubicBezTo>
                  <a:pt x="190435" y="521746"/>
                  <a:pt x="189898" y="521568"/>
                  <a:pt x="189423" y="521390"/>
                </a:cubicBezTo>
                <a:cubicBezTo>
                  <a:pt x="79789" y="488393"/>
                  <a:pt x="0" y="386670"/>
                  <a:pt x="0" y="266338"/>
                </a:cubicBezTo>
                <a:cubicBezTo>
                  <a:pt x="0" y="119251"/>
                  <a:pt x="119266" y="0"/>
                  <a:pt x="266356" y="0"/>
                </a:cubicBezTo>
                <a:cubicBezTo>
                  <a:pt x="342994" y="0"/>
                  <a:pt x="412020" y="32353"/>
                  <a:pt x="460600" y="84117"/>
                </a:cubicBezTo>
                <a:cubicBezTo>
                  <a:pt x="502466" y="128706"/>
                  <a:pt x="529171" y="187743"/>
                  <a:pt x="532343" y="252963"/>
                </a:cubicBezTo>
                <a:cubicBezTo>
                  <a:pt x="532491" y="255577"/>
                  <a:pt x="532590" y="258134"/>
                  <a:pt x="532639" y="260750"/>
                </a:cubicBezTo>
                <a:cubicBezTo>
                  <a:pt x="532639" y="261464"/>
                  <a:pt x="532739" y="262237"/>
                  <a:pt x="532739" y="263010"/>
                </a:cubicBezTo>
              </a:path>
            </a:pathLst>
          </a:custGeom>
          <a:solidFill xmlns:a="http://schemas.openxmlformats.org/drawingml/2006/main">
            <a:srgbClr val="F7C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196">
            <a:extLst xmlns:a="http://schemas.openxmlformats.org/drawingml/2006/main">
              <a:ext uri="{FF2B5EF4-FFF2-40B4-BE49-F238E27FC236}">
                <a16:creationId xmlns:a16="http://schemas.microsoft.com/office/drawing/2014/main" id="{93630E18-522F-43E6-A84C-69991547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34" y="420775"/>
            <a:ext cx="460085" cy="448569"/>
          </a:xfrm>
          <a:custGeom xmlns:a="http://schemas.openxmlformats.org/drawingml/2006/main">
            <a:pathLst>
              <a:path w="460085" h="448569">
                <a:moveTo>
                  <a:pt x="460085" y="178893"/>
                </a:moveTo>
                <a:lnTo>
                  <a:pt x="460085" y="183947"/>
                </a:lnTo>
                <a:cubicBezTo>
                  <a:pt x="459193" y="325503"/>
                  <a:pt x="347751" y="440899"/>
                  <a:pt x="207794" y="448212"/>
                </a:cubicBezTo>
                <a:cubicBezTo>
                  <a:pt x="203156" y="448449"/>
                  <a:pt x="198401" y="448569"/>
                  <a:pt x="193703" y="448569"/>
                </a:cubicBezTo>
                <a:cubicBezTo>
                  <a:pt x="182169" y="448569"/>
                  <a:pt x="170814" y="447855"/>
                  <a:pt x="159636" y="446428"/>
                </a:cubicBezTo>
                <a:cubicBezTo>
                  <a:pt x="145485" y="444585"/>
                  <a:pt x="131633" y="441672"/>
                  <a:pt x="118256" y="437748"/>
                </a:cubicBezTo>
                <a:cubicBezTo>
                  <a:pt x="117781" y="437629"/>
                  <a:pt x="117244" y="437451"/>
                  <a:pt x="116769" y="437273"/>
                </a:cubicBezTo>
                <a:cubicBezTo>
                  <a:pt x="116709" y="437154"/>
                  <a:pt x="116709" y="437094"/>
                  <a:pt x="116709" y="437094"/>
                </a:cubicBezTo>
                <a:lnTo>
                  <a:pt x="0" y="320448"/>
                </a:lnTo>
                <a:lnTo>
                  <a:pt x="355836" y="64981"/>
                </a:lnTo>
                <a:lnTo>
                  <a:pt x="387946" y="0"/>
                </a:lnTo>
                <a:cubicBezTo>
                  <a:pt x="429812" y="44589"/>
                  <a:pt x="456517" y="103626"/>
                  <a:pt x="459689" y="168846"/>
                </a:cubicBezTo>
                <a:cubicBezTo>
                  <a:pt x="459837" y="171460"/>
                  <a:pt x="459936" y="174017"/>
                  <a:pt x="459985" y="176633"/>
                </a:cubicBezTo>
                <a:cubicBezTo>
                  <a:pt x="459985" y="177347"/>
                  <a:pt x="460085" y="178120"/>
                  <a:pt x="460085" y="178893"/>
                </a:cubicBezTo>
              </a:path>
            </a:pathLst>
          </a:cu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197">
            <a:extLst xmlns:a="http://schemas.openxmlformats.org/drawingml/2006/main">
              <a:ext uri="{FF2B5EF4-FFF2-40B4-BE49-F238E27FC236}">
                <a16:creationId xmlns:a16="http://schemas.microsoft.com/office/drawing/2014/main" id="{069937BA-2BD0-4898-A1AA-06BFCEC6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1059" y="387341"/>
            <a:ext cx="405942" cy="366963"/>
          </a:xfrm>
          <a:custGeom xmlns:a="http://schemas.openxmlformats.org/drawingml/2006/main">
            <a:pathLst>
              <a:path w="405942" h="366963">
                <a:moveTo>
                  <a:pt x="405942" y="35693"/>
                </a:moveTo>
                <a:lnTo>
                  <a:pt x="405942" y="331291"/>
                </a:lnTo>
                <a:cubicBezTo>
                  <a:pt x="405942" y="350910"/>
                  <a:pt x="389905" y="366963"/>
                  <a:pt x="370284" y="366963"/>
                </a:cubicBezTo>
                <a:lnTo>
                  <a:pt x="35674" y="366962"/>
                </a:lnTo>
                <a:cubicBezTo>
                  <a:pt x="16053" y="366962"/>
                  <a:pt x="0" y="350910"/>
                  <a:pt x="0" y="331291"/>
                </a:cubicBezTo>
                <a:lnTo>
                  <a:pt x="0" y="35691"/>
                </a:lnTo>
                <a:cubicBezTo>
                  <a:pt x="0" y="16053"/>
                  <a:pt x="16053" y="0"/>
                  <a:pt x="35672" y="0"/>
                </a:cubicBezTo>
                <a:lnTo>
                  <a:pt x="370342" y="1"/>
                </a:lnTo>
                <a:cubicBezTo>
                  <a:pt x="389904" y="1"/>
                  <a:pt x="405942" y="16053"/>
                  <a:pt x="405942" y="3569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198">
            <a:extLst xmlns:a="http://schemas.openxmlformats.org/drawingml/2006/main">
              <a:ext uri="{FF2B5EF4-FFF2-40B4-BE49-F238E27FC236}">
                <a16:creationId xmlns:a16="http://schemas.microsoft.com/office/drawing/2014/main" id="{913C7F77-7C22-42EA-A207-A5C86690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4036" y="387343"/>
            <a:ext cx="202964" cy="366962"/>
          </a:xfrm>
          <a:custGeom xmlns:a="http://schemas.openxmlformats.org/drawingml/2006/main">
            <a:pathLst>
              <a:path w="202964" h="366962">
                <a:moveTo>
                  <a:pt x="202964" y="35691"/>
                </a:moveTo>
                <a:lnTo>
                  <a:pt x="202964" y="331289"/>
                </a:lnTo>
                <a:cubicBezTo>
                  <a:pt x="202964" y="350909"/>
                  <a:pt x="186928" y="366962"/>
                  <a:pt x="167307" y="366962"/>
                </a:cubicBezTo>
                <a:lnTo>
                  <a:pt x="1" y="366960"/>
                </a:lnTo>
                <a:lnTo>
                  <a:pt x="0" y="0"/>
                </a:lnTo>
                <a:lnTo>
                  <a:pt x="167365" y="0"/>
                </a:lnTo>
                <a:cubicBezTo>
                  <a:pt x="186926" y="0"/>
                  <a:pt x="202964" y="16051"/>
                  <a:pt x="202964" y="35691"/>
                </a:cubicBezTo>
              </a:path>
            </a:pathLst>
          </a:custGeom>
          <a:solidFill xmlns:a="http://schemas.openxmlformats.org/drawingml/2006/main">
            <a:srgbClr val="E8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199">
            <a:extLst xmlns:a="http://schemas.openxmlformats.org/drawingml/2006/main">
              <a:ext uri="{FF2B5EF4-FFF2-40B4-BE49-F238E27FC236}">
                <a16:creationId xmlns:a16="http://schemas.microsoft.com/office/drawing/2014/main" id="{DD032610-B690-4057-9C8D-9E5400B0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1059" y="387341"/>
            <a:ext cx="405942" cy="94551"/>
          </a:xfrm>
          <a:custGeom xmlns:a="http://schemas.openxmlformats.org/drawingml/2006/main">
            <a:pathLst>
              <a:path w="405942" h="94551">
                <a:moveTo>
                  <a:pt x="405942" y="35693"/>
                </a:moveTo>
                <a:lnTo>
                  <a:pt x="405942" y="94551"/>
                </a:lnTo>
                <a:lnTo>
                  <a:pt x="0" y="94549"/>
                </a:lnTo>
                <a:lnTo>
                  <a:pt x="0" y="35691"/>
                </a:lnTo>
                <a:cubicBezTo>
                  <a:pt x="0" y="16053"/>
                  <a:pt x="16053" y="0"/>
                  <a:pt x="35672" y="0"/>
                </a:cubicBezTo>
                <a:lnTo>
                  <a:pt x="370342" y="1"/>
                </a:lnTo>
                <a:cubicBezTo>
                  <a:pt x="379143" y="1"/>
                  <a:pt x="387228" y="3222"/>
                  <a:pt x="393470" y="8572"/>
                </a:cubicBezTo>
                <a:cubicBezTo>
                  <a:pt x="401086" y="15112"/>
                  <a:pt x="405942" y="24872"/>
                  <a:pt x="405942" y="35693"/>
                </a:cubicBezTo>
              </a:path>
            </a:pathLst>
          </a:custGeom>
          <a:solidFill xmlns:a="http://schemas.openxmlformats.org/drawingml/2006/main">
            <a:srgbClr val="5F2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200">
            <a:extLst xmlns:a="http://schemas.openxmlformats.org/drawingml/2006/main">
              <a:ext uri="{FF2B5EF4-FFF2-40B4-BE49-F238E27FC236}">
                <a16:creationId xmlns:a16="http://schemas.microsoft.com/office/drawing/2014/main" id="{73A83816-083D-423F-823C-3E166679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4988" y="387343"/>
            <a:ext cx="202012" cy="94549"/>
          </a:xfrm>
          <a:custGeom xmlns:a="http://schemas.openxmlformats.org/drawingml/2006/main">
            <a:pathLst>
              <a:path w="202012" h="94549">
                <a:moveTo>
                  <a:pt x="202012" y="35691"/>
                </a:moveTo>
                <a:lnTo>
                  <a:pt x="202012" y="94549"/>
                </a:lnTo>
                <a:lnTo>
                  <a:pt x="0" y="94549"/>
                </a:lnTo>
                <a:lnTo>
                  <a:pt x="0" y="0"/>
                </a:lnTo>
                <a:lnTo>
                  <a:pt x="166413" y="0"/>
                </a:lnTo>
                <a:cubicBezTo>
                  <a:pt x="175213" y="0"/>
                  <a:pt x="183298" y="3221"/>
                  <a:pt x="189541" y="8571"/>
                </a:cubicBezTo>
                <a:cubicBezTo>
                  <a:pt x="197157" y="15111"/>
                  <a:pt x="202012" y="24871"/>
                  <a:pt x="202012" y="35691"/>
                </a:cubicBezTo>
              </a:path>
            </a:pathLst>
          </a:custGeom>
          <a:solidFill xmlns:a="http://schemas.openxmlformats.org/drawingml/2006/main">
            <a:srgbClr val="3D2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201">
            <a:extLst xmlns:a="http://schemas.openxmlformats.org/drawingml/2006/main">
              <a:ext uri="{FF2B5EF4-FFF2-40B4-BE49-F238E27FC236}">
                <a16:creationId xmlns:a16="http://schemas.microsoft.com/office/drawing/2014/main" id="{CF4BED76-FBB7-4C51-AA2E-F8564411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122" y="387341"/>
            <a:ext cx="186867" cy="94549"/>
          </a:xfrm>
          <a:custGeom xmlns:a="http://schemas.openxmlformats.org/drawingml/2006/main">
            <a:pathLst>
              <a:path w="186867" h="94549">
                <a:moveTo>
                  <a:pt x="186867" y="1"/>
                </a:moveTo>
                <a:lnTo>
                  <a:pt x="92333" y="94549"/>
                </a:lnTo>
                <a:lnTo>
                  <a:pt x="0" y="94549"/>
                </a:lnTo>
                <a:lnTo>
                  <a:pt x="94533" y="0"/>
                </a:lnTo>
                <a:lnTo>
                  <a:pt x="186867" y="1"/>
                </a:lnTo>
              </a:path>
            </a:pathLst>
          </a:custGeom>
          <a:solidFill xmlns:a="http://schemas.openxmlformats.org/drawingml/2006/main">
            <a:srgbClr val="BA0C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202">
            <a:extLst xmlns:a="http://schemas.openxmlformats.org/drawingml/2006/main">
              <a:ext uri="{FF2B5EF4-FFF2-40B4-BE49-F238E27FC236}">
                <a16:creationId xmlns:a16="http://schemas.microsoft.com/office/drawing/2014/main" id="{A8BFB776-1A7A-47F9-9AF9-35F589BE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6226" y="387343"/>
            <a:ext cx="178245" cy="94549"/>
          </a:xfrm>
          <a:custGeom xmlns:a="http://schemas.openxmlformats.org/drawingml/2006/main">
            <a:pathLst>
              <a:path w="178245" h="94549">
                <a:moveTo>
                  <a:pt x="178245" y="8571"/>
                </a:moveTo>
                <a:lnTo>
                  <a:pt x="92273" y="94549"/>
                </a:lnTo>
                <a:lnTo>
                  <a:pt x="0" y="94549"/>
                </a:lnTo>
                <a:lnTo>
                  <a:pt x="94532" y="0"/>
                </a:lnTo>
                <a:lnTo>
                  <a:pt x="155175" y="0"/>
                </a:lnTo>
                <a:cubicBezTo>
                  <a:pt x="163916" y="0"/>
                  <a:pt x="172001" y="3221"/>
                  <a:pt x="178245" y="8571"/>
                </a:cubicBezTo>
              </a:path>
            </a:pathLst>
          </a:custGeom>
          <a:solidFill xmlns:a="http://schemas.openxmlformats.org/drawingml/2006/main">
            <a:srgbClr val="9B0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path-203">
            <a:extLst xmlns:a="http://schemas.openxmlformats.org/drawingml/2006/main">
              <a:ext uri="{FF2B5EF4-FFF2-40B4-BE49-F238E27FC236}">
                <a16:creationId xmlns:a16="http://schemas.microsoft.com/office/drawing/2014/main" id="{FE1AB4B3-ECB0-4F7F-B3A5-8FB182E2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9993" y="502046"/>
            <a:ext cx="136092" cy="161294"/>
          </a:xfrm>
          <a:custGeom xmlns:a="http://schemas.openxmlformats.org/drawingml/2006/main">
            <a:pathLst>
              <a:path w="136092" h="161294">
                <a:moveTo>
                  <a:pt x="121407" y="100117"/>
                </a:moveTo>
                <a:lnTo>
                  <a:pt x="54995" y="139891"/>
                </a:lnTo>
                <a:lnTo>
                  <a:pt x="34306" y="152258"/>
                </a:lnTo>
                <a:cubicBezTo>
                  <a:pt x="19204" y="161294"/>
                  <a:pt x="0" y="150415"/>
                  <a:pt x="0" y="132816"/>
                </a:cubicBezTo>
                <a:lnTo>
                  <a:pt x="0" y="28478"/>
                </a:lnTo>
                <a:cubicBezTo>
                  <a:pt x="0" y="10879"/>
                  <a:pt x="19204" y="0"/>
                  <a:pt x="34305" y="9036"/>
                </a:cubicBezTo>
                <a:lnTo>
                  <a:pt x="54995" y="21403"/>
                </a:lnTo>
                <a:lnTo>
                  <a:pt x="121407" y="61176"/>
                </a:lnTo>
                <a:cubicBezTo>
                  <a:pt x="136092" y="70035"/>
                  <a:pt x="136092" y="91319"/>
                  <a:pt x="121407" y="100117"/>
                </a:cubicBezTo>
              </a:path>
            </a:pathLst>
          </a:custGeom>
          <a:solidFill xmlns:a="http://schemas.openxmlformats.org/drawingml/2006/main">
            <a:srgbClr val="E95C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ath-204">
            <a:extLst xmlns:a="http://schemas.openxmlformats.org/drawingml/2006/main">
              <a:ext uri="{FF2B5EF4-FFF2-40B4-BE49-F238E27FC236}">
                <a16:creationId xmlns:a16="http://schemas.microsoft.com/office/drawing/2014/main" id="{92F637B7-7C18-4A6E-A54C-E09B55FB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9526" y="683733"/>
            <a:ext cx="344600" cy="22414"/>
          </a:xfrm>
          <a:custGeom xmlns:a="http://schemas.openxmlformats.org/drawingml/2006/main">
            <a:pathLst>
              <a:path w="344600" h="22414">
                <a:moveTo>
                  <a:pt x="344600" y="11238"/>
                </a:moveTo>
                <a:cubicBezTo>
                  <a:pt x="344600" y="14329"/>
                  <a:pt x="343351" y="17123"/>
                  <a:pt x="341329" y="19144"/>
                </a:cubicBezTo>
                <a:cubicBezTo>
                  <a:pt x="339308" y="21166"/>
                  <a:pt x="336514" y="22414"/>
                  <a:pt x="333423" y="22414"/>
                </a:cubicBezTo>
                <a:lnTo>
                  <a:pt x="11238" y="22413"/>
                </a:lnTo>
                <a:cubicBezTo>
                  <a:pt x="5053" y="22413"/>
                  <a:pt x="0" y="17359"/>
                  <a:pt x="0" y="11177"/>
                </a:cubicBezTo>
                <a:cubicBezTo>
                  <a:pt x="0" y="8085"/>
                  <a:pt x="1248" y="5292"/>
                  <a:pt x="3270" y="3270"/>
                </a:cubicBezTo>
                <a:cubicBezTo>
                  <a:pt x="5292" y="1248"/>
                  <a:pt x="8087" y="0"/>
                  <a:pt x="11178" y="0"/>
                </a:cubicBezTo>
                <a:lnTo>
                  <a:pt x="333363" y="0"/>
                </a:lnTo>
                <a:cubicBezTo>
                  <a:pt x="339606" y="0"/>
                  <a:pt x="344600" y="5053"/>
                  <a:pt x="344600" y="11238"/>
                </a:cubicBezTo>
              </a:path>
            </a:pathLst>
          </a:custGeom>
          <a:solidFill xmlns:a="http://schemas.openxmlformats.org/drawingml/2006/main">
            <a:srgbClr val="4BB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205">
            <a:extLst xmlns:a="http://schemas.openxmlformats.org/drawingml/2006/main">
              <a:ext uri="{FF2B5EF4-FFF2-40B4-BE49-F238E27FC236}">
                <a16:creationId xmlns:a16="http://schemas.microsoft.com/office/drawing/2014/main" id="{244D4995-9250-4367-98C7-0E482317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3891" y="661795"/>
            <a:ext cx="26279" cy="64624"/>
          </a:xfrm>
          <a:custGeom xmlns:a="http://schemas.openxmlformats.org/drawingml/2006/main">
            <a:pathLst>
              <a:path w="26279" h="64624">
                <a:moveTo>
                  <a:pt x="13139" y="64624"/>
                </a:moveTo>
                <a:cubicBezTo>
                  <a:pt x="5886" y="64624"/>
                  <a:pt x="0" y="58739"/>
                  <a:pt x="0" y="51485"/>
                </a:cubicBezTo>
                <a:lnTo>
                  <a:pt x="0" y="13139"/>
                </a:lnTo>
                <a:cubicBezTo>
                  <a:pt x="0" y="5885"/>
                  <a:pt x="5886" y="0"/>
                  <a:pt x="13139" y="0"/>
                </a:cubicBezTo>
                <a:cubicBezTo>
                  <a:pt x="20393" y="0"/>
                  <a:pt x="26279" y="5885"/>
                  <a:pt x="26279" y="13139"/>
                </a:cubicBezTo>
                <a:lnTo>
                  <a:pt x="26279" y="51485"/>
                </a:lnTo>
                <a:cubicBezTo>
                  <a:pt x="26279" y="58739"/>
                  <a:pt x="20393" y="64624"/>
                  <a:pt x="13139" y="64624"/>
                </a:cubicBezTo>
              </a:path>
            </a:pathLst>
          </a:custGeom>
          <a:solidFill xmlns:a="http://schemas.openxmlformats.org/drawingml/2006/main">
            <a:srgbClr val="BA0C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ath-206">
            <a:extLst xmlns:a="http://schemas.openxmlformats.org/drawingml/2006/main">
              <a:ext uri="{FF2B5EF4-FFF2-40B4-BE49-F238E27FC236}">
                <a16:creationId xmlns:a16="http://schemas.microsoft.com/office/drawing/2014/main" id="{93178988-B782-4EFD-B3BA-89DDCA2B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4988" y="523449"/>
            <a:ext cx="81097" cy="118488"/>
          </a:xfrm>
          <a:custGeom xmlns:a="http://schemas.openxmlformats.org/drawingml/2006/main">
            <a:pathLst>
              <a:path w="81097" h="118488">
                <a:moveTo>
                  <a:pt x="66412" y="78715"/>
                </a:moveTo>
                <a:lnTo>
                  <a:pt x="0" y="118488"/>
                </a:lnTo>
                <a:lnTo>
                  <a:pt x="0" y="0"/>
                </a:lnTo>
                <a:lnTo>
                  <a:pt x="66412" y="39774"/>
                </a:lnTo>
                <a:cubicBezTo>
                  <a:pt x="81097" y="48632"/>
                  <a:pt x="81097" y="69916"/>
                  <a:pt x="66412" y="78715"/>
                </a:cubicBezTo>
              </a:path>
            </a:pathLst>
          </a:custGeom>
          <a:solidFill xmlns:a="http://schemas.openxmlformats.org/drawingml/2006/main">
            <a:srgbClr val="E02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207">
            <a:extLst xmlns:a="http://schemas.openxmlformats.org/drawingml/2006/main">
              <a:ext uri="{FF2B5EF4-FFF2-40B4-BE49-F238E27FC236}">
                <a16:creationId xmlns:a16="http://schemas.microsoft.com/office/drawing/2014/main" id="{01978CFF-6539-4833-A23E-609B1919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4988" y="683673"/>
            <a:ext cx="179137" cy="22474"/>
          </a:xfrm>
          <a:custGeom xmlns:a="http://schemas.openxmlformats.org/drawingml/2006/main">
            <a:pathLst>
              <a:path w="179137" h="22474">
                <a:moveTo>
                  <a:pt x="179137" y="11297"/>
                </a:moveTo>
                <a:cubicBezTo>
                  <a:pt x="179137" y="14389"/>
                  <a:pt x="177889" y="17182"/>
                  <a:pt x="175867" y="19204"/>
                </a:cubicBezTo>
                <a:cubicBezTo>
                  <a:pt x="173845" y="21225"/>
                  <a:pt x="171052" y="22474"/>
                  <a:pt x="167961" y="22474"/>
                </a:cubicBezTo>
                <a:lnTo>
                  <a:pt x="0" y="22474"/>
                </a:lnTo>
                <a:lnTo>
                  <a:pt x="0" y="0"/>
                </a:lnTo>
                <a:lnTo>
                  <a:pt x="167901" y="1"/>
                </a:lnTo>
                <a:cubicBezTo>
                  <a:pt x="174143" y="60"/>
                  <a:pt x="179137" y="5113"/>
                  <a:pt x="179137" y="11297"/>
                </a:cubicBezTo>
              </a:path>
            </a:pathLst>
          </a:custGeom>
          <a:solidFill xmlns:a="http://schemas.openxmlformats.org/drawingml/2006/main">
            <a:srgbClr val="3892C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64C0B67F-4B60-4417-BAD9-5E827FFD9B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d71dc069f449e"/>
          <a:stretch xmlns:a="http://schemas.openxmlformats.org/drawingml/2006/main"/>
        </p:blipFill>
        <p:spPr>
          <a:xfrm xmlns:a="http://schemas.openxmlformats.org/drawingml/2006/main">
            <a:off x="7029450" y="6534150"/>
            <a:ext cx="628650" cy="619125"/>
          </a:xfrm>
          <a:prstGeom xmlns:a="http://schemas.openxmlformats.org/drawingml/2006/main" prst="rect">
            <a:avLst/>
          </a:prstGeom>
        </p:spPr>
      </p:pic>
      <p:pic>
        <p:nvPic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40FA7D7F-3909-40A6-AB45-673CA1CDE6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8fa88e78d4b04"/>
          <a:stretch xmlns:a="http://schemas.openxmlformats.org/drawingml/2006/main"/>
        </p:blipFill>
        <p:spPr>
          <a:xfrm xmlns:a="http://schemas.openxmlformats.org/drawingml/2006/main">
            <a:off x="330249" y="8985539"/>
            <a:ext cx="1196745" cy="754870"/>
          </a:xfrm>
          <a:prstGeom xmlns:a="http://schemas.openxmlformats.org/drawingml/2006/main" prst="rect">
            <a:avLst/>
          </a:prstGeom>
        </p:spPr>
      </p:pic>
      <p:pic>
        <p:nvPic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6DBD331F-6B0D-445F-B817-C4B1D37B72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7dab163e34563"/>
          <a:stretch xmlns:a="http://schemas.openxmlformats.org/drawingml/2006/main"/>
        </p:blipFill>
        <p:spPr>
          <a:xfrm xmlns:a="http://schemas.openxmlformats.org/drawingml/2006/main">
            <a:off x="452779" y="9099768"/>
            <a:ext cx="957989" cy="595255"/>
          </a:xfrm>
          <a:prstGeom xmlns:a="http://schemas.openxmlformats.org/drawingml/2006/main" prst="rect">
            <a:avLst/>
          </a:prstGeom>
        </p:spPr>
      </p:pic>
      <p:sp>
        <p:nvSpPr>
          <p:cNvPr id="395" name="text-211 Area">
            <a:extLst xmlns:a="http://schemas.openxmlformats.org/drawingml/2006/main">
              <a:ext uri="{FF2B5EF4-FFF2-40B4-BE49-F238E27FC236}">
                <a16:creationId xmlns:a16="http://schemas.microsoft.com/office/drawing/2014/main" id="{86C035F4-0321-4D78-AA40-DE6E381E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002" y="9231525"/>
            <a:ext cx="429565" cy="290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4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4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34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</a:t>
            </a:r>
          </a:p>
        </p:txBody>
      </p:sp>
      <p:sp>
        <p:nvSpPr>
          <p:cNvPr id="396" name="text-211 2">
            <a:extLst xmlns:a="http://schemas.openxmlformats.org/drawingml/2006/main">
              <a:ext uri="{FF2B5EF4-FFF2-40B4-BE49-F238E27FC236}">
                <a16:creationId xmlns:a16="http://schemas.microsoft.com/office/drawing/2014/main" id="{E20B6228-024D-442A-B09A-E92FF4E6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095" y="9231210"/>
            <a:ext cx="142757" cy="29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37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97" name="text-212 Area">
            <a:extLst xmlns:a="http://schemas.openxmlformats.org/drawingml/2006/main">
              <a:ext uri="{FF2B5EF4-FFF2-40B4-BE49-F238E27FC236}">
                <a16:creationId xmlns:a16="http://schemas.microsoft.com/office/drawing/2014/main" id="{0E4D4D69-CDFA-4F47-A1A4-1EA0FE71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196" y="10701794"/>
            <a:ext cx="508620" cy="31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9DC3E6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398" name="text-212 1">
            <a:extLst xmlns:a="http://schemas.openxmlformats.org/drawingml/2006/main">
              <a:ext uri="{FF2B5EF4-FFF2-40B4-BE49-F238E27FC236}">
                <a16:creationId xmlns:a16="http://schemas.microsoft.com/office/drawing/2014/main" id="{C2A14C79-7A52-473A-A502-CDFBD592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233" y="10701881"/>
            <a:ext cx="163308" cy="31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pPr>
            <a:r>
              <a:rPr sz="1746" b="0" i="0">
                <a:solidFill>
                  <a:srgbClr val="9DC3E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99" name="text-213 ：">
            <a:extLst xmlns:a="http://schemas.openxmlformats.org/drawingml/2006/main">
              <a:ext uri="{FF2B5EF4-FFF2-40B4-BE49-F238E27FC236}">
                <a16:creationId xmlns:a16="http://schemas.microsoft.com/office/drawing/2014/main" id="{8E9971CD-5E0E-4D55-8B2D-C218D67E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308" y="10701792"/>
            <a:ext cx="261854" cy="310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9DC3E6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9DC3E6"/>
                </a:solidFill>
                <a:latin typeface="DengXian"/>
                <a:ea typeface="DengXian"/>
                <a:cs typeface="DengXian"/>
              </a:defRPr>
            </a:pPr>
            <a:r>
              <a:rPr sz="1747" b="0" i="0">
                <a:solidFill>
                  <a:srgbClr val="9DC3E6"/>
                </a:solidFill>
                <a:latin typeface="DengXian"/>
                <a:ea typeface="DengXian"/>
                <a:cs typeface="DengXian"/>
              </a:rPr>
              <a:t>：</a:t>
            </a:r>
          </a:p>
        </p:txBody>
      </p:sp>
      <p:sp>
        <p:nvSpPr>
          <p:cNvPr id="400" name="text-214 The">
            <a:extLst xmlns:a="http://schemas.openxmlformats.org/drawingml/2006/main">
              <a:ext uri="{FF2B5EF4-FFF2-40B4-BE49-F238E27FC236}">
                <a16:creationId xmlns:a16="http://schemas.microsoft.com/office/drawing/2014/main" id="{AF85DC0F-9EFD-45BE-A6E7-1EB1FF3D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196" y="10974212"/>
            <a:ext cx="424263" cy="312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401" name="text-214 duck's">
            <a:extLst xmlns:a="http://schemas.openxmlformats.org/drawingml/2006/main">
              <a:ext uri="{FF2B5EF4-FFF2-40B4-BE49-F238E27FC236}">
                <a16:creationId xmlns:a16="http://schemas.microsoft.com/office/drawing/2014/main" id="{9EA7A762-67CF-4AE2-8AE0-9580E582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800" y="10975275"/>
            <a:ext cx="661962" cy="31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duck's</a:t>
            </a:r>
          </a:p>
        </p:txBody>
      </p:sp>
      <p:sp>
        <p:nvSpPr>
          <p:cNvPr id="402" name="text-214 eye">
            <a:extLst xmlns:a="http://schemas.openxmlformats.org/drawingml/2006/main">
              <a:ext uri="{FF2B5EF4-FFF2-40B4-BE49-F238E27FC236}">
                <a16:creationId xmlns:a16="http://schemas.microsoft.com/office/drawing/2014/main" id="{1D43283A-197E-4BDA-9745-923DE1A4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5179" y="10977205"/>
            <a:ext cx="394210" cy="3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eye</a:t>
            </a:r>
          </a:p>
        </p:txBody>
      </p:sp>
      <p:sp>
        <p:nvSpPr>
          <p:cNvPr id="403" name="text-214 texture">
            <a:extLst xmlns:a="http://schemas.openxmlformats.org/drawingml/2006/main">
              <a:ext uri="{FF2B5EF4-FFF2-40B4-BE49-F238E27FC236}">
                <a16:creationId xmlns:a16="http://schemas.microsoft.com/office/drawing/2014/main" id="{9AF08014-ECCF-4747-8EB0-81F7B4D4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5260" y="10976193"/>
            <a:ext cx="715279" cy="309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404" name="text-214 is">
            <a:extLst xmlns:a="http://schemas.openxmlformats.org/drawingml/2006/main">
              <a:ext uri="{FF2B5EF4-FFF2-40B4-BE49-F238E27FC236}">
                <a16:creationId xmlns:a16="http://schemas.microsoft.com/office/drawing/2014/main" id="{4B9CD4B3-E11B-4AAF-9FF6-FFAFFC43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5784" y="10974626"/>
            <a:ext cx="200722" cy="3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405" name="text-214 abnormal">
            <a:extLst xmlns:a="http://schemas.openxmlformats.org/drawingml/2006/main">
              <a:ext uri="{FF2B5EF4-FFF2-40B4-BE49-F238E27FC236}">
                <a16:creationId xmlns:a16="http://schemas.microsoft.com/office/drawing/2014/main" id="{D65B6DD6-E441-4A08-B3B3-A117DBD9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5922" y="10975288"/>
            <a:ext cx="964870" cy="310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406" name="text-214 and">
            <a:extLst xmlns:a="http://schemas.openxmlformats.org/drawingml/2006/main">
              <a:ext uri="{FF2B5EF4-FFF2-40B4-BE49-F238E27FC236}">
                <a16:creationId xmlns:a16="http://schemas.microsoft.com/office/drawing/2014/main" id="{40ACC39E-07CE-4011-A6C2-DDD65B0B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3434" y="10975307"/>
            <a:ext cx="410086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407" name="text-214 does">
            <a:extLst xmlns:a="http://schemas.openxmlformats.org/drawingml/2006/main">
              <a:ext uri="{FF2B5EF4-FFF2-40B4-BE49-F238E27FC236}">
                <a16:creationId xmlns:a16="http://schemas.microsoft.com/office/drawing/2014/main" id="{FE49D9A7-15EB-4320-90BD-4510B4C9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6164" y="10975300"/>
            <a:ext cx="521043" cy="310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</a:t>
            </a:r>
          </a:p>
        </p:txBody>
      </p:sp>
      <p:sp>
        <p:nvSpPr>
          <p:cNvPr id="408" name="text-214 not">
            <a:extLst xmlns:a="http://schemas.openxmlformats.org/drawingml/2006/main">
              <a:ext uri="{FF2B5EF4-FFF2-40B4-BE49-F238E27FC236}">
                <a16:creationId xmlns:a16="http://schemas.microsoft.com/office/drawing/2014/main" id="{607CA511-DE1B-4949-A4B1-30362A88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9850" y="10975295"/>
            <a:ext cx="348397" cy="310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409" name="text-214 match">
            <a:extLst xmlns:a="http://schemas.openxmlformats.org/drawingml/2006/main">
              <a:ext uri="{FF2B5EF4-FFF2-40B4-BE49-F238E27FC236}">
                <a16:creationId xmlns:a16="http://schemas.microsoft.com/office/drawing/2014/main" id="{4EE23031-EC63-4D44-86A0-381079EC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0001" y="10975580"/>
            <a:ext cx="643268" cy="310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10" name="text-214 the">
            <a:extLst xmlns:a="http://schemas.openxmlformats.org/drawingml/2006/main">
              <a:ext uri="{FF2B5EF4-FFF2-40B4-BE49-F238E27FC236}">
                <a16:creationId xmlns:a16="http://schemas.microsoft.com/office/drawing/2014/main" id="{D7EF87C3-FE55-4403-8355-D1267919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5740" y="10975774"/>
            <a:ext cx="347645" cy="30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411" name="text-214 real">
            <a:extLst xmlns:a="http://schemas.openxmlformats.org/drawingml/2006/main">
              <a:ext uri="{FF2B5EF4-FFF2-40B4-BE49-F238E27FC236}">
                <a16:creationId xmlns:a16="http://schemas.microsoft.com/office/drawing/2014/main" id="{64DF5A33-D973-4EA2-BAA7-36C1CC6C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7444" y="10975326"/>
            <a:ext cx="409860" cy="310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412" name="text-215 eye">
            <a:extLst xmlns:a="http://schemas.openxmlformats.org/drawingml/2006/main">
              <a:ext uri="{FF2B5EF4-FFF2-40B4-BE49-F238E27FC236}">
                <a16:creationId xmlns:a16="http://schemas.microsoft.com/office/drawing/2014/main" id="{EF4DEDBA-E2C8-4DC5-8F54-200E8560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196" y="11242875"/>
            <a:ext cx="394210" cy="3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eye</a:t>
            </a:r>
          </a:p>
        </p:txBody>
      </p:sp>
      <p:sp>
        <p:nvSpPr>
          <p:cNvPr id="413" name="text-215 texture.">
            <a:extLst xmlns:a="http://schemas.openxmlformats.org/drawingml/2006/main">
              <a:ext uri="{FF2B5EF4-FFF2-40B4-BE49-F238E27FC236}">
                <a16:creationId xmlns:a16="http://schemas.microsoft.com/office/drawing/2014/main" id="{9FB04818-2581-4108-A225-A55DE520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277" y="11241766"/>
            <a:ext cx="776988" cy="309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texture.</a:t>
            </a:r>
          </a:p>
        </p:txBody>
      </p:sp>
      <p:sp>
        <p:nvSpPr>
          <p:cNvPr id="414" name="text-215 The">
            <a:extLst xmlns:a="http://schemas.openxmlformats.org/drawingml/2006/main">
              <a:ext uri="{FF2B5EF4-FFF2-40B4-BE49-F238E27FC236}">
                <a16:creationId xmlns:a16="http://schemas.microsoft.com/office/drawing/2014/main" id="{700EF87D-B952-4E78-B2A4-01E1DC6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720" y="11239882"/>
            <a:ext cx="424263" cy="312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415" name="text-215 nose">
            <a:extLst xmlns:a="http://schemas.openxmlformats.org/drawingml/2006/main">
              <a:ext uri="{FF2B5EF4-FFF2-40B4-BE49-F238E27FC236}">
                <a16:creationId xmlns:a16="http://schemas.microsoft.com/office/drawing/2014/main" id="{3A1433A1-D8EF-42F6-AB72-EA911687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9323" y="11240969"/>
            <a:ext cx="521044" cy="310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nose</a:t>
            </a:r>
          </a:p>
        </p:txBody>
      </p:sp>
      <p:sp>
        <p:nvSpPr>
          <p:cNvPr id="416" name="text-215 structure">
            <a:extLst xmlns:a="http://schemas.openxmlformats.org/drawingml/2006/main">
              <a:ext uri="{FF2B5EF4-FFF2-40B4-BE49-F238E27FC236}">
                <a16:creationId xmlns:a16="http://schemas.microsoft.com/office/drawing/2014/main" id="{DD650F3A-CFC3-4FD7-A22E-C1BB1487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3010" y="11241384"/>
            <a:ext cx="901327" cy="31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417" name="text-215 is">
            <a:extLst xmlns:a="http://schemas.openxmlformats.org/drawingml/2006/main">
              <a:ext uri="{FF2B5EF4-FFF2-40B4-BE49-F238E27FC236}">
                <a16:creationId xmlns:a16="http://schemas.microsoft.com/office/drawing/2014/main" id="{719AB696-22FB-44D3-A49F-16E5908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7944" y="11240297"/>
            <a:ext cx="200721" cy="311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418" name="text-215 wrong.">
            <a:extLst xmlns:a="http://schemas.openxmlformats.org/drawingml/2006/main">
              <a:ext uri="{FF2B5EF4-FFF2-40B4-BE49-F238E27FC236}">
                <a16:creationId xmlns:a16="http://schemas.microsoft.com/office/drawing/2014/main" id="{6B8F010E-DBF4-4707-8583-45C32958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081" y="11241748"/>
            <a:ext cx="703315" cy="309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wrong.</a:t>
            </a:r>
          </a:p>
        </p:txBody>
      </p:sp>
      <p:pic>
        <p:nvPic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C7FAFC77-C120-4915-B7D8-09064E52F1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14574ba1b428f"/>
          <a:stretch xmlns:a="http://schemas.openxmlformats.org/drawingml/2006/main"/>
        </p:blipFill>
        <p:spPr>
          <a:xfrm xmlns:a="http://schemas.openxmlformats.org/drawingml/2006/main">
            <a:off x="2141687" y="7502464"/>
            <a:ext cx="1404250" cy="1145573"/>
          </a:xfrm>
          <a:prstGeom xmlns:a="http://schemas.openxmlformats.org/drawingml/2006/main" prst="rect">
            <a:avLst/>
          </a:prstGeom>
        </p:spPr>
      </p:pic>
      <p:sp>
        <p:nvSpPr>
          <p:cNvPr id="420" name="path-217">
            <a:extLst xmlns:a="http://schemas.openxmlformats.org/drawingml/2006/main">
              <a:ext uri="{FF2B5EF4-FFF2-40B4-BE49-F238E27FC236}">
                <a16:creationId xmlns:a16="http://schemas.microsoft.com/office/drawing/2014/main" id="{01572727-A18D-4B37-A5E3-48955B28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238" y="7768197"/>
            <a:ext cx="884525" cy="623543"/>
          </a:xfrm>
          <a:custGeom xmlns:a="http://schemas.openxmlformats.org/drawingml/2006/main">
            <a:pathLst>
              <a:path w="884525" h="623543">
                <a:moveTo>
                  <a:pt x="0" y="0"/>
                </a:moveTo>
                <a:lnTo>
                  <a:pt x="884525" y="0"/>
                </a:lnTo>
                <a:lnTo>
                  <a:pt x="884525" y="623543"/>
                </a:lnTo>
                <a:lnTo>
                  <a:pt x="0" y="6235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604">
            <a:solidFill>
              <a:srgbClr val="64DEF2"/>
            </a:solidFill>
            <a:prstDash val="solid"/>
          </a:ln>
        </p:spPr>
      </p:sp>
      <p:pic>
        <p:nvPic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5A1521B8-E2D5-4451-ACCD-97385E7A7B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0cef406674527"/>
          <a:stretch xmlns:a="http://schemas.openxmlformats.org/drawingml/2006/main"/>
        </p:blipFill>
        <p:spPr>
          <a:xfrm xmlns:a="http://schemas.openxmlformats.org/drawingml/2006/main">
            <a:off x="1433219" y="7497891"/>
            <a:ext cx="1194307" cy="753332"/>
          </a:xfrm>
          <a:prstGeom xmlns:a="http://schemas.openxmlformats.org/drawingml/2006/main" prst="rect">
            <a:avLst/>
          </a:prstGeom>
        </p:spPr>
      </p:pic>
      <p:pic>
        <p:nvPic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626D030C-70E3-4B1B-BA57-80EF05F672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bcd1278224b00"/>
          <a:stretch xmlns:a="http://schemas.openxmlformats.org/drawingml/2006/main"/>
        </p:blipFill>
        <p:spPr>
          <a:xfrm xmlns:a="http://schemas.openxmlformats.org/drawingml/2006/main">
            <a:off x="1552967" y="7610452"/>
            <a:ext cx="957989" cy="595255"/>
          </a:xfrm>
          <a:prstGeom xmlns:a="http://schemas.openxmlformats.org/drawingml/2006/main" prst="rect">
            <a:avLst/>
          </a:prstGeom>
        </p:spPr>
      </p:pic>
      <p:sp>
        <p:nvSpPr>
          <p:cNvPr id="423" name="text-220 Area">
            <a:extLst xmlns:a="http://schemas.openxmlformats.org/drawingml/2006/main">
              <a:ext uri="{FF2B5EF4-FFF2-40B4-BE49-F238E27FC236}">
                <a16:creationId xmlns:a16="http://schemas.microsoft.com/office/drawing/2014/main" id="{4B44A22B-9582-4BD8-AEB8-4C020851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1076" y="7742860"/>
            <a:ext cx="429565" cy="290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4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4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34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</a:t>
            </a:r>
          </a:p>
        </p:txBody>
      </p:sp>
      <p:sp>
        <p:nvSpPr>
          <p:cNvPr id="424" name="text-220 1">
            <a:extLst xmlns:a="http://schemas.openxmlformats.org/drawingml/2006/main">
              <a:ext uri="{FF2B5EF4-FFF2-40B4-BE49-F238E27FC236}">
                <a16:creationId xmlns:a16="http://schemas.microsoft.com/office/drawing/2014/main" id="{0EAB36FF-A970-4161-88FC-31E7F429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3168" y="7742546"/>
            <a:ext cx="142757" cy="29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37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25" name="text-221 (a)">
            <a:extLst xmlns:a="http://schemas.openxmlformats.org/drawingml/2006/main">
              <a:ext uri="{FF2B5EF4-FFF2-40B4-BE49-F238E27FC236}">
                <a16:creationId xmlns:a16="http://schemas.microsoft.com/office/drawing/2014/main" id="{66743FBE-A60E-42DC-AF5C-2836A7A7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627" y="372575"/>
            <a:ext cx="472523" cy="510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70" b="1" i="0">
                <a:solidFill>
                  <a:srgbClr val="FE8B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70" b="1" i="0">
                <a:solidFill>
                  <a:srgbClr val="FE8B00"/>
                </a:solidFill>
                <a:latin typeface="Calibri"/>
                <a:ea typeface="Calibri"/>
                <a:cs typeface="Calibri"/>
              </a:defRPr>
            </a:pPr>
            <a:r>
              <a:rPr sz="2870" b="1" i="0">
                <a:solidFill>
                  <a:srgbClr val="FE8B00"/>
                </a:solidFill>
                <a:latin typeface="Calibri"/>
                <a:ea typeface="Calibri"/>
                <a:cs typeface="Calibri"/>
              </a:rPr>
              <a:t>(a)</a:t>
            </a:r>
          </a:p>
        </p:txBody>
      </p:sp>
      <p:sp>
        <p:nvSpPr>
          <p:cNvPr id="426" name="text-222 (b)">
            <a:extLst xmlns:a="http://schemas.openxmlformats.org/drawingml/2006/main">
              <a:ext uri="{FF2B5EF4-FFF2-40B4-BE49-F238E27FC236}">
                <a16:creationId xmlns:a16="http://schemas.microsoft.com/office/drawing/2014/main" id="{04F6252D-8A97-40E3-8CAB-EC99931B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819" y="6572313"/>
            <a:ext cx="488184" cy="51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70" b="1" i="0">
                <a:solidFill>
                  <a:srgbClr val="628CC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70" b="1" i="0">
                <a:solidFill>
                  <a:srgbClr val="628CCA"/>
                </a:solidFill>
                <a:latin typeface="Calibri"/>
                <a:ea typeface="Calibri"/>
                <a:cs typeface="Calibri"/>
              </a:defRPr>
            </a:pPr>
            <a:r>
              <a:rPr sz="2870" b="1" i="0">
                <a:solidFill>
                  <a:srgbClr val="628CCA"/>
                </a:solidFill>
                <a:latin typeface="Calibri"/>
                <a:ea typeface="Calibri"/>
                <a:cs typeface="Calibri"/>
              </a:rPr>
              <a:t>(b)</a:t>
            </a:r>
          </a:p>
        </p:txBody>
      </p:sp>
      <p:sp>
        <p:nvSpPr>
          <p:cNvPr id="427" name="text-223 (c)">
            <a:extLst xmlns:a="http://schemas.openxmlformats.org/drawingml/2006/main">
              <a:ext uri="{FF2B5EF4-FFF2-40B4-BE49-F238E27FC236}">
                <a16:creationId xmlns:a16="http://schemas.microsoft.com/office/drawing/2014/main" id="{7AEA2FB4-BD57-42E2-AF0F-F97AD823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0624" y="6603655"/>
            <a:ext cx="446094" cy="51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77" b="1" i="0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77" b="1" i="0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2877" b="1" i="0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55459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2026-10-18T11:18:27.6690000Z</dcterms:created>
  <dcterms:modified xsi:type="dcterms:W3CDTF">2026-10-18T11:18:27.6690000Z</dcterms:modified>
</coreProperties>
</file>