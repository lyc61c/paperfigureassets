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9be081ed524af3" /><Relationship Type="http://schemas.openxmlformats.org/officeDocument/2006/relationships/extended-properties" Target="/docProps/app.xml" Id="Rcac53fac7a444c70" /><Relationship Type="http://schemas.openxmlformats.org/officeDocument/2006/relationships/officeDocument" Target="/ppt/presentation.xml" Id="R3f4dc44fc13c49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9f5851bfa4aeb"/>
  </p:sldMasterIdLst>
  <p:notesMasterIdLst>
    <p:notesMasterId xmlns:r="http://schemas.openxmlformats.org/officeDocument/2006/relationships" r:id="Rb9b61aa47c7a478f"/>
  </p:notesMasterIdLst>
  <p:sldIdLst>
    <p:sldId xmlns:r="http://schemas.openxmlformats.org/officeDocument/2006/relationships" id="256" r:id="R7b4ed79168ca43f7"/>
  </p:sldIdLst>
  <p:sldSz cx="15240000" cy="9763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60183986c4343" /><Relationship Type="http://schemas.openxmlformats.org/officeDocument/2006/relationships/slideMaster" Target="/ppt/slideMasters/slideMaster1.xml" Id="Rfdb9f5851bfa4aeb" /><Relationship Type="http://schemas.openxmlformats.org/officeDocument/2006/relationships/notesMaster" Target="/ppt/notesMasters/notesMaster1.xml" Id="Rb9b61aa47c7a478f" /><Relationship Type="http://schemas.openxmlformats.org/officeDocument/2006/relationships/presProps" Target="/ppt/presProps.xml" Id="R00d49bd5ed964524" /><Relationship Type="http://schemas.openxmlformats.org/officeDocument/2006/relationships/tableStyles" Target="/ppt/tableStyles.xml" Id="Rdbc6396686ef4da7" /><Relationship Type="http://schemas.openxmlformats.org/officeDocument/2006/relationships/slide" Target="/ppt/slides/slide1.xml" Id="R7b4ed79168ca43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ace9c5ad1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6675" dist="55540" dir="3542175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b4d29d4fe3423e" /><Relationship Type="http://schemas.openxmlformats.org/officeDocument/2006/relationships/notesMaster" Target="/ppt/notesMasters/notesMaster1.xml" Id="R4c97fae1313e46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LOKI benchmark overview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fig1_benchmark_overview.png; SHA-256: 284b51be9f93788870ee2a128734ef64910b50937f0ce421705376143cb6a52a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(56), whose internal pixels are not editable.</a:t>
            </a:r>
          </a:p>
          <a:p xmlns:a="http://schemas.openxmlformats.org/drawingml/2006/main">
            <a:r>
              <a:t>Font substitution: source PDF families mapped to Cambria, Gadugi, Times New Roman, Segoe Print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0e3462fcb43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cf0935c3a47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72e1b97e449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ab1cad52f49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0bc3c0b7a4a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2ab4b07514a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127F25-5F55-4504-B374-9DBD844C8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688292"/>
            <a:ext cx="12192000" cy="1410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5F0D4F-4399-42F8-9E2C-9E6BDF8B41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369719"/>
            <a:ext cx="10668000" cy="108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871BA4-61A1-40DA-936B-ABF4262B7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7969"/>
            <a:ext cx="12192000" cy="162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F761F-C6B0-4F7E-815A-E20B0B73C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59354"/>
            <a:ext cx="13525500" cy="1193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275DF6-F741-4737-8A70-496454796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711979"/>
            <a:ext cx="13525500" cy="607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7D62C4-B8B9-4DD2-BA97-CC61C33D0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59354"/>
            <a:ext cx="13525500" cy="1193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025305-5D1B-4AE2-877F-70A3DC22D1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711979"/>
            <a:ext cx="6286500" cy="607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421623-3017-428C-823B-EAE1398005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711979"/>
            <a:ext cx="6286500" cy="607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D80FDB-2D67-42ED-A95D-EC2E2C55C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59354"/>
            <a:ext cx="13525500" cy="1193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3C00F6-6A0A-48CE-9903-9FB63D74D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711979"/>
            <a:ext cx="6286500" cy="607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e0d5b5276491c" /><Relationship Type="http://schemas.openxmlformats.org/officeDocument/2006/relationships/slideLayout" Target="/ppt/slideLayouts/slideLayout1.xml" Id="Raf0e8f22dc3340e3" /><Relationship Type="http://schemas.openxmlformats.org/officeDocument/2006/relationships/slideLayout" Target="/ppt/slideLayouts/slideLayout2.xml" Id="Raa1c8ba8207b43f9" /><Relationship Type="http://schemas.openxmlformats.org/officeDocument/2006/relationships/slideLayout" Target="/ppt/slideLayouts/slideLayout3.xml" Id="Rfb566406b7944d66" /><Relationship Type="http://schemas.openxmlformats.org/officeDocument/2006/relationships/slideLayout" Target="/ppt/slideLayouts/slideLayout4.xml" Id="R59a175296fb34744" /><Relationship Type="http://schemas.openxmlformats.org/officeDocument/2006/relationships/slideLayout" Target="/ppt/slideLayouts/slideLayout5.xml" Id="R28209eccbef948e4" /><Relationship Type="http://schemas.openxmlformats.org/officeDocument/2006/relationships/slideLayout" Target="/ppt/slideLayouts/slideLayout6.xml" Id="R5a0b4be209c34b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0e8f22dc3340e3"/>
    <p:sldLayoutId xmlns:r="http://schemas.openxmlformats.org/officeDocument/2006/relationships" id="2147483650" r:id="Raa1c8ba8207b43f9"/>
    <p:sldLayoutId xmlns:r="http://schemas.openxmlformats.org/officeDocument/2006/relationships" id="2147483651" r:id="Rfb566406b7944d66"/>
    <p:sldLayoutId xmlns:r="http://schemas.openxmlformats.org/officeDocument/2006/relationships" id="2147483652" r:id="R59a175296fb34744"/>
    <p:sldLayoutId xmlns:r="http://schemas.openxmlformats.org/officeDocument/2006/relationships" id="2147483653" r:id="R28209eccbef948e4"/>
    <p:sldLayoutId xmlns:r="http://schemas.openxmlformats.org/officeDocument/2006/relationships" id="2147483654" r:id="R5a0b4be209c34b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6675" dist="55540" dir="3542175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198afc7db4d31" /><Relationship Type="http://schemas.openxmlformats.org/officeDocument/2006/relationships/image" Target="/ppt/media/image.png" Id="R7ba831f95ff643dc" /><Relationship Type="http://schemas.openxmlformats.org/officeDocument/2006/relationships/image" Target="/ppt/media/image2.png" Id="Rfd4de4961561442c" /><Relationship Type="http://schemas.openxmlformats.org/officeDocument/2006/relationships/image" Target="/ppt/media/image3.png" Id="R7b0b019ee88341ad" /><Relationship Type="http://schemas.openxmlformats.org/officeDocument/2006/relationships/image" Target="/ppt/media/image4.png" Id="R56e27446be4b49ff" /><Relationship Type="http://schemas.openxmlformats.org/officeDocument/2006/relationships/image" Target="/ppt/media/image5.png" Id="Raf3f62d647a343be" /><Relationship Type="http://schemas.openxmlformats.org/officeDocument/2006/relationships/image" Target="/ppt/media/image6.png" Id="Rd4459a244bd3411d" /><Relationship Type="http://schemas.openxmlformats.org/officeDocument/2006/relationships/image" Target="/ppt/media/image7.png" Id="R21fb1b3b9ec14a06" /><Relationship Type="http://schemas.openxmlformats.org/officeDocument/2006/relationships/image" Target="/ppt/media/image8.png" Id="R2ce3f90a050643e6" /><Relationship Type="http://schemas.openxmlformats.org/officeDocument/2006/relationships/image" Target="/ppt/media/image9.png" Id="Rb40190df51ef40d9" /><Relationship Type="http://schemas.openxmlformats.org/officeDocument/2006/relationships/image" Target="/ppt/media/image10.png" Id="R1e56907df5114f82" /><Relationship Type="http://schemas.openxmlformats.org/officeDocument/2006/relationships/image" Target="/ppt/media/image11.png" Id="R223f4699a0234885" /><Relationship Type="http://schemas.openxmlformats.org/officeDocument/2006/relationships/image" Target="/ppt/media/image12.png" Id="R19eb57bf15fb4ce3" /><Relationship Type="http://schemas.openxmlformats.org/officeDocument/2006/relationships/image" Target="/ppt/media/image13.png" Id="R6642abc98bcc4578" /><Relationship Type="http://schemas.openxmlformats.org/officeDocument/2006/relationships/image" Target="/ppt/media/image14.png" Id="R6d47d13f2b634928" /><Relationship Type="http://schemas.openxmlformats.org/officeDocument/2006/relationships/image" Target="/ppt/media/image15.png" Id="R85b18702d7944b86" /><Relationship Type="http://schemas.openxmlformats.org/officeDocument/2006/relationships/image" Target="/ppt/media/image16.png" Id="Rec7e543ea39b4ea6" /><Relationship Type="http://schemas.openxmlformats.org/officeDocument/2006/relationships/image" Target="/ppt/media/image17.png" Id="Red2dab19304242c2" /><Relationship Type="http://schemas.openxmlformats.org/officeDocument/2006/relationships/image" Target="/ppt/media/image18.png" Id="R94ce7b92551c40e3" /><Relationship Type="http://schemas.openxmlformats.org/officeDocument/2006/relationships/image" Target="/ppt/media/image19.png" Id="R438764e866254aa1" /><Relationship Type="http://schemas.openxmlformats.org/officeDocument/2006/relationships/image" Target="/ppt/media/image20.png" Id="R27fa7720e8a1448f" /><Relationship Type="http://schemas.openxmlformats.org/officeDocument/2006/relationships/image" Target="/ppt/media/image21.png" Id="R867af97e58bc4abb" /><Relationship Type="http://schemas.openxmlformats.org/officeDocument/2006/relationships/image" Target="/ppt/media/image22.png" Id="R64ec28d5cc61491f" /><Relationship Type="http://schemas.openxmlformats.org/officeDocument/2006/relationships/image" Target="/ppt/media/image23.png" Id="Rc5b334cda1324c7b" /><Relationship Type="http://schemas.openxmlformats.org/officeDocument/2006/relationships/image" Target="/ppt/media/image24.png" Id="R6ada492f71254e06" /><Relationship Type="http://schemas.openxmlformats.org/officeDocument/2006/relationships/image" Target="/ppt/media/image25.png" Id="R829f678563024336" /><Relationship Type="http://schemas.openxmlformats.org/officeDocument/2006/relationships/image" Target="/ppt/media/image26.png" Id="R96a7a525d83b44ce" /><Relationship Type="http://schemas.openxmlformats.org/officeDocument/2006/relationships/image" Target="/ppt/media/image27.png" Id="R1f99cad04e3b4f7f" /><Relationship Type="http://schemas.openxmlformats.org/officeDocument/2006/relationships/image" Target="/ppt/media/image28.png" Id="Rb146524d7f484f2f" /><Relationship Type="http://schemas.openxmlformats.org/officeDocument/2006/relationships/image" Target="/ppt/media/image29.png" Id="R146e11ddf9784920" /><Relationship Type="http://schemas.openxmlformats.org/officeDocument/2006/relationships/image" Target="/ppt/media/image30.png" Id="R0b14986dd5cf4a32" /><Relationship Type="http://schemas.openxmlformats.org/officeDocument/2006/relationships/image" Target="/ppt/media/image31.png" Id="R591bd9fb8b38441b" /><Relationship Type="http://schemas.openxmlformats.org/officeDocument/2006/relationships/image" Target="/ppt/media/image32.png" Id="Rae6c22b5d1004fbd" /><Relationship Type="http://schemas.openxmlformats.org/officeDocument/2006/relationships/image" Target="/ppt/media/image33.png" Id="Ra58d97af0c714aed" /><Relationship Type="http://schemas.openxmlformats.org/officeDocument/2006/relationships/image" Target="/ppt/media/image34.png" Id="R8e0e30bcb52a424a" /><Relationship Type="http://schemas.openxmlformats.org/officeDocument/2006/relationships/image" Target="/ppt/media/image35.png" Id="Rf6580124c2e34bae" /><Relationship Type="http://schemas.openxmlformats.org/officeDocument/2006/relationships/image" Target="/ppt/media/image36.png" Id="R40853b4ed4224100" /><Relationship Type="http://schemas.openxmlformats.org/officeDocument/2006/relationships/image" Target="/ppt/media/image37.png" Id="Rbbf9989d64b3411e" /><Relationship Type="http://schemas.openxmlformats.org/officeDocument/2006/relationships/image" Target="/ppt/media/image38.png" Id="R1640725d95f649dc" /><Relationship Type="http://schemas.openxmlformats.org/officeDocument/2006/relationships/image" Target="/ppt/media/image39.png" Id="R010b368fb8c84ef3" /><Relationship Type="http://schemas.openxmlformats.org/officeDocument/2006/relationships/image" Target="/ppt/media/image40.png" Id="Rb561140fb1f24429" /><Relationship Type="http://schemas.openxmlformats.org/officeDocument/2006/relationships/image" Target="/ppt/media/image41.png" Id="Ra40d3c77885a48da" /><Relationship Type="http://schemas.openxmlformats.org/officeDocument/2006/relationships/image" Target="/ppt/media/image42.png" Id="Rceb88fa295e04037" /><Relationship Type="http://schemas.openxmlformats.org/officeDocument/2006/relationships/image" Target="/ppt/media/image43.png" Id="Ra65f29c219e04772" /><Relationship Type="http://schemas.openxmlformats.org/officeDocument/2006/relationships/image" Target="/ppt/media/image44.png" Id="R0bdba6ad04704445" /><Relationship Type="http://schemas.openxmlformats.org/officeDocument/2006/relationships/image" Target="/ppt/media/image45.png" Id="R45050c49abb24580" /><Relationship Type="http://schemas.openxmlformats.org/officeDocument/2006/relationships/image" Target="/ppt/media/image46.png" Id="Re93f071139f34220" /><Relationship Type="http://schemas.openxmlformats.org/officeDocument/2006/relationships/image" Target="/ppt/media/image47.png" Id="R5bbf60491a504380" /><Relationship Type="http://schemas.openxmlformats.org/officeDocument/2006/relationships/image" Target="/ppt/media/image48.png" Id="R17fcb5205ff243f7" /><Relationship Type="http://schemas.openxmlformats.org/officeDocument/2006/relationships/image" Target="/ppt/media/image49.png" Id="R72b0839189c24883" /><Relationship Type="http://schemas.openxmlformats.org/officeDocument/2006/relationships/image" Target="/ppt/media/image50.png" Id="R77afdb0ecaec48bb" /><Relationship Type="http://schemas.openxmlformats.org/officeDocument/2006/relationships/image" Target="/ppt/media/image51.png" Id="R40c5d96530a24ba5" /><Relationship Type="http://schemas.openxmlformats.org/officeDocument/2006/relationships/image" Target="/ppt/media/image52.png" Id="R6d59e76d5eb44999" /><Relationship Type="http://schemas.openxmlformats.org/officeDocument/2006/relationships/image" Target="/ppt/media/image53.png" Id="Rd4f2ed468bce444d" /><Relationship Type="http://schemas.openxmlformats.org/officeDocument/2006/relationships/image" Target="/ppt/media/image54.png" Id="R0ab43f29419b493f" /><Relationship Type="http://schemas.openxmlformats.org/officeDocument/2006/relationships/image" Target="/ppt/media/image55.png" Id="Rfc766bfeb5a94965" /><Relationship Type="http://schemas.openxmlformats.org/officeDocument/2006/relationships/image" Target="/ppt/media/image56.png" Id="R72c345e8461c4dc7" /><Relationship Type="http://schemas.openxmlformats.org/officeDocument/2006/relationships/notesSlide" Target="/ppt/notesSlides/notesSlide1.xml" Id="R2590ae77b8f948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path-1">
            <a:extLst xmlns:a="http://schemas.openxmlformats.org/drawingml/2006/main">
              <a:ext uri="{FF2B5EF4-FFF2-40B4-BE49-F238E27FC236}">
                <a16:creationId xmlns:a16="http://schemas.microsoft.com/office/drawing/2014/main" id="{738D7F92-574C-4804-B389-009F8587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" y="25473"/>
            <a:ext cx="15087918" cy="9737652"/>
          </a:xfrm>
          <a:custGeom xmlns:a="http://schemas.openxmlformats.org/drawingml/2006/main">
            <a:pathLst>
              <a:path w="15087918" h="9737652">
                <a:moveTo>
                  <a:pt x="15087918" y="0"/>
                </a:moveTo>
                <a:lnTo>
                  <a:pt x="0" y="0"/>
                </a:lnTo>
                <a:lnTo>
                  <a:pt x="0" y="9737652"/>
                </a:lnTo>
                <a:lnTo>
                  <a:pt x="15087918" y="9737652"/>
                </a:lnTo>
                <a:lnTo>
                  <a:pt x="1508791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20CFE-C62A-453C-BCE5-DEE39FD3D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831f95ff643dc"/>
          <a:stretch xmlns:a="http://schemas.openxmlformats.org/drawingml/2006/main"/>
        </p:blipFill>
        <p:spPr>
          <a:xfrm xmlns:a="http://schemas.openxmlformats.org/drawingml/2006/main">
            <a:off x="304800" y="390525"/>
            <a:ext cx="14544675" cy="4714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1A057-8342-4E48-85B7-66144EACC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de4961561442c"/>
          <a:stretch xmlns:a="http://schemas.openxmlformats.org/drawingml/2006/main"/>
        </p:blipFill>
        <p:spPr>
          <a:xfrm xmlns:a="http://schemas.openxmlformats.org/drawingml/2006/main">
            <a:off x="285750" y="5095875"/>
            <a:ext cx="14620875" cy="666750"/>
          </a:xfrm>
          <a:prstGeom xmlns:a="http://schemas.openxmlformats.org/drawingml/2006/main" prst="rect">
            <a:avLst/>
          </a:prstGeom>
        </p:spPr>
      </p:pic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84EE2B83-C7D4-4EB2-94D5-D35D6007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99" y="5729310"/>
            <a:ext cx="3635397" cy="3843328"/>
          </a:xfrm>
          <a:custGeom xmlns:a="http://schemas.openxmlformats.org/drawingml/2006/main">
            <a:pathLst>
              <a:path w="3635397" h="3843328">
                <a:moveTo>
                  <a:pt x="0" y="0"/>
                </a:moveTo>
                <a:lnTo>
                  <a:pt x="3635397" y="0"/>
                </a:lnTo>
                <a:lnTo>
                  <a:pt x="3635397" y="3843328"/>
                </a:lnTo>
                <a:lnTo>
                  <a:pt x="0" y="3843328"/>
                </a:lnTo>
                <a:close/>
              </a:path>
            </a:pathLst>
          </a:cu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235F2102-D9FD-4B88-897C-AA0C4FA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14" y="5783670"/>
            <a:ext cx="3503572" cy="1185072"/>
          </a:xfrm>
          <a:custGeom xmlns:a="http://schemas.openxmlformats.org/drawingml/2006/main">
            <a:pathLst>
              <a:path w="3503572" h="1185072">
                <a:moveTo>
                  <a:pt x="0" y="0"/>
                </a:moveTo>
                <a:lnTo>
                  <a:pt x="3503572" y="0"/>
                </a:lnTo>
                <a:lnTo>
                  <a:pt x="3503572" y="1185072"/>
                </a:lnTo>
                <a:lnTo>
                  <a:pt x="0" y="1185072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 Video">
            <a:extLst xmlns:a="http://schemas.openxmlformats.org/drawingml/2006/main">
              <a:ext uri="{FF2B5EF4-FFF2-40B4-BE49-F238E27FC236}">
                <a16:creationId xmlns:a16="http://schemas.microsoft.com/office/drawing/2014/main" id="{ECEB2037-FFC6-45D3-8ED1-1F566F2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6738" y="5752803"/>
            <a:ext cx="575417" cy="28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Video</a:t>
            </a:r>
          </a:p>
        </p:txBody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56224012-CD47-41C7-B2DB-271BB7DC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340" y="5732028"/>
            <a:ext cx="3846047" cy="3841969"/>
          </a:xfrm>
          <a:custGeom xmlns:a="http://schemas.openxmlformats.org/drawingml/2006/main">
            <a:pathLst>
              <a:path w="3846047" h="3841969">
                <a:moveTo>
                  <a:pt x="0" y="0"/>
                </a:moveTo>
                <a:lnTo>
                  <a:pt x="3846047" y="0"/>
                </a:lnTo>
                <a:lnTo>
                  <a:pt x="3846047" y="3841969"/>
                </a:lnTo>
                <a:lnTo>
                  <a:pt x="0" y="3841969"/>
                </a:lnTo>
                <a:close/>
              </a:path>
            </a:pathLst>
          </a:cu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BA2AE011-FE49-4309-A995-D15427E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278" y="5734746"/>
            <a:ext cx="3595986" cy="3837892"/>
          </a:xfrm>
          <a:custGeom xmlns:a="http://schemas.openxmlformats.org/drawingml/2006/main">
            <a:pathLst>
              <a:path w="3595986" h="3837892">
                <a:moveTo>
                  <a:pt x="0" y="0"/>
                </a:moveTo>
                <a:lnTo>
                  <a:pt x="3595986" y="0"/>
                </a:lnTo>
                <a:lnTo>
                  <a:pt x="3595986" y="3837892"/>
                </a:lnTo>
                <a:lnTo>
                  <a:pt x="0" y="3837892"/>
                </a:lnTo>
                <a:close/>
              </a:path>
            </a:pathLst>
          </a:custGeom>
          <a:solidFill xmlns:a="http://schemas.openxmlformats.org/drawingml/2006/main">
            <a:srgbClr val="FC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95D878FC-575E-4386-9FF2-9BC1A513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951" y="5733387"/>
            <a:ext cx="3476391" cy="3825660"/>
          </a:xfrm>
          <a:custGeom xmlns:a="http://schemas.openxmlformats.org/drawingml/2006/main">
            <a:pathLst>
              <a:path w="3476391" h="3825660">
                <a:moveTo>
                  <a:pt x="0" y="0"/>
                </a:moveTo>
                <a:lnTo>
                  <a:pt x="3476391" y="0"/>
                </a:lnTo>
                <a:lnTo>
                  <a:pt x="3476391" y="3825660"/>
                </a:lnTo>
                <a:lnTo>
                  <a:pt x="0" y="3825660"/>
                </a:lnTo>
                <a:close/>
              </a:path>
            </a:pathLst>
          </a:custGeom>
          <a:solidFill xmlns:a="http://schemas.openxmlformats.org/drawingml/2006/main">
            <a:srgbClr val="F7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0 Synthesis">
            <a:extLst xmlns:a="http://schemas.openxmlformats.org/drawingml/2006/main">
              <a:ext uri="{FF2B5EF4-FFF2-40B4-BE49-F238E27FC236}">
                <a16:creationId xmlns:a16="http://schemas.microsoft.com/office/drawing/2014/main" id="{DF397844-F516-4376-88B3-AFCAAF77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2118" y="5817629"/>
            <a:ext cx="926211" cy="286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Synthesis</a:t>
            </a:r>
          </a:p>
        </p:txBody>
      </p:sp>
      <p:sp>
        <p:nvSpPr>
          <p:cNvPr id="11" name="text-10 or">
            <a:extLst xmlns:a="http://schemas.openxmlformats.org/drawingml/2006/main">
              <a:ext uri="{FF2B5EF4-FFF2-40B4-BE49-F238E27FC236}">
                <a16:creationId xmlns:a16="http://schemas.microsoft.com/office/drawing/2014/main" id="{5E0175E0-82D5-4ADE-98B9-8E6A964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731" y="5818182"/>
            <a:ext cx="246758" cy="28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or</a:t>
            </a:r>
          </a:p>
        </p:txBody>
      </p:sp>
      <p:sp>
        <p:nvSpPr>
          <p:cNvPr id="12" name="text-10 Real">
            <a:extLst xmlns:a="http://schemas.openxmlformats.org/drawingml/2006/main">
              <a:ext uri="{FF2B5EF4-FFF2-40B4-BE49-F238E27FC236}">
                <a16:creationId xmlns:a16="http://schemas.microsoft.com/office/drawing/2014/main" id="{5543C300-D787-4626-9565-F60175FB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7938" y="5818468"/>
            <a:ext cx="447232" cy="285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Real</a:t>
            </a:r>
          </a:p>
        </p:txBody>
      </p:sp>
      <p:sp>
        <p:nvSpPr>
          <p:cNvPr id="13" name="text-10 Label:">
            <a:extLst xmlns:a="http://schemas.openxmlformats.org/drawingml/2006/main">
              <a:ext uri="{FF2B5EF4-FFF2-40B4-BE49-F238E27FC236}">
                <a16:creationId xmlns:a16="http://schemas.microsoft.com/office/drawing/2014/main" id="{11B3CCB5-856D-4B04-A339-A9107EB9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348" y="5817834"/>
            <a:ext cx="607510" cy="285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Label:</a:t>
            </a:r>
          </a:p>
        </p:txBody>
      </p:sp>
      <p:sp>
        <p:nvSpPr>
          <p:cNvPr id="14" name="path-11">
            <a:extLst xmlns:a="http://schemas.openxmlformats.org/drawingml/2006/main">
              <a:ext uri="{FF2B5EF4-FFF2-40B4-BE49-F238E27FC236}">
                <a16:creationId xmlns:a16="http://schemas.microsoft.com/office/drawing/2014/main" id="{53F58DBA-0DF7-4B74-9C26-F233C5B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211" y="6032146"/>
            <a:ext cx="2212496" cy="14950"/>
          </a:xfrm>
          <a:custGeom xmlns:a="http://schemas.openxmlformats.org/drawingml/2006/main">
            <a:pathLst>
              <a:path w="2212496" h="14950">
                <a:moveTo>
                  <a:pt x="0" y="0"/>
                </a:moveTo>
                <a:lnTo>
                  <a:pt x="737499" y="0"/>
                </a:lnTo>
                <a:lnTo>
                  <a:pt x="1474997" y="0"/>
                </a:lnTo>
                <a:lnTo>
                  <a:pt x="2212496" y="0"/>
                </a:lnTo>
                <a:lnTo>
                  <a:pt x="2212496" y="14950"/>
                </a:lnTo>
                <a:lnTo>
                  <a:pt x="1474997" y="14950"/>
                </a:lnTo>
                <a:lnTo>
                  <a:pt x="737499" y="14950"/>
                </a:lnTo>
                <a:lnTo>
                  <a:pt x="0" y="149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2 Abnormal">
            <a:extLst xmlns:a="http://schemas.openxmlformats.org/drawingml/2006/main">
              <a:ext uri="{FF2B5EF4-FFF2-40B4-BE49-F238E27FC236}">
                <a16:creationId xmlns:a16="http://schemas.microsoft.com/office/drawing/2014/main" id="{9BCE4D15-81A3-42A1-A259-BA7B633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141" y="7926268"/>
            <a:ext cx="949287" cy="285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Abnormal</a:t>
            </a:r>
          </a:p>
        </p:txBody>
      </p:sp>
      <p:sp>
        <p:nvSpPr>
          <p:cNvPr id="16" name="text-12 Details">
            <a:extLst xmlns:a="http://schemas.openxmlformats.org/drawingml/2006/main">
              <a:ext uri="{FF2B5EF4-FFF2-40B4-BE49-F238E27FC236}">
                <a16:creationId xmlns:a16="http://schemas.microsoft.com/office/drawing/2014/main" id="{BF0D272F-EE0A-4CBD-9447-D2F19FD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4274" y="7925756"/>
            <a:ext cx="678560" cy="28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Details</a:t>
            </a:r>
          </a:p>
        </p:txBody>
      </p:sp>
      <p:sp>
        <p:nvSpPr>
          <p:cNvPr id="17" name="text-12 Selection">
            <a:extLst xmlns:a="http://schemas.openxmlformats.org/drawingml/2006/main">
              <a:ext uri="{FF2B5EF4-FFF2-40B4-BE49-F238E27FC236}">
                <a16:creationId xmlns:a16="http://schemas.microsoft.com/office/drawing/2014/main" id="{F21CF8D9-323F-4841-A3FE-541DC24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3098" y="7925589"/>
            <a:ext cx="860033" cy="286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Selection</a:t>
            </a:r>
          </a:p>
        </p:txBody>
      </p:sp>
      <p:sp>
        <p:nvSpPr>
          <p:cNvPr id="18" name="path-13">
            <a:extLst xmlns:a="http://schemas.openxmlformats.org/drawingml/2006/main">
              <a:ext uri="{FF2B5EF4-FFF2-40B4-BE49-F238E27FC236}">
                <a16:creationId xmlns:a16="http://schemas.microsoft.com/office/drawing/2014/main" id="{21D77978-2402-4421-9D34-A249D986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541" y="7014950"/>
            <a:ext cx="1768094" cy="1126633"/>
          </a:xfrm>
          <a:custGeom xmlns:a="http://schemas.openxmlformats.org/drawingml/2006/main">
            <a:pathLst>
              <a:path w="1768094" h="1126633">
                <a:moveTo>
                  <a:pt x="0" y="0"/>
                </a:moveTo>
                <a:lnTo>
                  <a:pt x="1768094" y="0"/>
                </a:lnTo>
                <a:lnTo>
                  <a:pt x="1768094" y="1126633"/>
                </a:lnTo>
                <a:lnTo>
                  <a:pt x="0" y="1126633"/>
                </a:lnTo>
                <a:close/>
              </a:path>
            </a:pathLst>
          </a:custGeom>
          <a:solidFill xmlns:a="http://schemas.openxmlformats.org/drawingml/2006/main">
            <a:srgbClr val="F7F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4">
            <a:extLst xmlns:a="http://schemas.openxmlformats.org/drawingml/2006/main">
              <a:ext uri="{FF2B5EF4-FFF2-40B4-BE49-F238E27FC236}">
                <a16:creationId xmlns:a16="http://schemas.microsoft.com/office/drawing/2014/main" id="{076E1D28-1718-415A-B745-9FD850E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37" y="8216328"/>
            <a:ext cx="1683834" cy="1281563"/>
          </a:xfrm>
          <a:custGeom xmlns:a="http://schemas.openxmlformats.org/drawingml/2006/main">
            <a:pathLst>
              <a:path w="1683834" h="1281563">
                <a:moveTo>
                  <a:pt x="0" y="0"/>
                </a:moveTo>
                <a:lnTo>
                  <a:pt x="1683834" y="0"/>
                </a:lnTo>
                <a:lnTo>
                  <a:pt x="1683834" y="1281563"/>
                </a:lnTo>
                <a:lnTo>
                  <a:pt x="0" y="1281563"/>
                </a:lnTo>
                <a:close/>
              </a:path>
            </a:pathLst>
          </a:custGeom>
          <a:solidFill xmlns:a="http://schemas.openxmlformats.org/drawingml/2006/main">
            <a:srgbClr val="F4F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15">
            <a:extLst xmlns:a="http://schemas.openxmlformats.org/drawingml/2006/main">
              <a:ext uri="{FF2B5EF4-FFF2-40B4-BE49-F238E27FC236}">
                <a16:creationId xmlns:a16="http://schemas.microsoft.com/office/drawing/2014/main" id="{963D2353-B687-4398-A0E1-0DC7986C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874" y="8213611"/>
            <a:ext cx="1762658" cy="1284281"/>
          </a:xfrm>
          <a:custGeom xmlns:a="http://schemas.openxmlformats.org/drawingml/2006/main">
            <a:pathLst>
              <a:path w="1762658" h="1284281">
                <a:moveTo>
                  <a:pt x="0" y="0"/>
                </a:moveTo>
                <a:lnTo>
                  <a:pt x="1762658" y="0"/>
                </a:lnTo>
                <a:lnTo>
                  <a:pt x="1762658" y="1284281"/>
                </a:lnTo>
                <a:lnTo>
                  <a:pt x="0" y="1284281"/>
                </a:lnTo>
                <a:close/>
              </a:path>
            </a:pathLst>
          </a:custGeom>
          <a:solidFill xmlns:a="http://schemas.openxmlformats.org/drawingml/2006/main">
            <a:srgbClr val="F9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6 3D">
            <a:extLst xmlns:a="http://schemas.openxmlformats.org/drawingml/2006/main">
              <a:ext uri="{FF2B5EF4-FFF2-40B4-BE49-F238E27FC236}">
                <a16:creationId xmlns:a16="http://schemas.microsoft.com/office/drawing/2014/main" id="{406E9D81-339C-45A4-B583-9A1FB232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1241" y="7058546"/>
            <a:ext cx="335662" cy="318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9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3D</a:t>
            </a:r>
          </a:p>
        </p:txBody>
      </p:sp>
      <p:sp>
        <p:nvSpPr>
          <p:cNvPr id="22" name="text-17 Text">
            <a:extLst xmlns:a="http://schemas.openxmlformats.org/drawingml/2006/main">
              <a:ext uri="{FF2B5EF4-FFF2-40B4-BE49-F238E27FC236}">
                <a16:creationId xmlns:a16="http://schemas.microsoft.com/office/drawing/2014/main" id="{1F679121-14C5-41FC-8E49-3990748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927" y="8216469"/>
            <a:ext cx="435557" cy="28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Text</a:t>
            </a:r>
          </a:p>
        </p:txBody>
      </p:sp>
      <p:sp>
        <p:nvSpPr>
          <p:cNvPr id="23" name="text-18 Audio">
            <a:extLst xmlns:a="http://schemas.openxmlformats.org/drawingml/2006/main">
              <a:ext uri="{FF2B5EF4-FFF2-40B4-BE49-F238E27FC236}">
                <a16:creationId xmlns:a16="http://schemas.microsoft.com/office/drawing/2014/main" id="{DF238973-04F6-4328-8E7C-1E1FD9BE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3030" y="8207901"/>
            <a:ext cx="590112" cy="28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sp>
        <p:nvSpPr>
          <p:cNvPr id="24" name="text-19 These">
            <a:extLst xmlns:a="http://schemas.openxmlformats.org/drawingml/2006/main">
              <a:ext uri="{FF2B5EF4-FFF2-40B4-BE49-F238E27FC236}">
                <a16:creationId xmlns:a16="http://schemas.microsoft.com/office/drawing/2014/main" id="{A16A42C1-E6B0-486B-A350-5855898F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8471516"/>
            <a:ext cx="327698" cy="16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These</a:t>
            </a:r>
          </a:p>
        </p:txBody>
      </p:sp>
      <p:sp>
        <p:nvSpPr>
          <p:cNvPr id="25" name="text-19 are">
            <a:extLst xmlns:a="http://schemas.openxmlformats.org/drawingml/2006/main">
              <a:ext uri="{FF2B5EF4-FFF2-40B4-BE49-F238E27FC236}">
                <a16:creationId xmlns:a16="http://schemas.microsoft.com/office/drawing/2014/main" id="{68109984-E498-4E6F-BE0A-01690B90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310" y="8471138"/>
            <a:ext cx="187123" cy="16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are</a:t>
            </a:r>
          </a:p>
        </p:txBody>
      </p:sp>
      <p:sp>
        <p:nvSpPr>
          <p:cNvPr id="26" name="text-19 the">
            <a:extLst xmlns:a="http://schemas.openxmlformats.org/drawingml/2006/main">
              <a:ext uri="{FF2B5EF4-FFF2-40B4-BE49-F238E27FC236}">
                <a16:creationId xmlns:a16="http://schemas.microsoft.com/office/drawing/2014/main" id="{10169E38-2E3F-44A7-BDF2-26D1A2E9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043" y="8471220"/>
            <a:ext cx="192729" cy="16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27" name="text-19 Rights">
            <a:extLst xmlns:a="http://schemas.openxmlformats.org/drawingml/2006/main">
              <a:ext uri="{FF2B5EF4-FFF2-40B4-BE49-F238E27FC236}">
                <a16:creationId xmlns:a16="http://schemas.microsoft.com/office/drawing/2014/main" id="{8DC4756D-2DC6-4D69-8702-072CB408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97" y="8471390"/>
            <a:ext cx="351803" cy="16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3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Rights</a:t>
            </a:r>
          </a:p>
        </p:txBody>
      </p:sp>
      <p:sp>
        <p:nvSpPr>
          <p:cNvPr id="28" name="text-19 …">
            <a:extLst xmlns:a="http://schemas.openxmlformats.org/drawingml/2006/main">
              <a:ext uri="{FF2B5EF4-FFF2-40B4-BE49-F238E27FC236}">
                <a16:creationId xmlns:a16="http://schemas.microsoft.com/office/drawing/2014/main" id="{7A7F1662-0A71-4CF4-91D4-37FF35C2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941" y="8471570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29" name="text-20 which">
            <a:extLst xmlns:a="http://schemas.openxmlformats.org/drawingml/2006/main">
              <a:ext uri="{FF2B5EF4-FFF2-40B4-BE49-F238E27FC236}">
                <a16:creationId xmlns:a16="http://schemas.microsoft.com/office/drawing/2014/main" id="{44D57A1D-99B2-48EB-93C3-0B1DB194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8614047"/>
            <a:ext cx="327963" cy="167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which</a:t>
            </a:r>
          </a:p>
        </p:txBody>
      </p:sp>
      <p:sp>
        <p:nvSpPr>
          <p:cNvPr id="30" name="text-20 make">
            <a:extLst xmlns:a="http://schemas.openxmlformats.org/drawingml/2006/main">
              <a:ext uri="{FF2B5EF4-FFF2-40B4-BE49-F238E27FC236}">
                <a16:creationId xmlns:a16="http://schemas.microsoft.com/office/drawing/2014/main" id="{8985C615-7BAB-46CF-BBB1-5CD2EE7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832" y="8614026"/>
            <a:ext cx="307879" cy="16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make</a:t>
            </a:r>
          </a:p>
        </p:txBody>
      </p:sp>
      <p:sp>
        <p:nvSpPr>
          <p:cNvPr id="31" name="text-20 the">
            <a:extLst xmlns:a="http://schemas.openxmlformats.org/drawingml/2006/main">
              <a:ext uri="{FF2B5EF4-FFF2-40B4-BE49-F238E27FC236}">
                <a16:creationId xmlns:a16="http://schemas.microsoft.com/office/drawing/2014/main" id="{D0E1C515-A165-458B-AA76-DDCC661A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99" y="8613918"/>
            <a:ext cx="192729" cy="16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32" name="text-20 Essence">
            <a:extLst xmlns:a="http://schemas.openxmlformats.org/drawingml/2006/main">
              <a:ext uri="{FF2B5EF4-FFF2-40B4-BE49-F238E27FC236}">
                <a16:creationId xmlns:a16="http://schemas.microsoft.com/office/drawing/2014/main" id="{C0B8B1AA-6550-44C0-86B1-81E51D1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752" y="8614176"/>
            <a:ext cx="431632" cy="1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3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Essence</a:t>
            </a:r>
          </a:p>
        </p:txBody>
      </p:sp>
      <p:sp>
        <p:nvSpPr>
          <p:cNvPr id="33" name="text-21 of">
            <a:extLst xmlns:a="http://schemas.openxmlformats.org/drawingml/2006/main">
              <a:ext uri="{FF2B5EF4-FFF2-40B4-BE49-F238E27FC236}">
                <a16:creationId xmlns:a16="http://schemas.microsoft.com/office/drawing/2014/main" id="{A5AE39DD-CC73-4EF8-BCE8-D67ED9DC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8756337"/>
            <a:ext cx="129630" cy="16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of</a:t>
            </a:r>
          </a:p>
        </p:txBody>
      </p:sp>
      <p:sp>
        <p:nvSpPr>
          <p:cNvPr id="34" name="text-21 …">
            <a:extLst xmlns:a="http://schemas.openxmlformats.org/drawingml/2006/main">
              <a:ext uri="{FF2B5EF4-FFF2-40B4-BE49-F238E27FC236}">
                <a16:creationId xmlns:a16="http://schemas.microsoft.com/office/drawing/2014/main" id="{D667B88B-E709-4980-8BB7-A593B48A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110" y="8756920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35" name="text-21 and">
            <a:extLst xmlns:a="http://schemas.openxmlformats.org/drawingml/2006/main">
              <a:ext uri="{FF2B5EF4-FFF2-40B4-BE49-F238E27FC236}">
                <a16:creationId xmlns:a16="http://schemas.microsoft.com/office/drawing/2014/main" id="{764F932D-A975-45FC-A339-4130112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900" y="8756540"/>
            <a:ext cx="221067" cy="16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and</a:t>
            </a:r>
          </a:p>
        </p:txBody>
      </p:sp>
      <p:sp>
        <p:nvSpPr>
          <p:cNvPr id="36" name="text-21 which">
            <a:extLst xmlns:a="http://schemas.openxmlformats.org/drawingml/2006/main">
              <a:ext uri="{FF2B5EF4-FFF2-40B4-BE49-F238E27FC236}">
                <a16:creationId xmlns:a16="http://schemas.microsoft.com/office/drawing/2014/main" id="{5F7BDA66-3159-411C-97F2-B6C20528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521" y="8756700"/>
            <a:ext cx="327962" cy="167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which</a:t>
            </a:r>
          </a:p>
        </p:txBody>
      </p:sp>
      <p:sp>
        <p:nvSpPr>
          <p:cNvPr id="37" name="text-21 are">
            <a:extLst xmlns:a="http://schemas.openxmlformats.org/drawingml/2006/main">
              <a:ext uri="{FF2B5EF4-FFF2-40B4-BE49-F238E27FC236}">
                <a16:creationId xmlns:a16="http://schemas.microsoft.com/office/drawing/2014/main" id="{EBB11F20-4B63-447B-80EA-E929D7C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614" y="8756315"/>
            <a:ext cx="187393" cy="1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are</a:t>
            </a:r>
          </a:p>
        </p:txBody>
      </p:sp>
      <p:sp>
        <p:nvSpPr>
          <p:cNvPr id="38" name="text-21 the">
            <a:extLst xmlns:a="http://schemas.openxmlformats.org/drawingml/2006/main">
              <a:ext uri="{FF2B5EF4-FFF2-40B4-BE49-F238E27FC236}">
                <a16:creationId xmlns:a16="http://schemas.microsoft.com/office/drawing/2014/main" id="{1F791106-B550-4B32-840E-37D0AE3D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586" y="8756571"/>
            <a:ext cx="192729" cy="16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39" name="text-22 markes">
            <a:extLst xmlns:a="http://schemas.openxmlformats.org/drawingml/2006/main">
              <a:ext uri="{FF2B5EF4-FFF2-40B4-BE49-F238E27FC236}">
                <a16:creationId xmlns:a16="http://schemas.microsoft.com/office/drawing/2014/main" id="{A1D0E1A4-9DAF-4A35-8AEA-411E25D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8899275"/>
            <a:ext cx="400627" cy="16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markes</a:t>
            </a:r>
          </a:p>
        </p:txBody>
      </p:sp>
      <p:sp>
        <p:nvSpPr>
          <p:cNvPr id="40" name="text-23 ,">
            <a:extLst xmlns:a="http://schemas.openxmlformats.org/drawingml/2006/main">
              <a:ext uri="{FF2B5EF4-FFF2-40B4-BE49-F238E27FC236}">
                <a16:creationId xmlns:a16="http://schemas.microsoft.com/office/drawing/2014/main" id="{DFC596C7-F2A7-4320-A574-26F89022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907" y="8899555"/>
            <a:ext cx="47471" cy="16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,</a:t>
            </a:r>
          </a:p>
        </p:txBody>
      </p:sp>
      <p:sp>
        <p:nvSpPr>
          <p:cNvPr id="41" name="text-23 whereby">
            <a:extLst xmlns:a="http://schemas.openxmlformats.org/drawingml/2006/main">
              <a:ext uri="{FF2B5EF4-FFF2-40B4-BE49-F238E27FC236}">
                <a16:creationId xmlns:a16="http://schemas.microsoft.com/office/drawing/2014/main" id="{B1BBA32C-9728-42D3-B7E6-3A78C04C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638" y="8899276"/>
            <a:ext cx="471614" cy="16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whereby</a:t>
            </a:r>
          </a:p>
        </p:txBody>
      </p:sp>
      <p:sp>
        <p:nvSpPr>
          <p:cNvPr id="42" name="text-23 a">
            <a:extLst xmlns:a="http://schemas.openxmlformats.org/drawingml/2006/main">
              <a:ext uri="{FF2B5EF4-FFF2-40B4-BE49-F238E27FC236}">
                <a16:creationId xmlns:a16="http://schemas.microsoft.com/office/drawing/2014/main" id="{8E411864-4672-433A-80A2-DC3D1BDD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973" y="8899493"/>
            <a:ext cx="82403" cy="167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3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</a:t>
            </a:r>
          </a:p>
        </p:txBody>
      </p:sp>
      <p:sp>
        <p:nvSpPr>
          <p:cNvPr id="43" name="text-23 man">
            <a:extLst xmlns:a="http://schemas.openxmlformats.org/drawingml/2006/main">
              <a:ext uri="{FF2B5EF4-FFF2-40B4-BE49-F238E27FC236}">
                <a16:creationId xmlns:a16="http://schemas.microsoft.com/office/drawing/2014/main" id="{F7DD632A-5376-4A11-9759-C8F9A37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7615" y="8899378"/>
            <a:ext cx="253460" cy="167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man</a:t>
            </a:r>
          </a:p>
        </p:txBody>
      </p:sp>
      <p:sp>
        <p:nvSpPr>
          <p:cNvPr id="44" name="text-23 …">
            <a:extLst xmlns:a="http://schemas.openxmlformats.org/drawingml/2006/main">
              <a:ext uri="{FF2B5EF4-FFF2-40B4-BE49-F238E27FC236}">
                <a16:creationId xmlns:a16="http://schemas.microsoft.com/office/drawing/2014/main" id="{86CC766C-A952-420C-8597-BD3F5F61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886" y="8899618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45" name="text-23 ,">
            <a:extLst xmlns:a="http://schemas.openxmlformats.org/drawingml/2006/main">
              <a:ext uri="{FF2B5EF4-FFF2-40B4-BE49-F238E27FC236}">
                <a16:creationId xmlns:a16="http://schemas.microsoft.com/office/drawing/2014/main" id="{D3DC6B2C-0887-4378-9251-81C1CD0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0676" y="8899555"/>
            <a:ext cx="47471" cy="16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,</a:t>
            </a:r>
          </a:p>
        </p:txBody>
      </p:sp>
      <p:sp>
        <p:nvSpPr>
          <p:cNvPr id="46" name="text-24 or">
            <a:extLst xmlns:a="http://schemas.openxmlformats.org/drawingml/2006/main">
              <a:ext uri="{FF2B5EF4-FFF2-40B4-BE49-F238E27FC236}">
                <a16:creationId xmlns:a16="http://schemas.microsoft.com/office/drawing/2014/main" id="{419CC178-3764-423D-BEF6-0FBB63B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9041591"/>
            <a:ext cx="133936" cy="168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8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or</a:t>
            </a:r>
          </a:p>
        </p:txBody>
      </p:sp>
      <p:sp>
        <p:nvSpPr>
          <p:cNvPr id="47" name="text-24 Assembly">
            <a:extLst xmlns:a="http://schemas.openxmlformats.org/drawingml/2006/main">
              <a:ext uri="{FF2B5EF4-FFF2-40B4-BE49-F238E27FC236}">
                <a16:creationId xmlns:a16="http://schemas.microsoft.com/office/drawing/2014/main" id="{3CB84364-18CE-47DF-9F06-E1CADD8E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140" y="9042337"/>
            <a:ext cx="522675" cy="167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Assembly</a:t>
            </a:r>
          </a:p>
        </p:txBody>
      </p:sp>
      <p:sp>
        <p:nvSpPr>
          <p:cNvPr id="48" name="text-24 of">
            <a:extLst xmlns:a="http://schemas.openxmlformats.org/drawingml/2006/main">
              <a:ext uri="{FF2B5EF4-FFF2-40B4-BE49-F238E27FC236}">
                <a16:creationId xmlns:a16="http://schemas.microsoft.com/office/drawing/2014/main" id="{EA455310-8D39-4BE9-8323-DA1D27B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506" y="9041639"/>
            <a:ext cx="129772" cy="16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of</a:t>
            </a:r>
          </a:p>
        </p:txBody>
      </p:sp>
      <p:sp>
        <p:nvSpPr>
          <p:cNvPr id="49" name="text-24 men,">
            <a:extLst xmlns:a="http://schemas.openxmlformats.org/drawingml/2006/main">
              <a:ext uri="{FF2B5EF4-FFF2-40B4-BE49-F238E27FC236}">
                <a16:creationId xmlns:a16="http://schemas.microsoft.com/office/drawing/2014/main" id="{6668E32C-DF5D-426F-823C-CC302B7F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832" y="9042039"/>
            <a:ext cx="281307" cy="167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men,</a:t>
            </a:r>
          </a:p>
        </p:txBody>
      </p:sp>
      <p:sp>
        <p:nvSpPr>
          <p:cNvPr id="50" name="text-24 the">
            <a:extLst xmlns:a="http://schemas.openxmlformats.org/drawingml/2006/main">
              <a:ext uri="{FF2B5EF4-FFF2-40B4-BE49-F238E27FC236}">
                <a16:creationId xmlns:a16="http://schemas.microsoft.com/office/drawing/2014/main" id="{B336BE9E-2F4B-4F48-9810-7FF59B4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309" y="9042008"/>
            <a:ext cx="192750" cy="16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51" name="text-25 Soveraign">
            <a:extLst xmlns:a="http://schemas.openxmlformats.org/drawingml/2006/main">
              <a:ext uri="{FF2B5EF4-FFF2-40B4-BE49-F238E27FC236}">
                <a16:creationId xmlns:a16="http://schemas.microsoft.com/office/drawing/2014/main" id="{F76E1D41-1F3B-48C8-9F78-38675A0A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9185270"/>
            <a:ext cx="544272" cy="167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Soveraign</a:t>
            </a:r>
          </a:p>
        </p:txBody>
      </p:sp>
      <p:sp>
        <p:nvSpPr>
          <p:cNvPr id="52" name="text-26 Power">
            <a:extLst xmlns:a="http://schemas.openxmlformats.org/drawingml/2006/main">
              <a:ext uri="{FF2B5EF4-FFF2-40B4-BE49-F238E27FC236}">
                <a16:creationId xmlns:a16="http://schemas.microsoft.com/office/drawing/2014/main" id="{E413DECA-19BC-40A8-AD33-97CD4A0C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04" y="9185040"/>
            <a:ext cx="349702" cy="16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Power</a:t>
            </a:r>
          </a:p>
        </p:txBody>
      </p:sp>
      <p:sp>
        <p:nvSpPr>
          <p:cNvPr id="53" name="text-26 is">
            <a:extLst xmlns:a="http://schemas.openxmlformats.org/drawingml/2006/main">
              <a:ext uri="{FF2B5EF4-FFF2-40B4-BE49-F238E27FC236}">
                <a16:creationId xmlns:a16="http://schemas.microsoft.com/office/drawing/2014/main" id="{5F9373C0-98D0-49C0-9689-43F3B38F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928" y="9185764"/>
            <a:ext cx="100775" cy="16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38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is</a:t>
            </a:r>
          </a:p>
        </p:txBody>
      </p:sp>
      <p:sp>
        <p:nvSpPr>
          <p:cNvPr id="54" name="text-26 placed">
            <a:extLst xmlns:a="http://schemas.openxmlformats.org/drawingml/2006/main">
              <a:ext uri="{FF2B5EF4-FFF2-40B4-BE49-F238E27FC236}">
                <a16:creationId xmlns:a16="http://schemas.microsoft.com/office/drawing/2014/main" id="{CD95654B-3FC0-4911-B408-87AB227F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510" y="9185041"/>
            <a:ext cx="370417" cy="16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placed</a:t>
            </a:r>
          </a:p>
        </p:txBody>
      </p:sp>
      <p:sp>
        <p:nvSpPr>
          <p:cNvPr id="55" name="text-26 …">
            <a:extLst xmlns:a="http://schemas.openxmlformats.org/drawingml/2006/main">
              <a:ext uri="{FF2B5EF4-FFF2-40B4-BE49-F238E27FC236}">
                <a16:creationId xmlns:a16="http://schemas.microsoft.com/office/drawing/2014/main" id="{6D34F335-B8A6-4B17-87C8-E604C1D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9069" y="9185285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56" name="text-27 and">
            <a:extLst xmlns:a="http://schemas.openxmlformats.org/drawingml/2006/main">
              <a:ext uri="{FF2B5EF4-FFF2-40B4-BE49-F238E27FC236}">
                <a16:creationId xmlns:a16="http://schemas.microsoft.com/office/drawing/2014/main" id="{E472A175-CBDC-4580-AAC7-18BA34F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9327551"/>
            <a:ext cx="221166" cy="16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and</a:t>
            </a:r>
          </a:p>
        </p:txBody>
      </p:sp>
      <p:sp>
        <p:nvSpPr>
          <p:cNvPr id="57" name="text-28 resideth">
            <a:extLst xmlns:a="http://schemas.openxmlformats.org/drawingml/2006/main">
              <a:ext uri="{FF2B5EF4-FFF2-40B4-BE49-F238E27FC236}">
                <a16:creationId xmlns:a16="http://schemas.microsoft.com/office/drawing/2014/main" id="{C62BBA05-07D1-4976-AD7D-3A5C4178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773" y="9327960"/>
            <a:ext cx="446446" cy="167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resideth</a:t>
            </a:r>
          </a:p>
        </p:txBody>
      </p:sp>
      <p:sp>
        <p:nvSpPr>
          <p:cNvPr id="58" name="text-29 .">
            <a:extLst xmlns:a="http://schemas.openxmlformats.org/drawingml/2006/main">
              <a:ext uri="{FF2B5EF4-FFF2-40B4-BE49-F238E27FC236}">
                <a16:creationId xmlns:a16="http://schemas.microsoft.com/office/drawing/2014/main" id="{A85FA93B-E460-42D1-A635-EF20FC0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49" y="9327922"/>
            <a:ext cx="47471" cy="16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.</a:t>
            </a:r>
          </a:p>
        </p:txBody>
      </p:sp>
      <p:sp>
        <p:nvSpPr>
          <p:cNvPr id="59" name="text-29 For">
            <a:extLst xmlns:a="http://schemas.openxmlformats.org/drawingml/2006/main">
              <a:ext uri="{FF2B5EF4-FFF2-40B4-BE49-F238E27FC236}">
                <a16:creationId xmlns:a16="http://schemas.microsoft.com/office/drawing/2014/main" id="{89244641-0545-4826-85C1-B242CA4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64" y="9327525"/>
            <a:ext cx="192235" cy="168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6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6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6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For</a:t>
            </a:r>
          </a:p>
        </p:txBody>
      </p:sp>
      <p:sp>
        <p:nvSpPr>
          <p:cNvPr id="60" name="text-29 these">
            <a:extLst xmlns:a="http://schemas.openxmlformats.org/drawingml/2006/main">
              <a:ext uri="{FF2B5EF4-FFF2-40B4-BE49-F238E27FC236}">
                <a16:creationId xmlns:a16="http://schemas.microsoft.com/office/drawing/2014/main" id="{7A8DEFBA-7A39-4673-BBF4-99AFEC4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483" y="9327986"/>
            <a:ext cx="305443" cy="167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these</a:t>
            </a:r>
          </a:p>
        </p:txBody>
      </p:sp>
      <p:sp>
        <p:nvSpPr>
          <p:cNvPr id="61" name="text-29 are">
            <a:extLst xmlns:a="http://schemas.openxmlformats.org/drawingml/2006/main">
              <a:ext uri="{FF2B5EF4-FFF2-40B4-BE49-F238E27FC236}">
                <a16:creationId xmlns:a16="http://schemas.microsoft.com/office/drawing/2014/main" id="{AA991ED7-9428-4E9E-A401-33541EA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614" y="9327380"/>
            <a:ext cx="187393" cy="16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are</a:t>
            </a:r>
          </a:p>
        </p:txBody>
      </p:sp>
      <p:sp>
        <p:nvSpPr>
          <p:cNvPr id="62" name="text-29 …">
            <a:extLst xmlns:a="http://schemas.openxmlformats.org/drawingml/2006/main">
              <a:ext uri="{FF2B5EF4-FFF2-40B4-BE49-F238E27FC236}">
                <a16:creationId xmlns:a16="http://schemas.microsoft.com/office/drawing/2014/main" id="{2CCAA7C1-9516-4C02-BAC1-E1059A7A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586" y="9327984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63" name="path-30">
            <a:extLst xmlns:a="http://schemas.openxmlformats.org/drawingml/2006/main">
              <a:ext uri="{FF2B5EF4-FFF2-40B4-BE49-F238E27FC236}">
                <a16:creationId xmlns:a16="http://schemas.microsoft.com/office/drawing/2014/main" id="{2257F594-FD49-46D9-B1ED-E9B8084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09" y="7020385"/>
            <a:ext cx="1709656" cy="1121198"/>
          </a:xfrm>
          <a:custGeom xmlns:a="http://schemas.openxmlformats.org/drawingml/2006/main">
            <a:pathLst>
              <a:path w="1709656" h="1121198">
                <a:moveTo>
                  <a:pt x="0" y="0"/>
                </a:moveTo>
                <a:lnTo>
                  <a:pt x="1709656" y="0"/>
                </a:lnTo>
                <a:lnTo>
                  <a:pt x="1709656" y="1121198"/>
                </a:lnTo>
                <a:lnTo>
                  <a:pt x="0" y="1121198"/>
                </a:lnTo>
                <a:close/>
              </a:path>
            </a:pathLst>
          </a:custGeom>
          <a:solidFill xmlns:a="http://schemas.openxmlformats.org/drawingml/2006/main">
            <a:srgbClr val="F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ext-31 Image">
            <a:extLst xmlns:a="http://schemas.openxmlformats.org/drawingml/2006/main">
              <a:ext uri="{FF2B5EF4-FFF2-40B4-BE49-F238E27FC236}">
                <a16:creationId xmlns:a16="http://schemas.microsoft.com/office/drawing/2014/main" id="{36BB8982-1CA8-430E-B869-D740C7E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830" y="6991109"/>
            <a:ext cx="682297" cy="317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Image</a:t>
            </a:r>
          </a:p>
        </p:txBody>
      </p:sp>
      <p:sp>
        <p:nvSpPr>
          <p:cNvPr id="65" name="path-32">
            <a:extLst xmlns:a="http://schemas.openxmlformats.org/drawingml/2006/main">
              <a:ext uri="{FF2B5EF4-FFF2-40B4-BE49-F238E27FC236}">
                <a16:creationId xmlns:a16="http://schemas.microsoft.com/office/drawing/2014/main" id="{D42D01A7-6EA7-4079-B25D-801D085B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520" y="7717567"/>
            <a:ext cx="490609" cy="301703"/>
          </a:xfrm>
          <a:custGeom xmlns:a="http://schemas.openxmlformats.org/drawingml/2006/main">
            <a:pathLst>
              <a:path w="490609" h="301703">
                <a:moveTo>
                  <a:pt x="0" y="0"/>
                </a:moveTo>
                <a:lnTo>
                  <a:pt x="490609" y="0"/>
                </a:lnTo>
                <a:lnTo>
                  <a:pt x="490609" y="301703"/>
                </a:lnTo>
                <a:lnTo>
                  <a:pt x="0" y="301703"/>
                </a:lnTo>
                <a:close/>
              </a:path>
            </a:pathLst>
          </a:custGeom>
          <a:solidFill xmlns:a="http://schemas.openxmlformats.org/drawingml/2006/main">
            <a:srgbClr val="F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-33 …">
            <a:extLst xmlns:a="http://schemas.openxmlformats.org/drawingml/2006/main">
              <a:ext uri="{FF2B5EF4-FFF2-40B4-BE49-F238E27FC236}">
                <a16:creationId xmlns:a16="http://schemas.microsoft.com/office/drawing/2014/main" id="{084C569B-8C44-4ABF-9DD1-9201EA8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676" y="7753633"/>
            <a:ext cx="213297" cy="253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7D7429-C721-4CB7-8768-37D872556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b019ee88341ad"/>
          <a:stretch xmlns:a="http://schemas.openxmlformats.org/drawingml/2006/main"/>
        </p:blipFill>
        <p:spPr>
          <a:xfrm xmlns:a="http://schemas.openxmlformats.org/drawingml/2006/main">
            <a:off x="12611100" y="6515100"/>
            <a:ext cx="733425" cy="733425"/>
          </a:xfrm>
          <a:prstGeom xmlns:a="http://schemas.openxmlformats.org/drawingml/2006/main" prst="rect">
            <a:avLst/>
          </a:prstGeom>
        </p:spPr>
      </p:pic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29C2EA-DA89-4033-A0C3-4BDE5A46E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27446be4b49ff"/>
          <a:stretch xmlns:a="http://schemas.openxmlformats.org/drawingml/2006/main"/>
        </p:blipFill>
        <p:spPr>
          <a:xfrm xmlns:a="http://schemas.openxmlformats.org/drawingml/2006/main">
            <a:off x="11563350" y="59817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9" name="text-36 Image">
            <a:extLst xmlns:a="http://schemas.openxmlformats.org/drawingml/2006/main">
              <a:ext uri="{FF2B5EF4-FFF2-40B4-BE49-F238E27FC236}">
                <a16:creationId xmlns:a16="http://schemas.microsoft.com/office/drawing/2014/main" id="{BD5A31E8-1A39-4F29-8C9A-4BD27C2A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8673" y="6323475"/>
            <a:ext cx="572637" cy="28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Image</a:t>
            </a:r>
          </a:p>
        </p:txBody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8027DA-49B5-4875-B2BA-8FAD56D28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f62d647a343be"/>
          <a:stretch xmlns:a="http://schemas.openxmlformats.org/drawingml/2006/main"/>
        </p:blipFill>
        <p:spPr>
          <a:xfrm xmlns:a="http://schemas.openxmlformats.org/drawingml/2006/main">
            <a:off x="11563350" y="661987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71" name="text-38 Video">
            <a:extLst xmlns:a="http://schemas.openxmlformats.org/drawingml/2006/main">
              <a:ext uri="{FF2B5EF4-FFF2-40B4-BE49-F238E27FC236}">
                <a16:creationId xmlns:a16="http://schemas.microsoft.com/office/drawing/2014/main" id="{12D5FE58-CCB5-4D5C-B5E8-EF7B4500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2830" y="6972548"/>
            <a:ext cx="537564" cy="285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Video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C2779A-6BFF-41F1-8037-E090A97D5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59a244bd3411d"/>
          <a:stretch xmlns:a="http://schemas.openxmlformats.org/drawingml/2006/main"/>
        </p:blipFill>
        <p:spPr>
          <a:xfrm xmlns:a="http://schemas.openxmlformats.org/drawingml/2006/main">
            <a:off x="11563350" y="728662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73" name="text-40 Text">
            <a:extLst xmlns:a="http://schemas.openxmlformats.org/drawingml/2006/main">
              <a:ext uri="{FF2B5EF4-FFF2-40B4-BE49-F238E27FC236}">
                <a16:creationId xmlns:a16="http://schemas.microsoft.com/office/drawing/2014/main" id="{38275BFA-43B1-4618-AAA0-5BFB0504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3261" y="7637421"/>
            <a:ext cx="405781" cy="285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Text</a:t>
            </a:r>
          </a:p>
        </p:txBody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A9B476-2293-4303-AC15-90BB2319D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b1b3b9ec14a06"/>
          <a:stretch xmlns:a="http://schemas.openxmlformats.org/drawingml/2006/main"/>
        </p:blipFill>
        <p:spPr>
          <a:xfrm xmlns:a="http://schemas.openxmlformats.org/drawingml/2006/main">
            <a:off x="11601450" y="79533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75" name="text-42 Audio">
            <a:extLst xmlns:a="http://schemas.openxmlformats.org/drawingml/2006/main">
              <a:ext uri="{FF2B5EF4-FFF2-40B4-BE49-F238E27FC236}">
                <a16:creationId xmlns:a16="http://schemas.microsoft.com/office/drawing/2014/main" id="{640C0A96-F39C-4066-A40A-540CE92B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2422" y="8318059"/>
            <a:ext cx="550964" cy="2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sp>
        <p:nvSpPr>
          <p:cNvPr id="76" name="text-43 Mainstream">
            <a:extLst xmlns:a="http://schemas.openxmlformats.org/drawingml/2006/main">
              <a:ext uri="{FF2B5EF4-FFF2-40B4-BE49-F238E27FC236}">
                <a16:creationId xmlns:a16="http://schemas.microsoft.com/office/drawing/2014/main" id="{401DAAFB-64E0-4BEA-A402-697485A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500" y="7272949"/>
            <a:ext cx="1163869" cy="285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Mainstream</a:t>
            </a:r>
          </a:p>
        </p:txBody>
      </p:sp>
      <p:sp>
        <p:nvSpPr>
          <p:cNvPr id="77" name="text-44 models">
            <a:extLst xmlns:a="http://schemas.openxmlformats.org/drawingml/2006/main">
              <a:ext uri="{FF2B5EF4-FFF2-40B4-BE49-F238E27FC236}">
                <a16:creationId xmlns:a16="http://schemas.microsoft.com/office/drawing/2014/main" id="{2A7E1FBC-EC6E-4775-9F60-FCCB4E8A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2023" y="7517456"/>
            <a:ext cx="721290" cy="2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models</a:t>
            </a:r>
          </a:p>
        </p:txBody>
      </p:sp>
      <p:sp>
        <p:nvSpPr>
          <p:cNvPr id="78" name="text-45 (&gt;">
            <a:extLst xmlns:a="http://schemas.openxmlformats.org/drawingml/2006/main">
              <a:ext uri="{FF2B5EF4-FFF2-40B4-BE49-F238E27FC236}">
                <a16:creationId xmlns:a16="http://schemas.microsoft.com/office/drawing/2014/main" id="{46E05D22-B5F0-48B5-BD2E-0B5ECC05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7742" y="7762079"/>
            <a:ext cx="240938" cy="28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(&gt;</a:t>
            </a:r>
          </a:p>
        </p:txBody>
      </p:sp>
      <p:sp>
        <p:nvSpPr>
          <p:cNvPr id="79" name="text-46 2">
            <a:extLst xmlns:a="http://schemas.openxmlformats.org/drawingml/2006/main">
              <a:ext uri="{FF2B5EF4-FFF2-40B4-BE49-F238E27FC236}">
                <a16:creationId xmlns:a16="http://schemas.microsoft.com/office/drawing/2014/main" id="{C57B60EA-1BD5-49CC-A1B9-88EF6E1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6445" y="7762094"/>
            <a:ext cx="157652" cy="285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80" name="text-47 5">
            <a:extLst xmlns:a="http://schemas.openxmlformats.org/drawingml/2006/main">
              <a:ext uri="{FF2B5EF4-FFF2-40B4-BE49-F238E27FC236}">
                <a16:creationId xmlns:a16="http://schemas.microsoft.com/office/drawing/2014/main" id="{B0961701-EA55-4F0C-9D21-B9BE403F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7398" y="7762094"/>
            <a:ext cx="157652" cy="285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81" name="text-48 )">
            <a:extLst xmlns:a="http://schemas.openxmlformats.org/drawingml/2006/main">
              <a:ext uri="{FF2B5EF4-FFF2-40B4-BE49-F238E27FC236}">
                <a16:creationId xmlns:a16="http://schemas.microsoft.com/office/drawing/2014/main" id="{EE42F80B-3B35-4E86-8494-A30697AE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8351" y="7761955"/>
            <a:ext cx="120101" cy="286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82" name="path-49">
            <a:extLst xmlns:a="http://schemas.openxmlformats.org/drawingml/2006/main">
              <a:ext uri="{FF2B5EF4-FFF2-40B4-BE49-F238E27FC236}">
                <a16:creationId xmlns:a16="http://schemas.microsoft.com/office/drawing/2014/main" id="{41C984BD-81AD-4023-BDD1-140F1A1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5702" y="6140416"/>
            <a:ext cx="462069" cy="2800954"/>
          </a:xfrm>
          <a:custGeom xmlns:a="http://schemas.openxmlformats.org/drawingml/2006/main">
            <a:pathLst>
              <a:path w="462069" h="2800954">
                <a:moveTo>
                  <a:pt x="0" y="2800954"/>
                </a:moveTo>
                <a:cubicBezTo>
                  <a:pt x="127635" y="2800954"/>
                  <a:pt x="231034" y="2642401"/>
                  <a:pt x="231034" y="2446814"/>
                </a:cubicBezTo>
                <a:lnTo>
                  <a:pt x="231034" y="1618714"/>
                </a:lnTo>
                <a:cubicBezTo>
                  <a:pt x="231034" y="1423127"/>
                  <a:pt x="334433" y="1264574"/>
                  <a:pt x="462069" y="1264574"/>
                </a:cubicBezTo>
                <a:cubicBezTo>
                  <a:pt x="334433" y="1264574"/>
                  <a:pt x="231034" y="1106021"/>
                  <a:pt x="231034" y="910434"/>
                </a:cubicBezTo>
                <a:lnTo>
                  <a:pt x="231034" y="354138"/>
                </a:lnTo>
                <a:cubicBezTo>
                  <a:pt x="231034" y="158553"/>
                  <a:pt x="127635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sp>
        <p:nvSpPr>
          <p:cNvPr id="83" name="path-50">
            <a:extLst xmlns:a="http://schemas.openxmlformats.org/drawingml/2006/main">
              <a:ext uri="{FF2B5EF4-FFF2-40B4-BE49-F238E27FC236}">
                <a16:creationId xmlns:a16="http://schemas.microsoft.com/office/drawing/2014/main" id="{A174A7CE-BF21-490E-84B9-08AD7CD1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573" y="6833519"/>
            <a:ext cx="451198" cy="1282922"/>
          </a:xfrm>
          <a:custGeom xmlns:a="http://schemas.openxmlformats.org/drawingml/2006/main">
            <a:pathLst>
              <a:path w="451198" h="1282922">
                <a:moveTo>
                  <a:pt x="0" y="1282922"/>
                </a:moveTo>
                <a:cubicBezTo>
                  <a:pt x="124578" y="1282922"/>
                  <a:pt x="225600" y="1153248"/>
                  <a:pt x="225600" y="993335"/>
                </a:cubicBezTo>
                <a:lnTo>
                  <a:pt x="225600" y="868758"/>
                </a:lnTo>
                <a:cubicBezTo>
                  <a:pt x="225600" y="708846"/>
                  <a:pt x="326620" y="579172"/>
                  <a:pt x="451198" y="579172"/>
                </a:cubicBezTo>
                <a:cubicBezTo>
                  <a:pt x="326620" y="579172"/>
                  <a:pt x="225600" y="449499"/>
                  <a:pt x="225600" y="289586"/>
                </a:cubicBezTo>
                <a:cubicBezTo>
                  <a:pt x="225600" y="129674"/>
                  <a:pt x="124578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sp>
        <p:nvSpPr>
          <p:cNvPr id="84" name="path-51">
            <a:extLst xmlns:a="http://schemas.openxmlformats.org/drawingml/2006/main">
              <a:ext uri="{FF2B5EF4-FFF2-40B4-BE49-F238E27FC236}">
                <a16:creationId xmlns:a16="http://schemas.microsoft.com/office/drawing/2014/main" id="{E4CC9976-87F9-409F-9A0F-19A43917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396" y="7412465"/>
            <a:ext cx="381320" cy="73387"/>
          </a:xfrm>
          <a:custGeom xmlns:a="http://schemas.openxmlformats.org/drawingml/2006/main">
            <a:pathLst>
              <a:path w="381320" h="73387">
                <a:moveTo>
                  <a:pt x="0" y="73387"/>
                </a:moveTo>
                <a:cubicBezTo>
                  <a:pt x="92526" y="73387"/>
                  <a:pt x="185054" y="55040"/>
                  <a:pt x="185054" y="36694"/>
                </a:cubicBezTo>
                <a:cubicBezTo>
                  <a:pt x="185054" y="18346"/>
                  <a:pt x="283131" y="0"/>
                  <a:pt x="38132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790115-D2A4-4B88-A53C-48D203AC05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3f90a050643e6"/>
          <a:stretch xmlns:a="http://schemas.openxmlformats.org/drawingml/2006/main"/>
        </p:blipFill>
        <p:spPr>
          <a:xfrm xmlns:a="http://schemas.openxmlformats.org/drawingml/2006/main">
            <a:off x="12220575" y="7981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6" name="path-53">
            <a:extLst xmlns:a="http://schemas.openxmlformats.org/drawingml/2006/main">
              <a:ext uri="{FF2B5EF4-FFF2-40B4-BE49-F238E27FC236}">
                <a16:creationId xmlns:a16="http://schemas.microsoft.com/office/drawing/2014/main" id="{16E87D98-A008-4EBA-A135-7072C3E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6535" y="6420374"/>
            <a:ext cx="462068" cy="2250550"/>
          </a:xfrm>
          <a:custGeom xmlns:a="http://schemas.openxmlformats.org/drawingml/2006/main">
            <a:pathLst>
              <a:path w="462068" h="2250550">
                <a:moveTo>
                  <a:pt x="462068" y="0"/>
                </a:moveTo>
                <a:cubicBezTo>
                  <a:pt x="334432" y="0"/>
                  <a:pt x="231032" y="158553"/>
                  <a:pt x="231032" y="354140"/>
                </a:cubicBezTo>
                <a:lnTo>
                  <a:pt x="231032" y="674418"/>
                </a:lnTo>
                <a:cubicBezTo>
                  <a:pt x="231032" y="870005"/>
                  <a:pt x="127633" y="1028558"/>
                  <a:pt x="0" y="1028558"/>
                </a:cubicBezTo>
                <a:cubicBezTo>
                  <a:pt x="127633" y="1028558"/>
                  <a:pt x="231032" y="1187111"/>
                  <a:pt x="231032" y="1382698"/>
                </a:cubicBezTo>
                <a:lnTo>
                  <a:pt x="231032" y="1896409"/>
                </a:lnTo>
                <a:cubicBezTo>
                  <a:pt x="231032" y="2091996"/>
                  <a:pt x="334432" y="2250550"/>
                  <a:pt x="462068" y="22505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sp>
        <p:nvSpPr>
          <p:cNvPr id="87" name="text-54 …">
            <a:extLst xmlns:a="http://schemas.openxmlformats.org/drawingml/2006/main">
              <a:ext uri="{FF2B5EF4-FFF2-40B4-BE49-F238E27FC236}">
                <a16:creationId xmlns:a16="http://schemas.microsoft.com/office/drawing/2014/main" id="{FF5F10E8-FBD6-44D1-8889-609C6A5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7373" y="8323578"/>
            <a:ext cx="240568" cy="28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88" name="text-55 Accuracy">
            <a:extLst xmlns:a="http://schemas.openxmlformats.org/drawingml/2006/main">
              <a:ext uri="{FF2B5EF4-FFF2-40B4-BE49-F238E27FC236}">
                <a16:creationId xmlns:a16="http://schemas.microsoft.com/office/drawing/2014/main" id="{36860674-FFD4-4068-8B74-DDBF4C46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3483" y="6637115"/>
            <a:ext cx="826164" cy="28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Accuracy</a:t>
            </a:r>
          </a:p>
        </p:txBody>
      </p:sp>
      <p:sp>
        <p:nvSpPr>
          <p:cNvPr id="89" name="text-56 Recall">
            <a:extLst xmlns:a="http://schemas.openxmlformats.org/drawingml/2006/main">
              <a:ext uri="{FF2B5EF4-FFF2-40B4-BE49-F238E27FC236}">
                <a16:creationId xmlns:a16="http://schemas.microsoft.com/office/drawing/2014/main" id="{1F13CE5A-2079-4895-BF4D-654CBE2A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6907" y="7397875"/>
            <a:ext cx="557555" cy="28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1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Recall</a:t>
            </a:r>
          </a:p>
        </p:txBody>
      </p:sp>
      <p:sp>
        <p:nvSpPr>
          <p:cNvPr id="90" name="text-57 GPT">
            <a:extLst xmlns:a="http://schemas.openxmlformats.org/drawingml/2006/main">
              <a:ext uri="{FF2B5EF4-FFF2-40B4-BE49-F238E27FC236}">
                <a16:creationId xmlns:a16="http://schemas.microsoft.com/office/drawing/2014/main" id="{5A223310-9B47-4DA6-8079-E79978DE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2022" y="8115828"/>
            <a:ext cx="397905" cy="285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GPT</a:t>
            </a:r>
          </a:p>
        </p:txBody>
      </p:sp>
      <p:sp>
        <p:nvSpPr>
          <p:cNvPr id="91" name="text-58 -">
            <a:extLst xmlns:a="http://schemas.openxmlformats.org/drawingml/2006/main">
              <a:ext uri="{FF2B5EF4-FFF2-40B4-BE49-F238E27FC236}">
                <a16:creationId xmlns:a16="http://schemas.microsoft.com/office/drawing/2014/main" id="{502C088E-EB4E-4972-96FF-F9FA3E5E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525" y="8115810"/>
            <a:ext cx="104412" cy="285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92" name="text-59 Eval">
            <a:extLst xmlns:a="http://schemas.openxmlformats.org/drawingml/2006/main">
              <a:ext uri="{FF2B5EF4-FFF2-40B4-BE49-F238E27FC236}">
                <a16:creationId xmlns:a16="http://schemas.microsoft.com/office/drawing/2014/main" id="{E715D51A-29A4-414B-A0E7-0F59B5C6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476" y="8115708"/>
            <a:ext cx="403576" cy="285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Eval</a:t>
            </a:r>
          </a:p>
        </p:txBody>
      </p:sp>
      <p:sp>
        <p:nvSpPr>
          <p:cNvPr id="93" name="text-60 Score">
            <a:extLst xmlns:a="http://schemas.openxmlformats.org/drawingml/2006/main">
              <a:ext uri="{FF2B5EF4-FFF2-40B4-BE49-F238E27FC236}">
                <a16:creationId xmlns:a16="http://schemas.microsoft.com/office/drawing/2014/main" id="{D99FA13F-1822-420B-894E-7534A546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9670" y="8360547"/>
            <a:ext cx="516537" cy="285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Score</a:t>
            </a:r>
          </a:p>
        </p:txBody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22C940-32D8-4FEF-83FA-85C12A8B0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90df51ef40d9"/>
          <a:stretch xmlns:a="http://schemas.openxmlformats.org/drawingml/2006/main"/>
        </p:blipFill>
        <p:spPr>
          <a:xfrm xmlns:a="http://schemas.openxmlformats.org/drawingml/2006/main">
            <a:off x="2076450" y="7267575"/>
            <a:ext cx="1924050" cy="485775"/>
          </a:xfrm>
          <a:prstGeom xmlns:a="http://schemas.openxmlformats.org/drawingml/2006/main" prst="rect">
            <a:avLst/>
          </a:prstGeom>
        </p:spPr>
      </p:pic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C01162-4CEE-48B6-BAE2-9753979EC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6907df5114f82"/>
          <a:stretch xmlns:a="http://schemas.openxmlformats.org/drawingml/2006/main"/>
        </p:blipFill>
        <p:spPr>
          <a:xfrm xmlns:a="http://schemas.openxmlformats.org/drawingml/2006/main">
            <a:off x="2076450" y="7677150"/>
            <a:ext cx="1924050" cy="485775"/>
          </a:xfrm>
          <a:prstGeom xmlns:a="http://schemas.openxmlformats.org/drawingml/2006/main" prst="rect">
            <a:avLst/>
          </a:prstGeom>
        </p:spPr>
      </p:pic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CFCBDA-6A5A-43DB-9381-8A76683ED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f4699a0234885"/>
          <a:stretch xmlns:a="http://schemas.openxmlformats.org/drawingml/2006/main"/>
        </p:blipFill>
        <p:spPr>
          <a:xfrm xmlns:a="http://schemas.openxmlformats.org/drawingml/2006/main">
            <a:off x="12611100" y="7991475"/>
            <a:ext cx="676275" cy="257175"/>
          </a:xfrm>
          <a:prstGeom xmlns:a="http://schemas.openxmlformats.org/drawingml/2006/main" prst="rect">
            <a:avLst/>
          </a:prstGeom>
        </p:spPr>
      </p:pic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530FC4-6F83-432F-85C8-23034F765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7bf15fb4ce3"/>
          <a:stretch xmlns:a="http://schemas.openxmlformats.org/drawingml/2006/main"/>
        </p:blipFill>
        <p:spPr>
          <a:xfrm xmlns:a="http://schemas.openxmlformats.org/drawingml/2006/main">
            <a:off x="13373100" y="8010525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19A6AC-AB00-492A-9DD7-57257A7582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2abc98bcc4578"/>
          <a:stretch xmlns:a="http://schemas.openxmlformats.org/drawingml/2006/main"/>
        </p:blipFill>
        <p:spPr>
          <a:xfrm xmlns:a="http://schemas.openxmlformats.org/drawingml/2006/main">
            <a:off x="12763500" y="832485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BC1E35-11CB-439B-A4BA-4FD5D0C4D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7d13f2b634928"/>
          <a:stretch xmlns:a="http://schemas.openxmlformats.org/drawingml/2006/main"/>
        </p:blipFill>
        <p:spPr>
          <a:xfrm xmlns:a="http://schemas.openxmlformats.org/drawingml/2006/main">
            <a:off x="12192000" y="8372475"/>
            <a:ext cx="619125" cy="257175"/>
          </a:xfrm>
          <a:prstGeom xmlns:a="http://schemas.openxmlformats.org/drawingml/2006/main" prst="rect">
            <a:avLst/>
          </a:prstGeom>
        </p:spPr>
      </p:pic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E0E8C3-DA18-4A59-B1EA-A5DED2925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18702d7944b86"/>
          <a:stretch xmlns:a="http://schemas.openxmlformats.org/drawingml/2006/main"/>
        </p:blipFill>
        <p:spPr>
          <a:xfrm xmlns:a="http://schemas.openxmlformats.org/drawingml/2006/main">
            <a:off x="13039725" y="8391525"/>
            <a:ext cx="238125" cy="22860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6D667B7-8CD0-46F6-8B8A-42D859BA1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e543ea39b4ea6"/>
          <a:stretch xmlns:a="http://schemas.openxmlformats.org/drawingml/2006/main"/>
        </p:blipFill>
        <p:spPr>
          <a:xfrm xmlns:a="http://schemas.openxmlformats.org/drawingml/2006/main">
            <a:off x="13287375" y="8372475"/>
            <a:ext cx="295275" cy="276225"/>
          </a:xfrm>
          <a:prstGeom xmlns:a="http://schemas.openxmlformats.org/drawingml/2006/main" prst="rect">
            <a:avLst/>
          </a:prstGeom>
        </p:spPr>
      </p:pic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8AA1970-66F6-47DB-BA05-087F98808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dab19304242c2"/>
          <a:stretch xmlns:a="http://schemas.openxmlformats.org/drawingml/2006/main"/>
        </p:blipFill>
        <p:spPr>
          <a:xfrm xmlns:a="http://schemas.openxmlformats.org/drawingml/2006/main">
            <a:off x="4048125" y="5810250"/>
            <a:ext cx="428625" cy="419100"/>
          </a:xfrm>
          <a:prstGeom xmlns:a="http://schemas.openxmlformats.org/drawingml/2006/main" prst="rect">
            <a:avLst/>
          </a:prstGeom>
        </p:spPr>
      </p:pic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6232E8-1FA7-4A30-A2AE-A77A39CE6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7b92551c40e3"/>
          <a:stretch xmlns:a="http://schemas.openxmlformats.org/drawingml/2006/main"/>
        </p:blipFill>
        <p:spPr>
          <a:xfrm xmlns:a="http://schemas.openxmlformats.org/drawingml/2006/main">
            <a:off x="4591050" y="58293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04" name="text-71 Scenery">
            <a:extLst xmlns:a="http://schemas.openxmlformats.org/drawingml/2006/main">
              <a:ext uri="{FF2B5EF4-FFF2-40B4-BE49-F238E27FC236}">
                <a16:creationId xmlns:a16="http://schemas.microsoft.com/office/drawing/2014/main" id="{931D6009-E335-4FEC-B75E-1F316DE8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19" y="5862030"/>
            <a:ext cx="726702" cy="28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Scenery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9D6AB9C-CD72-422E-AFFB-58B86E894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764e866254aa1"/>
          <a:stretch xmlns:a="http://schemas.openxmlformats.org/drawingml/2006/main"/>
        </p:blipFill>
        <p:spPr>
          <a:xfrm xmlns:a="http://schemas.openxmlformats.org/drawingml/2006/main">
            <a:off x="5867400" y="5838825"/>
            <a:ext cx="285750" cy="276225"/>
          </a:xfrm>
          <a:prstGeom xmlns:a="http://schemas.openxmlformats.org/drawingml/2006/main" prst="rect">
            <a:avLst/>
          </a:prstGeom>
        </p:spPr>
      </p:pic>
      <p:sp>
        <p:nvSpPr>
          <p:cNvPr id="106" name="text-73 Human">
            <a:extLst xmlns:a="http://schemas.openxmlformats.org/drawingml/2006/main">
              <a:ext uri="{FF2B5EF4-FFF2-40B4-BE49-F238E27FC236}">
                <a16:creationId xmlns:a16="http://schemas.microsoft.com/office/drawing/2014/main" id="{400C45A6-EDAD-49A2-BE69-20AB9A0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160" y="5862169"/>
            <a:ext cx="672145" cy="28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Human</a:t>
            </a:r>
          </a:p>
        </p:txBody>
      </p:sp>
      <p:sp>
        <p:nvSpPr>
          <p:cNvPr id="107" name="text-74 Video">
            <a:extLst xmlns:a="http://schemas.openxmlformats.org/drawingml/2006/main">
              <a:ext uri="{FF2B5EF4-FFF2-40B4-BE49-F238E27FC236}">
                <a16:creationId xmlns:a16="http://schemas.microsoft.com/office/drawing/2014/main" id="{8C9D7548-8070-4FAB-B27B-7D32F0A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8463" y="6197545"/>
            <a:ext cx="575417" cy="28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Video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C3CA82-FF24-4CD2-B6B0-1681D0A10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a7720e8a1448f"/>
          <a:stretch xmlns:a="http://schemas.openxmlformats.org/drawingml/2006/main"/>
        </p:blipFill>
        <p:spPr>
          <a:xfrm xmlns:a="http://schemas.openxmlformats.org/drawingml/2006/main">
            <a:off x="4543425" y="817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9" name="text-76 Singing">
            <a:extLst xmlns:a="http://schemas.openxmlformats.org/drawingml/2006/main">
              <a:ext uri="{FF2B5EF4-FFF2-40B4-BE49-F238E27FC236}">
                <a16:creationId xmlns:a16="http://schemas.microsoft.com/office/drawing/2014/main" id="{DC520124-74B8-4B12-B3A3-97C91B8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9440" y="8202932"/>
            <a:ext cx="680968" cy="285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Singing</a:t>
            </a:r>
          </a:p>
        </p:txBody>
      </p:sp>
      <p:sp>
        <p:nvSpPr>
          <p:cNvPr id="110" name="text-76 Voice">
            <a:extLst xmlns:a="http://schemas.openxmlformats.org/drawingml/2006/main">
              <a:ext uri="{FF2B5EF4-FFF2-40B4-BE49-F238E27FC236}">
                <a16:creationId xmlns:a16="http://schemas.microsoft.com/office/drawing/2014/main" id="{51F627DE-72CC-4625-8C63-326EE690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613" y="8202450"/>
            <a:ext cx="501797" cy="286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2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Voice</a:t>
            </a:r>
          </a:p>
        </p:txBody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0EFE5C-7481-48C2-9F24-552676332E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af97e58bc4abb"/>
          <a:stretch xmlns:a="http://schemas.openxmlformats.org/drawingml/2006/main"/>
        </p:blipFill>
        <p:spPr>
          <a:xfrm xmlns:a="http://schemas.openxmlformats.org/drawingml/2006/main">
            <a:off x="4048125" y="818197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F6DC156-E7D3-4EE0-A21C-66E95148F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c28d5cc61491f"/>
          <a:stretch xmlns:a="http://schemas.openxmlformats.org/drawingml/2006/main"/>
        </p:blipFill>
        <p:spPr>
          <a:xfrm xmlns:a="http://schemas.openxmlformats.org/drawingml/2006/main">
            <a:off x="6096000" y="81724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13" name="text-79 Music">
            <a:extLst xmlns:a="http://schemas.openxmlformats.org/drawingml/2006/main">
              <a:ext uri="{FF2B5EF4-FFF2-40B4-BE49-F238E27FC236}">
                <a16:creationId xmlns:a16="http://schemas.microsoft.com/office/drawing/2014/main" id="{7708DCC1-80D6-43E3-9EC3-98D74DE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244" y="8207837"/>
            <a:ext cx="548716" cy="285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Music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5781E1A-7C8C-4B59-95BF-C6705A537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334cda1324c7b"/>
          <a:stretch xmlns:a="http://schemas.openxmlformats.org/drawingml/2006/main"/>
        </p:blipFill>
        <p:spPr>
          <a:xfrm xmlns:a="http://schemas.openxmlformats.org/drawingml/2006/main">
            <a:off x="4552950" y="84867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15" name="text-81 Environmental">
            <a:extLst xmlns:a="http://schemas.openxmlformats.org/drawingml/2006/main">
              <a:ext uri="{FF2B5EF4-FFF2-40B4-BE49-F238E27FC236}">
                <a16:creationId xmlns:a16="http://schemas.microsoft.com/office/drawing/2014/main" id="{DA90C9DD-3AB7-42A0-BA31-2367B1B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308" y="8499705"/>
            <a:ext cx="1335217" cy="28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Environmental</a:t>
            </a:r>
          </a:p>
        </p:txBody>
      </p:sp>
      <p:sp>
        <p:nvSpPr>
          <p:cNvPr id="116" name="text-81 Sound">
            <a:extLst xmlns:a="http://schemas.openxmlformats.org/drawingml/2006/main">
              <a:ext uri="{FF2B5EF4-FFF2-40B4-BE49-F238E27FC236}">
                <a16:creationId xmlns:a16="http://schemas.microsoft.com/office/drawing/2014/main" id="{98ED0A7F-7E81-4C37-9FB6-A5038738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057" y="8500042"/>
            <a:ext cx="585422" cy="285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Sound</a:t>
            </a:r>
          </a:p>
        </p:txBody>
      </p:sp>
      <p:sp>
        <p:nvSpPr>
          <p:cNvPr id="117" name="text-82 …">
            <a:extLst xmlns:a="http://schemas.openxmlformats.org/drawingml/2006/main">
              <a:ext uri="{FF2B5EF4-FFF2-40B4-BE49-F238E27FC236}">
                <a16:creationId xmlns:a16="http://schemas.microsoft.com/office/drawing/2014/main" id="{1A6708BF-6B49-4220-8B09-F731B742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1572" y="8503535"/>
            <a:ext cx="240568" cy="28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18" name="text-83 Audio">
            <a:extLst xmlns:a="http://schemas.openxmlformats.org/drawingml/2006/main">
              <a:ext uri="{FF2B5EF4-FFF2-40B4-BE49-F238E27FC236}">
                <a16:creationId xmlns:a16="http://schemas.microsoft.com/office/drawing/2014/main" id="{40C60A4E-BF2F-4F6D-B39D-07235C6D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3581" y="8526367"/>
            <a:ext cx="590462" cy="286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D980365-38E6-435D-994B-EC50EC9D0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a492f71254e06"/>
          <a:stretch xmlns:a="http://schemas.openxmlformats.org/drawingml/2006/main"/>
        </p:blipFill>
        <p:spPr>
          <a:xfrm xmlns:a="http://schemas.openxmlformats.org/drawingml/2006/main">
            <a:off x="4581525" y="773430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text-85 News">
            <a:extLst xmlns:a="http://schemas.openxmlformats.org/drawingml/2006/main">
              <a:ext uri="{FF2B5EF4-FFF2-40B4-BE49-F238E27FC236}">
                <a16:creationId xmlns:a16="http://schemas.microsoft.com/office/drawing/2014/main" id="{28222692-6F3B-4FE6-87C1-33976D8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544" y="7712366"/>
            <a:ext cx="519212" cy="285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News</a:t>
            </a:r>
          </a:p>
        </p:txBody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EE7C5E2-EEEA-4080-A96D-1ABF69129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f678563024336"/>
          <a:stretch xmlns:a="http://schemas.openxmlformats.org/drawingml/2006/main"/>
        </p:blipFill>
        <p:spPr>
          <a:xfrm xmlns:a="http://schemas.openxmlformats.org/drawingml/2006/main">
            <a:off x="4029075" y="73914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122" name="text-87 Scientific">
            <a:extLst xmlns:a="http://schemas.openxmlformats.org/drawingml/2006/main">
              <a:ext uri="{FF2B5EF4-FFF2-40B4-BE49-F238E27FC236}">
                <a16:creationId xmlns:a16="http://schemas.microsoft.com/office/drawing/2014/main" id="{1E65639E-4AB9-42B1-9656-D7D6A442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0128" y="7389906"/>
            <a:ext cx="831528" cy="28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Scientific</a:t>
            </a:r>
          </a:p>
        </p:txBody>
      </p:sp>
      <p:sp>
        <p:nvSpPr>
          <p:cNvPr id="123" name="text-87 Papers">
            <a:extLst xmlns:a="http://schemas.openxmlformats.org/drawingml/2006/main">
              <a:ext uri="{FF2B5EF4-FFF2-40B4-BE49-F238E27FC236}">
                <a16:creationId xmlns:a16="http://schemas.microsoft.com/office/drawing/2014/main" id="{D6062FD4-7F2D-48F4-8FB4-E253351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8377" y="7390282"/>
            <a:ext cx="631637" cy="285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Papers</a:t>
            </a:r>
          </a:p>
        </p:txBody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69DB1EA-169B-4DF8-8E5D-1C9A3FF1A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7a525d83b44ce"/>
          <a:stretch xmlns:a="http://schemas.openxmlformats.org/drawingml/2006/main"/>
        </p:blipFill>
        <p:spPr>
          <a:xfrm xmlns:a="http://schemas.openxmlformats.org/drawingml/2006/main">
            <a:off x="5762625" y="7381875"/>
            <a:ext cx="247650" cy="23812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27BB265-029C-4716-A564-D41055D14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9cad04e3b4f7f"/>
          <a:stretch xmlns:a="http://schemas.openxmlformats.org/drawingml/2006/main"/>
        </p:blipFill>
        <p:spPr>
          <a:xfrm xmlns:a="http://schemas.openxmlformats.org/drawingml/2006/main">
            <a:off x="5486400" y="77247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26" name="text-90 Philosophy">
            <a:extLst xmlns:a="http://schemas.openxmlformats.org/drawingml/2006/main">
              <a:ext uri="{FF2B5EF4-FFF2-40B4-BE49-F238E27FC236}">
                <a16:creationId xmlns:a16="http://schemas.microsoft.com/office/drawing/2014/main" id="{792D1B6B-7766-4AB7-A2A2-D65B2E2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7292" y="7742568"/>
            <a:ext cx="1006250" cy="285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Philosophy</a:t>
            </a:r>
          </a:p>
        </p:txBody>
      </p:sp>
      <p:sp>
        <p:nvSpPr>
          <p:cNvPr id="127" name="text-91 Wikipedia">
            <a:extLst xmlns:a="http://schemas.openxmlformats.org/drawingml/2006/main">
              <a:ext uri="{FF2B5EF4-FFF2-40B4-BE49-F238E27FC236}">
                <a16:creationId xmlns:a16="http://schemas.microsoft.com/office/drawing/2014/main" id="{9F3880BA-39D7-4405-BB69-4E3AB41C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514" y="7388625"/>
            <a:ext cx="926583" cy="285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Wikipedia</a:t>
            </a:r>
          </a:p>
        </p:txBody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F1637A7-22AC-4B50-8FA2-BC3565A19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6524d7f484f2f"/>
          <a:stretch xmlns:a="http://schemas.openxmlformats.org/drawingml/2006/main"/>
        </p:blipFill>
        <p:spPr>
          <a:xfrm xmlns:a="http://schemas.openxmlformats.org/drawingml/2006/main">
            <a:off x="4533900" y="7372350"/>
            <a:ext cx="266700" cy="276225"/>
          </a:xfrm>
          <a:prstGeom xmlns:a="http://schemas.openxmlformats.org/drawingml/2006/main" prst="rect">
            <a:avLst/>
          </a:prstGeom>
        </p:spPr>
      </p:pic>
      <p:sp>
        <p:nvSpPr>
          <p:cNvPr id="129" name="text-93 …">
            <a:extLst xmlns:a="http://schemas.openxmlformats.org/drawingml/2006/main">
              <a:ext uri="{FF2B5EF4-FFF2-40B4-BE49-F238E27FC236}">
                <a16:creationId xmlns:a16="http://schemas.microsoft.com/office/drawing/2014/main" id="{05409F57-E309-4575-9B59-602F0F25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2952" y="7695450"/>
            <a:ext cx="240886" cy="285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30" name="text-94 Text">
            <a:extLst xmlns:a="http://schemas.openxmlformats.org/drawingml/2006/main">
              <a:ext uri="{FF2B5EF4-FFF2-40B4-BE49-F238E27FC236}">
                <a16:creationId xmlns:a16="http://schemas.microsoft.com/office/drawing/2014/main" id="{889C6D67-A427-4479-BED6-A2D88E6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0514" y="7783959"/>
            <a:ext cx="435557" cy="28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Text</a:t>
            </a:r>
          </a:p>
        </p:txBody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016F88-2E1C-4625-9A34-34EB5673B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e11ddf9784920"/>
          <a:stretch xmlns:a="http://schemas.openxmlformats.org/drawingml/2006/main"/>
        </p:blipFill>
        <p:spPr>
          <a:xfrm xmlns:a="http://schemas.openxmlformats.org/drawingml/2006/main">
            <a:off x="5924550" y="6934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2" name="text-96 Satellite">
            <a:extLst xmlns:a="http://schemas.openxmlformats.org/drawingml/2006/main">
              <a:ext uri="{FF2B5EF4-FFF2-40B4-BE49-F238E27FC236}">
                <a16:creationId xmlns:a16="http://schemas.microsoft.com/office/drawing/2014/main" id="{57B13811-E869-4BE2-9C5D-14E51FA2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667" y="6946130"/>
            <a:ext cx="739859" cy="28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Satellite</a:t>
            </a:r>
          </a:p>
        </p:txBody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70A233F-B65B-4CF9-B07E-ED073CB38D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4986dd5cf4a32"/>
          <a:stretch xmlns:a="http://schemas.openxmlformats.org/drawingml/2006/main"/>
        </p:blipFill>
        <p:spPr>
          <a:xfrm xmlns:a="http://schemas.openxmlformats.org/drawingml/2006/main">
            <a:off x="4038600" y="6657975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66489A7-C259-49BC-AEA2-8DA22F7C2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bd9fb8b38441b"/>
          <a:stretch xmlns:a="http://schemas.openxmlformats.org/drawingml/2006/main"/>
        </p:blipFill>
        <p:spPr>
          <a:xfrm xmlns:a="http://schemas.openxmlformats.org/drawingml/2006/main">
            <a:off x="4581525" y="6619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5" name="text-99 Portrait">
            <a:extLst xmlns:a="http://schemas.openxmlformats.org/drawingml/2006/main">
              <a:ext uri="{FF2B5EF4-FFF2-40B4-BE49-F238E27FC236}">
                <a16:creationId xmlns:a16="http://schemas.microsoft.com/office/drawing/2014/main" id="{AA37D480-1D41-4C42-B3E6-2B806E2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5624" y="6617584"/>
            <a:ext cx="715599" cy="28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Portrait</a:t>
            </a: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7F8F0B1-FA3C-4A59-9422-4074AF074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c22b5d1004fbd"/>
          <a:stretch xmlns:a="http://schemas.openxmlformats.org/drawingml/2006/main"/>
        </p:blipFill>
        <p:spPr>
          <a:xfrm xmlns:a="http://schemas.openxmlformats.org/drawingml/2006/main">
            <a:off x="5534025" y="65817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37" name="text-101 Scenery">
            <a:extLst xmlns:a="http://schemas.openxmlformats.org/drawingml/2006/main">
              <a:ext uri="{FF2B5EF4-FFF2-40B4-BE49-F238E27FC236}">
                <a16:creationId xmlns:a16="http://schemas.microsoft.com/office/drawing/2014/main" id="{E7EF87C8-684A-4C71-8CBB-F7742E58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3557" y="6622292"/>
            <a:ext cx="726703" cy="28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Scenery</a:t>
            </a:r>
          </a:p>
        </p:txBody>
      </p:sp>
      <p:sp>
        <p:nvSpPr>
          <p:cNvPr id="138" name="text-102 …">
            <a:extLst xmlns:a="http://schemas.openxmlformats.org/drawingml/2006/main">
              <a:ext uri="{FF2B5EF4-FFF2-40B4-BE49-F238E27FC236}">
                <a16:creationId xmlns:a16="http://schemas.microsoft.com/office/drawing/2014/main" id="{8B959783-DA29-4E58-A00B-CB705A11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390" y="6924007"/>
            <a:ext cx="240568" cy="28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39" name="text-103 Image">
            <a:extLst xmlns:a="http://schemas.openxmlformats.org/drawingml/2006/main">
              <a:ext uri="{FF2B5EF4-FFF2-40B4-BE49-F238E27FC236}">
                <a16:creationId xmlns:a16="http://schemas.microsoft.com/office/drawing/2014/main" id="{AFBAC5A1-8349-4F5D-B0B3-70E3057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203" y="7037774"/>
            <a:ext cx="612542" cy="285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Image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852182-2472-4CCB-A711-9BF9E216A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d97af0c714aed"/>
          <a:stretch xmlns:a="http://schemas.openxmlformats.org/drawingml/2006/main"/>
        </p:blipFill>
        <p:spPr>
          <a:xfrm xmlns:a="http://schemas.openxmlformats.org/drawingml/2006/main">
            <a:off x="4591050" y="6943725"/>
            <a:ext cx="228600" cy="238125"/>
          </a:xfrm>
          <a:prstGeom xmlns:a="http://schemas.openxmlformats.org/drawingml/2006/main" prst="rect">
            <a:avLst/>
          </a:prstGeom>
        </p:spPr>
      </p:pic>
      <p:sp>
        <p:nvSpPr>
          <p:cNvPr id="141" name="text-105 Documents">
            <a:extLst xmlns:a="http://schemas.openxmlformats.org/drawingml/2006/main">
              <a:ext uri="{FF2B5EF4-FFF2-40B4-BE49-F238E27FC236}">
                <a16:creationId xmlns:a16="http://schemas.microsoft.com/office/drawing/2014/main" id="{83357487-E075-4EF7-83CF-9A5A636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4265" y="6943205"/>
            <a:ext cx="1022519" cy="285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Documents</a:t>
            </a:r>
          </a:p>
        </p:txBody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A7CA0E1-4223-4912-8E6B-8BCF985E5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e30bcb52a424a"/>
          <a:stretch xmlns:a="http://schemas.openxmlformats.org/drawingml/2006/main"/>
        </p:blipFill>
        <p:spPr>
          <a:xfrm xmlns:a="http://schemas.openxmlformats.org/drawingml/2006/main">
            <a:off x="8963025" y="6838950"/>
            <a:ext cx="228600" cy="219075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1277AD0-EAEA-4832-9151-CB6246313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80124c2e34bae"/>
          <a:stretch xmlns:a="http://schemas.openxmlformats.org/drawingml/2006/main"/>
        </p:blipFill>
        <p:spPr>
          <a:xfrm xmlns:a="http://schemas.openxmlformats.org/drawingml/2006/main">
            <a:off x="9601200" y="683895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44" name="text-108 Yes">
            <a:extLst xmlns:a="http://schemas.openxmlformats.org/drawingml/2006/main">
              <a:ext uri="{FF2B5EF4-FFF2-40B4-BE49-F238E27FC236}">
                <a16:creationId xmlns:a16="http://schemas.microsoft.com/office/drawing/2014/main" id="{4CC3F90B-E4C4-4084-A2BF-0BEC52E8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5123" y="6818546"/>
            <a:ext cx="344842" cy="286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Yes</a:t>
            </a:r>
          </a:p>
        </p:txBody>
      </p:sp>
      <p:sp>
        <p:nvSpPr>
          <p:cNvPr id="145" name="path-109">
            <a:extLst xmlns:a="http://schemas.openxmlformats.org/drawingml/2006/main">
              <a:ext uri="{FF2B5EF4-FFF2-40B4-BE49-F238E27FC236}">
                <a16:creationId xmlns:a16="http://schemas.microsoft.com/office/drawing/2014/main" id="{5931A822-9445-4995-B2A2-DB6586CF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329" y="7033183"/>
            <a:ext cx="308499" cy="14950"/>
          </a:xfrm>
          <a:custGeom xmlns:a="http://schemas.openxmlformats.org/drawingml/2006/main">
            <a:pathLst>
              <a:path w="308499" h="14950">
                <a:moveTo>
                  <a:pt x="0" y="0"/>
                </a:moveTo>
                <a:lnTo>
                  <a:pt x="77125" y="0"/>
                </a:lnTo>
                <a:lnTo>
                  <a:pt x="154249" y="0"/>
                </a:lnTo>
                <a:lnTo>
                  <a:pt x="231375" y="0"/>
                </a:lnTo>
                <a:lnTo>
                  <a:pt x="308499" y="0"/>
                </a:lnTo>
                <a:lnTo>
                  <a:pt x="308499" y="14950"/>
                </a:lnTo>
                <a:lnTo>
                  <a:pt x="231375" y="14950"/>
                </a:lnTo>
                <a:lnTo>
                  <a:pt x="154249" y="14950"/>
                </a:lnTo>
                <a:lnTo>
                  <a:pt x="77125" y="14950"/>
                </a:lnTo>
                <a:lnTo>
                  <a:pt x="0" y="149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text-110 No">
            <a:extLst xmlns:a="http://schemas.openxmlformats.org/drawingml/2006/main">
              <a:ext uri="{FF2B5EF4-FFF2-40B4-BE49-F238E27FC236}">
                <a16:creationId xmlns:a16="http://schemas.microsoft.com/office/drawing/2014/main" id="{37480F65-C599-43CA-A8D9-7B5BDF7A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9041" y="6816660"/>
            <a:ext cx="283674" cy="28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No</a:t>
            </a:r>
          </a:p>
        </p:txBody>
      </p:sp>
      <p:sp>
        <p:nvSpPr>
          <p:cNvPr id="147" name="text-111 Judgement">
            <a:extLst xmlns:a="http://schemas.openxmlformats.org/drawingml/2006/main">
              <a:ext uri="{FF2B5EF4-FFF2-40B4-BE49-F238E27FC236}">
                <a16:creationId xmlns:a16="http://schemas.microsoft.com/office/drawing/2014/main" id="{D2E5A846-A37F-4688-89F9-5E08693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9037" y="6809622"/>
            <a:ext cx="1028052" cy="285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Judgement</a:t>
            </a:r>
          </a:p>
        </p:txBody>
      </p:sp>
      <p:sp>
        <p:nvSpPr>
          <p:cNvPr id="148" name="text-112 &lt;A&gt;">
            <a:extLst xmlns:a="http://schemas.openxmlformats.org/drawingml/2006/main">
              <a:ext uri="{FF2B5EF4-FFF2-40B4-BE49-F238E27FC236}">
                <a16:creationId xmlns:a16="http://schemas.microsoft.com/office/drawing/2014/main" id="{7A78585B-CA02-44CB-8B58-FB7A285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2201" y="7179033"/>
            <a:ext cx="388918" cy="285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&lt;A&gt;</a:t>
            </a:r>
          </a:p>
        </p:txBody>
      </p:sp>
      <p:sp>
        <p:nvSpPr>
          <p:cNvPr id="149" name="text-113 &lt;B&gt;">
            <a:extLst xmlns:a="http://schemas.openxmlformats.org/drawingml/2006/main">
              <a:ext uri="{FF2B5EF4-FFF2-40B4-BE49-F238E27FC236}">
                <a16:creationId xmlns:a16="http://schemas.microsoft.com/office/drawing/2014/main" id="{AB640863-DF46-4D04-85FC-EE4960E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7576" y="7186033"/>
            <a:ext cx="411505" cy="285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&lt;B&gt;</a:t>
            </a:r>
          </a:p>
        </p:txBody>
      </p:sp>
      <p:sp>
        <p:nvSpPr>
          <p:cNvPr id="150" name="path-114">
            <a:extLst xmlns:a="http://schemas.openxmlformats.org/drawingml/2006/main">
              <a:ext uri="{FF2B5EF4-FFF2-40B4-BE49-F238E27FC236}">
                <a16:creationId xmlns:a16="http://schemas.microsoft.com/office/drawing/2014/main" id="{F6629135-9F8D-4E8B-B905-93C20F57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784" y="7400346"/>
            <a:ext cx="375092" cy="14950"/>
          </a:xfrm>
          <a:custGeom xmlns:a="http://schemas.openxmlformats.org/drawingml/2006/main">
            <a:pathLst>
              <a:path w="375092" h="14950">
                <a:moveTo>
                  <a:pt x="0" y="0"/>
                </a:moveTo>
                <a:lnTo>
                  <a:pt x="125030" y="0"/>
                </a:lnTo>
                <a:lnTo>
                  <a:pt x="250062" y="0"/>
                </a:lnTo>
                <a:lnTo>
                  <a:pt x="375092" y="0"/>
                </a:lnTo>
                <a:lnTo>
                  <a:pt x="375092" y="14950"/>
                </a:lnTo>
                <a:lnTo>
                  <a:pt x="250062" y="14950"/>
                </a:lnTo>
                <a:lnTo>
                  <a:pt x="125030" y="14950"/>
                </a:lnTo>
                <a:lnTo>
                  <a:pt x="0" y="149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text-115 Multiple">
            <a:extLst xmlns:a="http://schemas.openxmlformats.org/drawingml/2006/main">
              <a:ext uri="{FF2B5EF4-FFF2-40B4-BE49-F238E27FC236}">
                <a16:creationId xmlns:a16="http://schemas.microsoft.com/office/drawing/2014/main" id="{00B0996E-3026-4679-9F91-1FF5AAD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6501" y="7159761"/>
            <a:ext cx="799531" cy="286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Multiple</a:t>
            </a:r>
          </a:p>
        </p:txBody>
      </p:sp>
      <p:sp>
        <p:nvSpPr>
          <p:cNvPr id="152" name="text-115 Choice">
            <a:extLst xmlns:a="http://schemas.openxmlformats.org/drawingml/2006/main">
              <a:ext uri="{FF2B5EF4-FFF2-40B4-BE49-F238E27FC236}">
                <a16:creationId xmlns:a16="http://schemas.microsoft.com/office/drawing/2014/main" id="{498CCCAC-9A2A-4169-A494-E744507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949" y="7160324"/>
            <a:ext cx="631658" cy="28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Choice</a:t>
            </a:r>
          </a:p>
        </p:txBody>
      </p:sp>
      <p:sp>
        <p:nvSpPr>
          <p:cNvPr id="153" name="text-116 Abnormal">
            <a:extLst xmlns:a="http://schemas.openxmlformats.org/drawingml/2006/main">
              <a:ext uri="{FF2B5EF4-FFF2-40B4-BE49-F238E27FC236}">
                <a16:creationId xmlns:a16="http://schemas.microsoft.com/office/drawing/2014/main" id="{69CB968B-A38A-4B9A-A2A9-A660D84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1370" y="8886261"/>
            <a:ext cx="949287" cy="285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Abnormal</a:t>
            </a:r>
          </a:p>
        </p:txBody>
      </p:sp>
      <p:sp>
        <p:nvSpPr>
          <p:cNvPr id="154" name="text-116 Explanation">
            <a:extLst xmlns:a="http://schemas.openxmlformats.org/drawingml/2006/main">
              <a:ext uri="{FF2B5EF4-FFF2-40B4-BE49-F238E27FC236}">
                <a16:creationId xmlns:a16="http://schemas.microsoft.com/office/drawing/2014/main" id="{9DE25991-6EF8-4F08-B064-3696AAF6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0503" y="8886083"/>
            <a:ext cx="1142690" cy="28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Explanation</a:t>
            </a:r>
          </a:p>
        </p:txBody>
      </p:sp>
      <p:sp>
        <p:nvSpPr>
          <p:cNvPr id="155" name="text-117 &lt;Answer&gt;">
            <a:extLst xmlns:a="http://schemas.openxmlformats.org/drawingml/2006/main">
              <a:ext uri="{FF2B5EF4-FFF2-40B4-BE49-F238E27FC236}">
                <a16:creationId xmlns:a16="http://schemas.microsoft.com/office/drawing/2014/main" id="{2D8DE8D1-B18B-4EB5-802F-022057F9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8992" y="9171943"/>
            <a:ext cx="1032604" cy="317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&lt;Answer&gt;</a:t>
            </a:r>
          </a:p>
        </p:txBody>
      </p:sp>
      <p:sp>
        <p:nvSpPr>
          <p:cNvPr id="156" name="text-117 ...">
            <a:extLst xmlns:a="http://schemas.openxmlformats.org/drawingml/2006/main">
              <a:ext uri="{FF2B5EF4-FFF2-40B4-BE49-F238E27FC236}">
                <a16:creationId xmlns:a16="http://schemas.microsoft.com/office/drawing/2014/main" id="{DDEEF8B0-0E94-45E2-B50E-B56A150E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067" y="9172510"/>
            <a:ext cx="179793" cy="316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1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...</a:t>
            </a:r>
          </a:p>
        </p:txBody>
      </p:sp>
      <p:sp>
        <p:nvSpPr>
          <p:cNvPr id="157" name="path-118">
            <a:extLst xmlns:a="http://schemas.openxmlformats.org/drawingml/2006/main">
              <a:ext uri="{FF2B5EF4-FFF2-40B4-BE49-F238E27FC236}">
                <a16:creationId xmlns:a16="http://schemas.microsoft.com/office/drawing/2014/main" id="{C4D1BE31-5CAB-44AB-9730-ABCE7B4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6" y="7309858"/>
            <a:ext cx="381887" cy="381887"/>
          </a:xfrm>
          <a:custGeom xmlns:a="http://schemas.openxmlformats.org/drawingml/2006/main">
            <a:pathLst>
              <a:path w="381887" h="381887">
                <a:moveTo>
                  <a:pt x="0" y="0"/>
                </a:moveTo>
                <a:lnTo>
                  <a:pt x="381887" y="0"/>
                </a:lnTo>
                <a:lnTo>
                  <a:pt x="381887" y="381887"/>
                </a:lnTo>
                <a:lnTo>
                  <a:pt x="0" y="381887"/>
                </a:lnTo>
                <a:close/>
              </a:path>
            </a:pathLst>
          </a:custGeom>
          <a:solidFill xmlns:a="http://schemas.openxmlformats.org/drawingml/2006/main">
            <a:srgbClr val="FDF5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DB4D9AD-0591-41E6-9AD6-124A3861B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53b4ed4224100"/>
          <a:stretch xmlns:a="http://schemas.openxmlformats.org/drawingml/2006/main"/>
        </p:blipFill>
        <p:spPr>
          <a:xfrm xmlns:a="http://schemas.openxmlformats.org/drawingml/2006/main">
            <a:off x="466725" y="7305675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4C985B5-4D7D-40C6-BD5F-6F548266A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9989d64b3411e"/>
          <a:stretch xmlns:a="http://schemas.openxmlformats.org/drawingml/2006/main"/>
        </p:blipFill>
        <p:spPr>
          <a:xfrm xmlns:a="http://schemas.openxmlformats.org/drawingml/2006/main">
            <a:off x="1276350" y="770572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0DE4645-5E56-45F0-847D-22912A7B6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0725d95f649dc"/>
          <a:stretch xmlns:a="http://schemas.openxmlformats.org/drawingml/2006/main"/>
        </p:blipFill>
        <p:spPr>
          <a:xfrm xmlns:a="http://schemas.openxmlformats.org/drawingml/2006/main">
            <a:off x="876300" y="7705725"/>
            <a:ext cx="381000" cy="390525"/>
          </a:xfrm>
          <a:prstGeom xmlns:a="http://schemas.openxmlformats.org/drawingml/2006/main" prst="rect">
            <a:avLst/>
          </a:prstGeom>
        </p:spPr>
      </p:pic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7AE16AA-71A3-433E-B671-7AE53F9625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b368fb8c84ef3"/>
          <a:stretch xmlns:a="http://schemas.openxmlformats.org/drawingml/2006/main"/>
        </p:blipFill>
        <p:spPr>
          <a:xfrm xmlns:a="http://schemas.openxmlformats.org/drawingml/2006/main">
            <a:off x="876300" y="730567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328A61C-8944-4FF7-AC9C-E4E411072A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1140fb1f24429"/>
          <a:stretch xmlns:a="http://schemas.openxmlformats.org/drawingml/2006/main"/>
        </p:blipFill>
        <p:spPr>
          <a:xfrm xmlns:a="http://schemas.openxmlformats.org/drawingml/2006/main">
            <a:off x="1685925" y="730567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E89BE42-F8C6-4DEB-8B08-6F3C93D2D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d3c77885a48da"/>
          <a:stretch xmlns:a="http://schemas.openxmlformats.org/drawingml/2006/main"/>
        </p:blipFill>
        <p:spPr>
          <a:xfrm xmlns:a="http://schemas.openxmlformats.org/drawingml/2006/main">
            <a:off x="1276350" y="730567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1A597A7-FF5B-4A60-97AC-81C988A22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88fa295e04037"/>
          <a:stretch xmlns:a="http://schemas.openxmlformats.org/drawingml/2006/main"/>
        </p:blipFill>
        <p:spPr>
          <a:xfrm xmlns:a="http://schemas.openxmlformats.org/drawingml/2006/main">
            <a:off x="466725" y="7705725"/>
            <a:ext cx="400050" cy="390525"/>
          </a:xfrm>
          <a:prstGeom xmlns:a="http://schemas.openxmlformats.org/drawingml/2006/main" prst="rect">
            <a:avLst/>
          </a:prstGeom>
        </p:spPr>
      </p:pic>
      <p:sp>
        <p:nvSpPr>
          <p:cNvPr id="165" name="text-126 3D">
            <a:extLst xmlns:a="http://schemas.openxmlformats.org/drawingml/2006/main">
              <a:ext uri="{FF2B5EF4-FFF2-40B4-BE49-F238E27FC236}">
                <a16:creationId xmlns:a16="http://schemas.microsoft.com/office/drawing/2014/main" id="{3330A4B5-842D-40E4-A9E6-D584FA3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0130" y="9302841"/>
            <a:ext cx="267524" cy="25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42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3D</a:t>
            </a:r>
          </a:p>
        </p:txBody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B0DC506-F1D2-46A8-BEBA-70A971095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f29c219e04772"/>
          <a:stretch xmlns:a="http://schemas.openxmlformats.org/drawingml/2006/main"/>
        </p:blipFill>
        <p:spPr>
          <a:xfrm xmlns:a="http://schemas.openxmlformats.org/drawingml/2006/main">
            <a:off x="4038600" y="890587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167" name="text-128 &lt;A&gt;">
            <a:extLst xmlns:a="http://schemas.openxmlformats.org/drawingml/2006/main">
              <a:ext uri="{FF2B5EF4-FFF2-40B4-BE49-F238E27FC236}">
                <a16:creationId xmlns:a16="http://schemas.microsoft.com/office/drawing/2014/main" id="{1B2F9D4E-BBE6-41CC-A2C6-EBFF2B9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6682" y="8188252"/>
            <a:ext cx="432927" cy="317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&lt;A&gt;</a:t>
            </a:r>
          </a:p>
        </p:txBody>
      </p:sp>
      <p:sp>
        <p:nvSpPr>
          <p:cNvPr id="168" name="text-128 ...">
            <a:extLst xmlns:a="http://schemas.openxmlformats.org/drawingml/2006/main">
              <a:ext uri="{FF2B5EF4-FFF2-40B4-BE49-F238E27FC236}">
                <a16:creationId xmlns:a16="http://schemas.microsoft.com/office/drawing/2014/main" id="{96B07F66-46A5-4526-9CF9-16F2306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705" y="8187926"/>
            <a:ext cx="180465" cy="317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...</a:t>
            </a:r>
          </a:p>
        </p:txBody>
      </p:sp>
      <p:sp>
        <p:nvSpPr>
          <p:cNvPr id="169" name="text-129 &lt;B&gt;">
            <a:extLst xmlns:a="http://schemas.openxmlformats.org/drawingml/2006/main">
              <a:ext uri="{FF2B5EF4-FFF2-40B4-BE49-F238E27FC236}">
                <a16:creationId xmlns:a16="http://schemas.microsoft.com/office/drawing/2014/main" id="{E861AE89-99DC-4B01-B8C0-3F25AC51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797" y="8188286"/>
            <a:ext cx="430197" cy="31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&lt;B&gt;</a:t>
            </a:r>
          </a:p>
        </p:txBody>
      </p:sp>
      <p:sp>
        <p:nvSpPr>
          <p:cNvPr id="170" name="text-129 …">
            <a:extLst xmlns:a="http://schemas.openxmlformats.org/drawingml/2006/main">
              <a:ext uri="{FF2B5EF4-FFF2-40B4-BE49-F238E27FC236}">
                <a16:creationId xmlns:a16="http://schemas.microsoft.com/office/drawing/2014/main" id="{95DC6168-601D-4649-8628-A37F8F4F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2094" y="8187925"/>
            <a:ext cx="211530" cy="31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…</a:t>
            </a:r>
          </a:p>
        </p:txBody>
      </p:sp>
      <p:sp>
        <p:nvSpPr>
          <p:cNvPr id="171" name="text-130 &lt;C&gt;">
            <a:extLst xmlns:a="http://schemas.openxmlformats.org/drawingml/2006/main">
              <a:ext uri="{FF2B5EF4-FFF2-40B4-BE49-F238E27FC236}">
                <a16:creationId xmlns:a16="http://schemas.microsoft.com/office/drawing/2014/main" id="{45F453B7-3459-4D75-9777-6815E9F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8451" y="8510064"/>
            <a:ext cx="419318" cy="31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&lt;C&gt;</a:t>
            </a:r>
          </a:p>
        </p:txBody>
      </p:sp>
      <p:sp>
        <p:nvSpPr>
          <p:cNvPr id="172" name="text-130 …">
            <a:extLst xmlns:a="http://schemas.openxmlformats.org/drawingml/2006/main">
              <a:ext uri="{FF2B5EF4-FFF2-40B4-BE49-F238E27FC236}">
                <a16:creationId xmlns:a16="http://schemas.microsoft.com/office/drawing/2014/main" id="{AEBB3C1A-FCE7-4C7E-84C3-04DCDBD4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855" y="8509787"/>
            <a:ext cx="211530" cy="31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…</a:t>
            </a:r>
          </a:p>
        </p:txBody>
      </p:sp>
      <p:sp>
        <p:nvSpPr>
          <p:cNvPr id="173" name="text-131 &lt;D&gt;">
            <a:extLst xmlns:a="http://schemas.openxmlformats.org/drawingml/2006/main">
              <a:ext uri="{FF2B5EF4-FFF2-40B4-BE49-F238E27FC236}">
                <a16:creationId xmlns:a16="http://schemas.microsoft.com/office/drawing/2014/main" id="{12A6FA35-ECFC-4F24-81F0-317B88BD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564" y="8518033"/>
            <a:ext cx="441037" cy="316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&lt;D&gt;</a:t>
            </a:r>
          </a:p>
        </p:txBody>
      </p:sp>
      <p:sp>
        <p:nvSpPr>
          <p:cNvPr id="174" name="text-131 …">
            <a:extLst xmlns:a="http://schemas.openxmlformats.org/drawingml/2006/main">
              <a:ext uri="{FF2B5EF4-FFF2-40B4-BE49-F238E27FC236}">
                <a16:creationId xmlns:a16="http://schemas.microsoft.com/office/drawing/2014/main" id="{D38E77AB-270E-430B-AB54-B7B5665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4754" y="8517376"/>
            <a:ext cx="211530" cy="31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…</a:t>
            </a:r>
          </a:p>
        </p:txBody>
      </p:sp>
      <p:sp>
        <p:nvSpPr>
          <p:cNvPr id="175" name="text-132 “Synthesis">
            <a:extLst xmlns:a="http://schemas.openxmlformats.org/drawingml/2006/main">
              <a:ext uri="{FF2B5EF4-FFF2-40B4-BE49-F238E27FC236}">
                <a16:creationId xmlns:a16="http://schemas.microsoft.com/office/drawing/2014/main" id="{E88A509E-59E5-45FA-B2B6-4EDD07FB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4878" y="7367543"/>
            <a:ext cx="673328" cy="17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“Synthesis</a:t>
            </a:r>
          </a:p>
        </p:txBody>
      </p:sp>
      <p:sp>
        <p:nvSpPr>
          <p:cNvPr id="176" name="text-132 Audio”">
            <a:extLst xmlns:a="http://schemas.openxmlformats.org/drawingml/2006/main">
              <a:ext uri="{FF2B5EF4-FFF2-40B4-BE49-F238E27FC236}">
                <a16:creationId xmlns:a16="http://schemas.microsoft.com/office/drawing/2014/main" id="{FF7738B1-0973-47B9-BE71-5D6B065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174" y="7367628"/>
            <a:ext cx="455247" cy="174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Audio”</a:t>
            </a:r>
          </a:p>
        </p:txBody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E596C3A-E88F-4644-BE8B-6485ADD8D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ba6ad04704445"/>
          <a:stretch xmlns:a="http://schemas.openxmlformats.org/drawingml/2006/main"/>
        </p:blipFill>
        <p:spPr>
          <a:xfrm xmlns:a="http://schemas.openxmlformats.org/drawingml/2006/main">
            <a:off x="10220325" y="6581775"/>
            <a:ext cx="1152525" cy="581025"/>
          </a:xfrm>
          <a:prstGeom xmlns:a="http://schemas.openxmlformats.org/drawingml/2006/main" prst="rect">
            <a:avLst/>
          </a:prstGeom>
        </p:spPr>
      </p:pic>
      <p:sp>
        <p:nvSpPr>
          <p:cNvPr id="178" name="path-134">
            <a:extLst xmlns:a="http://schemas.openxmlformats.org/drawingml/2006/main">
              <a:ext uri="{FF2B5EF4-FFF2-40B4-BE49-F238E27FC236}">
                <a16:creationId xmlns:a16="http://schemas.microsoft.com/office/drawing/2014/main" id="{E8823E4B-D199-423A-A309-1AD7609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62" y="6579834"/>
            <a:ext cx="1154267" cy="586194"/>
          </a:xfrm>
          <a:custGeom xmlns:a="http://schemas.openxmlformats.org/drawingml/2006/main">
            <a:pathLst>
              <a:path w="1154267" h="586194">
                <a:moveTo>
                  <a:pt x="0" y="0"/>
                </a:moveTo>
                <a:lnTo>
                  <a:pt x="1154267" y="0"/>
                </a:lnTo>
                <a:lnTo>
                  <a:pt x="1154267" y="586194"/>
                </a:lnTo>
                <a:lnTo>
                  <a:pt x="0" y="586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25">
            <a:solidFill>
              <a:srgbClr val="000000"/>
            </a:solidFill>
            <a:prstDash val="solid"/>
          </a:ln>
        </p:spPr>
      </p:sp>
      <p:sp>
        <p:nvSpPr>
          <p:cNvPr id="179" name="path-135">
            <a:extLst xmlns:a="http://schemas.openxmlformats.org/drawingml/2006/main">
              <a:ext uri="{FF2B5EF4-FFF2-40B4-BE49-F238E27FC236}">
                <a16:creationId xmlns:a16="http://schemas.microsoft.com/office/drawing/2014/main" id="{52D141CF-3357-4E0D-90F7-BF73347D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212" y="7167160"/>
            <a:ext cx="1156533" cy="133185"/>
          </a:xfrm>
          <a:custGeom xmlns:a="http://schemas.openxmlformats.org/drawingml/2006/main">
            <a:pathLst>
              <a:path w="1156533" h="133185">
                <a:moveTo>
                  <a:pt x="0" y="0"/>
                </a:moveTo>
                <a:lnTo>
                  <a:pt x="1156533" y="0"/>
                </a:lnTo>
                <a:lnTo>
                  <a:pt x="1156533" y="133185"/>
                </a:lnTo>
                <a:lnTo>
                  <a:pt x="0" y="133185"/>
                </a:lnTo>
                <a:close/>
              </a:path>
            </a:pathLst>
          </a:custGeom>
          <a:solidFill xmlns:a="http://schemas.openxmlformats.org/drawingml/2006/main">
            <a:srgbClr val="F8FBF4"/>
          </a:solidFill>
          <a:ln xmlns:a="http://schemas.openxmlformats.org/drawingml/2006/main" w="11325">
            <a:solidFill>
              <a:srgbClr val="000000"/>
            </a:solidFill>
            <a:prstDash val="solid"/>
          </a:ln>
        </p:spPr>
      </p:sp>
      <p:sp>
        <p:nvSpPr>
          <p:cNvPr id="180" name="path-136">
            <a:extLst xmlns:a="http://schemas.openxmlformats.org/drawingml/2006/main">
              <a:ext uri="{FF2B5EF4-FFF2-40B4-BE49-F238E27FC236}">
                <a16:creationId xmlns:a16="http://schemas.microsoft.com/office/drawing/2014/main" id="{EA51E1AF-A545-461F-911A-60A90A3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783" y="7186186"/>
            <a:ext cx="191" cy="95246"/>
          </a:xfrm>
          <a:custGeom xmlns:a="http://schemas.openxmlformats.org/drawingml/2006/main">
            <a:pathLst>
              <a:path w="191" h="95246">
                <a:moveTo>
                  <a:pt x="0" y="0"/>
                </a:moveTo>
                <a:lnTo>
                  <a:pt x="0" y="95246"/>
                </a:lnTo>
              </a:path>
            </a:pathLst>
          </a:custGeom>
          <a:noFill xmlns:a="http://schemas.openxmlformats.org/drawingml/2006/main"/>
          <a:ln xmlns:a="http://schemas.openxmlformats.org/drawingml/2006/main" w="8494">
            <a:solidFill>
              <a:srgbClr val="7F7F7F"/>
            </a:solidFill>
            <a:prstDash val="solid"/>
          </a:ln>
        </p:spPr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A8D9291-7686-4B5F-BD0B-30A61636B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50c49abb24580"/>
          <a:stretch xmlns:a="http://schemas.openxmlformats.org/drawingml/2006/main"/>
        </p:blipFill>
        <p:spPr>
          <a:xfrm xmlns:a="http://schemas.openxmlformats.org/drawingml/2006/main">
            <a:off x="10239375" y="7181850"/>
            <a:ext cx="114300" cy="104775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4D2BF34-D03B-4AB0-AC43-C2EE6D9A7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f071139f34220"/>
          <a:stretch xmlns:a="http://schemas.openxmlformats.org/drawingml/2006/main"/>
        </p:blipFill>
        <p:spPr>
          <a:xfrm xmlns:a="http://schemas.openxmlformats.org/drawingml/2006/main">
            <a:off x="10382250" y="7191375"/>
            <a:ext cx="952500" cy="95250"/>
          </a:xfrm>
          <a:prstGeom xmlns:a="http://schemas.openxmlformats.org/drawingml/2006/main" prst="rect">
            <a:avLst/>
          </a:prstGeom>
        </p:spPr>
      </p:pic>
      <p:sp>
        <p:nvSpPr>
          <p:cNvPr id="183" name="path-139">
            <a:extLst xmlns:a="http://schemas.openxmlformats.org/drawingml/2006/main">
              <a:ext uri="{FF2B5EF4-FFF2-40B4-BE49-F238E27FC236}">
                <a16:creationId xmlns:a16="http://schemas.microsoft.com/office/drawing/2014/main" id="{5FB7F9CF-5735-4B0E-83D2-19C057B9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314" y="7198418"/>
            <a:ext cx="25821" cy="77463"/>
          </a:xfrm>
          <a:custGeom xmlns:a="http://schemas.openxmlformats.org/drawingml/2006/main">
            <a:pathLst>
              <a:path w="25821" h="77463">
                <a:moveTo>
                  <a:pt x="0" y="0"/>
                </a:moveTo>
                <a:lnTo>
                  <a:pt x="25821" y="0"/>
                </a:lnTo>
                <a:lnTo>
                  <a:pt x="25821" y="77463"/>
                </a:lnTo>
                <a:lnTo>
                  <a:pt x="0" y="774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A08FCB2-A718-4F1E-B6C4-9F3839802F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f60491a504380"/>
          <a:stretch xmlns:a="http://schemas.openxmlformats.org/drawingml/2006/main"/>
        </p:blipFill>
        <p:spPr>
          <a:xfrm xmlns:a="http://schemas.openxmlformats.org/drawingml/2006/main">
            <a:off x="14106525" y="6210300"/>
            <a:ext cx="542925" cy="533400"/>
          </a:xfrm>
          <a:prstGeom xmlns:a="http://schemas.openxmlformats.org/drawingml/2006/main" prst="rect">
            <a:avLst/>
          </a:prstGeom>
        </p:spPr>
      </p:pic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7F2A3B2-0DA3-47C9-83B5-F7C461386B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cb5205ff243f7"/>
          <a:stretch xmlns:a="http://schemas.openxmlformats.org/drawingml/2006/main"/>
        </p:blipFill>
        <p:spPr>
          <a:xfrm xmlns:a="http://schemas.openxmlformats.org/drawingml/2006/main">
            <a:off x="14192250" y="701992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D4C0135-329C-4554-A76C-B39A86851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0839189c24883"/>
          <a:stretch xmlns:a="http://schemas.openxmlformats.org/drawingml/2006/main"/>
        </p:blipFill>
        <p:spPr>
          <a:xfrm xmlns:a="http://schemas.openxmlformats.org/drawingml/2006/main">
            <a:off x="14163675" y="7677150"/>
            <a:ext cx="447675" cy="457200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4BED222-D432-422D-B3B8-D47A99573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fdb0ecaec48bb"/>
          <a:stretch xmlns:a="http://schemas.openxmlformats.org/drawingml/2006/main"/>
        </p:blipFill>
        <p:spPr>
          <a:xfrm xmlns:a="http://schemas.openxmlformats.org/drawingml/2006/main">
            <a:off x="485775" y="6181725"/>
            <a:ext cx="3352800" cy="600075"/>
          </a:xfrm>
          <a:prstGeom xmlns:a="http://schemas.openxmlformats.org/drawingml/2006/main" prst="rect">
            <a:avLst/>
          </a:prstGeom>
        </p:spPr>
      </p:pic>
      <p:sp>
        <p:nvSpPr>
          <p:cNvPr id="188" name="path-144">
            <a:extLst xmlns:a="http://schemas.openxmlformats.org/drawingml/2006/main">
              <a:ext uri="{FF2B5EF4-FFF2-40B4-BE49-F238E27FC236}">
                <a16:creationId xmlns:a16="http://schemas.microsoft.com/office/drawing/2014/main" id="{91F9F288-E92D-41D0-AE37-0747728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49" y="6170314"/>
            <a:ext cx="3378541" cy="626511"/>
          </a:xfrm>
          <a:custGeom xmlns:a="http://schemas.openxmlformats.org/drawingml/2006/main">
            <a:pathLst>
              <a:path w="3378541" h="626511">
                <a:moveTo>
                  <a:pt x="0" y="0"/>
                </a:moveTo>
                <a:lnTo>
                  <a:pt x="3378541" y="0"/>
                </a:lnTo>
                <a:lnTo>
                  <a:pt x="3378541" y="626511"/>
                </a:lnTo>
                <a:lnTo>
                  <a:pt x="0" y="6265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89" name="path-145">
            <a:extLst xmlns:a="http://schemas.openxmlformats.org/drawingml/2006/main">
              <a:ext uri="{FF2B5EF4-FFF2-40B4-BE49-F238E27FC236}">
                <a16:creationId xmlns:a16="http://schemas.microsoft.com/office/drawing/2014/main" id="{AFB0DBB7-FA28-4A5F-B609-07CD209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01" y="6170314"/>
            <a:ext cx="191" cy="634213"/>
          </a:xfrm>
          <a:custGeom xmlns:a="http://schemas.openxmlformats.org/drawingml/2006/main">
            <a:pathLst>
              <a:path w="191" h="634213">
                <a:moveTo>
                  <a:pt x="0" y="0"/>
                </a:moveTo>
                <a:lnTo>
                  <a:pt x="0" y="634213"/>
                </a:ln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90" name="path-146">
            <a:extLst xmlns:a="http://schemas.openxmlformats.org/drawingml/2006/main">
              <a:ext uri="{FF2B5EF4-FFF2-40B4-BE49-F238E27FC236}">
                <a16:creationId xmlns:a16="http://schemas.microsoft.com/office/drawing/2014/main" id="{37B4ADB3-31EE-41DB-A089-597269D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20" y="6171673"/>
            <a:ext cx="191" cy="634213"/>
          </a:xfrm>
          <a:custGeom xmlns:a="http://schemas.openxmlformats.org/drawingml/2006/main">
            <a:pathLst>
              <a:path w="191" h="634213">
                <a:moveTo>
                  <a:pt x="0" y="0"/>
                </a:moveTo>
                <a:lnTo>
                  <a:pt x="0" y="634213"/>
                </a:ln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91" name="path-147">
            <a:extLst xmlns:a="http://schemas.openxmlformats.org/drawingml/2006/main">
              <a:ext uri="{FF2B5EF4-FFF2-40B4-BE49-F238E27FC236}">
                <a16:creationId xmlns:a16="http://schemas.microsoft.com/office/drawing/2014/main" id="{81803391-07FA-48F1-869B-50C211D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790" y="6170314"/>
            <a:ext cx="191" cy="634213"/>
          </a:xfrm>
          <a:custGeom xmlns:a="http://schemas.openxmlformats.org/drawingml/2006/main">
            <a:pathLst>
              <a:path w="191" h="634213">
                <a:moveTo>
                  <a:pt x="0" y="0"/>
                </a:moveTo>
                <a:lnTo>
                  <a:pt x="0" y="634213"/>
                </a:ln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92" name="path-148">
            <a:extLst xmlns:a="http://schemas.openxmlformats.org/drawingml/2006/main">
              <a:ext uri="{FF2B5EF4-FFF2-40B4-BE49-F238E27FC236}">
                <a16:creationId xmlns:a16="http://schemas.microsoft.com/office/drawing/2014/main" id="{4B073B3E-D118-419E-9C18-57634C3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16" y="6064989"/>
            <a:ext cx="3397568" cy="127749"/>
          </a:xfrm>
          <a:custGeom xmlns:a="http://schemas.openxmlformats.org/drawingml/2006/main">
            <a:pathLst>
              <a:path w="3397568" h="127749">
                <a:moveTo>
                  <a:pt x="0" y="0"/>
                </a:moveTo>
                <a:lnTo>
                  <a:pt x="3397568" y="0"/>
                </a:lnTo>
                <a:lnTo>
                  <a:pt x="3397568" y="127749"/>
                </a:lnTo>
                <a:lnTo>
                  <a:pt x="0" y="12774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1325">
            <a:solidFill>
              <a:srgbClr val="595959"/>
            </a:solidFill>
            <a:prstDash val="solid"/>
          </a:ln>
        </p:spPr>
      </p:sp>
      <p:sp>
        <p:nvSpPr>
          <p:cNvPr id="193" name="path-149">
            <a:extLst xmlns:a="http://schemas.openxmlformats.org/drawingml/2006/main">
              <a:ext uri="{FF2B5EF4-FFF2-40B4-BE49-F238E27FC236}">
                <a16:creationId xmlns:a16="http://schemas.microsoft.com/office/drawing/2014/main" id="{E98174D5-E6F3-4C05-84AC-74D62E5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32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4" name="path-150">
            <a:extLst xmlns:a="http://schemas.openxmlformats.org/drawingml/2006/main">
              <a:ext uri="{FF2B5EF4-FFF2-40B4-BE49-F238E27FC236}">
                <a16:creationId xmlns:a16="http://schemas.microsoft.com/office/drawing/2014/main" id="{A553EF87-DC1F-456E-BE00-4D04793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41" y="6097606"/>
            <a:ext cx="99208" cy="63874"/>
          </a:xfrm>
          <a:custGeom xmlns:a="http://schemas.openxmlformats.org/drawingml/2006/main">
            <a:pathLst>
              <a:path w="99208" h="63874">
                <a:moveTo>
                  <a:pt x="0" y="0"/>
                </a:moveTo>
                <a:lnTo>
                  <a:pt x="99208" y="0"/>
                </a:lnTo>
                <a:lnTo>
                  <a:pt x="99208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5" name="path-151">
            <a:extLst xmlns:a="http://schemas.openxmlformats.org/drawingml/2006/main">
              <a:ext uri="{FF2B5EF4-FFF2-40B4-BE49-F238E27FC236}">
                <a16:creationId xmlns:a16="http://schemas.microsoft.com/office/drawing/2014/main" id="{3C5DBB8A-4CC1-4931-8BE4-B5474EAF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49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6" name="path-152">
            <a:extLst xmlns:a="http://schemas.openxmlformats.org/drawingml/2006/main">
              <a:ext uri="{FF2B5EF4-FFF2-40B4-BE49-F238E27FC236}">
                <a16:creationId xmlns:a16="http://schemas.microsoft.com/office/drawing/2014/main" id="{F2F35074-843F-483E-BF21-28B0EC15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57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7" name="path-153">
            <a:extLst xmlns:a="http://schemas.openxmlformats.org/drawingml/2006/main">
              <a:ext uri="{FF2B5EF4-FFF2-40B4-BE49-F238E27FC236}">
                <a16:creationId xmlns:a16="http://schemas.microsoft.com/office/drawing/2014/main" id="{D3FA01DC-243F-464E-8DFE-53E4FC9A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865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8" name="path-154">
            <a:extLst xmlns:a="http://schemas.openxmlformats.org/drawingml/2006/main">
              <a:ext uri="{FF2B5EF4-FFF2-40B4-BE49-F238E27FC236}">
                <a16:creationId xmlns:a16="http://schemas.microsoft.com/office/drawing/2014/main" id="{C5AD3AD1-025A-4868-A905-50FA0807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73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9" name="path-155">
            <a:extLst xmlns:a="http://schemas.openxmlformats.org/drawingml/2006/main">
              <a:ext uri="{FF2B5EF4-FFF2-40B4-BE49-F238E27FC236}">
                <a16:creationId xmlns:a16="http://schemas.microsoft.com/office/drawing/2014/main" id="{CABC0F6A-8B27-4D51-AF4C-B702217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881" y="6097606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0" name="path-156">
            <a:extLst xmlns:a="http://schemas.openxmlformats.org/drawingml/2006/main">
              <a:ext uri="{FF2B5EF4-FFF2-40B4-BE49-F238E27FC236}">
                <a16:creationId xmlns:a16="http://schemas.microsoft.com/office/drawing/2014/main" id="{AA279246-13D6-4818-BA29-7E8EDF45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889" y="6097606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1" name="path-157">
            <a:extLst xmlns:a="http://schemas.openxmlformats.org/drawingml/2006/main">
              <a:ext uri="{FF2B5EF4-FFF2-40B4-BE49-F238E27FC236}">
                <a16:creationId xmlns:a16="http://schemas.microsoft.com/office/drawing/2014/main" id="{6E90023A-DB56-4F98-B4F6-67351187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97" y="6097606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2" name="path-158">
            <a:extLst xmlns:a="http://schemas.openxmlformats.org/drawingml/2006/main">
              <a:ext uri="{FF2B5EF4-FFF2-40B4-BE49-F238E27FC236}">
                <a16:creationId xmlns:a16="http://schemas.microsoft.com/office/drawing/2014/main" id="{F0FC7850-E8FA-4C35-97C9-D585CD4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06" y="6097606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3" name="path-159">
            <a:extLst xmlns:a="http://schemas.openxmlformats.org/drawingml/2006/main">
              <a:ext uri="{FF2B5EF4-FFF2-40B4-BE49-F238E27FC236}">
                <a16:creationId xmlns:a16="http://schemas.microsoft.com/office/drawing/2014/main" id="{0E1B5609-1BD1-442F-B381-51E959D6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914" y="6097606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4" name="path-160">
            <a:extLst xmlns:a="http://schemas.openxmlformats.org/drawingml/2006/main">
              <a:ext uri="{FF2B5EF4-FFF2-40B4-BE49-F238E27FC236}">
                <a16:creationId xmlns:a16="http://schemas.microsoft.com/office/drawing/2014/main" id="{D286FC2F-ADB8-44BC-B83A-97C25D51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64" y="6097606"/>
            <a:ext cx="99208" cy="63874"/>
          </a:xfrm>
          <a:custGeom xmlns:a="http://schemas.openxmlformats.org/drawingml/2006/main">
            <a:pathLst>
              <a:path w="99208" h="63874">
                <a:moveTo>
                  <a:pt x="0" y="0"/>
                </a:moveTo>
                <a:lnTo>
                  <a:pt x="99208" y="0"/>
                </a:lnTo>
                <a:lnTo>
                  <a:pt x="99208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5" name="path-161">
            <a:extLst xmlns:a="http://schemas.openxmlformats.org/drawingml/2006/main">
              <a:ext uri="{FF2B5EF4-FFF2-40B4-BE49-F238E27FC236}">
                <a16:creationId xmlns:a16="http://schemas.microsoft.com/office/drawing/2014/main" id="{DB9A8264-2893-44C6-9AE7-9C72823B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572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6" name="path-162">
            <a:extLst xmlns:a="http://schemas.openxmlformats.org/drawingml/2006/main">
              <a:ext uri="{FF2B5EF4-FFF2-40B4-BE49-F238E27FC236}">
                <a16:creationId xmlns:a16="http://schemas.microsoft.com/office/drawing/2014/main" id="{956B15B4-227A-48A6-88D9-28AB511A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580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7" name="path-163">
            <a:extLst xmlns:a="http://schemas.openxmlformats.org/drawingml/2006/main">
              <a:ext uri="{FF2B5EF4-FFF2-40B4-BE49-F238E27FC236}">
                <a16:creationId xmlns:a16="http://schemas.microsoft.com/office/drawing/2014/main" id="{2E332225-0F64-476F-9C24-6AC23F2A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588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8" name="path-164">
            <a:extLst xmlns:a="http://schemas.openxmlformats.org/drawingml/2006/main">
              <a:ext uri="{FF2B5EF4-FFF2-40B4-BE49-F238E27FC236}">
                <a16:creationId xmlns:a16="http://schemas.microsoft.com/office/drawing/2014/main" id="{B8DE3F9B-6D94-4883-B9C3-FA8F645B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96" y="6097606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9" name="path-165">
            <a:extLst xmlns:a="http://schemas.openxmlformats.org/drawingml/2006/main">
              <a:ext uri="{FF2B5EF4-FFF2-40B4-BE49-F238E27FC236}">
                <a16:creationId xmlns:a16="http://schemas.microsoft.com/office/drawing/2014/main" id="{3F00A595-6AF6-4E51-A092-96029DC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604" y="6097606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0" name="path-166">
            <a:extLst xmlns:a="http://schemas.openxmlformats.org/drawingml/2006/main">
              <a:ext uri="{FF2B5EF4-FFF2-40B4-BE49-F238E27FC236}">
                <a16:creationId xmlns:a16="http://schemas.microsoft.com/office/drawing/2014/main" id="{10946052-24C1-431D-857B-BA2E85F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0" y="6781197"/>
            <a:ext cx="3398926" cy="127748"/>
          </a:xfrm>
          <a:custGeom xmlns:a="http://schemas.openxmlformats.org/drawingml/2006/main">
            <a:pathLst>
              <a:path w="3398926" h="127748">
                <a:moveTo>
                  <a:pt x="0" y="0"/>
                </a:moveTo>
                <a:lnTo>
                  <a:pt x="3398926" y="0"/>
                </a:lnTo>
                <a:lnTo>
                  <a:pt x="3398926" y="127748"/>
                </a:lnTo>
                <a:lnTo>
                  <a:pt x="0" y="12774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1325">
            <a:solidFill>
              <a:srgbClr val="595959"/>
            </a:solidFill>
            <a:prstDash val="solid"/>
          </a:ln>
        </p:spPr>
      </p:sp>
      <p:sp>
        <p:nvSpPr>
          <p:cNvPr id="211" name="path-167">
            <a:extLst xmlns:a="http://schemas.openxmlformats.org/drawingml/2006/main">
              <a:ext uri="{FF2B5EF4-FFF2-40B4-BE49-F238E27FC236}">
                <a16:creationId xmlns:a16="http://schemas.microsoft.com/office/drawing/2014/main" id="{7F427C2F-05AE-41A0-A83D-7113135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55" y="6812453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2" name="path-168">
            <a:extLst xmlns:a="http://schemas.openxmlformats.org/drawingml/2006/main">
              <a:ext uri="{FF2B5EF4-FFF2-40B4-BE49-F238E27FC236}">
                <a16:creationId xmlns:a16="http://schemas.microsoft.com/office/drawing/2014/main" id="{1CE52D12-8ED2-4CEA-94C1-D05031F3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3" name="path-169">
            <a:extLst xmlns:a="http://schemas.openxmlformats.org/drawingml/2006/main">
              <a:ext uri="{FF2B5EF4-FFF2-40B4-BE49-F238E27FC236}">
                <a16:creationId xmlns:a16="http://schemas.microsoft.com/office/drawing/2014/main" id="{E1DE0FAA-1B37-48AB-AE2A-D64D6249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1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4" name="path-170">
            <a:extLst xmlns:a="http://schemas.openxmlformats.org/drawingml/2006/main">
              <a:ext uri="{FF2B5EF4-FFF2-40B4-BE49-F238E27FC236}">
                <a16:creationId xmlns:a16="http://schemas.microsoft.com/office/drawing/2014/main" id="{B4DBF9FE-3DEF-4013-9919-D3D89987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79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5" name="path-171">
            <a:extLst xmlns:a="http://schemas.openxmlformats.org/drawingml/2006/main">
              <a:ext uri="{FF2B5EF4-FFF2-40B4-BE49-F238E27FC236}">
                <a16:creationId xmlns:a16="http://schemas.microsoft.com/office/drawing/2014/main" id="{5A4D4EEF-0457-449B-8024-0548188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88" y="6812453"/>
            <a:ext cx="97849" cy="63875"/>
          </a:xfrm>
          <a:custGeom xmlns:a="http://schemas.openxmlformats.org/drawingml/2006/main">
            <a:pathLst>
              <a:path w="97849" h="63875">
                <a:moveTo>
                  <a:pt x="0" y="0"/>
                </a:moveTo>
                <a:lnTo>
                  <a:pt x="97849" y="0"/>
                </a:lnTo>
                <a:lnTo>
                  <a:pt x="9784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6" name="path-172">
            <a:extLst xmlns:a="http://schemas.openxmlformats.org/drawingml/2006/main">
              <a:ext uri="{FF2B5EF4-FFF2-40B4-BE49-F238E27FC236}">
                <a16:creationId xmlns:a16="http://schemas.microsoft.com/office/drawing/2014/main" id="{CCC3BE24-2C02-49DD-BBE7-7BA23987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796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7" name="path-173">
            <a:extLst xmlns:a="http://schemas.openxmlformats.org/drawingml/2006/main">
              <a:ext uri="{FF2B5EF4-FFF2-40B4-BE49-F238E27FC236}">
                <a16:creationId xmlns:a16="http://schemas.microsoft.com/office/drawing/2014/main" id="{D28F96E5-14C9-41BA-BCA4-74F510A3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446" y="6812453"/>
            <a:ext cx="99208" cy="63875"/>
          </a:xfrm>
          <a:custGeom xmlns:a="http://schemas.openxmlformats.org/drawingml/2006/main">
            <a:pathLst>
              <a:path w="99208" h="63875">
                <a:moveTo>
                  <a:pt x="0" y="0"/>
                </a:moveTo>
                <a:lnTo>
                  <a:pt x="99208" y="0"/>
                </a:lnTo>
                <a:lnTo>
                  <a:pt x="99208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8" name="path-174">
            <a:extLst xmlns:a="http://schemas.openxmlformats.org/drawingml/2006/main">
              <a:ext uri="{FF2B5EF4-FFF2-40B4-BE49-F238E27FC236}">
                <a16:creationId xmlns:a16="http://schemas.microsoft.com/office/drawing/2014/main" id="{987436A8-2FBC-4772-841E-9D99B725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53" y="6812453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9" name="path-175">
            <a:extLst xmlns:a="http://schemas.openxmlformats.org/drawingml/2006/main">
              <a:ext uri="{FF2B5EF4-FFF2-40B4-BE49-F238E27FC236}">
                <a16:creationId xmlns:a16="http://schemas.microsoft.com/office/drawing/2014/main" id="{23FB91F1-613D-4719-AA6F-75D6382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62" y="6812453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0" name="path-176">
            <a:extLst xmlns:a="http://schemas.openxmlformats.org/drawingml/2006/main">
              <a:ext uri="{FF2B5EF4-FFF2-40B4-BE49-F238E27FC236}">
                <a16:creationId xmlns:a16="http://schemas.microsoft.com/office/drawing/2014/main" id="{00651981-6208-41CD-984E-C68E65A3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470" y="6812453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1" name="path-177">
            <a:extLst xmlns:a="http://schemas.openxmlformats.org/drawingml/2006/main">
              <a:ext uri="{FF2B5EF4-FFF2-40B4-BE49-F238E27FC236}">
                <a16:creationId xmlns:a16="http://schemas.microsoft.com/office/drawing/2014/main" id="{607FD5A8-B069-47A6-ABCA-8C9776D9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478" y="6812453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2" name="path-178">
            <a:extLst xmlns:a="http://schemas.openxmlformats.org/drawingml/2006/main">
              <a:ext uri="{FF2B5EF4-FFF2-40B4-BE49-F238E27FC236}">
                <a16:creationId xmlns:a16="http://schemas.microsoft.com/office/drawing/2014/main" id="{FB6EFB18-9596-4D8A-8B70-4065BD1B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86" y="6812453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3" name="path-179">
            <a:extLst xmlns:a="http://schemas.openxmlformats.org/drawingml/2006/main">
              <a:ext uri="{FF2B5EF4-FFF2-40B4-BE49-F238E27FC236}">
                <a16:creationId xmlns:a16="http://schemas.microsoft.com/office/drawing/2014/main" id="{DC704F0D-3BAC-47F7-B447-D68365F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94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4" name="path-180">
            <a:extLst xmlns:a="http://schemas.openxmlformats.org/drawingml/2006/main">
              <a:ext uri="{FF2B5EF4-FFF2-40B4-BE49-F238E27FC236}">
                <a16:creationId xmlns:a16="http://schemas.microsoft.com/office/drawing/2014/main" id="{31EC1CA4-85C9-45F8-A93A-37930E06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502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5" name="path-181">
            <a:extLst xmlns:a="http://schemas.openxmlformats.org/drawingml/2006/main">
              <a:ext uri="{FF2B5EF4-FFF2-40B4-BE49-F238E27FC236}">
                <a16:creationId xmlns:a16="http://schemas.microsoft.com/office/drawing/2014/main" id="{C130F40B-5D0D-4447-8E63-7936DA46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511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6" name="path-182">
            <a:extLst xmlns:a="http://schemas.openxmlformats.org/drawingml/2006/main">
              <a:ext uri="{FF2B5EF4-FFF2-40B4-BE49-F238E27FC236}">
                <a16:creationId xmlns:a16="http://schemas.microsoft.com/office/drawing/2014/main" id="{EEB917EC-CDCD-478A-845E-DD61295C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519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7" name="path-183">
            <a:extLst xmlns:a="http://schemas.openxmlformats.org/drawingml/2006/main">
              <a:ext uri="{FF2B5EF4-FFF2-40B4-BE49-F238E27FC236}">
                <a16:creationId xmlns:a16="http://schemas.microsoft.com/office/drawing/2014/main" id="{F04D6844-C5AF-453F-9C96-56B27EC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27" y="6812453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8" name="text-184 Diverse">
            <a:extLst xmlns:a="http://schemas.openxmlformats.org/drawingml/2006/main">
              <a:ext uri="{FF2B5EF4-FFF2-40B4-BE49-F238E27FC236}">
                <a16:creationId xmlns:a16="http://schemas.microsoft.com/office/drawing/2014/main" id="{F8C5176C-4E2E-426C-8536-373CE73A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271" y="5267772"/>
            <a:ext cx="993934" cy="380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Diverse</a:t>
            </a:r>
          </a:p>
        </p:txBody>
      </p:sp>
      <p:sp>
        <p:nvSpPr>
          <p:cNvPr id="229" name="text-184 Modalities">
            <a:extLst xmlns:a="http://schemas.openxmlformats.org/drawingml/2006/main">
              <a:ext uri="{FF2B5EF4-FFF2-40B4-BE49-F238E27FC236}">
                <a16:creationId xmlns:a16="http://schemas.microsoft.com/office/drawing/2014/main" id="{D852E17B-7D6F-4396-8D70-1848CA0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135" y="5267929"/>
            <a:ext cx="1363622" cy="380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3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Modalities</a:t>
            </a:r>
          </a:p>
        </p:txBody>
      </p:sp>
      <p:sp>
        <p:nvSpPr>
          <p:cNvPr id="230" name="text-185 Heterogeneous">
            <a:extLst xmlns:a="http://schemas.openxmlformats.org/drawingml/2006/main">
              <a:ext uri="{FF2B5EF4-FFF2-40B4-BE49-F238E27FC236}">
                <a16:creationId xmlns:a16="http://schemas.microsoft.com/office/drawing/2014/main" id="{73BFC2A3-56B5-4C4B-B840-66AED9DE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0755" y="5246528"/>
            <a:ext cx="1939270" cy="380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3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Heterogeneous</a:t>
            </a:r>
          </a:p>
        </p:txBody>
      </p:sp>
      <p:sp>
        <p:nvSpPr>
          <p:cNvPr id="231" name="text-185 Domain">
            <a:extLst xmlns:a="http://schemas.openxmlformats.org/drawingml/2006/main">
              <a:ext uri="{FF2B5EF4-FFF2-40B4-BE49-F238E27FC236}">
                <a16:creationId xmlns:a16="http://schemas.microsoft.com/office/drawing/2014/main" id="{C3791196-867A-420C-BB4E-C4FA650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3311" y="5246058"/>
            <a:ext cx="1032938" cy="38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2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2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2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Domain</a:t>
            </a:r>
          </a:p>
        </p:txBody>
      </p:sp>
      <p:sp>
        <p:nvSpPr>
          <p:cNvPr id="232" name="text-186 Multi">
            <a:extLst xmlns:a="http://schemas.openxmlformats.org/drawingml/2006/main">
              <a:ext uri="{FF2B5EF4-FFF2-40B4-BE49-F238E27FC236}">
                <a16:creationId xmlns:a16="http://schemas.microsoft.com/office/drawing/2014/main" id="{FCC2ED7B-36EC-46A1-ADEE-5C29746B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2926" y="5247775"/>
            <a:ext cx="708657" cy="38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3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Multi</a:t>
            </a:r>
          </a:p>
        </p:txBody>
      </p:sp>
      <p:sp>
        <p:nvSpPr>
          <p:cNvPr id="233" name="text-187 -">
            <a:extLst xmlns:a="http://schemas.openxmlformats.org/drawingml/2006/main">
              <a:ext uri="{FF2B5EF4-FFF2-40B4-BE49-F238E27FC236}">
                <a16:creationId xmlns:a16="http://schemas.microsoft.com/office/drawing/2014/main" id="{4724EE50-40C9-42B2-A468-627A5D45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3415" y="5247306"/>
            <a:ext cx="140520" cy="38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34" name="text-188 level">
            <a:extLst xmlns:a="http://schemas.openxmlformats.org/drawingml/2006/main">
              <a:ext uri="{FF2B5EF4-FFF2-40B4-BE49-F238E27FC236}">
                <a16:creationId xmlns:a16="http://schemas.microsoft.com/office/drawing/2014/main" id="{67649D77-DB77-4998-ACA5-A5E3270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4471" y="5247268"/>
            <a:ext cx="637168" cy="38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level</a:t>
            </a:r>
          </a:p>
        </p:txBody>
      </p:sp>
      <p:sp>
        <p:nvSpPr>
          <p:cNvPr id="235" name="text-188 Annotations">
            <a:extLst xmlns:a="http://schemas.openxmlformats.org/drawingml/2006/main">
              <a:ext uri="{FF2B5EF4-FFF2-40B4-BE49-F238E27FC236}">
                <a16:creationId xmlns:a16="http://schemas.microsoft.com/office/drawing/2014/main" id="{1A5FD1B3-6CF2-47CF-AA04-B7ABB834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367" y="5247287"/>
            <a:ext cx="1582472" cy="380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Annotations</a:t>
            </a:r>
          </a:p>
        </p:txBody>
      </p:sp>
      <p:sp>
        <p:nvSpPr>
          <p:cNvPr id="236" name="text-189 Synthetic">
            <a:extLst xmlns:a="http://schemas.openxmlformats.org/drawingml/2006/main">
              <a:ext uri="{FF2B5EF4-FFF2-40B4-BE49-F238E27FC236}">
                <a16:creationId xmlns:a16="http://schemas.microsoft.com/office/drawing/2014/main" id="{0A0D3ED1-66E1-4AC5-922C-1D2AFC25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667" y="5079728"/>
            <a:ext cx="1208916" cy="38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Synthetic</a:t>
            </a:r>
          </a:p>
        </p:txBody>
      </p:sp>
      <p:sp>
        <p:nvSpPr>
          <p:cNvPr id="237" name="text-189 Detection">
            <a:extLst xmlns:a="http://schemas.openxmlformats.org/drawingml/2006/main">
              <a:ext uri="{FF2B5EF4-FFF2-40B4-BE49-F238E27FC236}">
                <a16:creationId xmlns:a16="http://schemas.microsoft.com/office/drawing/2014/main" id="{B7410DAC-0F2F-4056-88BD-C5B7751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2528" y="5079677"/>
            <a:ext cx="1255343" cy="380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Detection</a:t>
            </a:r>
          </a:p>
        </p:txBody>
      </p:sp>
      <p:sp>
        <p:nvSpPr>
          <p:cNvPr id="238" name="text-190 Evaluation">
            <a:extLst xmlns:a="http://schemas.openxmlformats.org/drawingml/2006/main">
              <a:ext uri="{FF2B5EF4-FFF2-40B4-BE49-F238E27FC236}">
                <a16:creationId xmlns:a16="http://schemas.microsoft.com/office/drawing/2014/main" id="{40BBDDA4-7EB3-44E8-90C7-4CBD34F0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8711" y="5405750"/>
            <a:ext cx="1379843" cy="380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Evaluation</a:t>
            </a:r>
          </a:p>
        </p:txBody>
      </p:sp>
      <p:sp>
        <p:nvSpPr>
          <p:cNvPr id="239" name="text-190 Framework">
            <a:extLst xmlns:a="http://schemas.openxmlformats.org/drawingml/2006/main">
              <a:ext uri="{FF2B5EF4-FFF2-40B4-BE49-F238E27FC236}">
                <a16:creationId xmlns:a16="http://schemas.microsoft.com/office/drawing/2014/main" id="{1867433A-B044-4C57-B3E7-31813A35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8722" y="5405920"/>
            <a:ext cx="1492687" cy="380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Framework</a:t>
            </a:r>
          </a:p>
        </p:txBody>
      </p:sp>
      <p:sp>
        <p:nvSpPr>
          <p:cNvPr id="240" name="LOKI exact word-mark outline with native gradient and shadow">
            <a:extLst xmlns:a="http://schemas.openxmlformats.org/drawingml/2006/main">
              <a:ext uri="{FF2B5EF4-FFF2-40B4-BE49-F238E27FC236}">
                <a16:creationId xmlns:a16="http://schemas.microsoft.com/office/drawing/2014/main" id="{086A5850-A5C0-46A6-88F1-B4F30449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106" y="901593"/>
            <a:ext cx="8528461" cy="3499834"/>
          </a:xfrm>
          <a:custGeom xmlns:a="http://schemas.openxmlformats.org/drawingml/2006/main">
            <a:pathLst>
              <a:path w="8528461" h="3499834">
                <a:moveTo>
                  <a:pt x="3207077" y="732629"/>
                </a:moveTo>
                <a:cubicBezTo>
                  <a:pt x="3076271" y="752335"/>
                  <a:pt x="2975250" y="816662"/>
                  <a:pt x="2904241" y="925950"/>
                </a:cubicBezTo>
                <a:cubicBezTo>
                  <a:pt x="2833118" y="1035126"/>
                  <a:pt x="2788837" y="1177710"/>
                  <a:pt x="2771396" y="1353591"/>
                </a:cubicBezTo>
                <a:cubicBezTo>
                  <a:pt x="2753955" y="1529472"/>
                  <a:pt x="2760184" y="1727323"/>
                  <a:pt x="2790082" y="1947146"/>
                </a:cubicBezTo>
                <a:cubicBezTo>
                  <a:pt x="2819755" y="2169120"/>
                  <a:pt x="2866414" y="2362782"/>
                  <a:pt x="2929836" y="2528130"/>
                </a:cubicBezTo>
                <a:cubicBezTo>
                  <a:pt x="2993370" y="2693592"/>
                  <a:pt x="3073893" y="2819302"/>
                  <a:pt x="3171290" y="2905486"/>
                </a:cubicBezTo>
                <a:cubicBezTo>
                  <a:pt x="3268686" y="2991671"/>
                  <a:pt x="3383071" y="3026780"/>
                  <a:pt x="3514444" y="3010924"/>
                </a:cubicBezTo>
                <a:cubicBezTo>
                  <a:pt x="3644344" y="2991558"/>
                  <a:pt x="3744912" y="2927457"/>
                  <a:pt x="3816035" y="2818509"/>
                </a:cubicBezTo>
                <a:cubicBezTo>
                  <a:pt x="3887157" y="2709673"/>
                  <a:pt x="3931665" y="2566975"/>
                  <a:pt x="3949559" y="2390642"/>
                </a:cubicBezTo>
                <a:cubicBezTo>
                  <a:pt x="3967340" y="2214195"/>
                  <a:pt x="3961224" y="2015097"/>
                  <a:pt x="3931099" y="1793236"/>
                </a:cubicBezTo>
                <a:cubicBezTo>
                  <a:pt x="3901653" y="1573414"/>
                  <a:pt x="3854880" y="1380998"/>
                  <a:pt x="3791119" y="1215989"/>
                </a:cubicBezTo>
                <a:cubicBezTo>
                  <a:pt x="3727245" y="1051094"/>
                  <a:pt x="3646496" y="925384"/>
                  <a:pt x="3548986" y="838973"/>
                </a:cubicBezTo>
                <a:cubicBezTo>
                  <a:pt x="3451476" y="752448"/>
                  <a:pt x="3337544" y="717000"/>
                  <a:pt x="3207077" y="732629"/>
                </a:cubicBezTo>
                <a:close/>
                <a:moveTo>
                  <a:pt x="7075095" y="152551"/>
                </a:moveTo>
                <a:lnTo>
                  <a:pt x="8205692" y="0"/>
                </a:lnTo>
                <a:lnTo>
                  <a:pt x="8220301" y="108609"/>
                </a:lnTo>
                <a:lnTo>
                  <a:pt x="7938643" y="172596"/>
                </a:lnTo>
                <a:cubicBezTo>
                  <a:pt x="7957669" y="336472"/>
                  <a:pt x="7977941" y="501368"/>
                  <a:pt x="7999686" y="667396"/>
                </a:cubicBezTo>
                <a:cubicBezTo>
                  <a:pt x="8021430" y="833310"/>
                  <a:pt x="8043515" y="999564"/>
                  <a:pt x="8066165" y="1166272"/>
                </a:cubicBezTo>
                <a:lnTo>
                  <a:pt x="8084738" y="1303986"/>
                </a:lnTo>
                <a:cubicBezTo>
                  <a:pt x="8106823" y="1468882"/>
                  <a:pt x="8129360" y="1633777"/>
                  <a:pt x="8152237" y="1798672"/>
                </a:cubicBezTo>
                <a:cubicBezTo>
                  <a:pt x="8175227" y="1963454"/>
                  <a:pt x="8199350" y="2128123"/>
                  <a:pt x="8224605" y="2292679"/>
                </a:cubicBezTo>
                <a:lnTo>
                  <a:pt x="8513738" y="2283052"/>
                </a:lnTo>
                <a:lnTo>
                  <a:pt x="8528461" y="2392567"/>
                </a:lnTo>
                <a:lnTo>
                  <a:pt x="7397863" y="2545118"/>
                </a:lnTo>
                <a:lnTo>
                  <a:pt x="7383141" y="2435603"/>
                </a:lnTo>
                <a:lnTo>
                  <a:pt x="7667630" y="2367765"/>
                </a:lnTo>
                <a:cubicBezTo>
                  <a:pt x="7650303" y="2205361"/>
                  <a:pt x="7631163" y="2041825"/>
                  <a:pt x="7609985" y="1877156"/>
                </a:cubicBezTo>
                <a:cubicBezTo>
                  <a:pt x="7588694" y="1712374"/>
                  <a:pt x="7566836" y="1546686"/>
                  <a:pt x="7544072" y="1380205"/>
                </a:cubicBezTo>
                <a:lnTo>
                  <a:pt x="7525159" y="1239206"/>
                </a:lnTo>
                <a:cubicBezTo>
                  <a:pt x="7502848" y="1072725"/>
                  <a:pt x="7480085" y="906924"/>
                  <a:pt x="7456755" y="741802"/>
                </a:cubicBezTo>
                <a:cubicBezTo>
                  <a:pt x="7433538" y="576680"/>
                  <a:pt x="7408396" y="412012"/>
                  <a:pt x="7381555" y="247796"/>
                </a:cubicBezTo>
                <a:lnTo>
                  <a:pt x="7089817" y="261046"/>
                </a:lnTo>
                <a:close/>
                <a:moveTo>
                  <a:pt x="4560102" y="491855"/>
                </a:moveTo>
                <a:lnTo>
                  <a:pt x="5668275" y="342362"/>
                </a:lnTo>
                <a:lnTo>
                  <a:pt x="5683111" y="452103"/>
                </a:lnTo>
                <a:lnTo>
                  <a:pt x="5398622" y="519828"/>
                </a:lnTo>
                <a:cubicBezTo>
                  <a:pt x="5418894" y="681892"/>
                  <a:pt x="5440072" y="845655"/>
                  <a:pt x="5462043" y="1011003"/>
                </a:cubicBezTo>
                <a:cubicBezTo>
                  <a:pt x="5484014" y="1176464"/>
                  <a:pt x="5506211" y="1342266"/>
                  <a:pt x="5528748" y="1508520"/>
                </a:cubicBezTo>
                <a:lnTo>
                  <a:pt x="5555929" y="1710335"/>
                </a:lnTo>
                <a:lnTo>
                  <a:pt x="6320155" y="410539"/>
                </a:lnTo>
                <a:lnTo>
                  <a:pt x="5993649" y="408954"/>
                </a:lnTo>
                <a:lnTo>
                  <a:pt x="5979039" y="300458"/>
                </a:lnTo>
                <a:lnTo>
                  <a:pt x="6812010" y="187999"/>
                </a:lnTo>
                <a:lnTo>
                  <a:pt x="6826619" y="296608"/>
                </a:lnTo>
                <a:lnTo>
                  <a:pt x="6502718" y="385850"/>
                </a:lnTo>
                <a:lnTo>
                  <a:pt x="6060468" y="1097754"/>
                </a:lnTo>
                <a:lnTo>
                  <a:pt x="7052897" y="2457234"/>
                </a:lnTo>
                <a:lnTo>
                  <a:pt x="7280194" y="2449533"/>
                </a:lnTo>
                <a:lnTo>
                  <a:pt x="7295030" y="2558935"/>
                </a:lnTo>
                <a:lnTo>
                  <a:pt x="6253789" y="2699481"/>
                </a:lnTo>
                <a:lnTo>
                  <a:pt x="6238953" y="2589966"/>
                </a:lnTo>
                <a:lnTo>
                  <a:pt x="6460248" y="2537190"/>
                </a:lnTo>
                <a:lnTo>
                  <a:pt x="5771108" y="1563900"/>
                </a:lnTo>
                <a:lnTo>
                  <a:pt x="5578013" y="1873645"/>
                </a:lnTo>
                <a:cubicBezTo>
                  <a:pt x="5594095" y="1993919"/>
                  <a:pt x="5610969" y="2117704"/>
                  <a:pt x="5628524" y="2245113"/>
                </a:cubicBezTo>
                <a:cubicBezTo>
                  <a:pt x="5646078" y="2372521"/>
                  <a:pt x="5664538" y="2502535"/>
                  <a:pt x="5684017" y="2635380"/>
                </a:cubicBezTo>
                <a:lnTo>
                  <a:pt x="5940987" y="2630170"/>
                </a:lnTo>
                <a:lnTo>
                  <a:pt x="5955823" y="2739572"/>
                </a:lnTo>
                <a:lnTo>
                  <a:pt x="4882871" y="2884422"/>
                </a:lnTo>
                <a:lnTo>
                  <a:pt x="4868148" y="2774907"/>
                </a:lnTo>
                <a:lnTo>
                  <a:pt x="5152638" y="2707069"/>
                </a:lnTo>
                <a:cubicBezTo>
                  <a:pt x="5135423" y="2544665"/>
                  <a:pt x="5116170" y="2381129"/>
                  <a:pt x="5094992" y="2216347"/>
                </a:cubicBezTo>
                <a:cubicBezTo>
                  <a:pt x="5073701" y="2051678"/>
                  <a:pt x="5051843" y="1885990"/>
                  <a:pt x="5029079" y="1719396"/>
                </a:cubicBezTo>
                <a:lnTo>
                  <a:pt x="5010166" y="1578510"/>
                </a:lnTo>
                <a:cubicBezTo>
                  <a:pt x="4987856" y="1412029"/>
                  <a:pt x="4965092" y="1246228"/>
                  <a:pt x="4941762" y="1081106"/>
                </a:cubicBezTo>
                <a:cubicBezTo>
                  <a:pt x="4918545" y="915984"/>
                  <a:pt x="4893403" y="751315"/>
                  <a:pt x="4866562" y="587100"/>
                </a:cubicBezTo>
                <a:lnTo>
                  <a:pt x="4574825" y="600350"/>
                </a:lnTo>
                <a:close/>
                <a:moveTo>
                  <a:pt x="0" y="1107041"/>
                </a:moveTo>
                <a:lnTo>
                  <a:pt x="1159590" y="950526"/>
                </a:lnTo>
                <a:lnTo>
                  <a:pt x="1174426" y="1060381"/>
                </a:lnTo>
                <a:lnTo>
                  <a:pt x="864228" y="1131616"/>
                </a:lnTo>
                <a:cubicBezTo>
                  <a:pt x="883028" y="1294700"/>
                  <a:pt x="902847" y="1455631"/>
                  <a:pt x="923572" y="1614637"/>
                </a:cubicBezTo>
                <a:cubicBezTo>
                  <a:pt x="944411" y="1773643"/>
                  <a:pt x="964569" y="1925515"/>
                  <a:pt x="984275" y="2070138"/>
                </a:cubicBezTo>
                <a:lnTo>
                  <a:pt x="1012362" y="2278409"/>
                </a:lnTo>
                <a:cubicBezTo>
                  <a:pt x="1033653" y="2437302"/>
                  <a:pt x="1055737" y="2599252"/>
                  <a:pt x="1078728" y="2764148"/>
                </a:cubicBezTo>
                <a:cubicBezTo>
                  <a:pt x="1101605" y="2929043"/>
                  <a:pt x="1125841" y="3094731"/>
                  <a:pt x="1151436" y="3261212"/>
                </a:cubicBezTo>
                <a:lnTo>
                  <a:pt x="1818152" y="3171290"/>
                </a:lnTo>
                <a:lnTo>
                  <a:pt x="1898447" y="2556896"/>
                </a:lnTo>
                <a:lnTo>
                  <a:pt x="2071044" y="2533566"/>
                </a:lnTo>
                <a:lnTo>
                  <a:pt x="2174217" y="3250113"/>
                </a:lnTo>
                <a:lnTo>
                  <a:pt x="322882" y="3499834"/>
                </a:lnTo>
                <a:lnTo>
                  <a:pt x="311217" y="3389640"/>
                </a:lnTo>
                <a:lnTo>
                  <a:pt x="592536" y="3322255"/>
                </a:lnTo>
                <a:cubicBezTo>
                  <a:pt x="575321" y="3160078"/>
                  <a:pt x="556748" y="3001751"/>
                  <a:pt x="536929" y="2847162"/>
                </a:cubicBezTo>
                <a:cubicBezTo>
                  <a:pt x="517110" y="2692685"/>
                  <a:pt x="498423" y="2550667"/>
                  <a:pt x="480756" y="2421107"/>
                </a:cubicBezTo>
                <a:lnTo>
                  <a:pt x="450064" y="2193696"/>
                </a:lnTo>
                <a:cubicBezTo>
                  <a:pt x="427754" y="2027215"/>
                  <a:pt x="404990" y="1861414"/>
                  <a:pt x="381660" y="1696292"/>
                </a:cubicBezTo>
                <a:cubicBezTo>
                  <a:pt x="358443" y="1531170"/>
                  <a:pt x="333301" y="1366502"/>
                  <a:pt x="306461" y="1202286"/>
                </a:cubicBezTo>
                <a:lnTo>
                  <a:pt x="14723" y="1215536"/>
                </a:lnTo>
                <a:close/>
                <a:moveTo>
                  <a:pt x="3190769" y="611336"/>
                </a:moveTo>
                <a:cubicBezTo>
                  <a:pt x="3394396" y="584042"/>
                  <a:pt x="3588058" y="606126"/>
                  <a:pt x="3771640" y="677475"/>
                </a:cubicBezTo>
                <a:cubicBezTo>
                  <a:pt x="3955222" y="748937"/>
                  <a:pt x="4111510" y="870910"/>
                  <a:pt x="4240617" y="1043619"/>
                </a:cubicBezTo>
                <a:cubicBezTo>
                  <a:pt x="4369725" y="1216216"/>
                  <a:pt x="4454324" y="1440795"/>
                  <a:pt x="4494529" y="1717244"/>
                </a:cubicBezTo>
                <a:cubicBezTo>
                  <a:pt x="4529184" y="1995505"/>
                  <a:pt x="4507440" y="2235146"/>
                  <a:pt x="4429295" y="2436282"/>
                </a:cubicBezTo>
                <a:cubicBezTo>
                  <a:pt x="4351038" y="2637305"/>
                  <a:pt x="4232916" y="2796651"/>
                  <a:pt x="4074816" y="2914320"/>
                </a:cubicBezTo>
                <a:cubicBezTo>
                  <a:pt x="3916829" y="3031876"/>
                  <a:pt x="3735512" y="3104584"/>
                  <a:pt x="3530865" y="3132331"/>
                </a:cubicBezTo>
                <a:cubicBezTo>
                  <a:pt x="3327125" y="3159738"/>
                  <a:pt x="3133237" y="3137880"/>
                  <a:pt x="2949202" y="3066871"/>
                </a:cubicBezTo>
                <a:cubicBezTo>
                  <a:pt x="2765167" y="2995862"/>
                  <a:pt x="2608313" y="2873776"/>
                  <a:pt x="2478639" y="2700840"/>
                </a:cubicBezTo>
                <a:cubicBezTo>
                  <a:pt x="2348965" y="2527790"/>
                  <a:pt x="2263912" y="2302078"/>
                  <a:pt x="2223481" y="2023591"/>
                </a:cubicBezTo>
                <a:cubicBezTo>
                  <a:pt x="2189166" y="1747369"/>
                  <a:pt x="2211816" y="1508860"/>
                  <a:pt x="2291433" y="1307950"/>
                </a:cubicBezTo>
                <a:cubicBezTo>
                  <a:pt x="2371049" y="1107154"/>
                  <a:pt x="2490190" y="947695"/>
                  <a:pt x="2648857" y="829686"/>
                </a:cubicBezTo>
                <a:cubicBezTo>
                  <a:pt x="2807410" y="711677"/>
                  <a:pt x="2988047" y="638856"/>
                  <a:pt x="3190769" y="611336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4D8"/>
              </a:gs>
              <a:gs pos="25000">
                <a:srgbClr val="FDEDD7"/>
              </a:gs>
              <a:gs pos="50000">
                <a:srgbClr val="EFEAD7"/>
              </a:gs>
              <a:gs pos="75000">
                <a:srgbClr val="D6E9EA"/>
              </a:gs>
              <a:gs pos="100000">
                <a:srgbClr val="CBE5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1" name="path-192">
            <a:extLst xmlns:a="http://schemas.openxmlformats.org/drawingml/2006/main">
              <a:ext uri="{FF2B5EF4-FFF2-40B4-BE49-F238E27FC236}">
                <a16:creationId xmlns:a16="http://schemas.microsoft.com/office/drawing/2014/main" id="{BB65FE65-473A-482F-A1AA-248B1820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382" y="3069353"/>
            <a:ext cx="2137184" cy="523679"/>
          </a:xfrm>
          <a:custGeom xmlns:a="http://schemas.openxmlformats.org/drawingml/2006/main">
            <a:pathLst>
              <a:path w="2137184" h="523679">
                <a:moveTo>
                  <a:pt x="0" y="278487"/>
                </a:moveTo>
                <a:lnTo>
                  <a:pt x="2104680" y="0"/>
                </a:lnTo>
                <a:lnTo>
                  <a:pt x="2137184" y="245305"/>
                </a:lnTo>
                <a:lnTo>
                  <a:pt x="32390" y="523679"/>
                </a:lnTo>
                <a:lnTo>
                  <a:pt x="0" y="27848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193">
            <a:extLst xmlns:a="http://schemas.openxmlformats.org/drawingml/2006/main">
              <a:ext uri="{FF2B5EF4-FFF2-40B4-BE49-F238E27FC236}">
                <a16:creationId xmlns:a16="http://schemas.microsoft.com/office/drawing/2014/main" id="{1231AF87-7A90-481D-B606-3009D33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85" y="2651566"/>
            <a:ext cx="1176013" cy="403177"/>
          </a:xfrm>
          <a:custGeom xmlns:a="http://schemas.openxmlformats.org/drawingml/2006/main">
            <a:pathLst>
              <a:path w="1176013" h="403177">
                <a:moveTo>
                  <a:pt x="0" y="153344"/>
                </a:moveTo>
                <a:lnTo>
                  <a:pt x="1142490" y="0"/>
                </a:lnTo>
                <a:lnTo>
                  <a:pt x="1176013" y="249722"/>
                </a:lnTo>
                <a:lnTo>
                  <a:pt x="33637" y="403177"/>
                </a:lnTo>
                <a:lnTo>
                  <a:pt x="0" y="15334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194">
            <a:extLst xmlns:a="http://schemas.openxmlformats.org/drawingml/2006/main">
              <a:ext uri="{FF2B5EF4-FFF2-40B4-BE49-F238E27FC236}">
                <a16:creationId xmlns:a16="http://schemas.microsoft.com/office/drawing/2014/main" id="{929B1293-96B1-4158-A5E9-5D49F302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627" y="2380440"/>
            <a:ext cx="1918720" cy="510201"/>
          </a:xfrm>
          <a:custGeom xmlns:a="http://schemas.openxmlformats.org/drawingml/2006/main">
            <a:pathLst>
              <a:path w="1918720" h="510201">
                <a:moveTo>
                  <a:pt x="0" y="253006"/>
                </a:moveTo>
                <a:lnTo>
                  <a:pt x="1884179" y="0"/>
                </a:lnTo>
                <a:lnTo>
                  <a:pt x="1918720" y="257082"/>
                </a:lnTo>
                <a:lnTo>
                  <a:pt x="34541" y="510201"/>
                </a:lnTo>
                <a:lnTo>
                  <a:pt x="0" y="25300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195">
            <a:extLst xmlns:a="http://schemas.openxmlformats.org/drawingml/2006/main">
              <a:ext uri="{FF2B5EF4-FFF2-40B4-BE49-F238E27FC236}">
                <a16:creationId xmlns:a16="http://schemas.microsoft.com/office/drawing/2014/main" id="{61D7266C-68AB-48C8-A9D7-B10F08F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7" y="303394"/>
            <a:ext cx="14746802" cy="9397672"/>
          </a:xfrm>
          <a:custGeom xmlns:a="http://schemas.openxmlformats.org/drawingml/2006/main">
            <a:pathLst>
              <a:path w="14746802" h="9397672">
                <a:moveTo>
                  <a:pt x="0" y="403405"/>
                </a:moveTo>
                <a:cubicBezTo>
                  <a:pt x="0" y="180637"/>
                  <a:pt x="180626" y="0"/>
                  <a:pt x="403438" y="0"/>
                </a:cubicBezTo>
                <a:lnTo>
                  <a:pt x="14343398" y="0"/>
                </a:lnTo>
                <a:cubicBezTo>
                  <a:pt x="14566163" y="0"/>
                  <a:pt x="14746802" y="180637"/>
                  <a:pt x="14746802" y="403405"/>
                </a:cubicBezTo>
                <a:lnTo>
                  <a:pt x="14746802" y="8994233"/>
                </a:lnTo>
                <a:cubicBezTo>
                  <a:pt x="14746802" y="9217045"/>
                  <a:pt x="14566163" y="9397672"/>
                  <a:pt x="14343398" y="9397672"/>
                </a:cubicBezTo>
                <a:lnTo>
                  <a:pt x="403438" y="9397672"/>
                </a:lnTo>
                <a:cubicBezTo>
                  <a:pt x="180626" y="9397672"/>
                  <a:pt x="0" y="9217045"/>
                  <a:pt x="0" y="8994233"/>
                </a:cubicBezTo>
                <a:lnTo>
                  <a:pt x="0" y="403405"/>
                </a:lnTo>
              </a:path>
            </a:pathLst>
          </a:custGeom>
          <a:noFill xmlns:a="http://schemas.openxmlformats.org/drawingml/2006/main"/>
          <a:ln xmlns:a="http://schemas.openxmlformats.org/drawingml/2006/main" w="226505">
            <a:solidFill>
              <a:srgbClr val="FFFFFF"/>
            </a:solidFill>
            <a:prstDash val="solid"/>
          </a:ln>
        </p:spPr>
      </p:sp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80B5AE0-A326-4613-9F0B-04FF86E56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5d96530a24ba5"/>
          <a:stretch xmlns:a="http://schemas.openxmlformats.org/drawingml/2006/main"/>
        </p:blipFill>
        <p:spPr>
          <a:xfrm xmlns:a="http://schemas.openxmlformats.org/drawingml/2006/main">
            <a:off x="10153650" y="8305800"/>
            <a:ext cx="1171575" cy="1171575"/>
          </a:xfrm>
          <a:prstGeom xmlns:a="http://schemas.openxmlformats.org/drawingml/2006/main" prst="rect">
            <a:avLst/>
          </a:prstGeom>
        </p:spPr>
      </p:pic>
      <p:sp>
        <p:nvSpPr>
          <p:cNvPr id="246" name="path-197">
            <a:extLst xmlns:a="http://schemas.openxmlformats.org/drawingml/2006/main">
              <a:ext uri="{FF2B5EF4-FFF2-40B4-BE49-F238E27FC236}">
                <a16:creationId xmlns:a16="http://schemas.microsoft.com/office/drawing/2014/main" id="{CC995A68-5467-4099-B944-EDB6BFCC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803" y="8670924"/>
            <a:ext cx="558559" cy="627870"/>
          </a:xfrm>
          <a:custGeom xmlns:a="http://schemas.openxmlformats.org/drawingml/2006/main">
            <a:pathLst>
              <a:path w="558559" h="627870">
                <a:moveTo>
                  <a:pt x="0" y="0"/>
                </a:moveTo>
                <a:lnTo>
                  <a:pt x="558559" y="0"/>
                </a:lnTo>
                <a:lnTo>
                  <a:pt x="558559" y="627870"/>
                </a:lnTo>
                <a:lnTo>
                  <a:pt x="0" y="6278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88">
            <a:solidFill>
              <a:srgbClr val="F96808"/>
            </a:solidFill>
            <a:prstDash val="solid"/>
          </a:ln>
        </p:spPr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177E8AF-5473-44F6-BE18-1D7FAC4837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9e76d5eb44999"/>
          <a:stretch xmlns:a="http://schemas.openxmlformats.org/drawingml/2006/main"/>
        </p:blipFill>
        <p:spPr>
          <a:xfrm xmlns:a="http://schemas.openxmlformats.org/drawingml/2006/main">
            <a:off x="2209800" y="8486775"/>
            <a:ext cx="1628775" cy="971550"/>
          </a:xfrm>
          <a:prstGeom xmlns:a="http://schemas.openxmlformats.org/drawingml/2006/main" prst="rect">
            <a:avLst/>
          </a:prstGeom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C1DC34D-4B6C-4F36-BE89-AA24BE4C1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2ed468bce444d"/>
          <a:stretch xmlns:a="http://schemas.openxmlformats.org/drawingml/2006/main"/>
        </p:blipFill>
        <p:spPr>
          <a:xfrm xmlns:a="http://schemas.openxmlformats.org/drawingml/2006/main">
            <a:off x="11601450" y="8724900"/>
            <a:ext cx="400050" cy="409575"/>
          </a:xfrm>
          <a:prstGeom xmlns:a="http://schemas.openxmlformats.org/drawingml/2006/main" prst="rect">
            <a:avLst/>
          </a:prstGeom>
        </p:spPr>
      </p:pic>
      <p:sp>
        <p:nvSpPr>
          <p:cNvPr id="249" name="text-200 3D">
            <a:extLst xmlns:a="http://schemas.openxmlformats.org/drawingml/2006/main">
              <a:ext uri="{FF2B5EF4-FFF2-40B4-BE49-F238E27FC236}">
                <a16:creationId xmlns:a16="http://schemas.microsoft.com/office/drawing/2014/main" id="{2B5D55E1-C959-4F01-8CB0-EB3B273A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4655" y="9119790"/>
            <a:ext cx="284371" cy="285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3D</a:t>
            </a:r>
          </a:p>
        </p:txBody>
      </p:sp>
      <p:sp>
        <p:nvSpPr>
          <p:cNvPr id="250" name="path-201">
            <a:extLst xmlns:a="http://schemas.openxmlformats.org/drawingml/2006/main">
              <a:ext uri="{FF2B5EF4-FFF2-40B4-BE49-F238E27FC236}">
                <a16:creationId xmlns:a16="http://schemas.microsoft.com/office/drawing/2014/main" id="{1F360407-92AC-4F51-8D3B-F103B5D7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403" y="6267597"/>
            <a:ext cx="612694" cy="144623"/>
          </a:xfrm>
          <a:custGeom xmlns:a="http://schemas.openxmlformats.org/drawingml/2006/main">
            <a:pathLst>
              <a:path w="612694" h="144623">
                <a:moveTo>
                  <a:pt x="78597" y="142359"/>
                </a:moveTo>
                <a:lnTo>
                  <a:pt x="78597" y="137489"/>
                </a:lnTo>
                <a:cubicBezTo>
                  <a:pt x="81995" y="136809"/>
                  <a:pt x="84373" y="136016"/>
                  <a:pt x="86070" y="135224"/>
                </a:cubicBezTo>
                <a:cubicBezTo>
                  <a:pt x="87657" y="134431"/>
                  <a:pt x="88902" y="133299"/>
                  <a:pt x="89695" y="131940"/>
                </a:cubicBezTo>
                <a:cubicBezTo>
                  <a:pt x="90489" y="130467"/>
                  <a:pt x="90829" y="128542"/>
                  <a:pt x="90829" y="126164"/>
                </a:cubicBezTo>
                <a:cubicBezTo>
                  <a:pt x="90829" y="123898"/>
                  <a:pt x="90602" y="121520"/>
                  <a:pt x="90149" y="118916"/>
                </a:cubicBezTo>
                <a:cubicBezTo>
                  <a:pt x="89582" y="116310"/>
                  <a:pt x="88788" y="113365"/>
                  <a:pt x="87771" y="110082"/>
                </a:cubicBezTo>
                <a:lnTo>
                  <a:pt x="84146" y="97285"/>
                </a:lnTo>
                <a:lnTo>
                  <a:pt x="37713" y="97171"/>
                </a:lnTo>
                <a:lnTo>
                  <a:pt x="34315" y="106911"/>
                </a:lnTo>
                <a:cubicBezTo>
                  <a:pt x="32617" y="111781"/>
                  <a:pt x="31484" y="115518"/>
                  <a:pt x="30917" y="118009"/>
                </a:cubicBezTo>
                <a:cubicBezTo>
                  <a:pt x="30465" y="120615"/>
                  <a:pt x="30125" y="122879"/>
                  <a:pt x="30125" y="124917"/>
                </a:cubicBezTo>
                <a:cubicBezTo>
                  <a:pt x="30125" y="128882"/>
                  <a:pt x="31143" y="131826"/>
                  <a:pt x="33183" y="133637"/>
                </a:cubicBezTo>
                <a:cubicBezTo>
                  <a:pt x="35222" y="135563"/>
                  <a:pt x="38280" y="136809"/>
                  <a:pt x="42468" y="137375"/>
                </a:cubicBezTo>
                <a:lnTo>
                  <a:pt x="42468" y="142246"/>
                </a:lnTo>
                <a:lnTo>
                  <a:pt x="0" y="142246"/>
                </a:lnTo>
                <a:lnTo>
                  <a:pt x="0" y="137375"/>
                </a:lnTo>
                <a:cubicBezTo>
                  <a:pt x="3738" y="136695"/>
                  <a:pt x="6908" y="134544"/>
                  <a:pt x="9739" y="130919"/>
                </a:cubicBezTo>
                <a:cubicBezTo>
                  <a:pt x="12457" y="127183"/>
                  <a:pt x="15175" y="121860"/>
                  <a:pt x="17781" y="114951"/>
                </a:cubicBezTo>
                <a:lnTo>
                  <a:pt x="59344" y="4870"/>
                </a:lnTo>
                <a:lnTo>
                  <a:pt x="75086" y="4870"/>
                </a:lnTo>
                <a:lnTo>
                  <a:pt x="108835" y="115858"/>
                </a:lnTo>
                <a:cubicBezTo>
                  <a:pt x="110421" y="121067"/>
                  <a:pt x="111780" y="125030"/>
                  <a:pt x="113025" y="127748"/>
                </a:cubicBezTo>
                <a:cubicBezTo>
                  <a:pt x="114271" y="130467"/>
                  <a:pt x="115743" y="132618"/>
                  <a:pt x="117442" y="134091"/>
                </a:cubicBezTo>
                <a:cubicBezTo>
                  <a:pt x="119141" y="135676"/>
                  <a:pt x="121519" y="136809"/>
                  <a:pt x="124463" y="137489"/>
                </a:cubicBezTo>
                <a:lnTo>
                  <a:pt x="124463" y="142359"/>
                </a:lnTo>
                <a:lnTo>
                  <a:pt x="78597" y="142359"/>
                </a:lnTo>
                <a:moveTo>
                  <a:pt x="40431" y="88564"/>
                </a:moveTo>
                <a:lnTo>
                  <a:pt x="82108" y="88564"/>
                </a:lnTo>
                <a:lnTo>
                  <a:pt x="63307" y="24350"/>
                </a:lnTo>
                <a:lnTo>
                  <a:pt x="40431" y="88564"/>
                </a:lnTo>
                <a:moveTo>
                  <a:pt x="159232" y="62855"/>
                </a:moveTo>
                <a:lnTo>
                  <a:pt x="159685" y="62969"/>
                </a:lnTo>
                <a:cubicBezTo>
                  <a:pt x="164329" y="58212"/>
                  <a:pt x="168179" y="54700"/>
                  <a:pt x="171237" y="52436"/>
                </a:cubicBezTo>
                <a:cubicBezTo>
                  <a:pt x="174408" y="50285"/>
                  <a:pt x="177579" y="48586"/>
                  <a:pt x="180864" y="47453"/>
                </a:cubicBezTo>
                <a:cubicBezTo>
                  <a:pt x="184149" y="46320"/>
                  <a:pt x="187772" y="45754"/>
                  <a:pt x="191622" y="45754"/>
                </a:cubicBezTo>
                <a:cubicBezTo>
                  <a:pt x="198758" y="45754"/>
                  <a:pt x="204873" y="47567"/>
                  <a:pt x="209856" y="51190"/>
                </a:cubicBezTo>
                <a:cubicBezTo>
                  <a:pt x="214952" y="54814"/>
                  <a:pt x="218917" y="60251"/>
                  <a:pt x="221635" y="67499"/>
                </a:cubicBezTo>
                <a:cubicBezTo>
                  <a:pt x="224353" y="74747"/>
                  <a:pt x="225712" y="83581"/>
                  <a:pt x="225712" y="94000"/>
                </a:cubicBezTo>
                <a:cubicBezTo>
                  <a:pt x="225712" y="104872"/>
                  <a:pt x="224012" y="114045"/>
                  <a:pt x="220728" y="121407"/>
                </a:cubicBezTo>
                <a:cubicBezTo>
                  <a:pt x="217443" y="128882"/>
                  <a:pt x="212574" y="134544"/>
                  <a:pt x="206232" y="138394"/>
                </a:cubicBezTo>
                <a:cubicBezTo>
                  <a:pt x="199777" y="142132"/>
                  <a:pt x="192189" y="144058"/>
                  <a:pt x="183468" y="144058"/>
                </a:cubicBezTo>
                <a:cubicBezTo>
                  <a:pt x="178486" y="144058"/>
                  <a:pt x="173841" y="143605"/>
                  <a:pt x="169538" y="142698"/>
                </a:cubicBezTo>
                <a:cubicBezTo>
                  <a:pt x="165234" y="141792"/>
                  <a:pt x="160592" y="140207"/>
                  <a:pt x="155835" y="137942"/>
                </a:cubicBezTo>
                <a:lnTo>
                  <a:pt x="148927" y="144058"/>
                </a:lnTo>
                <a:lnTo>
                  <a:pt x="142017" y="142359"/>
                </a:lnTo>
                <a:lnTo>
                  <a:pt x="142131" y="34203"/>
                </a:lnTo>
                <a:cubicBezTo>
                  <a:pt x="142244" y="27860"/>
                  <a:pt x="142131" y="23443"/>
                  <a:pt x="142017" y="20839"/>
                </a:cubicBezTo>
                <a:cubicBezTo>
                  <a:pt x="141904" y="18348"/>
                  <a:pt x="141677" y="16195"/>
                  <a:pt x="141224" y="14496"/>
                </a:cubicBezTo>
                <a:cubicBezTo>
                  <a:pt x="140885" y="12685"/>
                  <a:pt x="140207" y="11325"/>
                  <a:pt x="139526" y="10306"/>
                </a:cubicBezTo>
                <a:cubicBezTo>
                  <a:pt x="138733" y="9287"/>
                  <a:pt x="137714" y="8494"/>
                  <a:pt x="136355" y="7928"/>
                </a:cubicBezTo>
                <a:cubicBezTo>
                  <a:pt x="135109" y="7361"/>
                  <a:pt x="132730" y="6683"/>
                  <a:pt x="129334" y="6116"/>
                </a:cubicBezTo>
                <a:lnTo>
                  <a:pt x="129334" y="907"/>
                </a:lnTo>
                <a:lnTo>
                  <a:pt x="153456" y="0"/>
                </a:lnTo>
                <a:lnTo>
                  <a:pt x="159345" y="0"/>
                </a:lnTo>
                <a:lnTo>
                  <a:pt x="159232" y="62855"/>
                </a:lnTo>
                <a:moveTo>
                  <a:pt x="159232" y="106571"/>
                </a:moveTo>
                <a:cubicBezTo>
                  <a:pt x="159232" y="111668"/>
                  <a:pt x="159458" y="115744"/>
                  <a:pt x="159912" y="118802"/>
                </a:cubicBezTo>
                <a:cubicBezTo>
                  <a:pt x="160365" y="121860"/>
                  <a:pt x="161157" y="124351"/>
                  <a:pt x="162176" y="126277"/>
                </a:cubicBezTo>
                <a:cubicBezTo>
                  <a:pt x="163310" y="128315"/>
                  <a:pt x="164894" y="130127"/>
                  <a:pt x="166933" y="131826"/>
                </a:cubicBezTo>
                <a:cubicBezTo>
                  <a:pt x="169086" y="133412"/>
                  <a:pt x="171350" y="134544"/>
                  <a:pt x="173954" y="135224"/>
                </a:cubicBezTo>
                <a:cubicBezTo>
                  <a:pt x="176559" y="135903"/>
                  <a:pt x="179504" y="136130"/>
                  <a:pt x="182675" y="136243"/>
                </a:cubicBezTo>
                <a:cubicBezTo>
                  <a:pt x="190603" y="136243"/>
                  <a:pt x="196606" y="132958"/>
                  <a:pt x="200796" y="126502"/>
                </a:cubicBezTo>
                <a:cubicBezTo>
                  <a:pt x="204873" y="119935"/>
                  <a:pt x="207025" y="110195"/>
                  <a:pt x="207025" y="97171"/>
                </a:cubicBezTo>
                <a:cubicBezTo>
                  <a:pt x="207025" y="84033"/>
                  <a:pt x="205099" y="74180"/>
                  <a:pt x="201363" y="67612"/>
                </a:cubicBezTo>
                <a:cubicBezTo>
                  <a:pt x="197625" y="60929"/>
                  <a:pt x="191962" y="57646"/>
                  <a:pt x="184487" y="57646"/>
                </a:cubicBezTo>
                <a:cubicBezTo>
                  <a:pt x="180637" y="57646"/>
                  <a:pt x="177466" y="58212"/>
                  <a:pt x="174748" y="59345"/>
                </a:cubicBezTo>
                <a:cubicBezTo>
                  <a:pt x="172144" y="60591"/>
                  <a:pt x="169538" y="62403"/>
                  <a:pt x="166820" y="64781"/>
                </a:cubicBezTo>
                <a:cubicBezTo>
                  <a:pt x="164215" y="67272"/>
                  <a:pt x="162290" y="69650"/>
                  <a:pt x="161044" y="72029"/>
                </a:cubicBezTo>
                <a:cubicBezTo>
                  <a:pt x="159912" y="74407"/>
                  <a:pt x="159232" y="77125"/>
                  <a:pt x="159232" y="80183"/>
                </a:cubicBezTo>
                <a:lnTo>
                  <a:pt x="159232" y="106571"/>
                </a:lnTo>
                <a:moveTo>
                  <a:pt x="274184" y="8380"/>
                </a:moveTo>
                <a:lnTo>
                  <a:pt x="274184" y="27747"/>
                </a:lnTo>
                <a:lnTo>
                  <a:pt x="255836" y="27747"/>
                </a:lnTo>
                <a:lnTo>
                  <a:pt x="255836" y="8380"/>
                </a:lnTo>
                <a:lnTo>
                  <a:pt x="274184" y="8380"/>
                </a:lnTo>
                <a:moveTo>
                  <a:pt x="245532" y="137715"/>
                </a:moveTo>
                <a:cubicBezTo>
                  <a:pt x="248136" y="136922"/>
                  <a:pt x="249947" y="136130"/>
                  <a:pt x="251081" y="135563"/>
                </a:cubicBezTo>
                <a:cubicBezTo>
                  <a:pt x="252099" y="134998"/>
                  <a:pt x="253118" y="134204"/>
                  <a:pt x="253798" y="133072"/>
                </a:cubicBezTo>
                <a:cubicBezTo>
                  <a:pt x="254591" y="132053"/>
                  <a:pt x="255156" y="130467"/>
                  <a:pt x="255609" y="128201"/>
                </a:cubicBezTo>
                <a:cubicBezTo>
                  <a:pt x="256063" y="126050"/>
                  <a:pt x="256290" y="122652"/>
                  <a:pt x="256290" y="118009"/>
                </a:cubicBezTo>
                <a:lnTo>
                  <a:pt x="256403" y="74634"/>
                </a:lnTo>
                <a:cubicBezTo>
                  <a:pt x="256403" y="70330"/>
                  <a:pt x="256290" y="66932"/>
                  <a:pt x="256176" y="64327"/>
                </a:cubicBezTo>
                <a:cubicBezTo>
                  <a:pt x="256063" y="61723"/>
                  <a:pt x="255609" y="59684"/>
                  <a:pt x="254817" y="58098"/>
                </a:cubicBezTo>
                <a:cubicBezTo>
                  <a:pt x="254025" y="56514"/>
                  <a:pt x="252778" y="55380"/>
                  <a:pt x="251194" y="54588"/>
                </a:cubicBezTo>
                <a:cubicBezTo>
                  <a:pt x="249493" y="53795"/>
                  <a:pt x="247229" y="53229"/>
                  <a:pt x="244285" y="52662"/>
                </a:cubicBezTo>
                <a:lnTo>
                  <a:pt x="244285" y="47340"/>
                </a:lnTo>
                <a:lnTo>
                  <a:pt x="267388" y="46547"/>
                </a:lnTo>
                <a:lnTo>
                  <a:pt x="273504" y="46547"/>
                </a:lnTo>
                <a:lnTo>
                  <a:pt x="273390" y="117670"/>
                </a:lnTo>
                <a:cubicBezTo>
                  <a:pt x="273390" y="123446"/>
                  <a:pt x="273617" y="127409"/>
                  <a:pt x="274184" y="129562"/>
                </a:cubicBezTo>
                <a:cubicBezTo>
                  <a:pt x="274751" y="131826"/>
                  <a:pt x="275768" y="133525"/>
                  <a:pt x="277242" y="134657"/>
                </a:cubicBezTo>
                <a:cubicBezTo>
                  <a:pt x="278713" y="135790"/>
                  <a:pt x="281205" y="136809"/>
                  <a:pt x="284488" y="137715"/>
                </a:cubicBezTo>
                <a:lnTo>
                  <a:pt x="284488" y="142584"/>
                </a:lnTo>
                <a:lnTo>
                  <a:pt x="245532" y="142584"/>
                </a:lnTo>
                <a:lnTo>
                  <a:pt x="245532" y="137715"/>
                </a:lnTo>
                <a:moveTo>
                  <a:pt x="345871" y="144283"/>
                </a:moveTo>
                <a:cubicBezTo>
                  <a:pt x="332055" y="144283"/>
                  <a:pt x="321524" y="140207"/>
                  <a:pt x="314274" y="132053"/>
                </a:cubicBezTo>
                <a:cubicBezTo>
                  <a:pt x="307026" y="123898"/>
                  <a:pt x="303403" y="111894"/>
                  <a:pt x="303403" y="95924"/>
                </a:cubicBezTo>
                <a:cubicBezTo>
                  <a:pt x="303516" y="85053"/>
                  <a:pt x="305441" y="75766"/>
                  <a:pt x="309179" y="68179"/>
                </a:cubicBezTo>
                <a:cubicBezTo>
                  <a:pt x="313029" y="60591"/>
                  <a:pt x="318239" y="55040"/>
                  <a:pt x="324921" y="51304"/>
                </a:cubicBezTo>
                <a:cubicBezTo>
                  <a:pt x="331602" y="47680"/>
                  <a:pt x="339077" y="45868"/>
                  <a:pt x="347572" y="45868"/>
                </a:cubicBezTo>
                <a:cubicBezTo>
                  <a:pt x="361841" y="45868"/>
                  <a:pt x="372599" y="50058"/>
                  <a:pt x="379847" y="58325"/>
                </a:cubicBezTo>
                <a:cubicBezTo>
                  <a:pt x="387096" y="66592"/>
                  <a:pt x="390720" y="78370"/>
                  <a:pt x="390720" y="93887"/>
                </a:cubicBezTo>
                <a:cubicBezTo>
                  <a:pt x="390720" y="104872"/>
                  <a:pt x="388906" y="114159"/>
                  <a:pt x="385285" y="121747"/>
                </a:cubicBezTo>
                <a:cubicBezTo>
                  <a:pt x="381546" y="129335"/>
                  <a:pt x="376337" y="134998"/>
                  <a:pt x="369655" y="138734"/>
                </a:cubicBezTo>
                <a:cubicBezTo>
                  <a:pt x="362972" y="142471"/>
                  <a:pt x="355045" y="144283"/>
                  <a:pt x="345871" y="144283"/>
                </a:cubicBezTo>
                <a:moveTo>
                  <a:pt x="322316" y="93887"/>
                </a:moveTo>
                <a:cubicBezTo>
                  <a:pt x="322203" y="107589"/>
                  <a:pt x="324355" y="118009"/>
                  <a:pt x="328771" y="125370"/>
                </a:cubicBezTo>
                <a:cubicBezTo>
                  <a:pt x="333074" y="132732"/>
                  <a:pt x="339303" y="136357"/>
                  <a:pt x="347345" y="136468"/>
                </a:cubicBezTo>
                <a:cubicBezTo>
                  <a:pt x="351874" y="136468"/>
                  <a:pt x="355612" y="135336"/>
                  <a:pt x="358783" y="133185"/>
                </a:cubicBezTo>
                <a:cubicBezTo>
                  <a:pt x="361841" y="131033"/>
                  <a:pt x="364446" y="128201"/>
                  <a:pt x="366370" y="124465"/>
                </a:cubicBezTo>
                <a:cubicBezTo>
                  <a:pt x="368297" y="120840"/>
                  <a:pt x="369768" y="116650"/>
                  <a:pt x="370562" y="111781"/>
                </a:cubicBezTo>
                <a:cubicBezTo>
                  <a:pt x="371467" y="107024"/>
                  <a:pt x="371919" y="101927"/>
                  <a:pt x="371919" y="96718"/>
                </a:cubicBezTo>
                <a:cubicBezTo>
                  <a:pt x="371919" y="86977"/>
                  <a:pt x="370902" y="78937"/>
                  <a:pt x="368749" y="72481"/>
                </a:cubicBezTo>
                <a:cubicBezTo>
                  <a:pt x="366597" y="66026"/>
                  <a:pt x="363652" y="61270"/>
                  <a:pt x="359914" y="58212"/>
                </a:cubicBezTo>
                <a:cubicBezTo>
                  <a:pt x="356179" y="55267"/>
                  <a:pt x="351987" y="53681"/>
                  <a:pt x="347232" y="53681"/>
                </a:cubicBezTo>
                <a:cubicBezTo>
                  <a:pt x="339190" y="53681"/>
                  <a:pt x="332962" y="57193"/>
                  <a:pt x="328771" y="64101"/>
                </a:cubicBezTo>
                <a:cubicBezTo>
                  <a:pt x="324469" y="71124"/>
                  <a:pt x="322316" y="80976"/>
                  <a:pt x="322316" y="93887"/>
                </a:cubicBezTo>
                <a:moveTo>
                  <a:pt x="405443" y="52549"/>
                </a:moveTo>
                <a:cubicBezTo>
                  <a:pt x="408727" y="52096"/>
                  <a:pt x="411446" y="51190"/>
                  <a:pt x="413483" y="49831"/>
                </a:cubicBezTo>
                <a:cubicBezTo>
                  <a:pt x="415635" y="48472"/>
                  <a:pt x="417222" y="46773"/>
                  <a:pt x="418354" y="44736"/>
                </a:cubicBezTo>
                <a:cubicBezTo>
                  <a:pt x="419486" y="42583"/>
                  <a:pt x="420393" y="39979"/>
                  <a:pt x="421072" y="36807"/>
                </a:cubicBezTo>
                <a:cubicBezTo>
                  <a:pt x="421750" y="33636"/>
                  <a:pt x="422431" y="29106"/>
                  <a:pt x="423224" y="23103"/>
                </a:cubicBezTo>
                <a:lnTo>
                  <a:pt x="437380" y="23103"/>
                </a:lnTo>
                <a:lnTo>
                  <a:pt x="437267" y="47680"/>
                </a:lnTo>
                <a:lnTo>
                  <a:pt x="469431" y="47680"/>
                </a:lnTo>
                <a:lnTo>
                  <a:pt x="469431" y="57760"/>
                </a:lnTo>
                <a:lnTo>
                  <a:pt x="437267" y="57760"/>
                </a:lnTo>
                <a:lnTo>
                  <a:pt x="437267" y="102040"/>
                </a:lnTo>
                <a:cubicBezTo>
                  <a:pt x="437267" y="108496"/>
                  <a:pt x="437494" y="113592"/>
                  <a:pt x="438059" y="117330"/>
                </a:cubicBezTo>
                <a:cubicBezTo>
                  <a:pt x="438511" y="121180"/>
                  <a:pt x="439531" y="124238"/>
                  <a:pt x="441004" y="126391"/>
                </a:cubicBezTo>
                <a:cubicBezTo>
                  <a:pt x="442476" y="128542"/>
                  <a:pt x="444063" y="130014"/>
                  <a:pt x="445987" y="131033"/>
                </a:cubicBezTo>
                <a:cubicBezTo>
                  <a:pt x="447798" y="131940"/>
                  <a:pt x="450177" y="132393"/>
                  <a:pt x="453122" y="132393"/>
                </a:cubicBezTo>
                <a:cubicBezTo>
                  <a:pt x="455840" y="132393"/>
                  <a:pt x="458219" y="131826"/>
                  <a:pt x="460597" y="130806"/>
                </a:cubicBezTo>
                <a:cubicBezTo>
                  <a:pt x="462975" y="129674"/>
                  <a:pt x="465239" y="128088"/>
                  <a:pt x="467505" y="126050"/>
                </a:cubicBezTo>
                <a:lnTo>
                  <a:pt x="471922" y="131373"/>
                </a:lnTo>
                <a:cubicBezTo>
                  <a:pt x="467280" y="136016"/>
                  <a:pt x="462748" y="139300"/>
                  <a:pt x="458558" y="141339"/>
                </a:cubicBezTo>
                <a:cubicBezTo>
                  <a:pt x="454368" y="143378"/>
                  <a:pt x="449951" y="144397"/>
                  <a:pt x="445420" y="144397"/>
                </a:cubicBezTo>
                <a:cubicBezTo>
                  <a:pt x="436927" y="144397"/>
                  <a:pt x="430471" y="141906"/>
                  <a:pt x="426395" y="136809"/>
                </a:cubicBezTo>
                <a:cubicBezTo>
                  <a:pt x="422204" y="131713"/>
                  <a:pt x="420053" y="123785"/>
                  <a:pt x="420166" y="112913"/>
                </a:cubicBezTo>
                <a:lnTo>
                  <a:pt x="420166" y="57646"/>
                </a:lnTo>
                <a:lnTo>
                  <a:pt x="405443" y="57646"/>
                </a:lnTo>
                <a:lnTo>
                  <a:pt x="405443" y="52549"/>
                </a:lnTo>
                <a:moveTo>
                  <a:pt x="509294" y="8720"/>
                </a:moveTo>
                <a:lnTo>
                  <a:pt x="509294" y="28087"/>
                </a:lnTo>
                <a:lnTo>
                  <a:pt x="490948" y="27974"/>
                </a:lnTo>
                <a:lnTo>
                  <a:pt x="490948" y="8720"/>
                </a:lnTo>
                <a:lnTo>
                  <a:pt x="509294" y="8720"/>
                </a:lnTo>
                <a:moveTo>
                  <a:pt x="480642" y="138056"/>
                </a:moveTo>
                <a:cubicBezTo>
                  <a:pt x="483247" y="137262"/>
                  <a:pt x="485059" y="136468"/>
                  <a:pt x="486191" y="135903"/>
                </a:cubicBezTo>
                <a:cubicBezTo>
                  <a:pt x="487212" y="135336"/>
                  <a:pt x="488229" y="134544"/>
                  <a:pt x="488909" y="133412"/>
                </a:cubicBezTo>
                <a:cubicBezTo>
                  <a:pt x="489703" y="132393"/>
                  <a:pt x="490269" y="130694"/>
                  <a:pt x="490722" y="128542"/>
                </a:cubicBezTo>
                <a:cubicBezTo>
                  <a:pt x="491175" y="126391"/>
                  <a:pt x="491402" y="122992"/>
                  <a:pt x="491402" y="118349"/>
                </a:cubicBezTo>
                <a:lnTo>
                  <a:pt x="491515" y="74860"/>
                </a:lnTo>
                <a:cubicBezTo>
                  <a:pt x="491515" y="70670"/>
                  <a:pt x="491402" y="67272"/>
                  <a:pt x="491288" y="64668"/>
                </a:cubicBezTo>
                <a:cubicBezTo>
                  <a:pt x="491175" y="62063"/>
                  <a:pt x="490722" y="60024"/>
                  <a:pt x="489929" y="58438"/>
                </a:cubicBezTo>
                <a:cubicBezTo>
                  <a:pt x="489136" y="56853"/>
                  <a:pt x="487890" y="55720"/>
                  <a:pt x="486305" y="54927"/>
                </a:cubicBezTo>
                <a:cubicBezTo>
                  <a:pt x="484606" y="54135"/>
                  <a:pt x="482340" y="53569"/>
                  <a:pt x="479397" y="53003"/>
                </a:cubicBezTo>
                <a:lnTo>
                  <a:pt x="479397" y="47680"/>
                </a:lnTo>
                <a:lnTo>
                  <a:pt x="502500" y="46887"/>
                </a:lnTo>
                <a:lnTo>
                  <a:pt x="508614" y="46887"/>
                </a:lnTo>
                <a:lnTo>
                  <a:pt x="508502" y="118009"/>
                </a:lnTo>
                <a:cubicBezTo>
                  <a:pt x="508502" y="123785"/>
                  <a:pt x="508728" y="127748"/>
                  <a:pt x="509294" y="129901"/>
                </a:cubicBezTo>
                <a:cubicBezTo>
                  <a:pt x="509861" y="132166"/>
                  <a:pt x="510880" y="133864"/>
                  <a:pt x="512352" y="134998"/>
                </a:cubicBezTo>
                <a:cubicBezTo>
                  <a:pt x="513825" y="136130"/>
                  <a:pt x="516317" y="137149"/>
                  <a:pt x="519602" y="138056"/>
                </a:cubicBezTo>
                <a:lnTo>
                  <a:pt x="519602" y="142924"/>
                </a:lnTo>
                <a:lnTo>
                  <a:pt x="480642" y="142924"/>
                </a:lnTo>
                <a:lnTo>
                  <a:pt x="480642" y="138056"/>
                </a:lnTo>
                <a:moveTo>
                  <a:pt x="612015" y="50171"/>
                </a:moveTo>
                <a:lnTo>
                  <a:pt x="611902" y="71010"/>
                </a:lnTo>
                <a:lnTo>
                  <a:pt x="599330" y="71010"/>
                </a:lnTo>
                <a:cubicBezTo>
                  <a:pt x="598199" y="66705"/>
                  <a:pt x="596839" y="63309"/>
                  <a:pt x="595141" y="60816"/>
                </a:cubicBezTo>
                <a:cubicBezTo>
                  <a:pt x="593442" y="58325"/>
                  <a:pt x="591516" y="56514"/>
                  <a:pt x="589365" y="55494"/>
                </a:cubicBezTo>
                <a:cubicBezTo>
                  <a:pt x="587211" y="54588"/>
                  <a:pt x="584493" y="54021"/>
                  <a:pt x="581210" y="54021"/>
                </a:cubicBezTo>
                <a:cubicBezTo>
                  <a:pt x="576567" y="54021"/>
                  <a:pt x="572490" y="55494"/>
                  <a:pt x="568866" y="58438"/>
                </a:cubicBezTo>
                <a:cubicBezTo>
                  <a:pt x="565242" y="61496"/>
                  <a:pt x="562410" y="66026"/>
                  <a:pt x="560371" y="72142"/>
                </a:cubicBezTo>
                <a:cubicBezTo>
                  <a:pt x="558219" y="78257"/>
                  <a:pt x="557201" y="85733"/>
                  <a:pt x="557201" y="94567"/>
                </a:cubicBezTo>
                <a:cubicBezTo>
                  <a:pt x="557201" y="100116"/>
                  <a:pt x="557540" y="105325"/>
                  <a:pt x="558332" y="109969"/>
                </a:cubicBezTo>
                <a:cubicBezTo>
                  <a:pt x="559126" y="114726"/>
                  <a:pt x="560485" y="118689"/>
                  <a:pt x="562410" y="121972"/>
                </a:cubicBezTo>
                <a:cubicBezTo>
                  <a:pt x="564335" y="125257"/>
                  <a:pt x="566941" y="127861"/>
                  <a:pt x="570111" y="129787"/>
                </a:cubicBezTo>
                <a:cubicBezTo>
                  <a:pt x="573282" y="131600"/>
                  <a:pt x="577247" y="132505"/>
                  <a:pt x="581889" y="132618"/>
                </a:cubicBezTo>
                <a:cubicBezTo>
                  <a:pt x="586533" y="132618"/>
                  <a:pt x="590723" y="131713"/>
                  <a:pt x="594688" y="129901"/>
                </a:cubicBezTo>
                <a:cubicBezTo>
                  <a:pt x="598651" y="128088"/>
                  <a:pt x="602728" y="124917"/>
                  <a:pt x="607031" y="120501"/>
                </a:cubicBezTo>
                <a:lnTo>
                  <a:pt x="612694" y="127069"/>
                </a:lnTo>
                <a:cubicBezTo>
                  <a:pt x="609297" y="130694"/>
                  <a:pt x="606239" y="133637"/>
                  <a:pt x="603748" y="135676"/>
                </a:cubicBezTo>
                <a:cubicBezTo>
                  <a:pt x="601144" y="137602"/>
                  <a:pt x="598312" y="139300"/>
                  <a:pt x="595368" y="140660"/>
                </a:cubicBezTo>
                <a:cubicBezTo>
                  <a:pt x="592423" y="142019"/>
                  <a:pt x="589479" y="143038"/>
                  <a:pt x="586646" y="143718"/>
                </a:cubicBezTo>
                <a:cubicBezTo>
                  <a:pt x="583701" y="144283"/>
                  <a:pt x="580645" y="144623"/>
                  <a:pt x="577247" y="144623"/>
                </a:cubicBezTo>
                <a:cubicBezTo>
                  <a:pt x="564675" y="144623"/>
                  <a:pt x="555049" y="140433"/>
                  <a:pt x="548481" y="132053"/>
                </a:cubicBezTo>
                <a:cubicBezTo>
                  <a:pt x="541798" y="123785"/>
                  <a:pt x="538514" y="111668"/>
                  <a:pt x="538514" y="95924"/>
                </a:cubicBezTo>
                <a:cubicBezTo>
                  <a:pt x="538627" y="86185"/>
                  <a:pt x="540439" y="77465"/>
                  <a:pt x="544176" y="69877"/>
                </a:cubicBezTo>
                <a:cubicBezTo>
                  <a:pt x="547914" y="62290"/>
                  <a:pt x="553123" y="56401"/>
                  <a:pt x="559806" y="52322"/>
                </a:cubicBezTo>
                <a:cubicBezTo>
                  <a:pt x="566489" y="48246"/>
                  <a:pt x="574302" y="46206"/>
                  <a:pt x="583023" y="46206"/>
                </a:cubicBezTo>
                <a:cubicBezTo>
                  <a:pt x="588458" y="46206"/>
                  <a:pt x="593442" y="46547"/>
                  <a:pt x="598086" y="47113"/>
                </a:cubicBezTo>
                <a:cubicBezTo>
                  <a:pt x="602728" y="47794"/>
                  <a:pt x="607371" y="48812"/>
                  <a:pt x="612015" y="501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02">
            <a:extLst xmlns:a="http://schemas.openxmlformats.org/drawingml/2006/main">
              <a:ext uri="{FF2B5EF4-FFF2-40B4-BE49-F238E27FC236}">
                <a16:creationId xmlns:a16="http://schemas.microsoft.com/office/drawing/2014/main" id="{602B6992-8551-42B0-B37A-4CBE6D16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69" y="6360397"/>
            <a:ext cx="90416" cy="85781"/>
          </a:xfrm>
          <a:custGeom xmlns:a="http://schemas.openxmlformats.org/drawingml/2006/main">
            <a:pathLst>
              <a:path w="90416" h="85781">
                <a:moveTo>
                  <a:pt x="38764" y="74796"/>
                </a:moveTo>
                <a:cubicBezTo>
                  <a:pt x="27065" y="74070"/>
                  <a:pt x="15675" y="54880"/>
                  <a:pt x="10149" y="24334"/>
                </a:cubicBezTo>
                <a:cubicBezTo>
                  <a:pt x="6776" y="24799"/>
                  <a:pt x="3392" y="25179"/>
                  <a:pt x="0" y="25477"/>
                </a:cubicBezTo>
                <a:cubicBezTo>
                  <a:pt x="1328" y="33029"/>
                  <a:pt x="3016" y="40141"/>
                  <a:pt x="5068" y="46660"/>
                </a:cubicBezTo>
                <a:cubicBezTo>
                  <a:pt x="12598" y="70478"/>
                  <a:pt x="24328" y="84066"/>
                  <a:pt x="38134" y="84925"/>
                </a:cubicBezTo>
                <a:cubicBezTo>
                  <a:pt x="51917" y="85781"/>
                  <a:pt x="65247" y="73751"/>
                  <a:pt x="75668" y="51049"/>
                </a:cubicBezTo>
                <a:cubicBezTo>
                  <a:pt x="82207" y="36799"/>
                  <a:pt x="87226" y="19244"/>
                  <a:pt x="90416" y="0"/>
                </a:cubicBezTo>
                <a:cubicBezTo>
                  <a:pt x="86721" y="1743"/>
                  <a:pt x="82983" y="3408"/>
                  <a:pt x="79212" y="4995"/>
                </a:cubicBezTo>
                <a:cubicBezTo>
                  <a:pt x="70801" y="48388"/>
                  <a:pt x="53237" y="75696"/>
                  <a:pt x="38764" y="74796"/>
                </a:cubicBezTo>
              </a:path>
            </a:pathLst>
          </a:custGeom>
          <a:solidFill xmlns:a="http://schemas.openxmlformats.org/drawingml/2006/main">
            <a:srgbClr val="E72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03">
            <a:extLst xmlns:a="http://schemas.openxmlformats.org/drawingml/2006/main">
              <a:ext uri="{FF2B5EF4-FFF2-40B4-BE49-F238E27FC236}">
                <a16:creationId xmlns:a16="http://schemas.microsoft.com/office/drawing/2014/main" id="{024743EA-2C2C-4720-A575-5B70722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992" y="6268376"/>
            <a:ext cx="71651" cy="31017"/>
          </a:xfrm>
          <a:custGeom xmlns:a="http://schemas.openxmlformats.org/drawingml/2006/main">
            <a:pathLst>
              <a:path w="71651" h="31017">
                <a:moveTo>
                  <a:pt x="71651" y="10050"/>
                </a:moveTo>
                <a:cubicBezTo>
                  <a:pt x="71151" y="6566"/>
                  <a:pt x="70581" y="3213"/>
                  <a:pt x="69930" y="0"/>
                </a:cubicBezTo>
                <a:cubicBezTo>
                  <a:pt x="53998" y="2231"/>
                  <a:pt x="36876" y="6418"/>
                  <a:pt x="19593" y="12382"/>
                </a:cubicBezTo>
                <a:cubicBezTo>
                  <a:pt x="13729" y="14412"/>
                  <a:pt x="7934" y="16617"/>
                  <a:pt x="2209" y="19009"/>
                </a:cubicBezTo>
                <a:cubicBezTo>
                  <a:pt x="1398" y="22885"/>
                  <a:pt x="650" y="26886"/>
                  <a:pt x="0" y="31017"/>
                </a:cubicBezTo>
                <a:cubicBezTo>
                  <a:pt x="7165" y="27815"/>
                  <a:pt x="14799" y="24788"/>
                  <a:pt x="22911" y="21986"/>
                </a:cubicBezTo>
                <a:cubicBezTo>
                  <a:pt x="39474" y="16256"/>
                  <a:pt x="56210" y="12216"/>
                  <a:pt x="71651" y="10050"/>
                </a:cubicBezTo>
              </a:path>
            </a:pathLst>
          </a:custGeom>
          <a:solidFill xmlns:a="http://schemas.openxmlformats.org/drawingml/2006/main">
            <a:srgbClr val="002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04">
            <a:extLst xmlns:a="http://schemas.openxmlformats.org/drawingml/2006/main">
              <a:ext uri="{FF2B5EF4-FFF2-40B4-BE49-F238E27FC236}">
                <a16:creationId xmlns:a16="http://schemas.microsoft.com/office/drawing/2014/main" id="{2D7F7493-4550-4ACD-9724-CB9A72FB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749" y="6357125"/>
            <a:ext cx="11719" cy="18646"/>
          </a:xfrm>
          <a:custGeom xmlns:a="http://schemas.openxmlformats.org/drawingml/2006/main">
            <a:pathLst>
              <a:path w="11719" h="18646">
                <a:moveTo>
                  <a:pt x="1602" y="18646"/>
                </a:moveTo>
                <a:cubicBezTo>
                  <a:pt x="4984" y="18364"/>
                  <a:pt x="8357" y="17990"/>
                  <a:pt x="11719" y="17524"/>
                </a:cubicBezTo>
                <a:cubicBezTo>
                  <a:pt x="11287" y="14204"/>
                  <a:pt x="10938" y="10762"/>
                  <a:pt x="10645" y="7232"/>
                </a:cubicBezTo>
                <a:cubicBezTo>
                  <a:pt x="6989" y="4879"/>
                  <a:pt x="3442" y="2458"/>
                  <a:pt x="0" y="0"/>
                </a:cubicBezTo>
                <a:cubicBezTo>
                  <a:pt x="315" y="6396"/>
                  <a:pt x="849" y="12639"/>
                  <a:pt x="1602" y="18646"/>
                </a:cubicBezTo>
              </a:path>
            </a:pathLst>
          </a:custGeom>
          <a:solidFill xmlns:a="http://schemas.openxmlformats.org/drawingml/2006/main">
            <a:srgbClr val="E72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05">
            <a:extLst xmlns:a="http://schemas.openxmlformats.org/drawingml/2006/main">
              <a:ext uri="{FF2B5EF4-FFF2-40B4-BE49-F238E27FC236}">
                <a16:creationId xmlns:a16="http://schemas.microsoft.com/office/drawing/2014/main" id="{38CCD607-3CB4-4724-9AB0-7EC10BB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318" y="6304679"/>
            <a:ext cx="119145" cy="97648"/>
          </a:xfrm>
          <a:custGeom xmlns:a="http://schemas.openxmlformats.org/drawingml/2006/main">
            <a:pathLst>
              <a:path w="119145" h="97648">
                <a:moveTo>
                  <a:pt x="58712" y="0"/>
                </a:moveTo>
                <a:cubicBezTo>
                  <a:pt x="58816" y="4176"/>
                  <a:pt x="58870" y="8398"/>
                  <a:pt x="58786" y="12684"/>
                </a:cubicBezTo>
                <a:cubicBezTo>
                  <a:pt x="66367" y="18457"/>
                  <a:pt x="73231" y="24389"/>
                  <a:pt x="79289" y="30408"/>
                </a:cubicBezTo>
                <a:cubicBezTo>
                  <a:pt x="82132" y="28481"/>
                  <a:pt x="84918" y="26478"/>
                  <a:pt x="87627" y="24374"/>
                </a:cubicBezTo>
                <a:cubicBezTo>
                  <a:pt x="79367" y="16043"/>
                  <a:pt x="69593" y="7812"/>
                  <a:pt x="58712" y="0"/>
                </a:cubicBezTo>
                <a:moveTo>
                  <a:pt x="95201" y="30048"/>
                </a:moveTo>
                <a:cubicBezTo>
                  <a:pt x="92518" y="32130"/>
                  <a:pt x="89779" y="34148"/>
                  <a:pt x="86985" y="36078"/>
                </a:cubicBezTo>
                <a:cubicBezTo>
                  <a:pt x="88246" y="37493"/>
                  <a:pt x="89458" y="38918"/>
                  <a:pt x="90598" y="40338"/>
                </a:cubicBezTo>
                <a:cubicBezTo>
                  <a:pt x="103348" y="56017"/>
                  <a:pt x="108025" y="69571"/>
                  <a:pt x="103456" y="77550"/>
                </a:cubicBezTo>
                <a:cubicBezTo>
                  <a:pt x="99692" y="84133"/>
                  <a:pt x="89322" y="87245"/>
                  <a:pt x="74293" y="86310"/>
                </a:cubicBezTo>
                <a:cubicBezTo>
                  <a:pt x="57302" y="85254"/>
                  <a:pt x="36495" y="79277"/>
                  <a:pt x="14941" y="69475"/>
                </a:cubicBezTo>
                <a:cubicBezTo>
                  <a:pt x="9922" y="70987"/>
                  <a:pt x="4926" y="72355"/>
                  <a:pt x="0" y="73551"/>
                </a:cubicBezTo>
                <a:cubicBezTo>
                  <a:pt x="26404" y="86905"/>
                  <a:pt x="52651" y="95137"/>
                  <a:pt x="73663" y="96443"/>
                </a:cubicBezTo>
                <a:cubicBezTo>
                  <a:pt x="93028" y="97648"/>
                  <a:pt x="106383" y="92858"/>
                  <a:pt x="112274" y="82597"/>
                </a:cubicBezTo>
                <a:cubicBezTo>
                  <a:pt x="119145" y="70608"/>
                  <a:pt x="114250" y="53334"/>
                  <a:pt x="98497" y="33937"/>
                </a:cubicBezTo>
                <a:cubicBezTo>
                  <a:pt x="97434" y="32642"/>
                  <a:pt x="96336" y="31345"/>
                  <a:pt x="95201" y="30048"/>
                </a:cubicBezTo>
              </a:path>
            </a:pathLst>
          </a:cu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06">
            <a:extLst xmlns:a="http://schemas.openxmlformats.org/drawingml/2006/main">
              <a:ext uri="{FF2B5EF4-FFF2-40B4-BE49-F238E27FC236}">
                <a16:creationId xmlns:a16="http://schemas.microsoft.com/office/drawing/2014/main" id="{BED55635-6FA1-4FAF-B995-FEC7736C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924" y="6266263"/>
            <a:ext cx="230918" cy="120461"/>
          </a:xfrm>
          <a:custGeom xmlns:a="http://schemas.openxmlformats.org/drawingml/2006/main">
            <a:pathLst>
              <a:path w="230918" h="120461">
                <a:moveTo>
                  <a:pt x="226405" y="21926"/>
                </a:moveTo>
                <a:cubicBezTo>
                  <a:pt x="222119" y="9515"/>
                  <a:pt x="207092" y="1894"/>
                  <a:pt x="184069" y="462"/>
                </a:cubicBezTo>
                <a:cubicBezTo>
                  <a:pt x="176633" y="0"/>
                  <a:pt x="168610" y="170"/>
                  <a:pt x="160175" y="921"/>
                </a:cubicBezTo>
                <a:cubicBezTo>
                  <a:pt x="160810" y="4195"/>
                  <a:pt x="161355" y="7572"/>
                  <a:pt x="161845" y="11018"/>
                </a:cubicBezTo>
                <a:cubicBezTo>
                  <a:pt x="169522" y="10341"/>
                  <a:pt x="176803" y="10174"/>
                  <a:pt x="183439" y="10587"/>
                </a:cubicBezTo>
                <a:cubicBezTo>
                  <a:pt x="201823" y="11730"/>
                  <a:pt x="213988" y="17082"/>
                  <a:pt x="216812" y="25244"/>
                </a:cubicBezTo>
                <a:cubicBezTo>
                  <a:pt x="219811" y="33928"/>
                  <a:pt x="212679" y="46372"/>
                  <a:pt x="197244" y="59382"/>
                </a:cubicBezTo>
                <a:cubicBezTo>
                  <a:pt x="195857" y="60559"/>
                  <a:pt x="194450" y="61687"/>
                  <a:pt x="193020" y="62790"/>
                </a:cubicBezTo>
                <a:cubicBezTo>
                  <a:pt x="190311" y="64894"/>
                  <a:pt x="187525" y="66897"/>
                  <a:pt x="184682" y="68824"/>
                </a:cubicBezTo>
                <a:cubicBezTo>
                  <a:pt x="177854" y="73433"/>
                  <a:pt x="170285" y="77862"/>
                  <a:pt x="162099" y="82008"/>
                </a:cubicBezTo>
                <a:cubicBezTo>
                  <a:pt x="158560" y="83794"/>
                  <a:pt x="154915" y="85525"/>
                  <a:pt x="151164" y="87188"/>
                </a:cubicBezTo>
                <a:cubicBezTo>
                  <a:pt x="143760" y="90508"/>
                  <a:pt x="135982" y="93597"/>
                  <a:pt x="127943" y="96376"/>
                </a:cubicBezTo>
                <a:cubicBezTo>
                  <a:pt x="120600" y="98910"/>
                  <a:pt x="113218" y="101097"/>
                  <a:pt x="105954" y="102954"/>
                </a:cubicBezTo>
                <a:cubicBezTo>
                  <a:pt x="100902" y="104245"/>
                  <a:pt x="95882" y="105382"/>
                  <a:pt x="90973" y="106331"/>
                </a:cubicBezTo>
                <a:cubicBezTo>
                  <a:pt x="86759" y="107146"/>
                  <a:pt x="82598" y="107836"/>
                  <a:pt x="78543" y="108386"/>
                </a:cubicBezTo>
                <a:cubicBezTo>
                  <a:pt x="75181" y="108852"/>
                  <a:pt x="71808" y="109226"/>
                  <a:pt x="68426" y="109508"/>
                </a:cubicBezTo>
                <a:cubicBezTo>
                  <a:pt x="60976" y="110137"/>
                  <a:pt x="53936" y="110278"/>
                  <a:pt x="47477" y="109877"/>
                </a:cubicBezTo>
                <a:cubicBezTo>
                  <a:pt x="29093" y="108733"/>
                  <a:pt x="16923" y="103395"/>
                  <a:pt x="14105" y="95230"/>
                </a:cubicBezTo>
                <a:cubicBezTo>
                  <a:pt x="9431" y="81691"/>
                  <a:pt x="30447" y="57909"/>
                  <a:pt x="69063" y="38365"/>
                </a:cubicBezTo>
                <a:cubicBezTo>
                  <a:pt x="69621" y="34219"/>
                  <a:pt x="70241" y="30148"/>
                  <a:pt x="70951" y="26144"/>
                </a:cubicBezTo>
                <a:cubicBezTo>
                  <a:pt x="53860" y="34198"/>
                  <a:pt x="38785" y="43486"/>
                  <a:pt x="27122" y="53325"/>
                </a:cubicBezTo>
                <a:cubicBezTo>
                  <a:pt x="8031" y="69426"/>
                  <a:pt x="0" y="85483"/>
                  <a:pt x="4511" y="98548"/>
                </a:cubicBezTo>
                <a:cubicBezTo>
                  <a:pt x="8799" y="110955"/>
                  <a:pt x="23837" y="118581"/>
                  <a:pt x="46845" y="120012"/>
                </a:cubicBezTo>
                <a:cubicBezTo>
                  <a:pt x="54052" y="120461"/>
                  <a:pt x="61799" y="120307"/>
                  <a:pt x="69945" y="119610"/>
                </a:cubicBezTo>
                <a:cubicBezTo>
                  <a:pt x="73270" y="119323"/>
                  <a:pt x="76649" y="118940"/>
                  <a:pt x="80094" y="118468"/>
                </a:cubicBezTo>
                <a:cubicBezTo>
                  <a:pt x="88061" y="117384"/>
                  <a:pt x="96328" y="115805"/>
                  <a:pt x="104760" y="113758"/>
                </a:cubicBezTo>
                <a:cubicBezTo>
                  <a:pt x="109697" y="112566"/>
                  <a:pt x="114682" y="111200"/>
                  <a:pt x="119699" y="109684"/>
                </a:cubicBezTo>
                <a:cubicBezTo>
                  <a:pt x="123552" y="108528"/>
                  <a:pt x="127385" y="107307"/>
                  <a:pt x="131249" y="105967"/>
                </a:cubicBezTo>
                <a:cubicBezTo>
                  <a:pt x="137288" y="103882"/>
                  <a:pt x="143265" y="101600"/>
                  <a:pt x="149157" y="99129"/>
                </a:cubicBezTo>
                <a:cubicBezTo>
                  <a:pt x="152928" y="97542"/>
                  <a:pt x="156666" y="95876"/>
                  <a:pt x="160361" y="94132"/>
                </a:cubicBezTo>
                <a:cubicBezTo>
                  <a:pt x="171898" y="88672"/>
                  <a:pt x="182508" y="82658"/>
                  <a:pt x="191756" y="76290"/>
                </a:cubicBezTo>
                <a:cubicBezTo>
                  <a:pt x="194551" y="74349"/>
                  <a:pt x="197289" y="72343"/>
                  <a:pt x="199960" y="70249"/>
                </a:cubicBezTo>
                <a:cubicBezTo>
                  <a:pt x="201276" y="69224"/>
                  <a:pt x="202569" y="68185"/>
                  <a:pt x="203800" y="67144"/>
                </a:cubicBezTo>
                <a:cubicBezTo>
                  <a:pt x="222892" y="51043"/>
                  <a:pt x="230918" y="34985"/>
                  <a:pt x="226405" y="21926"/>
                </a:cubicBezTo>
              </a:path>
            </a:pathLst>
          </a:custGeom>
          <a:solidFill xmlns:a="http://schemas.openxmlformats.org/drawingml/2006/main">
            <a:srgbClr val="002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07">
            <a:extLst xmlns:a="http://schemas.openxmlformats.org/drawingml/2006/main">
              <a:ext uri="{FF2B5EF4-FFF2-40B4-BE49-F238E27FC236}">
                <a16:creationId xmlns:a16="http://schemas.microsoft.com/office/drawing/2014/main" id="{2CA70EB4-BD41-4397-BEEA-E30C508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027" y="6265808"/>
            <a:ext cx="68957" cy="44215"/>
          </a:xfrm>
          <a:custGeom xmlns:a="http://schemas.openxmlformats.org/drawingml/2006/main">
            <a:pathLst>
              <a:path w="68957" h="44215">
                <a:moveTo>
                  <a:pt x="68957" y="44215"/>
                </a:moveTo>
                <a:cubicBezTo>
                  <a:pt x="68907" y="39932"/>
                  <a:pt x="68765" y="35767"/>
                  <a:pt x="68519" y="31703"/>
                </a:cubicBezTo>
                <a:cubicBezTo>
                  <a:pt x="63822" y="28639"/>
                  <a:pt x="59020" y="25714"/>
                  <a:pt x="54146" y="22932"/>
                </a:cubicBezTo>
                <a:cubicBezTo>
                  <a:pt x="36879" y="13020"/>
                  <a:pt x="19323" y="5216"/>
                  <a:pt x="2870" y="0"/>
                </a:cubicBezTo>
                <a:cubicBezTo>
                  <a:pt x="1852" y="3097"/>
                  <a:pt x="900" y="6344"/>
                  <a:pt x="0" y="9717"/>
                </a:cubicBezTo>
                <a:cubicBezTo>
                  <a:pt x="15668" y="14716"/>
                  <a:pt x="32491" y="22205"/>
                  <a:pt x="49102" y="31735"/>
                </a:cubicBezTo>
                <a:cubicBezTo>
                  <a:pt x="56027" y="35704"/>
                  <a:pt x="62672" y="39886"/>
                  <a:pt x="68957" y="44215"/>
                </a:cubicBezTo>
              </a:path>
            </a:pathLst>
          </a:cu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08">
            <a:extLst xmlns:a="http://schemas.openxmlformats.org/drawingml/2006/main">
              <a:ext uri="{FF2B5EF4-FFF2-40B4-BE49-F238E27FC236}">
                <a16:creationId xmlns:a16="http://schemas.microsoft.com/office/drawing/2014/main" id="{8D322BC2-3890-4125-90B2-942EA49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400" y="6210173"/>
            <a:ext cx="97788" cy="143278"/>
          </a:xfrm>
          <a:custGeom xmlns:a="http://schemas.openxmlformats.org/drawingml/2006/main">
            <a:pathLst>
              <a:path w="97788" h="143278">
                <a:moveTo>
                  <a:pt x="97703" y="107190"/>
                </a:moveTo>
                <a:cubicBezTo>
                  <a:pt x="97788" y="102904"/>
                  <a:pt x="97734" y="98681"/>
                  <a:pt x="97629" y="94506"/>
                </a:cubicBezTo>
                <a:cubicBezTo>
                  <a:pt x="97346" y="84993"/>
                  <a:pt x="96606" y="75780"/>
                  <a:pt x="95369" y="67108"/>
                </a:cubicBezTo>
                <a:cubicBezTo>
                  <a:pt x="94879" y="63662"/>
                  <a:pt x="94334" y="60284"/>
                  <a:pt x="93699" y="57011"/>
                </a:cubicBezTo>
                <a:cubicBezTo>
                  <a:pt x="92464" y="50686"/>
                  <a:pt x="90976" y="44696"/>
                  <a:pt x="89218" y="39128"/>
                </a:cubicBezTo>
                <a:cubicBezTo>
                  <a:pt x="81691" y="15307"/>
                  <a:pt x="69954" y="1715"/>
                  <a:pt x="56171" y="858"/>
                </a:cubicBezTo>
                <a:cubicBezTo>
                  <a:pt x="42365" y="0"/>
                  <a:pt x="29042" y="12033"/>
                  <a:pt x="18620" y="34739"/>
                </a:cubicBezTo>
                <a:cubicBezTo>
                  <a:pt x="16076" y="40282"/>
                  <a:pt x="13755" y="46339"/>
                  <a:pt x="11698" y="52801"/>
                </a:cubicBezTo>
                <a:cubicBezTo>
                  <a:pt x="10659" y="56018"/>
                  <a:pt x="9704" y="59265"/>
                  <a:pt x="8837" y="62530"/>
                </a:cubicBezTo>
                <a:cubicBezTo>
                  <a:pt x="7152" y="68820"/>
                  <a:pt x="5694" y="75415"/>
                  <a:pt x="4475" y="82233"/>
                </a:cubicBezTo>
                <a:cubicBezTo>
                  <a:pt x="3766" y="86237"/>
                  <a:pt x="3145" y="90308"/>
                  <a:pt x="2586" y="94455"/>
                </a:cubicBezTo>
                <a:cubicBezTo>
                  <a:pt x="1700" y="101160"/>
                  <a:pt x="1007" y="108022"/>
                  <a:pt x="574" y="114997"/>
                </a:cubicBezTo>
                <a:cubicBezTo>
                  <a:pt x="173" y="121440"/>
                  <a:pt x="0" y="127812"/>
                  <a:pt x="13" y="134086"/>
                </a:cubicBezTo>
                <a:cubicBezTo>
                  <a:pt x="3373" y="136653"/>
                  <a:pt x="6800" y="139128"/>
                  <a:pt x="10287" y="141519"/>
                </a:cubicBezTo>
                <a:cubicBezTo>
                  <a:pt x="10033" y="133310"/>
                  <a:pt x="10156" y="124651"/>
                  <a:pt x="10717" y="115628"/>
                </a:cubicBezTo>
                <a:cubicBezTo>
                  <a:pt x="11293" y="106364"/>
                  <a:pt x="12281" y="97538"/>
                  <a:pt x="13592" y="89220"/>
                </a:cubicBezTo>
                <a:cubicBezTo>
                  <a:pt x="14242" y="85089"/>
                  <a:pt x="14990" y="81088"/>
                  <a:pt x="15801" y="77212"/>
                </a:cubicBezTo>
                <a:cubicBezTo>
                  <a:pt x="16631" y="73240"/>
                  <a:pt x="17575" y="69273"/>
                  <a:pt x="18627" y="65352"/>
                </a:cubicBezTo>
                <a:cubicBezTo>
                  <a:pt x="19526" y="61979"/>
                  <a:pt x="20478" y="58732"/>
                  <a:pt x="21497" y="55635"/>
                </a:cubicBezTo>
                <a:cubicBezTo>
                  <a:pt x="30744" y="27154"/>
                  <a:pt x="44108" y="10283"/>
                  <a:pt x="55542" y="10995"/>
                </a:cubicBezTo>
                <a:cubicBezTo>
                  <a:pt x="66792" y="11694"/>
                  <a:pt x="77790" y="29543"/>
                  <a:pt x="83524" y="58190"/>
                </a:cubicBezTo>
                <a:cubicBezTo>
                  <a:pt x="84174" y="61416"/>
                  <a:pt x="84743" y="64769"/>
                  <a:pt x="85243" y="68253"/>
                </a:cubicBezTo>
                <a:cubicBezTo>
                  <a:pt x="86111" y="74253"/>
                  <a:pt x="86772" y="80627"/>
                  <a:pt x="87146" y="87338"/>
                </a:cubicBezTo>
                <a:cubicBezTo>
                  <a:pt x="87391" y="91401"/>
                  <a:pt x="87534" y="95567"/>
                  <a:pt x="87583" y="99850"/>
                </a:cubicBezTo>
                <a:cubicBezTo>
                  <a:pt x="87644" y="106698"/>
                  <a:pt x="87473" y="113544"/>
                  <a:pt x="87048" y="120375"/>
                </a:cubicBezTo>
                <a:cubicBezTo>
                  <a:pt x="86553" y="128356"/>
                  <a:pt x="85749" y="136000"/>
                  <a:pt x="84688" y="143278"/>
                </a:cubicBezTo>
                <a:cubicBezTo>
                  <a:pt x="88439" y="141602"/>
                  <a:pt x="92084" y="139884"/>
                  <a:pt x="95624" y="138098"/>
                </a:cubicBezTo>
                <a:cubicBezTo>
                  <a:pt x="96305" y="132415"/>
                  <a:pt x="96818" y="126707"/>
                  <a:pt x="97173" y="121004"/>
                </a:cubicBezTo>
                <a:cubicBezTo>
                  <a:pt x="97462" y="116366"/>
                  <a:pt x="97651" y="111746"/>
                  <a:pt x="97703" y="107190"/>
                </a:cubicBezTo>
              </a:path>
            </a:pathLst>
          </a:custGeom>
          <a:solidFill xmlns:a="http://schemas.openxmlformats.org/drawingml/2006/main">
            <a:srgbClr val="E72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09">
            <a:extLst xmlns:a="http://schemas.openxmlformats.org/drawingml/2006/main">
              <a:ext uri="{FF2B5EF4-FFF2-40B4-BE49-F238E27FC236}">
                <a16:creationId xmlns:a16="http://schemas.microsoft.com/office/drawing/2014/main" id="{23D9F165-B3A1-470F-9083-9B44AF92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410" y="6257306"/>
            <a:ext cx="99469" cy="115288"/>
          </a:xfrm>
          <a:custGeom xmlns:a="http://schemas.openxmlformats.org/drawingml/2006/main">
            <a:pathLst>
              <a:path w="99469" h="115288">
                <a:moveTo>
                  <a:pt x="89698" y="106578"/>
                </a:moveTo>
                <a:cubicBezTo>
                  <a:pt x="82796" y="102613"/>
                  <a:pt x="76302" y="98536"/>
                  <a:pt x="70278" y="94388"/>
                </a:cubicBezTo>
                <a:cubicBezTo>
                  <a:pt x="66791" y="91996"/>
                  <a:pt x="63364" y="89521"/>
                  <a:pt x="60004" y="86954"/>
                </a:cubicBezTo>
                <a:cubicBezTo>
                  <a:pt x="25073" y="60309"/>
                  <a:pt x="8486" y="32642"/>
                  <a:pt x="15676" y="20105"/>
                </a:cubicBezTo>
                <a:cubicBezTo>
                  <a:pt x="19455" y="13506"/>
                  <a:pt x="29812" y="10395"/>
                  <a:pt x="44852" y="11329"/>
                </a:cubicBezTo>
                <a:cubicBezTo>
                  <a:pt x="52199" y="11787"/>
                  <a:pt x="60290" y="13177"/>
                  <a:pt x="68827" y="15397"/>
                </a:cubicBezTo>
                <a:cubicBezTo>
                  <a:pt x="69695" y="12133"/>
                  <a:pt x="70650" y="8886"/>
                  <a:pt x="71689" y="5668"/>
                </a:cubicBezTo>
                <a:cubicBezTo>
                  <a:pt x="62371" y="3241"/>
                  <a:pt x="53539" y="1706"/>
                  <a:pt x="45481" y="1205"/>
                </a:cubicBezTo>
                <a:cubicBezTo>
                  <a:pt x="26100" y="0"/>
                  <a:pt x="12752" y="4787"/>
                  <a:pt x="6864" y="15047"/>
                </a:cubicBezTo>
                <a:cubicBezTo>
                  <a:pt x="0" y="27032"/>
                  <a:pt x="4894" y="44320"/>
                  <a:pt x="20644" y="63694"/>
                </a:cubicBezTo>
                <a:cubicBezTo>
                  <a:pt x="30627" y="75985"/>
                  <a:pt x="44297" y="88373"/>
                  <a:pt x="60339" y="99821"/>
                </a:cubicBezTo>
                <a:cubicBezTo>
                  <a:pt x="63780" y="102277"/>
                  <a:pt x="67329" y="104699"/>
                  <a:pt x="70984" y="107053"/>
                </a:cubicBezTo>
                <a:cubicBezTo>
                  <a:pt x="75410" y="109921"/>
                  <a:pt x="79912" y="112666"/>
                  <a:pt x="84488" y="115288"/>
                </a:cubicBezTo>
                <a:cubicBezTo>
                  <a:pt x="89397" y="114339"/>
                  <a:pt x="94417" y="113202"/>
                  <a:pt x="99469" y="111912"/>
                </a:cubicBezTo>
                <a:cubicBezTo>
                  <a:pt x="96171" y="110201"/>
                  <a:pt x="92914" y="108424"/>
                  <a:pt x="89698" y="106578"/>
                </a:cubicBezTo>
              </a:path>
            </a:pathLst>
          </a:cu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10">
            <a:extLst xmlns:a="http://schemas.openxmlformats.org/drawingml/2006/main">
              <a:ext uri="{FF2B5EF4-FFF2-40B4-BE49-F238E27FC236}">
                <a16:creationId xmlns:a16="http://schemas.microsoft.com/office/drawing/2014/main" id="{9B40C3E1-FC35-4EB7-8ED7-8E817DDE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440" y="6288020"/>
            <a:ext cx="221104" cy="140798"/>
          </a:xfrm>
          <a:custGeom xmlns:a="http://schemas.openxmlformats.org/drawingml/2006/main">
            <a:pathLst>
              <a:path w="221104" h="140798">
                <a:moveTo>
                  <a:pt x="220651" y="25991"/>
                </a:moveTo>
                <a:cubicBezTo>
                  <a:pt x="220199" y="33257"/>
                  <a:pt x="213935" y="38788"/>
                  <a:pt x="206644" y="38335"/>
                </a:cubicBezTo>
                <a:cubicBezTo>
                  <a:pt x="199377" y="37883"/>
                  <a:pt x="193846" y="31619"/>
                  <a:pt x="194298" y="24352"/>
                </a:cubicBezTo>
                <a:cubicBezTo>
                  <a:pt x="194751" y="17075"/>
                  <a:pt x="201015" y="11543"/>
                  <a:pt x="208282" y="11995"/>
                </a:cubicBezTo>
                <a:cubicBezTo>
                  <a:pt x="215573" y="12448"/>
                  <a:pt x="221104" y="18713"/>
                  <a:pt x="220651" y="25991"/>
                </a:cubicBezTo>
                <a:moveTo>
                  <a:pt x="142834" y="127992"/>
                </a:moveTo>
                <a:cubicBezTo>
                  <a:pt x="142382" y="135268"/>
                  <a:pt x="136118" y="140798"/>
                  <a:pt x="128826" y="140345"/>
                </a:cubicBezTo>
                <a:cubicBezTo>
                  <a:pt x="121561" y="139893"/>
                  <a:pt x="116029" y="133630"/>
                  <a:pt x="116481" y="126354"/>
                </a:cubicBezTo>
                <a:cubicBezTo>
                  <a:pt x="116935" y="119074"/>
                  <a:pt x="123199" y="113541"/>
                  <a:pt x="130466" y="113993"/>
                </a:cubicBezTo>
                <a:cubicBezTo>
                  <a:pt x="137756" y="114447"/>
                  <a:pt x="143288" y="120712"/>
                  <a:pt x="142834" y="127992"/>
                </a:cubicBezTo>
                <a:moveTo>
                  <a:pt x="26807" y="14448"/>
                </a:moveTo>
                <a:cubicBezTo>
                  <a:pt x="26354" y="21727"/>
                  <a:pt x="20087" y="27245"/>
                  <a:pt x="12810" y="26793"/>
                </a:cubicBezTo>
                <a:cubicBezTo>
                  <a:pt x="5536" y="26340"/>
                  <a:pt x="0" y="20087"/>
                  <a:pt x="452" y="12810"/>
                </a:cubicBezTo>
                <a:cubicBezTo>
                  <a:pt x="905" y="5532"/>
                  <a:pt x="7174" y="0"/>
                  <a:pt x="14448" y="453"/>
                </a:cubicBezTo>
                <a:cubicBezTo>
                  <a:pt x="21724" y="905"/>
                  <a:pt x="27260" y="7170"/>
                  <a:pt x="26807" y="14448"/>
                </a:cubicBezTo>
                <a:moveTo>
                  <a:pt x="129998" y="44073"/>
                </a:moveTo>
                <a:cubicBezTo>
                  <a:pt x="129232" y="56401"/>
                  <a:pt x="118619" y="65771"/>
                  <a:pt x="106303" y="65005"/>
                </a:cubicBezTo>
                <a:cubicBezTo>
                  <a:pt x="93962" y="64237"/>
                  <a:pt x="84591" y="53626"/>
                  <a:pt x="85358" y="41297"/>
                </a:cubicBezTo>
                <a:cubicBezTo>
                  <a:pt x="86124" y="28981"/>
                  <a:pt x="96737" y="19611"/>
                  <a:pt x="109078" y="20378"/>
                </a:cubicBezTo>
                <a:cubicBezTo>
                  <a:pt x="121394" y="21144"/>
                  <a:pt x="130764" y="31757"/>
                  <a:pt x="129998" y="44073"/>
                </a:cubicBezTo>
              </a:path>
            </a:pathLst>
          </a:custGeom>
          <a:solidFill xmlns:a="http://schemas.openxmlformats.org/drawingml/2006/main">
            <a:srgbClr val="F1C4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11">
            <a:extLst xmlns:a="http://schemas.openxmlformats.org/drawingml/2006/main">
              <a:ext uri="{FF2B5EF4-FFF2-40B4-BE49-F238E27FC236}">
                <a16:creationId xmlns:a16="http://schemas.microsoft.com/office/drawing/2014/main" id="{52ED5034-B0D0-4436-9DFB-5638E7B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347" y="6291174"/>
            <a:ext cx="205823" cy="133886"/>
          </a:xfrm>
          <a:custGeom xmlns:a="http://schemas.openxmlformats.org/drawingml/2006/main">
            <a:pathLst>
              <a:path w="205823" h="133886">
                <a:moveTo>
                  <a:pt x="94459" y="39169"/>
                </a:moveTo>
                <a:cubicBezTo>
                  <a:pt x="93285" y="47887"/>
                  <a:pt x="102713" y="51511"/>
                  <a:pt x="103244" y="52955"/>
                </a:cubicBezTo>
                <a:cubicBezTo>
                  <a:pt x="104142" y="55917"/>
                  <a:pt x="86489" y="54940"/>
                  <a:pt x="87301" y="38736"/>
                </a:cubicBezTo>
                <a:cubicBezTo>
                  <a:pt x="88490" y="22557"/>
                  <a:pt x="106140" y="23763"/>
                  <a:pt x="104882" y="26603"/>
                </a:cubicBezTo>
                <a:cubicBezTo>
                  <a:pt x="104177" y="27969"/>
                  <a:pt x="94374" y="30399"/>
                  <a:pt x="94459" y="39169"/>
                </a:cubicBezTo>
                <a:moveTo>
                  <a:pt x="4862" y="10111"/>
                </a:moveTo>
                <a:cubicBezTo>
                  <a:pt x="4144" y="15415"/>
                  <a:pt x="9870" y="17606"/>
                  <a:pt x="10194" y="18490"/>
                </a:cubicBezTo>
                <a:cubicBezTo>
                  <a:pt x="10741" y="20287"/>
                  <a:pt x="0" y="19692"/>
                  <a:pt x="507" y="9840"/>
                </a:cubicBezTo>
                <a:cubicBezTo>
                  <a:pt x="1225" y="0"/>
                  <a:pt x="11956" y="741"/>
                  <a:pt x="11190" y="2468"/>
                </a:cubicBezTo>
                <a:cubicBezTo>
                  <a:pt x="10761" y="3292"/>
                  <a:pt x="4805" y="4770"/>
                  <a:pt x="4862" y="10111"/>
                </a:cubicBezTo>
                <a:moveTo>
                  <a:pt x="121689" y="123705"/>
                </a:moveTo>
                <a:cubicBezTo>
                  <a:pt x="120971" y="129001"/>
                  <a:pt x="126706" y="131207"/>
                  <a:pt x="127016" y="132079"/>
                </a:cubicBezTo>
                <a:cubicBezTo>
                  <a:pt x="127561" y="133886"/>
                  <a:pt x="116837" y="133290"/>
                  <a:pt x="117329" y="123433"/>
                </a:cubicBezTo>
                <a:cubicBezTo>
                  <a:pt x="118063" y="113595"/>
                  <a:pt x="128776" y="114335"/>
                  <a:pt x="128013" y="116047"/>
                </a:cubicBezTo>
                <a:cubicBezTo>
                  <a:pt x="127595" y="116882"/>
                  <a:pt x="121632" y="118362"/>
                  <a:pt x="121689" y="123705"/>
                </a:cubicBezTo>
                <a:moveTo>
                  <a:pt x="198723" y="21192"/>
                </a:moveTo>
                <a:cubicBezTo>
                  <a:pt x="198017" y="26485"/>
                  <a:pt x="203739" y="28689"/>
                  <a:pt x="204063" y="29561"/>
                </a:cubicBezTo>
                <a:cubicBezTo>
                  <a:pt x="204607" y="31369"/>
                  <a:pt x="193872" y="30774"/>
                  <a:pt x="194375" y="20922"/>
                </a:cubicBezTo>
                <a:cubicBezTo>
                  <a:pt x="195096" y="11084"/>
                  <a:pt x="205823" y="11810"/>
                  <a:pt x="205059" y="13538"/>
                </a:cubicBezTo>
                <a:cubicBezTo>
                  <a:pt x="204630" y="14374"/>
                  <a:pt x="198678" y="15841"/>
                  <a:pt x="198723" y="21192"/>
                </a:cubicBezTo>
              </a:path>
            </a:pathLst>
          </a:custGeom>
          <a:solidFill xmlns:a="http://schemas.openxmlformats.org/drawingml/2006/main">
            <a:srgbClr val="FFF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12">
            <a:extLst xmlns:a="http://schemas.openxmlformats.org/drawingml/2006/main">
              <a:ext uri="{FF2B5EF4-FFF2-40B4-BE49-F238E27FC236}">
                <a16:creationId xmlns:a16="http://schemas.microsoft.com/office/drawing/2014/main" id="{1680B0B2-DF22-4665-963D-921C814B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543" y="6245513"/>
            <a:ext cx="729797" cy="162291"/>
          </a:xfrm>
          <a:custGeom xmlns:a="http://schemas.openxmlformats.org/drawingml/2006/main">
            <a:pathLst>
              <a:path w="729797" h="162291">
                <a:moveTo>
                  <a:pt x="46887" y="123333"/>
                </a:moveTo>
                <a:cubicBezTo>
                  <a:pt x="39865" y="123333"/>
                  <a:pt x="33409" y="122087"/>
                  <a:pt x="27633" y="119708"/>
                </a:cubicBezTo>
                <a:cubicBezTo>
                  <a:pt x="21858" y="117330"/>
                  <a:pt x="16875" y="113705"/>
                  <a:pt x="12798" y="108836"/>
                </a:cubicBezTo>
                <a:cubicBezTo>
                  <a:pt x="8720" y="103853"/>
                  <a:pt x="5436" y="97510"/>
                  <a:pt x="3285" y="89923"/>
                </a:cubicBezTo>
                <a:cubicBezTo>
                  <a:pt x="1020" y="82222"/>
                  <a:pt x="0" y="73048"/>
                  <a:pt x="0" y="62402"/>
                </a:cubicBezTo>
                <a:cubicBezTo>
                  <a:pt x="113" y="49266"/>
                  <a:pt x="2152" y="38053"/>
                  <a:pt x="6229" y="28654"/>
                </a:cubicBezTo>
                <a:cubicBezTo>
                  <a:pt x="10193" y="19253"/>
                  <a:pt x="15969" y="12118"/>
                  <a:pt x="23443" y="7248"/>
                </a:cubicBezTo>
                <a:cubicBezTo>
                  <a:pt x="30918" y="2379"/>
                  <a:pt x="39525" y="0"/>
                  <a:pt x="49379" y="0"/>
                </a:cubicBezTo>
                <a:cubicBezTo>
                  <a:pt x="59911" y="113"/>
                  <a:pt x="68631" y="2379"/>
                  <a:pt x="75766" y="7135"/>
                </a:cubicBezTo>
                <a:cubicBezTo>
                  <a:pt x="82900" y="11778"/>
                  <a:pt x="88224" y="18574"/>
                  <a:pt x="91848" y="27520"/>
                </a:cubicBezTo>
                <a:cubicBezTo>
                  <a:pt x="95359" y="36581"/>
                  <a:pt x="97171" y="47453"/>
                  <a:pt x="97058" y="60364"/>
                </a:cubicBezTo>
                <a:cubicBezTo>
                  <a:pt x="97058" y="74180"/>
                  <a:pt x="94906" y="85732"/>
                  <a:pt x="90715" y="95246"/>
                </a:cubicBezTo>
                <a:cubicBezTo>
                  <a:pt x="86525" y="104646"/>
                  <a:pt x="80749" y="111668"/>
                  <a:pt x="73161" y="116425"/>
                </a:cubicBezTo>
                <a:cubicBezTo>
                  <a:pt x="65686" y="121067"/>
                  <a:pt x="56966" y="123333"/>
                  <a:pt x="46887" y="123333"/>
                </a:cubicBezTo>
                <a:moveTo>
                  <a:pt x="18234" y="60024"/>
                </a:moveTo>
                <a:cubicBezTo>
                  <a:pt x="18121" y="78145"/>
                  <a:pt x="20725" y="91848"/>
                  <a:pt x="25935" y="101362"/>
                </a:cubicBezTo>
                <a:cubicBezTo>
                  <a:pt x="31145" y="110761"/>
                  <a:pt x="38733" y="115518"/>
                  <a:pt x="48926" y="115518"/>
                </a:cubicBezTo>
                <a:cubicBezTo>
                  <a:pt x="55267" y="115631"/>
                  <a:pt x="60818" y="113592"/>
                  <a:pt x="65234" y="109515"/>
                </a:cubicBezTo>
                <a:cubicBezTo>
                  <a:pt x="69763" y="105438"/>
                  <a:pt x="73161" y="99436"/>
                  <a:pt x="75426" y="91621"/>
                </a:cubicBezTo>
                <a:cubicBezTo>
                  <a:pt x="77691" y="83694"/>
                  <a:pt x="78824" y="74520"/>
                  <a:pt x="78937" y="63987"/>
                </a:cubicBezTo>
                <a:cubicBezTo>
                  <a:pt x="78937" y="51190"/>
                  <a:pt x="77691" y="40545"/>
                  <a:pt x="75087" y="32052"/>
                </a:cubicBezTo>
                <a:cubicBezTo>
                  <a:pt x="72595" y="23557"/>
                  <a:pt x="68971" y="17442"/>
                  <a:pt x="64554" y="13591"/>
                </a:cubicBezTo>
                <a:cubicBezTo>
                  <a:pt x="60024" y="9741"/>
                  <a:pt x="54702" y="7815"/>
                  <a:pt x="48699" y="7815"/>
                </a:cubicBezTo>
                <a:cubicBezTo>
                  <a:pt x="43489" y="7815"/>
                  <a:pt x="38846" y="8947"/>
                  <a:pt x="35108" y="11440"/>
                </a:cubicBezTo>
                <a:cubicBezTo>
                  <a:pt x="31258" y="13931"/>
                  <a:pt x="28087" y="17329"/>
                  <a:pt x="25596" y="21971"/>
                </a:cubicBezTo>
                <a:cubicBezTo>
                  <a:pt x="23104" y="26501"/>
                  <a:pt x="21179" y="31938"/>
                  <a:pt x="20046" y="38393"/>
                </a:cubicBezTo>
                <a:cubicBezTo>
                  <a:pt x="18800" y="44961"/>
                  <a:pt x="18234" y="52097"/>
                  <a:pt x="18234" y="60024"/>
                </a:cubicBezTo>
                <a:moveTo>
                  <a:pt x="140207" y="52662"/>
                </a:moveTo>
                <a:lnTo>
                  <a:pt x="141452" y="52889"/>
                </a:lnTo>
                <a:cubicBezTo>
                  <a:pt x="144623" y="49039"/>
                  <a:pt x="147681" y="45868"/>
                  <a:pt x="150513" y="43603"/>
                </a:cubicBezTo>
                <a:cubicBezTo>
                  <a:pt x="153230" y="41451"/>
                  <a:pt x="156288" y="39639"/>
                  <a:pt x="159460" y="38393"/>
                </a:cubicBezTo>
                <a:cubicBezTo>
                  <a:pt x="162631" y="37261"/>
                  <a:pt x="166254" y="36581"/>
                  <a:pt x="170332" y="36694"/>
                </a:cubicBezTo>
                <a:cubicBezTo>
                  <a:pt x="173729" y="36694"/>
                  <a:pt x="176901" y="36807"/>
                  <a:pt x="179618" y="37261"/>
                </a:cubicBezTo>
                <a:lnTo>
                  <a:pt x="179505" y="57533"/>
                </a:lnTo>
                <a:lnTo>
                  <a:pt x="169539" y="57419"/>
                </a:lnTo>
                <a:cubicBezTo>
                  <a:pt x="168180" y="54248"/>
                  <a:pt x="166708" y="51984"/>
                  <a:pt x="165122" y="50511"/>
                </a:cubicBezTo>
                <a:cubicBezTo>
                  <a:pt x="163537" y="49039"/>
                  <a:pt x="161272" y="48359"/>
                  <a:pt x="158554" y="48359"/>
                </a:cubicBezTo>
                <a:cubicBezTo>
                  <a:pt x="156402" y="48359"/>
                  <a:pt x="154363" y="48926"/>
                  <a:pt x="152212" y="50171"/>
                </a:cubicBezTo>
                <a:cubicBezTo>
                  <a:pt x="150173" y="51417"/>
                  <a:pt x="148135" y="53116"/>
                  <a:pt x="146209" y="55494"/>
                </a:cubicBezTo>
                <a:cubicBezTo>
                  <a:pt x="144170" y="57873"/>
                  <a:pt x="142811" y="60024"/>
                  <a:pt x="142132" y="62063"/>
                </a:cubicBezTo>
                <a:cubicBezTo>
                  <a:pt x="141339" y="64101"/>
                  <a:pt x="140999" y="66593"/>
                  <a:pt x="140999" y="69425"/>
                </a:cubicBezTo>
                <a:lnTo>
                  <a:pt x="140773" y="100341"/>
                </a:lnTo>
                <a:cubicBezTo>
                  <a:pt x="140773" y="105665"/>
                  <a:pt x="141113" y="109402"/>
                  <a:pt x="141792" y="111441"/>
                </a:cubicBezTo>
                <a:cubicBezTo>
                  <a:pt x="142358" y="113367"/>
                  <a:pt x="143491" y="114951"/>
                  <a:pt x="144964" y="115858"/>
                </a:cubicBezTo>
                <a:cubicBezTo>
                  <a:pt x="146436" y="116763"/>
                  <a:pt x="148700" y="117557"/>
                  <a:pt x="151645" y="118122"/>
                </a:cubicBezTo>
                <a:lnTo>
                  <a:pt x="151645" y="122426"/>
                </a:lnTo>
                <a:lnTo>
                  <a:pt x="116084" y="122200"/>
                </a:lnTo>
                <a:lnTo>
                  <a:pt x="116084" y="117895"/>
                </a:lnTo>
                <a:cubicBezTo>
                  <a:pt x="118349" y="117217"/>
                  <a:pt x="119935" y="116651"/>
                  <a:pt x="120954" y="116084"/>
                </a:cubicBezTo>
                <a:cubicBezTo>
                  <a:pt x="121860" y="115518"/>
                  <a:pt x="122766" y="114839"/>
                  <a:pt x="123446" y="113932"/>
                </a:cubicBezTo>
                <a:cubicBezTo>
                  <a:pt x="124125" y="112913"/>
                  <a:pt x="124692" y="111554"/>
                  <a:pt x="125031" y="109628"/>
                </a:cubicBezTo>
                <a:cubicBezTo>
                  <a:pt x="125484" y="107591"/>
                  <a:pt x="125597" y="104646"/>
                  <a:pt x="125597" y="100455"/>
                </a:cubicBezTo>
                <a:lnTo>
                  <a:pt x="125824" y="62063"/>
                </a:lnTo>
                <a:cubicBezTo>
                  <a:pt x="125824" y="58213"/>
                  <a:pt x="125824" y="55268"/>
                  <a:pt x="125710" y="52889"/>
                </a:cubicBezTo>
                <a:cubicBezTo>
                  <a:pt x="125597" y="50623"/>
                  <a:pt x="125144" y="48812"/>
                  <a:pt x="124465" y="47453"/>
                </a:cubicBezTo>
                <a:cubicBezTo>
                  <a:pt x="123785" y="45981"/>
                  <a:pt x="122766" y="44961"/>
                  <a:pt x="121293" y="44282"/>
                </a:cubicBezTo>
                <a:cubicBezTo>
                  <a:pt x="119821" y="43603"/>
                  <a:pt x="117783" y="43037"/>
                  <a:pt x="115178" y="42583"/>
                </a:cubicBezTo>
                <a:lnTo>
                  <a:pt x="115178" y="37940"/>
                </a:lnTo>
                <a:lnTo>
                  <a:pt x="135790" y="37147"/>
                </a:lnTo>
                <a:lnTo>
                  <a:pt x="141225" y="37261"/>
                </a:lnTo>
                <a:lnTo>
                  <a:pt x="140207" y="52662"/>
                </a:lnTo>
                <a:moveTo>
                  <a:pt x="268975" y="47567"/>
                </a:moveTo>
                <a:lnTo>
                  <a:pt x="252553" y="46887"/>
                </a:lnTo>
                <a:lnTo>
                  <a:pt x="251760" y="47792"/>
                </a:lnTo>
                <a:cubicBezTo>
                  <a:pt x="253572" y="49605"/>
                  <a:pt x="255044" y="52097"/>
                  <a:pt x="256064" y="55268"/>
                </a:cubicBezTo>
                <a:cubicBezTo>
                  <a:pt x="257083" y="58438"/>
                  <a:pt x="257649" y="61836"/>
                  <a:pt x="257649" y="65460"/>
                </a:cubicBezTo>
                <a:cubicBezTo>
                  <a:pt x="257537" y="75087"/>
                  <a:pt x="254591" y="82448"/>
                  <a:pt x="248703" y="87657"/>
                </a:cubicBezTo>
                <a:cubicBezTo>
                  <a:pt x="242700" y="92868"/>
                  <a:pt x="234319" y="95359"/>
                  <a:pt x="223447" y="95359"/>
                </a:cubicBezTo>
                <a:cubicBezTo>
                  <a:pt x="218577" y="95359"/>
                  <a:pt x="214273" y="94679"/>
                  <a:pt x="210763" y="93433"/>
                </a:cubicBezTo>
                <a:cubicBezTo>
                  <a:pt x="206346" y="96831"/>
                  <a:pt x="204081" y="100115"/>
                  <a:pt x="204081" y="103399"/>
                </a:cubicBezTo>
                <a:cubicBezTo>
                  <a:pt x="204081" y="105665"/>
                  <a:pt x="204421" y="107251"/>
                  <a:pt x="205326" y="108383"/>
                </a:cubicBezTo>
                <a:cubicBezTo>
                  <a:pt x="206120" y="109515"/>
                  <a:pt x="207592" y="110309"/>
                  <a:pt x="209517" y="110761"/>
                </a:cubicBezTo>
                <a:cubicBezTo>
                  <a:pt x="211442" y="111328"/>
                  <a:pt x="214500" y="111554"/>
                  <a:pt x="218463" y="111554"/>
                </a:cubicBezTo>
                <a:lnTo>
                  <a:pt x="239642" y="111668"/>
                </a:lnTo>
                <a:cubicBezTo>
                  <a:pt x="245872" y="111668"/>
                  <a:pt x="250967" y="112686"/>
                  <a:pt x="254931" y="114612"/>
                </a:cubicBezTo>
                <a:cubicBezTo>
                  <a:pt x="258896" y="116651"/>
                  <a:pt x="261613" y="119256"/>
                  <a:pt x="263311" y="122539"/>
                </a:cubicBezTo>
                <a:cubicBezTo>
                  <a:pt x="265011" y="125824"/>
                  <a:pt x="265804" y="129560"/>
                  <a:pt x="265804" y="133979"/>
                </a:cubicBezTo>
                <a:cubicBezTo>
                  <a:pt x="265690" y="139528"/>
                  <a:pt x="264105" y="144397"/>
                  <a:pt x="260933" y="148700"/>
                </a:cubicBezTo>
                <a:cubicBezTo>
                  <a:pt x="257762" y="153004"/>
                  <a:pt x="253120" y="156402"/>
                  <a:pt x="247117" y="158780"/>
                </a:cubicBezTo>
                <a:cubicBezTo>
                  <a:pt x="241115" y="161159"/>
                  <a:pt x="234093" y="162291"/>
                  <a:pt x="226052" y="162291"/>
                </a:cubicBezTo>
                <a:cubicBezTo>
                  <a:pt x="220162" y="162178"/>
                  <a:pt x="214727" y="161838"/>
                  <a:pt x="209744" y="161159"/>
                </a:cubicBezTo>
                <a:cubicBezTo>
                  <a:pt x="204874" y="160365"/>
                  <a:pt x="200683" y="159120"/>
                  <a:pt x="197173" y="157421"/>
                </a:cubicBezTo>
                <a:cubicBezTo>
                  <a:pt x="193661" y="155835"/>
                  <a:pt x="191057" y="153571"/>
                  <a:pt x="189132" y="150853"/>
                </a:cubicBezTo>
                <a:cubicBezTo>
                  <a:pt x="187207" y="148021"/>
                  <a:pt x="186300" y="144623"/>
                  <a:pt x="186300" y="140547"/>
                </a:cubicBezTo>
                <a:cubicBezTo>
                  <a:pt x="186300" y="136810"/>
                  <a:pt x="187547" y="133412"/>
                  <a:pt x="190038" y="130467"/>
                </a:cubicBezTo>
                <a:cubicBezTo>
                  <a:pt x="192529" y="127409"/>
                  <a:pt x="196040" y="124805"/>
                  <a:pt x="200571" y="122539"/>
                </a:cubicBezTo>
                <a:cubicBezTo>
                  <a:pt x="197852" y="121407"/>
                  <a:pt x="195700" y="119708"/>
                  <a:pt x="194115" y="117557"/>
                </a:cubicBezTo>
                <a:cubicBezTo>
                  <a:pt x="192529" y="115291"/>
                  <a:pt x="191737" y="112800"/>
                  <a:pt x="191737" y="109855"/>
                </a:cubicBezTo>
                <a:cubicBezTo>
                  <a:pt x="191737" y="106457"/>
                  <a:pt x="192756" y="103399"/>
                  <a:pt x="194568" y="100568"/>
                </a:cubicBezTo>
                <a:cubicBezTo>
                  <a:pt x="196493" y="97850"/>
                  <a:pt x="199890" y="94679"/>
                  <a:pt x="204647" y="91055"/>
                </a:cubicBezTo>
                <a:cubicBezTo>
                  <a:pt x="200457" y="88563"/>
                  <a:pt x="197173" y="85280"/>
                  <a:pt x="195021" y="80976"/>
                </a:cubicBezTo>
                <a:cubicBezTo>
                  <a:pt x="192869" y="76785"/>
                  <a:pt x="191737" y="71916"/>
                  <a:pt x="191737" y="66480"/>
                </a:cubicBezTo>
                <a:cubicBezTo>
                  <a:pt x="191849" y="61383"/>
                  <a:pt x="192642" y="57079"/>
                  <a:pt x="194341" y="53343"/>
                </a:cubicBezTo>
                <a:cubicBezTo>
                  <a:pt x="196040" y="49605"/>
                  <a:pt x="198418" y="46548"/>
                  <a:pt x="201363" y="44055"/>
                </a:cubicBezTo>
                <a:cubicBezTo>
                  <a:pt x="204421" y="41678"/>
                  <a:pt x="207932" y="39865"/>
                  <a:pt x="212009" y="38620"/>
                </a:cubicBezTo>
                <a:cubicBezTo>
                  <a:pt x="215972" y="37488"/>
                  <a:pt x="220389" y="36921"/>
                  <a:pt x="225146" y="36921"/>
                </a:cubicBezTo>
                <a:cubicBezTo>
                  <a:pt x="229336" y="36921"/>
                  <a:pt x="233526" y="37488"/>
                  <a:pt x="237717" y="38506"/>
                </a:cubicBezTo>
                <a:lnTo>
                  <a:pt x="268975" y="38620"/>
                </a:lnTo>
                <a:lnTo>
                  <a:pt x="268975" y="47567"/>
                </a:lnTo>
                <a:moveTo>
                  <a:pt x="207592" y="65121"/>
                </a:moveTo>
                <a:cubicBezTo>
                  <a:pt x="207592" y="72482"/>
                  <a:pt x="209064" y="78258"/>
                  <a:pt x="212009" y="82222"/>
                </a:cubicBezTo>
                <a:cubicBezTo>
                  <a:pt x="214953" y="86185"/>
                  <a:pt x="219257" y="88224"/>
                  <a:pt x="224919" y="88338"/>
                </a:cubicBezTo>
                <a:cubicBezTo>
                  <a:pt x="227977" y="88338"/>
                  <a:pt x="230468" y="87771"/>
                  <a:pt x="232621" y="86639"/>
                </a:cubicBezTo>
                <a:cubicBezTo>
                  <a:pt x="234772" y="85506"/>
                  <a:pt x="236471" y="83921"/>
                  <a:pt x="237830" y="81882"/>
                </a:cubicBezTo>
                <a:cubicBezTo>
                  <a:pt x="239189" y="79956"/>
                  <a:pt x="240095" y="77578"/>
                  <a:pt x="240775" y="74974"/>
                </a:cubicBezTo>
                <a:cubicBezTo>
                  <a:pt x="241454" y="72369"/>
                  <a:pt x="241681" y="69651"/>
                  <a:pt x="241793" y="66707"/>
                </a:cubicBezTo>
                <a:cubicBezTo>
                  <a:pt x="241793" y="61610"/>
                  <a:pt x="241001" y="57193"/>
                  <a:pt x="239642" y="53795"/>
                </a:cubicBezTo>
                <a:cubicBezTo>
                  <a:pt x="238170" y="50285"/>
                  <a:pt x="236131" y="47680"/>
                  <a:pt x="233640" y="46095"/>
                </a:cubicBezTo>
                <a:cubicBezTo>
                  <a:pt x="231149" y="44509"/>
                  <a:pt x="228204" y="43603"/>
                  <a:pt x="224919" y="43603"/>
                </a:cubicBezTo>
                <a:cubicBezTo>
                  <a:pt x="219370" y="43603"/>
                  <a:pt x="215067" y="45414"/>
                  <a:pt x="212122" y="49153"/>
                </a:cubicBezTo>
                <a:cubicBezTo>
                  <a:pt x="209178" y="52776"/>
                  <a:pt x="207592" y="58213"/>
                  <a:pt x="207592" y="65121"/>
                </a:cubicBezTo>
                <a:moveTo>
                  <a:pt x="209517" y="124125"/>
                </a:moveTo>
                <a:cubicBezTo>
                  <a:pt x="206460" y="126391"/>
                  <a:pt x="204194" y="128655"/>
                  <a:pt x="202722" y="131148"/>
                </a:cubicBezTo>
                <a:cubicBezTo>
                  <a:pt x="201249" y="133752"/>
                  <a:pt x="200457" y="136583"/>
                  <a:pt x="200457" y="139755"/>
                </a:cubicBezTo>
                <a:cubicBezTo>
                  <a:pt x="200344" y="144964"/>
                  <a:pt x="202495" y="148927"/>
                  <a:pt x="206686" y="151420"/>
                </a:cubicBezTo>
                <a:cubicBezTo>
                  <a:pt x="210877" y="153911"/>
                  <a:pt x="217331" y="155270"/>
                  <a:pt x="225938" y="155270"/>
                </a:cubicBezTo>
                <a:cubicBezTo>
                  <a:pt x="231262" y="155270"/>
                  <a:pt x="235792" y="154589"/>
                  <a:pt x="239529" y="153230"/>
                </a:cubicBezTo>
                <a:cubicBezTo>
                  <a:pt x="243380" y="151872"/>
                  <a:pt x="246324" y="149832"/>
                  <a:pt x="248249" y="147228"/>
                </a:cubicBezTo>
                <a:cubicBezTo>
                  <a:pt x="250288" y="144510"/>
                  <a:pt x="251307" y="141452"/>
                  <a:pt x="251307" y="137942"/>
                </a:cubicBezTo>
                <a:cubicBezTo>
                  <a:pt x="251307" y="136243"/>
                  <a:pt x="251194" y="134657"/>
                  <a:pt x="250741" y="133072"/>
                </a:cubicBezTo>
                <a:cubicBezTo>
                  <a:pt x="250401" y="131600"/>
                  <a:pt x="249608" y="130127"/>
                  <a:pt x="248476" y="128882"/>
                </a:cubicBezTo>
                <a:cubicBezTo>
                  <a:pt x="247344" y="127636"/>
                  <a:pt x="245645" y="126729"/>
                  <a:pt x="243606" y="125937"/>
                </a:cubicBezTo>
                <a:cubicBezTo>
                  <a:pt x="241454" y="125145"/>
                  <a:pt x="238736" y="124805"/>
                  <a:pt x="235225" y="124805"/>
                </a:cubicBezTo>
                <a:lnTo>
                  <a:pt x="222088" y="124692"/>
                </a:lnTo>
                <a:cubicBezTo>
                  <a:pt x="217331" y="124692"/>
                  <a:pt x="213141" y="124465"/>
                  <a:pt x="209517" y="124125"/>
                </a:cubicBezTo>
                <a:moveTo>
                  <a:pt x="328772" y="110649"/>
                </a:moveTo>
                <a:lnTo>
                  <a:pt x="327525" y="110309"/>
                </a:lnTo>
                <a:cubicBezTo>
                  <a:pt x="322316" y="115518"/>
                  <a:pt x="317447" y="119256"/>
                  <a:pt x="313029" y="121407"/>
                </a:cubicBezTo>
                <a:cubicBezTo>
                  <a:pt x="308500" y="123558"/>
                  <a:pt x="303743" y="124578"/>
                  <a:pt x="298646" y="124578"/>
                </a:cubicBezTo>
                <a:cubicBezTo>
                  <a:pt x="294117" y="124578"/>
                  <a:pt x="290266" y="123671"/>
                  <a:pt x="286868" y="121974"/>
                </a:cubicBezTo>
                <a:cubicBezTo>
                  <a:pt x="283358" y="120161"/>
                  <a:pt x="280753" y="117670"/>
                  <a:pt x="279054" y="114499"/>
                </a:cubicBezTo>
                <a:cubicBezTo>
                  <a:pt x="277242" y="111441"/>
                  <a:pt x="276336" y="107704"/>
                  <a:pt x="276336" y="103626"/>
                </a:cubicBezTo>
                <a:cubicBezTo>
                  <a:pt x="276336" y="95019"/>
                  <a:pt x="280640" y="88450"/>
                  <a:pt x="289134" y="83807"/>
                </a:cubicBezTo>
                <a:cubicBezTo>
                  <a:pt x="297741" y="79164"/>
                  <a:pt x="310424" y="76559"/>
                  <a:pt x="327525" y="75879"/>
                </a:cubicBezTo>
                <a:lnTo>
                  <a:pt x="327525" y="70103"/>
                </a:lnTo>
                <a:cubicBezTo>
                  <a:pt x="327525" y="63987"/>
                  <a:pt x="326960" y="59118"/>
                  <a:pt x="325827" y="55607"/>
                </a:cubicBezTo>
                <a:cubicBezTo>
                  <a:pt x="324694" y="52097"/>
                  <a:pt x="322770" y="49491"/>
                  <a:pt x="320278" y="47792"/>
                </a:cubicBezTo>
                <a:cubicBezTo>
                  <a:pt x="317787" y="46208"/>
                  <a:pt x="314389" y="45301"/>
                  <a:pt x="310198" y="45301"/>
                </a:cubicBezTo>
                <a:cubicBezTo>
                  <a:pt x="305555" y="45301"/>
                  <a:pt x="301817" y="46435"/>
                  <a:pt x="299099" y="48812"/>
                </a:cubicBezTo>
                <a:cubicBezTo>
                  <a:pt x="296268" y="51304"/>
                  <a:pt x="294117" y="54815"/>
                  <a:pt x="292645" y="59684"/>
                </a:cubicBezTo>
                <a:lnTo>
                  <a:pt x="281092" y="59570"/>
                </a:lnTo>
                <a:lnTo>
                  <a:pt x="281205" y="48132"/>
                </a:lnTo>
                <a:cubicBezTo>
                  <a:pt x="286868" y="45188"/>
                  <a:pt x="291511" y="43150"/>
                  <a:pt x="295363" y="41791"/>
                </a:cubicBezTo>
                <a:cubicBezTo>
                  <a:pt x="299099" y="40319"/>
                  <a:pt x="302838" y="39298"/>
                  <a:pt x="306688" y="38506"/>
                </a:cubicBezTo>
                <a:cubicBezTo>
                  <a:pt x="310424" y="37714"/>
                  <a:pt x="314276" y="37374"/>
                  <a:pt x="318126" y="37374"/>
                </a:cubicBezTo>
                <a:cubicBezTo>
                  <a:pt x="323902" y="37374"/>
                  <a:pt x="328659" y="38393"/>
                  <a:pt x="332170" y="40205"/>
                </a:cubicBezTo>
                <a:cubicBezTo>
                  <a:pt x="335680" y="42130"/>
                  <a:pt x="338285" y="44961"/>
                  <a:pt x="340097" y="48812"/>
                </a:cubicBezTo>
                <a:cubicBezTo>
                  <a:pt x="341796" y="52662"/>
                  <a:pt x="342701" y="58438"/>
                  <a:pt x="342588" y="66140"/>
                </a:cubicBezTo>
                <a:lnTo>
                  <a:pt x="342475" y="96831"/>
                </a:lnTo>
                <a:cubicBezTo>
                  <a:pt x="342475" y="101135"/>
                  <a:pt x="342475" y="104306"/>
                  <a:pt x="342475" y="106005"/>
                </a:cubicBezTo>
                <a:cubicBezTo>
                  <a:pt x="342588" y="107818"/>
                  <a:pt x="342701" y="109515"/>
                  <a:pt x="343042" y="110987"/>
                </a:cubicBezTo>
                <a:cubicBezTo>
                  <a:pt x="343268" y="112573"/>
                  <a:pt x="343722" y="113819"/>
                  <a:pt x="344287" y="114726"/>
                </a:cubicBezTo>
                <a:cubicBezTo>
                  <a:pt x="344854" y="115631"/>
                  <a:pt x="345759" y="116425"/>
                  <a:pt x="346892" y="117103"/>
                </a:cubicBezTo>
                <a:cubicBezTo>
                  <a:pt x="348024" y="117670"/>
                  <a:pt x="349950" y="118349"/>
                  <a:pt x="352442" y="119142"/>
                </a:cubicBezTo>
                <a:lnTo>
                  <a:pt x="352442" y="123444"/>
                </a:lnTo>
                <a:lnTo>
                  <a:pt x="328319" y="123333"/>
                </a:lnTo>
                <a:lnTo>
                  <a:pt x="328772" y="110649"/>
                </a:lnTo>
                <a:moveTo>
                  <a:pt x="327412" y="83014"/>
                </a:moveTo>
                <a:cubicBezTo>
                  <a:pt x="315521" y="83127"/>
                  <a:pt x="306574" y="84713"/>
                  <a:pt x="300572" y="87657"/>
                </a:cubicBezTo>
                <a:cubicBezTo>
                  <a:pt x="294569" y="90715"/>
                  <a:pt x="291625" y="95359"/>
                  <a:pt x="291625" y="101475"/>
                </a:cubicBezTo>
                <a:cubicBezTo>
                  <a:pt x="291625" y="104873"/>
                  <a:pt x="292191" y="107477"/>
                  <a:pt x="293550" y="109515"/>
                </a:cubicBezTo>
                <a:cubicBezTo>
                  <a:pt x="294909" y="111441"/>
                  <a:pt x="296608" y="112800"/>
                  <a:pt x="298646" y="113480"/>
                </a:cubicBezTo>
                <a:cubicBezTo>
                  <a:pt x="300685" y="114272"/>
                  <a:pt x="303176" y="114612"/>
                  <a:pt x="306009" y="114612"/>
                </a:cubicBezTo>
                <a:cubicBezTo>
                  <a:pt x="309972" y="114612"/>
                  <a:pt x="313596" y="113705"/>
                  <a:pt x="316880" y="111780"/>
                </a:cubicBezTo>
                <a:cubicBezTo>
                  <a:pt x="320165" y="109855"/>
                  <a:pt x="322770" y="107364"/>
                  <a:pt x="324580" y="104419"/>
                </a:cubicBezTo>
                <a:cubicBezTo>
                  <a:pt x="326393" y="101475"/>
                  <a:pt x="327412" y="98417"/>
                  <a:pt x="327412" y="95472"/>
                </a:cubicBezTo>
                <a:lnTo>
                  <a:pt x="327412" y="83014"/>
                </a:lnTo>
                <a:moveTo>
                  <a:pt x="451990" y="123898"/>
                </a:moveTo>
                <a:lnTo>
                  <a:pt x="417222" y="123785"/>
                </a:lnTo>
                <a:lnTo>
                  <a:pt x="417222" y="119483"/>
                </a:lnTo>
                <a:cubicBezTo>
                  <a:pt x="419601" y="118802"/>
                  <a:pt x="421185" y="118122"/>
                  <a:pt x="422205" y="117670"/>
                </a:cubicBezTo>
                <a:cubicBezTo>
                  <a:pt x="423224" y="117103"/>
                  <a:pt x="424016" y="116311"/>
                  <a:pt x="424696" y="115404"/>
                </a:cubicBezTo>
                <a:cubicBezTo>
                  <a:pt x="425377" y="114499"/>
                  <a:pt x="425942" y="113027"/>
                  <a:pt x="426395" y="111101"/>
                </a:cubicBezTo>
                <a:cubicBezTo>
                  <a:pt x="426734" y="109062"/>
                  <a:pt x="426961" y="106117"/>
                  <a:pt x="426961" y="102155"/>
                </a:cubicBezTo>
                <a:lnTo>
                  <a:pt x="427074" y="78937"/>
                </a:lnTo>
                <a:cubicBezTo>
                  <a:pt x="427074" y="74860"/>
                  <a:pt x="426961" y="71122"/>
                  <a:pt x="426847" y="67726"/>
                </a:cubicBezTo>
                <a:cubicBezTo>
                  <a:pt x="426621" y="64441"/>
                  <a:pt x="426169" y="61610"/>
                  <a:pt x="425602" y="59457"/>
                </a:cubicBezTo>
                <a:cubicBezTo>
                  <a:pt x="425150" y="57306"/>
                  <a:pt x="424470" y="55720"/>
                  <a:pt x="423676" y="54475"/>
                </a:cubicBezTo>
                <a:cubicBezTo>
                  <a:pt x="422884" y="53229"/>
                  <a:pt x="421865" y="52210"/>
                  <a:pt x="420845" y="51417"/>
                </a:cubicBezTo>
                <a:cubicBezTo>
                  <a:pt x="419714" y="50511"/>
                  <a:pt x="418467" y="49831"/>
                  <a:pt x="417108" y="49266"/>
                </a:cubicBezTo>
                <a:cubicBezTo>
                  <a:pt x="415636" y="48812"/>
                  <a:pt x="413824" y="48586"/>
                  <a:pt x="411559" y="48586"/>
                </a:cubicBezTo>
                <a:cubicBezTo>
                  <a:pt x="409293" y="48586"/>
                  <a:pt x="407029" y="48926"/>
                  <a:pt x="404991" y="49831"/>
                </a:cubicBezTo>
                <a:cubicBezTo>
                  <a:pt x="402952" y="50737"/>
                  <a:pt x="400686" y="52322"/>
                  <a:pt x="398195" y="54588"/>
                </a:cubicBezTo>
                <a:cubicBezTo>
                  <a:pt x="395704" y="56739"/>
                  <a:pt x="393892" y="59005"/>
                  <a:pt x="392759" y="61156"/>
                </a:cubicBezTo>
                <a:cubicBezTo>
                  <a:pt x="391627" y="63309"/>
                  <a:pt x="391060" y="65800"/>
                  <a:pt x="391060" y="68631"/>
                </a:cubicBezTo>
                <a:lnTo>
                  <a:pt x="390834" y="101588"/>
                </a:lnTo>
                <a:cubicBezTo>
                  <a:pt x="390834" y="106684"/>
                  <a:pt x="391060" y="110195"/>
                  <a:pt x="391514" y="112120"/>
                </a:cubicBezTo>
                <a:cubicBezTo>
                  <a:pt x="391966" y="114045"/>
                  <a:pt x="392873" y="115631"/>
                  <a:pt x="394232" y="116651"/>
                </a:cubicBezTo>
                <a:cubicBezTo>
                  <a:pt x="395477" y="117670"/>
                  <a:pt x="397628" y="118576"/>
                  <a:pt x="400686" y="119369"/>
                </a:cubicBezTo>
                <a:lnTo>
                  <a:pt x="400686" y="123671"/>
                </a:lnTo>
                <a:lnTo>
                  <a:pt x="366031" y="123558"/>
                </a:lnTo>
                <a:lnTo>
                  <a:pt x="366031" y="119142"/>
                </a:lnTo>
                <a:cubicBezTo>
                  <a:pt x="368409" y="118462"/>
                  <a:pt x="369996" y="117895"/>
                  <a:pt x="371015" y="117330"/>
                </a:cubicBezTo>
                <a:cubicBezTo>
                  <a:pt x="371921" y="116877"/>
                  <a:pt x="372828" y="116084"/>
                  <a:pt x="373506" y="115178"/>
                </a:cubicBezTo>
                <a:cubicBezTo>
                  <a:pt x="374185" y="114272"/>
                  <a:pt x="374638" y="112800"/>
                  <a:pt x="375092" y="110874"/>
                </a:cubicBezTo>
                <a:cubicBezTo>
                  <a:pt x="375432" y="108948"/>
                  <a:pt x="375659" y="105892"/>
                  <a:pt x="375659" y="101815"/>
                </a:cubicBezTo>
                <a:lnTo>
                  <a:pt x="375884" y="63309"/>
                </a:lnTo>
                <a:cubicBezTo>
                  <a:pt x="375884" y="59457"/>
                  <a:pt x="375884" y="56514"/>
                  <a:pt x="375772" y="54135"/>
                </a:cubicBezTo>
                <a:cubicBezTo>
                  <a:pt x="375659" y="51870"/>
                  <a:pt x="375205" y="50058"/>
                  <a:pt x="374525" y="48699"/>
                </a:cubicBezTo>
                <a:cubicBezTo>
                  <a:pt x="373846" y="47227"/>
                  <a:pt x="372828" y="46208"/>
                  <a:pt x="371354" y="45528"/>
                </a:cubicBezTo>
                <a:cubicBezTo>
                  <a:pt x="369883" y="44849"/>
                  <a:pt x="367844" y="44282"/>
                  <a:pt x="365238" y="43829"/>
                </a:cubicBezTo>
                <a:lnTo>
                  <a:pt x="365238" y="39185"/>
                </a:lnTo>
                <a:lnTo>
                  <a:pt x="385850" y="38393"/>
                </a:lnTo>
                <a:lnTo>
                  <a:pt x="391287" y="38506"/>
                </a:lnTo>
                <a:lnTo>
                  <a:pt x="390268" y="52889"/>
                </a:lnTo>
                <a:lnTo>
                  <a:pt x="391514" y="53229"/>
                </a:lnTo>
                <a:cubicBezTo>
                  <a:pt x="395817" y="48812"/>
                  <a:pt x="399327" y="45641"/>
                  <a:pt x="402045" y="43829"/>
                </a:cubicBezTo>
                <a:cubicBezTo>
                  <a:pt x="404765" y="41904"/>
                  <a:pt x="407482" y="40545"/>
                  <a:pt x="410200" y="39525"/>
                </a:cubicBezTo>
                <a:cubicBezTo>
                  <a:pt x="412918" y="38506"/>
                  <a:pt x="415863" y="37940"/>
                  <a:pt x="418921" y="37940"/>
                </a:cubicBezTo>
                <a:cubicBezTo>
                  <a:pt x="422092" y="38053"/>
                  <a:pt x="424923" y="38393"/>
                  <a:pt x="427414" y="39185"/>
                </a:cubicBezTo>
                <a:cubicBezTo>
                  <a:pt x="429905" y="39865"/>
                  <a:pt x="432171" y="40997"/>
                  <a:pt x="433984" y="42583"/>
                </a:cubicBezTo>
                <a:cubicBezTo>
                  <a:pt x="435908" y="44055"/>
                  <a:pt x="437494" y="45981"/>
                  <a:pt x="438739" y="48246"/>
                </a:cubicBezTo>
                <a:cubicBezTo>
                  <a:pt x="439986" y="50511"/>
                  <a:pt x="440892" y="53229"/>
                  <a:pt x="441457" y="56514"/>
                </a:cubicBezTo>
                <a:cubicBezTo>
                  <a:pt x="442024" y="59684"/>
                  <a:pt x="442364" y="63649"/>
                  <a:pt x="442364" y="68518"/>
                </a:cubicBezTo>
                <a:lnTo>
                  <a:pt x="442137" y="101815"/>
                </a:lnTo>
                <a:cubicBezTo>
                  <a:pt x="442137" y="105892"/>
                  <a:pt x="442251" y="108836"/>
                  <a:pt x="442477" y="110649"/>
                </a:cubicBezTo>
                <a:cubicBezTo>
                  <a:pt x="442704" y="112460"/>
                  <a:pt x="443044" y="113932"/>
                  <a:pt x="443723" y="114951"/>
                </a:cubicBezTo>
                <a:cubicBezTo>
                  <a:pt x="444288" y="115858"/>
                  <a:pt x="445082" y="116763"/>
                  <a:pt x="446214" y="117443"/>
                </a:cubicBezTo>
                <a:cubicBezTo>
                  <a:pt x="447346" y="118122"/>
                  <a:pt x="449272" y="118802"/>
                  <a:pt x="451990" y="119594"/>
                </a:cubicBezTo>
                <a:lnTo>
                  <a:pt x="451990" y="123898"/>
                </a:lnTo>
                <a:moveTo>
                  <a:pt x="492422" y="5210"/>
                </a:moveTo>
                <a:lnTo>
                  <a:pt x="492422" y="22311"/>
                </a:lnTo>
                <a:lnTo>
                  <a:pt x="476112" y="22198"/>
                </a:lnTo>
                <a:lnTo>
                  <a:pt x="476225" y="5097"/>
                </a:lnTo>
                <a:lnTo>
                  <a:pt x="492422" y="5210"/>
                </a:lnTo>
                <a:moveTo>
                  <a:pt x="466599" y="119708"/>
                </a:moveTo>
                <a:cubicBezTo>
                  <a:pt x="468979" y="119029"/>
                  <a:pt x="470563" y="118349"/>
                  <a:pt x="471583" y="117895"/>
                </a:cubicBezTo>
                <a:cubicBezTo>
                  <a:pt x="472489" y="117330"/>
                  <a:pt x="473394" y="116651"/>
                  <a:pt x="474074" y="115631"/>
                </a:cubicBezTo>
                <a:cubicBezTo>
                  <a:pt x="474754" y="114726"/>
                  <a:pt x="475206" y="113253"/>
                  <a:pt x="475660" y="111328"/>
                </a:cubicBezTo>
                <a:cubicBezTo>
                  <a:pt x="475999" y="109402"/>
                  <a:pt x="476225" y="106344"/>
                  <a:pt x="476225" y="102267"/>
                </a:cubicBezTo>
                <a:lnTo>
                  <a:pt x="476452" y="63762"/>
                </a:lnTo>
                <a:cubicBezTo>
                  <a:pt x="476452" y="60024"/>
                  <a:pt x="476452" y="56966"/>
                  <a:pt x="476339" y="54702"/>
                </a:cubicBezTo>
                <a:cubicBezTo>
                  <a:pt x="476225" y="52436"/>
                  <a:pt x="475773" y="50511"/>
                  <a:pt x="475093" y="49153"/>
                </a:cubicBezTo>
                <a:cubicBezTo>
                  <a:pt x="474414" y="47792"/>
                  <a:pt x="473394" y="46773"/>
                  <a:pt x="471923" y="46095"/>
                </a:cubicBezTo>
                <a:cubicBezTo>
                  <a:pt x="470449" y="45414"/>
                  <a:pt x="468412" y="44849"/>
                  <a:pt x="465807" y="44282"/>
                </a:cubicBezTo>
                <a:lnTo>
                  <a:pt x="465807" y="39639"/>
                </a:lnTo>
                <a:lnTo>
                  <a:pt x="486419" y="38958"/>
                </a:lnTo>
                <a:lnTo>
                  <a:pt x="491742" y="38958"/>
                </a:lnTo>
                <a:lnTo>
                  <a:pt x="491402" y="102042"/>
                </a:lnTo>
                <a:cubicBezTo>
                  <a:pt x="491402" y="107137"/>
                  <a:pt x="491628" y="110649"/>
                  <a:pt x="492082" y="112573"/>
                </a:cubicBezTo>
                <a:cubicBezTo>
                  <a:pt x="492535" y="114612"/>
                  <a:pt x="493441" y="116084"/>
                  <a:pt x="494800" y="117103"/>
                </a:cubicBezTo>
                <a:cubicBezTo>
                  <a:pt x="496045" y="118122"/>
                  <a:pt x="498198" y="119142"/>
                  <a:pt x="501256" y="119821"/>
                </a:cubicBezTo>
                <a:lnTo>
                  <a:pt x="501256" y="124238"/>
                </a:lnTo>
                <a:lnTo>
                  <a:pt x="466599" y="124011"/>
                </a:lnTo>
                <a:lnTo>
                  <a:pt x="466599" y="119708"/>
                </a:lnTo>
                <a:moveTo>
                  <a:pt x="576341" y="59570"/>
                </a:moveTo>
                <a:lnTo>
                  <a:pt x="567848" y="59457"/>
                </a:lnTo>
                <a:cubicBezTo>
                  <a:pt x="566601" y="55947"/>
                  <a:pt x="565130" y="53116"/>
                  <a:pt x="563317" y="51077"/>
                </a:cubicBezTo>
                <a:cubicBezTo>
                  <a:pt x="561618" y="49039"/>
                  <a:pt x="559579" y="47680"/>
                  <a:pt x="557315" y="46773"/>
                </a:cubicBezTo>
                <a:cubicBezTo>
                  <a:pt x="555162" y="45981"/>
                  <a:pt x="552444" y="45528"/>
                  <a:pt x="549160" y="45528"/>
                </a:cubicBezTo>
                <a:cubicBezTo>
                  <a:pt x="544404" y="45528"/>
                  <a:pt x="540666" y="46548"/>
                  <a:pt x="537948" y="48812"/>
                </a:cubicBezTo>
                <a:cubicBezTo>
                  <a:pt x="535117" y="50963"/>
                  <a:pt x="533645" y="54021"/>
                  <a:pt x="533645" y="57760"/>
                </a:cubicBezTo>
                <a:cubicBezTo>
                  <a:pt x="533645" y="60477"/>
                  <a:pt x="534212" y="62742"/>
                  <a:pt x="535344" y="64554"/>
                </a:cubicBezTo>
                <a:cubicBezTo>
                  <a:pt x="536363" y="66253"/>
                  <a:pt x="538175" y="67952"/>
                  <a:pt x="540439" y="69538"/>
                </a:cubicBezTo>
                <a:cubicBezTo>
                  <a:pt x="542819" y="71010"/>
                  <a:pt x="547009" y="73048"/>
                  <a:pt x="552898" y="75654"/>
                </a:cubicBezTo>
                <a:cubicBezTo>
                  <a:pt x="558900" y="78258"/>
                  <a:pt x="563544" y="80636"/>
                  <a:pt x="566714" y="82900"/>
                </a:cubicBezTo>
                <a:cubicBezTo>
                  <a:pt x="569999" y="85053"/>
                  <a:pt x="572603" y="87544"/>
                  <a:pt x="574416" y="90490"/>
                </a:cubicBezTo>
                <a:cubicBezTo>
                  <a:pt x="576228" y="93433"/>
                  <a:pt x="577135" y="96831"/>
                  <a:pt x="577135" y="100795"/>
                </a:cubicBezTo>
                <a:cubicBezTo>
                  <a:pt x="577135" y="105438"/>
                  <a:pt x="576341" y="109402"/>
                  <a:pt x="574642" y="112573"/>
                </a:cubicBezTo>
                <a:cubicBezTo>
                  <a:pt x="573057" y="115744"/>
                  <a:pt x="570792" y="118349"/>
                  <a:pt x="567961" y="120275"/>
                </a:cubicBezTo>
                <a:cubicBezTo>
                  <a:pt x="565016" y="122314"/>
                  <a:pt x="561618" y="123671"/>
                  <a:pt x="557655" y="124578"/>
                </a:cubicBezTo>
                <a:cubicBezTo>
                  <a:pt x="553691" y="125370"/>
                  <a:pt x="549273" y="125824"/>
                  <a:pt x="544631" y="125824"/>
                </a:cubicBezTo>
                <a:cubicBezTo>
                  <a:pt x="539647" y="125824"/>
                  <a:pt x="534890" y="125370"/>
                  <a:pt x="530248" y="124692"/>
                </a:cubicBezTo>
                <a:cubicBezTo>
                  <a:pt x="525605" y="123898"/>
                  <a:pt x="521074" y="122879"/>
                  <a:pt x="516657" y="121747"/>
                </a:cubicBezTo>
                <a:lnTo>
                  <a:pt x="516771" y="103286"/>
                </a:lnTo>
                <a:lnTo>
                  <a:pt x="525378" y="103286"/>
                </a:lnTo>
                <a:cubicBezTo>
                  <a:pt x="526963" y="108723"/>
                  <a:pt x="529341" y="112686"/>
                  <a:pt x="532399" y="115178"/>
                </a:cubicBezTo>
                <a:cubicBezTo>
                  <a:pt x="535457" y="117557"/>
                  <a:pt x="539761" y="118802"/>
                  <a:pt x="545310" y="118802"/>
                </a:cubicBezTo>
                <a:cubicBezTo>
                  <a:pt x="547349" y="118916"/>
                  <a:pt x="549500" y="118689"/>
                  <a:pt x="551539" y="118236"/>
                </a:cubicBezTo>
                <a:cubicBezTo>
                  <a:pt x="553578" y="117782"/>
                  <a:pt x="555389" y="117103"/>
                  <a:pt x="556975" y="116084"/>
                </a:cubicBezTo>
                <a:cubicBezTo>
                  <a:pt x="558560" y="115064"/>
                  <a:pt x="559806" y="113592"/>
                  <a:pt x="560711" y="111893"/>
                </a:cubicBezTo>
                <a:cubicBezTo>
                  <a:pt x="561732" y="110082"/>
                  <a:pt x="562185" y="107929"/>
                  <a:pt x="562185" y="105212"/>
                </a:cubicBezTo>
                <a:cubicBezTo>
                  <a:pt x="562185" y="102267"/>
                  <a:pt x="561618" y="99776"/>
                  <a:pt x="560486" y="97963"/>
                </a:cubicBezTo>
                <a:cubicBezTo>
                  <a:pt x="559241" y="96039"/>
                  <a:pt x="557428" y="94340"/>
                  <a:pt x="555049" y="92755"/>
                </a:cubicBezTo>
                <a:cubicBezTo>
                  <a:pt x="552558" y="91169"/>
                  <a:pt x="548254" y="89016"/>
                  <a:pt x="542027" y="86412"/>
                </a:cubicBezTo>
                <a:cubicBezTo>
                  <a:pt x="536589" y="84147"/>
                  <a:pt x="532399" y="81882"/>
                  <a:pt x="529115" y="79731"/>
                </a:cubicBezTo>
                <a:cubicBezTo>
                  <a:pt x="525943" y="77578"/>
                  <a:pt x="523339" y="75087"/>
                  <a:pt x="521528" y="72256"/>
                </a:cubicBezTo>
                <a:cubicBezTo>
                  <a:pt x="519715" y="69311"/>
                  <a:pt x="518810" y="65913"/>
                  <a:pt x="518810" y="61950"/>
                </a:cubicBezTo>
                <a:cubicBezTo>
                  <a:pt x="518810" y="57193"/>
                  <a:pt x="520167" y="53003"/>
                  <a:pt x="522772" y="49379"/>
                </a:cubicBezTo>
                <a:cubicBezTo>
                  <a:pt x="525491" y="45868"/>
                  <a:pt x="529228" y="43150"/>
                  <a:pt x="534212" y="41338"/>
                </a:cubicBezTo>
                <a:cubicBezTo>
                  <a:pt x="539082" y="39412"/>
                  <a:pt x="544971" y="38506"/>
                  <a:pt x="551539" y="38620"/>
                </a:cubicBezTo>
                <a:cubicBezTo>
                  <a:pt x="555502" y="38620"/>
                  <a:pt x="559241" y="38846"/>
                  <a:pt x="562864" y="39185"/>
                </a:cubicBezTo>
                <a:cubicBezTo>
                  <a:pt x="566489" y="39639"/>
                  <a:pt x="571019" y="40319"/>
                  <a:pt x="576455" y="41564"/>
                </a:cubicBezTo>
                <a:lnTo>
                  <a:pt x="576341" y="59570"/>
                </a:lnTo>
                <a:moveTo>
                  <a:pt x="618584" y="54021"/>
                </a:moveTo>
                <a:lnTo>
                  <a:pt x="619830" y="54362"/>
                </a:lnTo>
                <a:cubicBezTo>
                  <a:pt x="623341" y="50850"/>
                  <a:pt x="626286" y="48246"/>
                  <a:pt x="628550" y="46435"/>
                </a:cubicBezTo>
                <a:cubicBezTo>
                  <a:pt x="630815" y="44622"/>
                  <a:pt x="632967" y="43150"/>
                  <a:pt x="635120" y="42130"/>
                </a:cubicBezTo>
                <a:cubicBezTo>
                  <a:pt x="637271" y="40997"/>
                  <a:pt x="639196" y="40319"/>
                  <a:pt x="641122" y="39865"/>
                </a:cubicBezTo>
                <a:cubicBezTo>
                  <a:pt x="642933" y="39298"/>
                  <a:pt x="644859" y="39072"/>
                  <a:pt x="646785" y="39185"/>
                </a:cubicBezTo>
                <a:cubicBezTo>
                  <a:pt x="652674" y="39185"/>
                  <a:pt x="657429" y="40545"/>
                  <a:pt x="661167" y="43263"/>
                </a:cubicBezTo>
                <a:cubicBezTo>
                  <a:pt x="664791" y="45981"/>
                  <a:pt x="667397" y="50171"/>
                  <a:pt x="668754" y="55720"/>
                </a:cubicBezTo>
                <a:cubicBezTo>
                  <a:pt x="673173" y="51304"/>
                  <a:pt x="676796" y="48019"/>
                  <a:pt x="679514" y="45868"/>
                </a:cubicBezTo>
                <a:cubicBezTo>
                  <a:pt x="682232" y="43829"/>
                  <a:pt x="685063" y="42243"/>
                  <a:pt x="687896" y="41111"/>
                </a:cubicBezTo>
                <a:cubicBezTo>
                  <a:pt x="690839" y="39979"/>
                  <a:pt x="693897" y="39412"/>
                  <a:pt x="697181" y="39412"/>
                </a:cubicBezTo>
                <a:cubicBezTo>
                  <a:pt x="701145" y="39412"/>
                  <a:pt x="704543" y="39979"/>
                  <a:pt x="707374" y="41111"/>
                </a:cubicBezTo>
                <a:cubicBezTo>
                  <a:pt x="710205" y="42356"/>
                  <a:pt x="712583" y="44055"/>
                  <a:pt x="714622" y="46548"/>
                </a:cubicBezTo>
                <a:cubicBezTo>
                  <a:pt x="716548" y="48926"/>
                  <a:pt x="717907" y="51870"/>
                  <a:pt x="718812" y="55494"/>
                </a:cubicBezTo>
                <a:cubicBezTo>
                  <a:pt x="719719" y="59118"/>
                  <a:pt x="720171" y="63875"/>
                  <a:pt x="720171" y="69991"/>
                </a:cubicBezTo>
                <a:lnTo>
                  <a:pt x="719944" y="103174"/>
                </a:lnTo>
                <a:cubicBezTo>
                  <a:pt x="719944" y="107704"/>
                  <a:pt x="720058" y="110761"/>
                  <a:pt x="720398" y="112460"/>
                </a:cubicBezTo>
                <a:cubicBezTo>
                  <a:pt x="720625" y="114159"/>
                  <a:pt x="721077" y="115518"/>
                  <a:pt x="721643" y="116425"/>
                </a:cubicBezTo>
                <a:cubicBezTo>
                  <a:pt x="722210" y="117443"/>
                  <a:pt x="723004" y="118236"/>
                  <a:pt x="724135" y="118916"/>
                </a:cubicBezTo>
                <a:cubicBezTo>
                  <a:pt x="725268" y="119594"/>
                  <a:pt x="727079" y="120275"/>
                  <a:pt x="729797" y="121067"/>
                </a:cubicBezTo>
                <a:lnTo>
                  <a:pt x="729797" y="125370"/>
                </a:lnTo>
                <a:lnTo>
                  <a:pt x="695029" y="125145"/>
                </a:lnTo>
                <a:lnTo>
                  <a:pt x="695142" y="120840"/>
                </a:lnTo>
                <a:cubicBezTo>
                  <a:pt x="697408" y="120161"/>
                  <a:pt x="698994" y="119594"/>
                  <a:pt x="700013" y="119029"/>
                </a:cubicBezTo>
                <a:cubicBezTo>
                  <a:pt x="701031" y="118462"/>
                  <a:pt x="701938" y="117782"/>
                  <a:pt x="702617" y="116877"/>
                </a:cubicBezTo>
                <a:cubicBezTo>
                  <a:pt x="703297" y="115858"/>
                  <a:pt x="703749" y="114385"/>
                  <a:pt x="704203" y="112460"/>
                </a:cubicBezTo>
                <a:cubicBezTo>
                  <a:pt x="704543" y="110535"/>
                  <a:pt x="704769" y="107477"/>
                  <a:pt x="704769" y="103513"/>
                </a:cubicBezTo>
                <a:lnTo>
                  <a:pt x="704883" y="80409"/>
                </a:lnTo>
                <a:cubicBezTo>
                  <a:pt x="704996" y="75427"/>
                  <a:pt x="704883" y="71235"/>
                  <a:pt x="704543" y="67952"/>
                </a:cubicBezTo>
                <a:cubicBezTo>
                  <a:pt x="704316" y="64668"/>
                  <a:pt x="703976" y="62063"/>
                  <a:pt x="703411" y="60137"/>
                </a:cubicBezTo>
                <a:cubicBezTo>
                  <a:pt x="702844" y="58213"/>
                  <a:pt x="702165" y="56739"/>
                  <a:pt x="701371" y="55607"/>
                </a:cubicBezTo>
                <a:cubicBezTo>
                  <a:pt x="700579" y="54475"/>
                  <a:pt x="699672" y="53456"/>
                  <a:pt x="698654" y="52662"/>
                </a:cubicBezTo>
                <a:cubicBezTo>
                  <a:pt x="697747" y="51757"/>
                  <a:pt x="696501" y="51190"/>
                  <a:pt x="695142" y="50623"/>
                </a:cubicBezTo>
                <a:cubicBezTo>
                  <a:pt x="693783" y="50171"/>
                  <a:pt x="692084" y="49945"/>
                  <a:pt x="689820" y="49945"/>
                </a:cubicBezTo>
                <a:cubicBezTo>
                  <a:pt x="687442" y="49945"/>
                  <a:pt x="685290" y="50398"/>
                  <a:pt x="683250" y="51304"/>
                </a:cubicBezTo>
                <a:cubicBezTo>
                  <a:pt x="681213" y="52210"/>
                  <a:pt x="678948" y="53795"/>
                  <a:pt x="676569" y="56061"/>
                </a:cubicBezTo>
                <a:cubicBezTo>
                  <a:pt x="674191" y="58325"/>
                  <a:pt x="672492" y="60477"/>
                  <a:pt x="671359" y="62742"/>
                </a:cubicBezTo>
                <a:cubicBezTo>
                  <a:pt x="670340" y="65008"/>
                  <a:pt x="669775" y="67726"/>
                  <a:pt x="669775" y="70783"/>
                </a:cubicBezTo>
                <a:lnTo>
                  <a:pt x="669548" y="102947"/>
                </a:lnTo>
                <a:cubicBezTo>
                  <a:pt x="669548" y="107477"/>
                  <a:pt x="669661" y="110535"/>
                  <a:pt x="670001" y="112233"/>
                </a:cubicBezTo>
                <a:cubicBezTo>
                  <a:pt x="670228" y="113932"/>
                  <a:pt x="670680" y="115291"/>
                  <a:pt x="671247" y="116198"/>
                </a:cubicBezTo>
                <a:cubicBezTo>
                  <a:pt x="671812" y="117217"/>
                  <a:pt x="672606" y="118009"/>
                  <a:pt x="673738" y="118689"/>
                </a:cubicBezTo>
                <a:cubicBezTo>
                  <a:pt x="674870" y="119369"/>
                  <a:pt x="676683" y="120048"/>
                  <a:pt x="679400" y="120727"/>
                </a:cubicBezTo>
                <a:lnTo>
                  <a:pt x="679400" y="125145"/>
                </a:lnTo>
                <a:lnTo>
                  <a:pt x="644632" y="124918"/>
                </a:lnTo>
                <a:lnTo>
                  <a:pt x="644746" y="120613"/>
                </a:lnTo>
                <a:cubicBezTo>
                  <a:pt x="647010" y="119935"/>
                  <a:pt x="648596" y="119256"/>
                  <a:pt x="649616" y="118802"/>
                </a:cubicBezTo>
                <a:cubicBezTo>
                  <a:pt x="650635" y="118236"/>
                  <a:pt x="651540" y="117557"/>
                  <a:pt x="652220" y="116538"/>
                </a:cubicBezTo>
                <a:cubicBezTo>
                  <a:pt x="652901" y="115631"/>
                  <a:pt x="653353" y="114159"/>
                  <a:pt x="653806" y="112233"/>
                </a:cubicBezTo>
                <a:cubicBezTo>
                  <a:pt x="654145" y="110195"/>
                  <a:pt x="654371" y="107251"/>
                  <a:pt x="654371" y="103286"/>
                </a:cubicBezTo>
                <a:lnTo>
                  <a:pt x="654485" y="80183"/>
                </a:lnTo>
                <a:cubicBezTo>
                  <a:pt x="654598" y="74860"/>
                  <a:pt x="654371" y="70670"/>
                  <a:pt x="654145" y="67272"/>
                </a:cubicBezTo>
                <a:cubicBezTo>
                  <a:pt x="653919" y="63987"/>
                  <a:pt x="653466" y="61383"/>
                  <a:pt x="652787" y="59345"/>
                </a:cubicBezTo>
                <a:cubicBezTo>
                  <a:pt x="652220" y="57419"/>
                  <a:pt x="651427" y="55720"/>
                  <a:pt x="650408" y="54475"/>
                </a:cubicBezTo>
                <a:cubicBezTo>
                  <a:pt x="649503" y="53229"/>
                  <a:pt x="648482" y="52322"/>
                  <a:pt x="647463" y="51644"/>
                </a:cubicBezTo>
                <a:cubicBezTo>
                  <a:pt x="646558" y="51077"/>
                  <a:pt x="645311" y="50511"/>
                  <a:pt x="643953" y="50171"/>
                </a:cubicBezTo>
                <a:cubicBezTo>
                  <a:pt x="642593" y="49831"/>
                  <a:pt x="641122" y="49718"/>
                  <a:pt x="639423" y="49718"/>
                </a:cubicBezTo>
                <a:cubicBezTo>
                  <a:pt x="637044" y="49718"/>
                  <a:pt x="634780" y="50171"/>
                  <a:pt x="632627" y="51304"/>
                </a:cubicBezTo>
                <a:cubicBezTo>
                  <a:pt x="630476" y="52322"/>
                  <a:pt x="628324" y="53908"/>
                  <a:pt x="626059" y="55947"/>
                </a:cubicBezTo>
                <a:cubicBezTo>
                  <a:pt x="623907" y="57986"/>
                  <a:pt x="622208" y="60137"/>
                  <a:pt x="621075" y="62402"/>
                </a:cubicBezTo>
                <a:cubicBezTo>
                  <a:pt x="619943" y="64668"/>
                  <a:pt x="619376" y="67047"/>
                  <a:pt x="619376" y="69651"/>
                </a:cubicBezTo>
                <a:lnTo>
                  <a:pt x="619150" y="102720"/>
                </a:lnTo>
                <a:cubicBezTo>
                  <a:pt x="619150" y="106117"/>
                  <a:pt x="619263" y="108610"/>
                  <a:pt x="619376" y="110422"/>
                </a:cubicBezTo>
                <a:cubicBezTo>
                  <a:pt x="619603" y="112120"/>
                  <a:pt x="619830" y="113592"/>
                  <a:pt x="620283" y="114499"/>
                </a:cubicBezTo>
                <a:cubicBezTo>
                  <a:pt x="620623" y="115518"/>
                  <a:pt x="621075" y="116311"/>
                  <a:pt x="621642" y="116990"/>
                </a:cubicBezTo>
                <a:cubicBezTo>
                  <a:pt x="622321" y="117557"/>
                  <a:pt x="623115" y="118236"/>
                  <a:pt x="624133" y="118802"/>
                </a:cubicBezTo>
                <a:cubicBezTo>
                  <a:pt x="625266" y="119369"/>
                  <a:pt x="626851" y="119935"/>
                  <a:pt x="629117" y="120501"/>
                </a:cubicBezTo>
                <a:lnTo>
                  <a:pt x="629004" y="124805"/>
                </a:lnTo>
                <a:lnTo>
                  <a:pt x="594462" y="124692"/>
                </a:lnTo>
                <a:lnTo>
                  <a:pt x="594462" y="120388"/>
                </a:lnTo>
                <a:cubicBezTo>
                  <a:pt x="596727" y="119594"/>
                  <a:pt x="598312" y="119029"/>
                  <a:pt x="599331" y="118462"/>
                </a:cubicBezTo>
                <a:cubicBezTo>
                  <a:pt x="600238" y="118009"/>
                  <a:pt x="601144" y="117217"/>
                  <a:pt x="601822" y="116311"/>
                </a:cubicBezTo>
                <a:cubicBezTo>
                  <a:pt x="602502" y="115404"/>
                  <a:pt x="603069" y="113932"/>
                  <a:pt x="603408" y="112006"/>
                </a:cubicBezTo>
                <a:cubicBezTo>
                  <a:pt x="603748" y="110082"/>
                  <a:pt x="603975" y="107024"/>
                  <a:pt x="603975" y="102947"/>
                </a:cubicBezTo>
                <a:lnTo>
                  <a:pt x="604201" y="64441"/>
                </a:lnTo>
                <a:cubicBezTo>
                  <a:pt x="604201" y="60704"/>
                  <a:pt x="604201" y="57646"/>
                  <a:pt x="604088" y="55382"/>
                </a:cubicBezTo>
                <a:cubicBezTo>
                  <a:pt x="603975" y="53003"/>
                  <a:pt x="603521" y="51190"/>
                  <a:pt x="602843" y="49831"/>
                </a:cubicBezTo>
                <a:cubicBezTo>
                  <a:pt x="602162" y="48472"/>
                  <a:pt x="601144" y="47340"/>
                  <a:pt x="599671" y="46660"/>
                </a:cubicBezTo>
                <a:cubicBezTo>
                  <a:pt x="598199" y="45981"/>
                  <a:pt x="596160" y="45414"/>
                  <a:pt x="593555" y="44961"/>
                </a:cubicBezTo>
                <a:lnTo>
                  <a:pt x="593555" y="40319"/>
                </a:lnTo>
                <a:lnTo>
                  <a:pt x="614167" y="39639"/>
                </a:lnTo>
                <a:lnTo>
                  <a:pt x="619603" y="39639"/>
                </a:lnTo>
                <a:lnTo>
                  <a:pt x="618584" y="54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13">
            <a:extLst xmlns:a="http://schemas.openxmlformats.org/drawingml/2006/main">
              <a:ext uri="{FF2B5EF4-FFF2-40B4-BE49-F238E27FC236}">
                <a16:creationId xmlns:a16="http://schemas.microsoft.com/office/drawing/2014/main" id="{B24EB64F-5C57-47F9-B798-B862992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467" y="6255651"/>
            <a:ext cx="184487" cy="193611"/>
          </a:xfrm>
          <a:custGeom xmlns:a="http://schemas.openxmlformats.org/drawingml/2006/main">
            <a:pathLst>
              <a:path w="184487" h="193611">
                <a:moveTo>
                  <a:pt x="1058" y="23225"/>
                </a:moveTo>
                <a:lnTo>
                  <a:pt x="0" y="38880"/>
                </a:lnTo>
                <a:lnTo>
                  <a:pt x="2505" y="52259"/>
                </a:lnTo>
                <a:lnTo>
                  <a:pt x="8643" y="63254"/>
                </a:lnTo>
                <a:lnTo>
                  <a:pt x="18482" y="71755"/>
                </a:lnTo>
                <a:lnTo>
                  <a:pt x="28796" y="76470"/>
                </a:lnTo>
                <a:lnTo>
                  <a:pt x="40330" y="78344"/>
                </a:lnTo>
                <a:lnTo>
                  <a:pt x="54065" y="77515"/>
                </a:lnTo>
                <a:lnTo>
                  <a:pt x="70981" y="74117"/>
                </a:lnTo>
                <a:lnTo>
                  <a:pt x="92056" y="68290"/>
                </a:lnTo>
                <a:lnTo>
                  <a:pt x="101202" y="65560"/>
                </a:lnTo>
                <a:lnTo>
                  <a:pt x="106550" y="64017"/>
                </a:lnTo>
                <a:lnTo>
                  <a:pt x="127431" y="58782"/>
                </a:lnTo>
                <a:lnTo>
                  <a:pt x="142654" y="56824"/>
                </a:lnTo>
                <a:lnTo>
                  <a:pt x="153572" y="58198"/>
                </a:lnTo>
                <a:lnTo>
                  <a:pt x="161537" y="62957"/>
                </a:lnTo>
                <a:lnTo>
                  <a:pt x="167135" y="72009"/>
                </a:lnTo>
                <a:lnTo>
                  <a:pt x="168756" y="84783"/>
                </a:lnTo>
                <a:lnTo>
                  <a:pt x="166493" y="101046"/>
                </a:lnTo>
                <a:lnTo>
                  <a:pt x="160442" y="120563"/>
                </a:lnTo>
                <a:lnTo>
                  <a:pt x="156770" y="129750"/>
                </a:lnTo>
                <a:lnTo>
                  <a:pt x="152526" y="139282"/>
                </a:lnTo>
                <a:lnTo>
                  <a:pt x="147728" y="149171"/>
                </a:lnTo>
                <a:lnTo>
                  <a:pt x="145038" y="154421"/>
                </a:lnTo>
                <a:lnTo>
                  <a:pt x="142931" y="158441"/>
                </a:lnTo>
                <a:lnTo>
                  <a:pt x="139357" y="165037"/>
                </a:lnTo>
                <a:lnTo>
                  <a:pt x="135209" y="172430"/>
                </a:lnTo>
                <a:lnTo>
                  <a:pt x="129908" y="181695"/>
                </a:lnTo>
                <a:lnTo>
                  <a:pt x="128847" y="185715"/>
                </a:lnTo>
                <a:lnTo>
                  <a:pt x="129897" y="189610"/>
                </a:lnTo>
                <a:lnTo>
                  <a:pt x="132836" y="192552"/>
                </a:lnTo>
                <a:lnTo>
                  <a:pt x="136857" y="193611"/>
                </a:lnTo>
                <a:lnTo>
                  <a:pt x="140754" y="192561"/>
                </a:lnTo>
                <a:lnTo>
                  <a:pt x="143697" y="189624"/>
                </a:lnTo>
                <a:lnTo>
                  <a:pt x="150237" y="178165"/>
                </a:lnTo>
                <a:lnTo>
                  <a:pt x="152713" y="173758"/>
                </a:lnTo>
                <a:lnTo>
                  <a:pt x="155306" y="169020"/>
                </a:lnTo>
                <a:lnTo>
                  <a:pt x="157781" y="164378"/>
                </a:lnTo>
                <a:lnTo>
                  <a:pt x="160333" y="159469"/>
                </a:lnTo>
                <a:lnTo>
                  <a:pt x="166011" y="147974"/>
                </a:lnTo>
                <a:lnTo>
                  <a:pt x="171020" y="136877"/>
                </a:lnTo>
                <a:lnTo>
                  <a:pt x="175333" y="126149"/>
                </a:lnTo>
                <a:lnTo>
                  <a:pt x="181451" y="106939"/>
                </a:lnTo>
                <a:lnTo>
                  <a:pt x="184487" y="89723"/>
                </a:lnTo>
                <a:lnTo>
                  <a:pt x="184169" y="74630"/>
                </a:lnTo>
                <a:lnTo>
                  <a:pt x="180225" y="61791"/>
                </a:lnTo>
                <a:lnTo>
                  <a:pt x="172381" y="51334"/>
                </a:lnTo>
                <a:lnTo>
                  <a:pt x="161871" y="44513"/>
                </a:lnTo>
                <a:lnTo>
                  <a:pt x="149136" y="41382"/>
                </a:lnTo>
                <a:lnTo>
                  <a:pt x="134142" y="41585"/>
                </a:lnTo>
                <a:lnTo>
                  <a:pt x="132273" y="41806"/>
                </a:lnTo>
                <a:lnTo>
                  <a:pt x="130311" y="42064"/>
                </a:lnTo>
                <a:lnTo>
                  <a:pt x="121584" y="43612"/>
                </a:lnTo>
                <a:lnTo>
                  <a:pt x="111433" y="46092"/>
                </a:lnTo>
                <a:lnTo>
                  <a:pt x="98342" y="49817"/>
                </a:lnTo>
                <a:lnTo>
                  <a:pt x="85806" y="53559"/>
                </a:lnTo>
                <a:lnTo>
                  <a:pt x="82209" y="54603"/>
                </a:lnTo>
                <a:lnTo>
                  <a:pt x="62161" y="59798"/>
                </a:lnTo>
                <a:lnTo>
                  <a:pt x="47025" y="62148"/>
                </a:lnTo>
                <a:lnTo>
                  <a:pt x="35635" y="61629"/>
                </a:lnTo>
                <a:lnTo>
                  <a:pt x="26823" y="58215"/>
                </a:lnTo>
                <a:lnTo>
                  <a:pt x="18039" y="48153"/>
                </a:lnTo>
                <a:lnTo>
                  <a:pt x="15889" y="32392"/>
                </a:lnTo>
                <a:lnTo>
                  <a:pt x="20697" y="10425"/>
                </a:lnTo>
                <a:lnTo>
                  <a:pt x="20995" y="6276"/>
                </a:lnTo>
                <a:lnTo>
                  <a:pt x="19243" y="2642"/>
                </a:lnTo>
                <a:lnTo>
                  <a:pt x="15812" y="297"/>
                </a:lnTo>
                <a:lnTo>
                  <a:pt x="11666" y="0"/>
                </a:lnTo>
                <a:lnTo>
                  <a:pt x="8033" y="1752"/>
                </a:lnTo>
                <a:lnTo>
                  <a:pt x="5685" y="5184"/>
                </a:lnTo>
                <a:lnTo>
                  <a:pt x="5660" y="5257"/>
                </a:lnTo>
                <a:lnTo>
                  <a:pt x="5635" y="5332"/>
                </a:lnTo>
                <a:lnTo>
                  <a:pt x="5611" y="5404"/>
                </a:lnTo>
                <a:lnTo>
                  <a:pt x="1058" y="23225"/>
                </a:lnTo>
                <a:close/>
              </a:path>
            </a:pathLst>
          </a:custGeom>
          <a:solidFill xmlns:a="http://schemas.openxmlformats.org/drawingml/2006/main">
            <a:srgbClr val="2F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14">
            <a:extLst xmlns:a="http://schemas.openxmlformats.org/drawingml/2006/main">
              <a:ext uri="{FF2B5EF4-FFF2-40B4-BE49-F238E27FC236}">
                <a16:creationId xmlns:a16="http://schemas.microsoft.com/office/drawing/2014/main" id="{A424B123-FE45-4BD0-8B92-2807DD6A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765" y="6215430"/>
            <a:ext cx="185348" cy="196514"/>
          </a:xfrm>
          <a:custGeom xmlns:a="http://schemas.openxmlformats.org/drawingml/2006/main">
            <a:pathLst>
              <a:path w="185348" h="196514">
                <a:moveTo>
                  <a:pt x="6686" y="7998"/>
                </a:moveTo>
                <a:cubicBezTo>
                  <a:pt x="38849" y="0"/>
                  <a:pt x="61367" y="5562"/>
                  <a:pt x="71853" y="25956"/>
                </a:cubicBezTo>
                <a:cubicBezTo>
                  <a:pt x="80674" y="43122"/>
                  <a:pt x="77481" y="60331"/>
                  <a:pt x="63450" y="97118"/>
                </a:cubicBezTo>
                <a:lnTo>
                  <a:pt x="59954" y="106204"/>
                </a:lnTo>
                <a:cubicBezTo>
                  <a:pt x="46014" y="142653"/>
                  <a:pt x="43585" y="157313"/>
                  <a:pt x="52038" y="167900"/>
                </a:cubicBezTo>
                <a:cubicBezTo>
                  <a:pt x="60698" y="178762"/>
                  <a:pt x="80737" y="179604"/>
                  <a:pt x="109554" y="171261"/>
                </a:cubicBezTo>
                <a:cubicBezTo>
                  <a:pt x="118808" y="168584"/>
                  <a:pt x="128631" y="165066"/>
                  <a:pt x="139060" y="160787"/>
                </a:cubicBezTo>
                <a:lnTo>
                  <a:pt x="142204" y="159483"/>
                </a:lnTo>
                <a:cubicBezTo>
                  <a:pt x="152020" y="155367"/>
                  <a:pt x="158516" y="152373"/>
                  <a:pt x="172866" y="145536"/>
                </a:cubicBezTo>
                <a:cubicBezTo>
                  <a:pt x="176821" y="143647"/>
                  <a:pt x="181570" y="145328"/>
                  <a:pt x="183459" y="149293"/>
                </a:cubicBezTo>
                <a:cubicBezTo>
                  <a:pt x="185348" y="153257"/>
                  <a:pt x="183668" y="158002"/>
                  <a:pt x="179702" y="159890"/>
                </a:cubicBezTo>
                <a:lnTo>
                  <a:pt x="170421" y="164289"/>
                </a:lnTo>
                <a:lnTo>
                  <a:pt x="164820" y="166898"/>
                </a:lnTo>
                <a:cubicBezTo>
                  <a:pt x="159383" y="169418"/>
                  <a:pt x="153891" y="171837"/>
                  <a:pt x="148351" y="174149"/>
                </a:cubicBezTo>
                <a:cubicBezTo>
                  <a:pt x="136223" y="179235"/>
                  <a:pt x="124798" y="183403"/>
                  <a:pt x="113979" y="186537"/>
                </a:cubicBezTo>
                <a:cubicBezTo>
                  <a:pt x="79497" y="196514"/>
                  <a:pt x="53653" y="195427"/>
                  <a:pt x="39607" y="177819"/>
                </a:cubicBezTo>
                <a:cubicBezTo>
                  <a:pt x="31843" y="168090"/>
                  <a:pt x="29968" y="155740"/>
                  <a:pt x="32562" y="140526"/>
                </a:cubicBezTo>
                <a:lnTo>
                  <a:pt x="32846" y="138945"/>
                </a:lnTo>
                <a:lnTo>
                  <a:pt x="33228" y="136983"/>
                </a:lnTo>
                <a:cubicBezTo>
                  <a:pt x="35207" y="127260"/>
                  <a:pt x="38198" y="118438"/>
                  <a:pt x="45149" y="100375"/>
                </a:cubicBezTo>
                <a:lnTo>
                  <a:pt x="48510" y="91667"/>
                </a:lnTo>
                <a:lnTo>
                  <a:pt x="50461" y="86474"/>
                </a:lnTo>
                <a:cubicBezTo>
                  <a:pt x="61054" y="57874"/>
                  <a:pt x="63257" y="44037"/>
                  <a:pt x="57709" y="33226"/>
                </a:cubicBezTo>
                <a:cubicBezTo>
                  <a:pt x="51269" y="20702"/>
                  <a:pt x="36334" y="17011"/>
                  <a:pt x="10525" y="23435"/>
                </a:cubicBezTo>
                <a:cubicBezTo>
                  <a:pt x="6249" y="24432"/>
                  <a:pt x="1974" y="21769"/>
                  <a:pt x="977" y="17495"/>
                </a:cubicBezTo>
                <a:cubicBezTo>
                  <a:pt x="0" y="13310"/>
                  <a:pt x="2530" y="9101"/>
                  <a:pt x="6686" y="7998"/>
                </a:cubicBezTo>
              </a:path>
            </a:pathLst>
          </a:custGeom>
          <a:solidFill xmlns:a="http://schemas.openxmlformats.org/drawingml/2006/main">
            <a:srgbClr val="2F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15">
            <a:extLst xmlns:a="http://schemas.openxmlformats.org/drawingml/2006/main">
              <a:ext uri="{FF2B5EF4-FFF2-40B4-BE49-F238E27FC236}">
                <a16:creationId xmlns:a16="http://schemas.microsoft.com/office/drawing/2014/main" id="{3AB06522-4BA1-4DC7-A962-ECE2882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859" y="6244699"/>
            <a:ext cx="133173" cy="141980"/>
          </a:xfrm>
          <a:custGeom xmlns:a="http://schemas.openxmlformats.org/drawingml/2006/main">
            <a:pathLst>
              <a:path w="133173" h="141980">
                <a:moveTo>
                  <a:pt x="14219" y="40290"/>
                </a:moveTo>
                <a:lnTo>
                  <a:pt x="41777" y="14783"/>
                </a:lnTo>
                <a:cubicBezTo>
                  <a:pt x="45050" y="11855"/>
                  <a:pt x="45333" y="6831"/>
                  <a:pt x="42407" y="3554"/>
                </a:cubicBezTo>
                <a:cubicBezTo>
                  <a:pt x="39480" y="285"/>
                  <a:pt x="34454" y="0"/>
                  <a:pt x="31180" y="2927"/>
                </a:cubicBezTo>
                <a:cubicBezTo>
                  <a:pt x="31111" y="2985"/>
                  <a:pt x="31043" y="3054"/>
                  <a:pt x="30978" y="3112"/>
                </a:cubicBezTo>
                <a:lnTo>
                  <a:pt x="3416" y="28617"/>
                </a:lnTo>
                <a:cubicBezTo>
                  <a:pt x="193" y="31607"/>
                  <a:pt x="0" y="36636"/>
                  <a:pt x="2984" y="39855"/>
                </a:cubicBezTo>
                <a:cubicBezTo>
                  <a:pt x="5966" y="43085"/>
                  <a:pt x="10998" y="43279"/>
                  <a:pt x="14219" y="40290"/>
                </a:cubicBezTo>
                <a:moveTo>
                  <a:pt x="80881" y="118747"/>
                </a:moveTo>
                <a:lnTo>
                  <a:pt x="108440" y="93244"/>
                </a:lnTo>
                <a:cubicBezTo>
                  <a:pt x="111660" y="90255"/>
                  <a:pt x="111854" y="85226"/>
                  <a:pt x="108865" y="82007"/>
                </a:cubicBezTo>
                <a:cubicBezTo>
                  <a:pt x="105885" y="78787"/>
                  <a:pt x="100856" y="78593"/>
                  <a:pt x="97637" y="81572"/>
                </a:cubicBezTo>
                <a:lnTo>
                  <a:pt x="70078" y="107079"/>
                </a:lnTo>
                <a:cubicBezTo>
                  <a:pt x="66848" y="110063"/>
                  <a:pt x="66664" y="115093"/>
                  <a:pt x="69644" y="118315"/>
                </a:cubicBezTo>
                <a:cubicBezTo>
                  <a:pt x="72623" y="121536"/>
                  <a:pt x="77652" y="121729"/>
                  <a:pt x="80881" y="118747"/>
                </a:cubicBezTo>
                <a:moveTo>
                  <a:pt x="33860" y="61504"/>
                </a:moveTo>
                <a:lnTo>
                  <a:pt x="61417" y="36007"/>
                </a:lnTo>
                <a:cubicBezTo>
                  <a:pt x="64640" y="33027"/>
                  <a:pt x="64835" y="27990"/>
                  <a:pt x="61853" y="24770"/>
                </a:cubicBezTo>
                <a:cubicBezTo>
                  <a:pt x="58870" y="21550"/>
                  <a:pt x="53840" y="21356"/>
                  <a:pt x="50617" y="24336"/>
                </a:cubicBezTo>
                <a:lnTo>
                  <a:pt x="23057" y="49841"/>
                </a:lnTo>
                <a:cubicBezTo>
                  <a:pt x="19835" y="52822"/>
                  <a:pt x="19641" y="57860"/>
                  <a:pt x="22624" y="61079"/>
                </a:cubicBezTo>
                <a:cubicBezTo>
                  <a:pt x="25607" y="64298"/>
                  <a:pt x="30637" y="64493"/>
                  <a:pt x="33860" y="61514"/>
                </a:cubicBezTo>
                <a:lnTo>
                  <a:pt x="33860" y="61504"/>
                </a:lnTo>
                <a:moveTo>
                  <a:pt x="102071" y="138996"/>
                </a:moveTo>
                <a:lnTo>
                  <a:pt x="129620" y="113487"/>
                </a:lnTo>
                <a:cubicBezTo>
                  <a:pt x="132898" y="110560"/>
                  <a:pt x="133173" y="105534"/>
                  <a:pt x="130246" y="102257"/>
                </a:cubicBezTo>
                <a:cubicBezTo>
                  <a:pt x="127329" y="98990"/>
                  <a:pt x="122294" y="98703"/>
                  <a:pt x="119026" y="101630"/>
                </a:cubicBezTo>
                <a:cubicBezTo>
                  <a:pt x="118953" y="101689"/>
                  <a:pt x="118890" y="101757"/>
                  <a:pt x="118817" y="101815"/>
                </a:cubicBezTo>
                <a:lnTo>
                  <a:pt x="91258" y="127328"/>
                </a:lnTo>
                <a:cubicBezTo>
                  <a:pt x="88038" y="130312"/>
                  <a:pt x="87843" y="135343"/>
                  <a:pt x="90833" y="138566"/>
                </a:cubicBezTo>
                <a:cubicBezTo>
                  <a:pt x="93813" y="141788"/>
                  <a:pt x="98841" y="141980"/>
                  <a:pt x="102071" y="138996"/>
                </a:cubicBezTo>
              </a:path>
            </a:pathLst>
          </a:custGeom>
          <a:solidFill xmlns:a="http://schemas.openxmlformats.org/drawingml/2006/main">
            <a:srgbClr val="35A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text-216 Nerf">
            <a:extLst xmlns:a="http://schemas.openxmlformats.org/drawingml/2006/main">
              <a:ext uri="{FF2B5EF4-FFF2-40B4-BE49-F238E27FC236}">
                <a16:creationId xmlns:a16="http://schemas.microsoft.com/office/drawing/2014/main" id="{840CC6B6-B9C0-4E15-A03D-B341A53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979" y="8883881"/>
            <a:ext cx="420805" cy="285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Nerf</a:t>
            </a:r>
          </a:p>
        </p:txBody>
      </p:sp>
      <p:sp>
        <p:nvSpPr>
          <p:cNvPr id="266" name="text-217 -">
            <a:extLst xmlns:a="http://schemas.openxmlformats.org/drawingml/2006/main">
              <a:ext uri="{FF2B5EF4-FFF2-40B4-BE49-F238E27FC236}">
                <a16:creationId xmlns:a16="http://schemas.microsoft.com/office/drawing/2014/main" id="{77A05733-F3D4-49AD-9EC9-0A86787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5224" y="8883450"/>
            <a:ext cx="104548" cy="28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67" name="text-218 based">
            <a:extLst xmlns:a="http://schemas.openxmlformats.org/drawingml/2006/main">
              <a:ext uri="{FF2B5EF4-FFF2-40B4-BE49-F238E27FC236}">
                <a16:creationId xmlns:a16="http://schemas.microsoft.com/office/drawing/2014/main" id="{68C32B0F-6B2C-427E-8E55-7D1982F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3176" y="8884102"/>
            <a:ext cx="547109" cy="28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based</a:t>
            </a:r>
          </a:p>
        </p:txBody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2FAF586-2E5B-4402-9F82-FEF608D7D7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43f29419b493f"/>
          <a:stretch xmlns:a="http://schemas.openxmlformats.org/drawingml/2006/main"/>
        </p:blipFill>
        <p:spPr>
          <a:xfrm xmlns:a="http://schemas.openxmlformats.org/drawingml/2006/main">
            <a:off x="4562475" y="8886825"/>
            <a:ext cx="361950" cy="228600"/>
          </a:xfrm>
          <a:prstGeom xmlns:a="http://schemas.openxmlformats.org/drawingml/2006/main" prst="rect">
            <a:avLst/>
          </a:prstGeom>
        </p:spPr>
      </p:pic>
      <p:sp>
        <p:nvSpPr>
          <p:cNvPr id="269" name="path-220">
            <a:extLst xmlns:a="http://schemas.openxmlformats.org/drawingml/2006/main">
              <a:ext uri="{FF2B5EF4-FFF2-40B4-BE49-F238E27FC236}">
                <a16:creationId xmlns:a16="http://schemas.microsoft.com/office/drawing/2014/main" id="{1F4FCFB4-0800-40C6-B67C-90F8682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975" y="8901798"/>
            <a:ext cx="266463" cy="217102"/>
          </a:xfrm>
          <a:custGeom xmlns:a="http://schemas.openxmlformats.org/drawingml/2006/main">
            <a:pathLst>
              <a:path w="266463" h="217102">
                <a:moveTo>
                  <a:pt x="36023" y="165529"/>
                </a:moveTo>
                <a:lnTo>
                  <a:pt x="231922" y="165529"/>
                </a:lnTo>
                <a:lnTo>
                  <a:pt x="257580" y="196962"/>
                </a:lnTo>
                <a:cubicBezTo>
                  <a:pt x="266463" y="208261"/>
                  <a:pt x="262514" y="217102"/>
                  <a:pt x="247712" y="217102"/>
                </a:cubicBezTo>
                <a:lnTo>
                  <a:pt x="18258" y="217102"/>
                </a:lnTo>
                <a:cubicBezTo>
                  <a:pt x="3947" y="217102"/>
                  <a:pt x="0" y="208261"/>
                  <a:pt x="8882" y="197453"/>
                </a:cubicBezTo>
                <a:lnTo>
                  <a:pt x="36023" y="165529"/>
                </a:lnTo>
                <a:moveTo>
                  <a:pt x="113493" y="0"/>
                </a:moveTo>
                <a:cubicBezTo>
                  <a:pt x="126322" y="0"/>
                  <a:pt x="130271" y="8350"/>
                  <a:pt x="130271" y="14245"/>
                </a:cubicBezTo>
                <a:lnTo>
                  <a:pt x="130271" y="82027"/>
                </a:lnTo>
                <a:cubicBezTo>
                  <a:pt x="130271" y="87921"/>
                  <a:pt x="122869" y="94305"/>
                  <a:pt x="116454" y="94305"/>
                </a:cubicBezTo>
                <a:lnTo>
                  <a:pt x="45397" y="94305"/>
                </a:lnTo>
                <a:cubicBezTo>
                  <a:pt x="38983" y="94305"/>
                  <a:pt x="34049" y="87921"/>
                  <a:pt x="34049" y="82027"/>
                </a:cubicBezTo>
                <a:lnTo>
                  <a:pt x="34047" y="10806"/>
                </a:lnTo>
                <a:cubicBezTo>
                  <a:pt x="34047" y="4912"/>
                  <a:pt x="38983" y="0"/>
                  <a:pt x="45397" y="0"/>
                </a:cubicBezTo>
                <a:lnTo>
                  <a:pt x="113493" y="0"/>
                </a:lnTo>
              </a:path>
            </a:pathLst>
          </a:custGeom>
          <a:solidFill xmlns:a="http://schemas.openxmlformats.org/drawingml/2006/main">
            <a:srgbClr val="DA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21">
            <a:extLst xmlns:a="http://schemas.openxmlformats.org/drawingml/2006/main">
              <a:ext uri="{FF2B5EF4-FFF2-40B4-BE49-F238E27FC236}">
                <a16:creationId xmlns:a16="http://schemas.microsoft.com/office/drawing/2014/main" id="{E1143510-2F52-45B6-A4EE-B190AFB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398" y="9006910"/>
            <a:ext cx="193926" cy="92342"/>
          </a:xfrm>
          <a:custGeom xmlns:a="http://schemas.openxmlformats.org/drawingml/2006/main">
            <a:pathLst>
              <a:path w="193926" h="92342">
                <a:moveTo>
                  <a:pt x="176655" y="0"/>
                </a:moveTo>
                <a:cubicBezTo>
                  <a:pt x="189978" y="0"/>
                  <a:pt x="193926" y="8841"/>
                  <a:pt x="193926" y="14245"/>
                </a:cubicBezTo>
                <a:lnTo>
                  <a:pt x="193926" y="82027"/>
                </a:lnTo>
                <a:cubicBezTo>
                  <a:pt x="193926" y="87431"/>
                  <a:pt x="189486" y="92342"/>
                  <a:pt x="183563" y="92342"/>
                </a:cubicBezTo>
                <a:lnTo>
                  <a:pt x="115468" y="92342"/>
                </a:lnTo>
                <a:cubicBezTo>
                  <a:pt x="110040" y="92342"/>
                  <a:pt x="105106" y="87922"/>
                  <a:pt x="105106" y="82027"/>
                </a:cubicBezTo>
                <a:lnTo>
                  <a:pt x="105106" y="14245"/>
                </a:lnTo>
                <a:cubicBezTo>
                  <a:pt x="105106" y="8841"/>
                  <a:pt x="109546" y="3930"/>
                  <a:pt x="115467" y="3930"/>
                </a:cubicBezTo>
                <a:lnTo>
                  <a:pt x="176655" y="0"/>
                </a:lnTo>
                <a:moveTo>
                  <a:pt x="71057" y="0"/>
                </a:moveTo>
                <a:cubicBezTo>
                  <a:pt x="85861" y="1474"/>
                  <a:pt x="88822" y="8841"/>
                  <a:pt x="88822" y="14245"/>
                </a:cubicBezTo>
                <a:lnTo>
                  <a:pt x="88822" y="82027"/>
                </a:lnTo>
                <a:cubicBezTo>
                  <a:pt x="88822" y="87431"/>
                  <a:pt x="84380" y="92342"/>
                  <a:pt x="78459" y="92342"/>
                </a:cubicBezTo>
                <a:lnTo>
                  <a:pt x="10363" y="92342"/>
                </a:lnTo>
                <a:cubicBezTo>
                  <a:pt x="4936" y="92342"/>
                  <a:pt x="0" y="87922"/>
                  <a:pt x="0" y="82027"/>
                </a:cubicBezTo>
                <a:lnTo>
                  <a:pt x="0" y="14245"/>
                </a:lnTo>
                <a:cubicBezTo>
                  <a:pt x="0" y="8841"/>
                  <a:pt x="4442" y="3930"/>
                  <a:pt x="10363" y="3930"/>
                </a:cubicBezTo>
                <a:lnTo>
                  <a:pt x="71057" y="0"/>
                </a:lnTo>
              </a:path>
            </a:pathLst>
          </a:custGeom>
          <a:solidFill xmlns:a="http://schemas.openxmlformats.org/drawingml/2006/main">
            <a:srgbClr val="DA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22">
            <a:extLst xmlns:a="http://schemas.openxmlformats.org/drawingml/2006/main">
              <a:ext uri="{FF2B5EF4-FFF2-40B4-BE49-F238E27FC236}">
                <a16:creationId xmlns:a16="http://schemas.microsoft.com/office/drawing/2014/main" id="{951E834A-8C07-48D3-B59B-DB66B26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530" y="8901798"/>
            <a:ext cx="193926" cy="192542"/>
          </a:xfrm>
          <a:custGeom xmlns:a="http://schemas.openxmlformats.org/drawingml/2006/main">
            <a:pathLst>
              <a:path w="193926" h="192542">
                <a:moveTo>
                  <a:pt x="78952" y="0"/>
                </a:moveTo>
                <a:cubicBezTo>
                  <a:pt x="84380" y="0"/>
                  <a:pt x="89314" y="4421"/>
                  <a:pt x="89314" y="10315"/>
                </a:cubicBezTo>
                <a:lnTo>
                  <a:pt x="89314" y="78097"/>
                </a:lnTo>
                <a:cubicBezTo>
                  <a:pt x="89314" y="83499"/>
                  <a:pt x="84873" y="88412"/>
                  <a:pt x="78952" y="88412"/>
                </a:cubicBezTo>
                <a:lnTo>
                  <a:pt x="10363" y="88412"/>
                </a:lnTo>
                <a:cubicBezTo>
                  <a:pt x="4934" y="88412"/>
                  <a:pt x="0" y="83991"/>
                  <a:pt x="0" y="78097"/>
                </a:cubicBezTo>
                <a:lnTo>
                  <a:pt x="0" y="10315"/>
                </a:lnTo>
                <a:cubicBezTo>
                  <a:pt x="0" y="4912"/>
                  <a:pt x="4440" y="0"/>
                  <a:pt x="10363" y="0"/>
                </a:cubicBezTo>
                <a:lnTo>
                  <a:pt x="78952" y="0"/>
                </a:lnTo>
                <a:moveTo>
                  <a:pt x="183563" y="104129"/>
                </a:moveTo>
                <a:cubicBezTo>
                  <a:pt x="188991" y="104129"/>
                  <a:pt x="193926" y="108550"/>
                  <a:pt x="193926" y="114444"/>
                </a:cubicBezTo>
                <a:lnTo>
                  <a:pt x="193926" y="182227"/>
                </a:lnTo>
                <a:cubicBezTo>
                  <a:pt x="193926" y="187631"/>
                  <a:pt x="189484" y="192542"/>
                  <a:pt x="183563" y="192542"/>
                </a:cubicBezTo>
                <a:lnTo>
                  <a:pt x="115467" y="192542"/>
                </a:lnTo>
                <a:cubicBezTo>
                  <a:pt x="110040" y="192542"/>
                  <a:pt x="105106" y="188121"/>
                  <a:pt x="105106" y="182227"/>
                </a:cubicBezTo>
                <a:lnTo>
                  <a:pt x="105104" y="114444"/>
                </a:lnTo>
                <a:cubicBezTo>
                  <a:pt x="105104" y="109041"/>
                  <a:pt x="109546" y="104129"/>
                  <a:pt x="115467" y="104129"/>
                </a:cubicBezTo>
                <a:lnTo>
                  <a:pt x="183563" y="104129"/>
                </a:lnTo>
                <a:moveTo>
                  <a:pt x="78952" y="104129"/>
                </a:moveTo>
                <a:cubicBezTo>
                  <a:pt x="84380" y="104129"/>
                  <a:pt x="89314" y="108550"/>
                  <a:pt x="89314" y="114444"/>
                </a:cubicBezTo>
                <a:lnTo>
                  <a:pt x="89314" y="182227"/>
                </a:lnTo>
                <a:cubicBezTo>
                  <a:pt x="89314" y="187631"/>
                  <a:pt x="84873" y="192542"/>
                  <a:pt x="78952" y="192542"/>
                </a:cubicBezTo>
                <a:lnTo>
                  <a:pt x="10363" y="192542"/>
                </a:lnTo>
                <a:cubicBezTo>
                  <a:pt x="4934" y="192542"/>
                  <a:pt x="0" y="188121"/>
                  <a:pt x="0" y="182227"/>
                </a:cubicBezTo>
                <a:lnTo>
                  <a:pt x="0" y="114444"/>
                </a:lnTo>
                <a:cubicBezTo>
                  <a:pt x="0" y="109041"/>
                  <a:pt x="4442" y="104129"/>
                  <a:pt x="10363" y="104129"/>
                </a:cubicBezTo>
                <a:lnTo>
                  <a:pt x="78952" y="104129"/>
                </a:lnTo>
              </a:path>
            </a:pathLst>
          </a:custGeom>
          <a:solidFill xmlns:a="http://schemas.openxmlformats.org/drawingml/2006/main">
            <a:srgbClr val="388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23">
            <a:extLst xmlns:a="http://schemas.openxmlformats.org/drawingml/2006/main">
              <a:ext uri="{FF2B5EF4-FFF2-40B4-BE49-F238E27FC236}">
                <a16:creationId xmlns:a16="http://schemas.microsoft.com/office/drawing/2014/main" id="{47E1A485-FE48-4061-BB5C-9762191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21" y="8888046"/>
            <a:ext cx="115961" cy="121320"/>
          </a:xfrm>
          <a:custGeom xmlns:a="http://schemas.openxmlformats.org/drawingml/2006/main">
            <a:pathLst>
              <a:path w="115961" h="121320">
                <a:moveTo>
                  <a:pt x="108066" y="32417"/>
                </a:moveTo>
                <a:lnTo>
                  <a:pt x="51812" y="2946"/>
                </a:lnTo>
                <a:cubicBezTo>
                  <a:pt x="46878" y="0"/>
                  <a:pt x="31088" y="1964"/>
                  <a:pt x="28620" y="7367"/>
                </a:cubicBezTo>
                <a:lnTo>
                  <a:pt x="2468" y="71711"/>
                </a:lnTo>
                <a:cubicBezTo>
                  <a:pt x="0" y="76623"/>
                  <a:pt x="1481" y="83008"/>
                  <a:pt x="6909" y="85956"/>
                </a:cubicBezTo>
                <a:lnTo>
                  <a:pt x="60201" y="116407"/>
                </a:lnTo>
                <a:cubicBezTo>
                  <a:pt x="72538" y="121320"/>
                  <a:pt x="79940" y="115916"/>
                  <a:pt x="82406" y="111005"/>
                </a:cubicBezTo>
                <a:lnTo>
                  <a:pt x="113000" y="53046"/>
                </a:lnTo>
                <a:cubicBezTo>
                  <a:pt x="115961" y="47644"/>
                  <a:pt x="115961" y="36347"/>
                  <a:pt x="108066" y="32417"/>
                </a:cubicBezTo>
              </a:path>
            </a:pathLst>
          </a:custGeom>
          <a:solidFill xmlns:a="http://schemas.openxmlformats.org/drawingml/2006/main">
            <a:srgbClr val="FF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24">
            <a:extLst xmlns:a="http://schemas.openxmlformats.org/drawingml/2006/main">
              <a:ext uri="{FF2B5EF4-FFF2-40B4-BE49-F238E27FC236}">
                <a16:creationId xmlns:a16="http://schemas.microsoft.com/office/drawing/2014/main" id="{63B4FBD1-9E41-4435-8D94-DAB63AC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52" y="8889027"/>
            <a:ext cx="115961" cy="115426"/>
          </a:xfrm>
          <a:custGeom xmlns:a="http://schemas.openxmlformats.org/drawingml/2006/main">
            <a:pathLst>
              <a:path w="115961" h="115426">
                <a:moveTo>
                  <a:pt x="109053" y="34383"/>
                </a:moveTo>
                <a:lnTo>
                  <a:pt x="48358" y="2456"/>
                </a:lnTo>
                <a:cubicBezTo>
                  <a:pt x="43423" y="0"/>
                  <a:pt x="37009" y="1965"/>
                  <a:pt x="34541" y="6877"/>
                </a:cubicBezTo>
                <a:lnTo>
                  <a:pt x="2468" y="67291"/>
                </a:lnTo>
                <a:cubicBezTo>
                  <a:pt x="0" y="72203"/>
                  <a:pt x="1974" y="78588"/>
                  <a:pt x="6908" y="81044"/>
                </a:cubicBezTo>
                <a:lnTo>
                  <a:pt x="67603" y="112971"/>
                </a:lnTo>
                <a:cubicBezTo>
                  <a:pt x="72538" y="115426"/>
                  <a:pt x="78952" y="113463"/>
                  <a:pt x="81419" y="108550"/>
                </a:cubicBezTo>
                <a:lnTo>
                  <a:pt x="113493" y="48135"/>
                </a:lnTo>
                <a:cubicBezTo>
                  <a:pt x="115961" y="43224"/>
                  <a:pt x="113987" y="37331"/>
                  <a:pt x="109053" y="34383"/>
                </a:cubicBezTo>
              </a:path>
            </a:pathLst>
          </a:custGeom>
          <a:solidFill xmlns:a="http://schemas.openxmlformats.org/drawingml/2006/main">
            <a:srgbClr val="FB56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text-225 Others">
            <a:extLst xmlns:a="http://schemas.openxmlformats.org/drawingml/2006/main">
              <a:ext uri="{FF2B5EF4-FFF2-40B4-BE49-F238E27FC236}">
                <a16:creationId xmlns:a16="http://schemas.microsoft.com/office/drawing/2014/main" id="{78DB6E82-030A-46B2-B372-8277F6A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677" y="8885731"/>
            <a:ext cx="623382" cy="285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Others</a:t>
            </a:r>
          </a:p>
        </p:txBody>
      </p:sp>
      <p:sp>
        <p:nvSpPr>
          <p:cNvPr id="275" name="text-226 Gaussian">
            <a:extLst xmlns:a="http://schemas.openxmlformats.org/drawingml/2006/main">
              <a:ext uri="{FF2B5EF4-FFF2-40B4-BE49-F238E27FC236}">
                <a16:creationId xmlns:a16="http://schemas.microsoft.com/office/drawing/2014/main" id="{81F3ADB5-C6E6-43C1-9A2A-87AF8DF2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2036" y="9207151"/>
            <a:ext cx="817663" cy="28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Gaussian</a:t>
            </a:r>
          </a:p>
        </p:txBody>
      </p:sp>
      <p:sp>
        <p:nvSpPr>
          <p:cNvPr id="276" name="text-227 -">
            <a:extLst xmlns:a="http://schemas.openxmlformats.org/drawingml/2006/main">
              <a:ext uri="{FF2B5EF4-FFF2-40B4-BE49-F238E27FC236}">
                <a16:creationId xmlns:a16="http://schemas.microsoft.com/office/drawing/2014/main" id="{E87890EB-EB33-4EA3-A6B3-AA55C95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476" y="9206883"/>
            <a:ext cx="104412" cy="285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77" name="text-228 based">
            <a:extLst xmlns:a="http://schemas.openxmlformats.org/drawingml/2006/main">
              <a:ext uri="{FF2B5EF4-FFF2-40B4-BE49-F238E27FC236}">
                <a16:creationId xmlns:a16="http://schemas.microsoft.com/office/drawing/2014/main" id="{1952EE0E-191E-4941-9138-CFE43D46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427" y="9207354"/>
            <a:ext cx="546825" cy="284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based</a:t>
            </a:r>
          </a:p>
        </p:txBody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3464FF5-80F8-4BD4-A5B0-48DC9F6A8F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66bfeb5a94965"/>
          <a:stretch xmlns:a="http://schemas.openxmlformats.org/drawingml/2006/main"/>
        </p:blipFill>
        <p:spPr>
          <a:xfrm xmlns:a="http://schemas.openxmlformats.org/drawingml/2006/main">
            <a:off x="4543425" y="9153525"/>
            <a:ext cx="361950" cy="285750"/>
          </a:xfrm>
          <a:prstGeom xmlns:a="http://schemas.openxmlformats.org/drawingml/2006/main" prst="rect">
            <a:avLst/>
          </a:prstGeom>
        </p:spPr>
      </p:pic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9EA1FB2-0273-4F26-A8CE-30E8F5C3A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345e8461c4dc7"/>
          <a:stretch xmlns:a="http://schemas.openxmlformats.org/drawingml/2006/main"/>
        </p:blipFill>
        <p:spPr>
          <a:xfrm xmlns:a="http://schemas.openxmlformats.org/drawingml/2006/main">
            <a:off x="6534150" y="6581775"/>
            <a:ext cx="276225" cy="285750"/>
          </a:xfrm>
          <a:prstGeom xmlns:a="http://schemas.openxmlformats.org/drawingml/2006/main" prst="rect">
            <a:avLst/>
          </a:prstGeom>
        </p:spPr>
      </p:pic>
      <p:sp>
        <p:nvSpPr>
          <p:cNvPr id="280" name="text-231 Animals">
            <a:extLst xmlns:a="http://schemas.openxmlformats.org/drawingml/2006/main">
              <a:ext uri="{FF2B5EF4-FFF2-40B4-BE49-F238E27FC236}">
                <a16:creationId xmlns:a16="http://schemas.microsoft.com/office/drawing/2014/main" id="{3A6DA7A1-358F-4EE7-8886-79F40909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3054" y="6616568"/>
            <a:ext cx="746613" cy="285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Animals</a:t>
            </a:r>
          </a:p>
        </p:txBody>
      </p:sp>
      <p:sp>
        <p:nvSpPr>
          <p:cNvPr id="281" name="path-232">
            <a:extLst xmlns:a="http://schemas.openxmlformats.org/drawingml/2006/main">
              <a:ext uri="{FF2B5EF4-FFF2-40B4-BE49-F238E27FC236}">
                <a16:creationId xmlns:a16="http://schemas.microsoft.com/office/drawing/2014/main" id="{495CC47E-52BF-4CF0-8325-2B9F33A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256" y="7838859"/>
            <a:ext cx="3367669" cy="12232"/>
          </a:xfrm>
          <a:custGeom xmlns:a="http://schemas.openxmlformats.org/drawingml/2006/main">
            <a:pathLst>
              <a:path w="3367669" h="12232">
                <a:moveTo>
                  <a:pt x="0" y="0"/>
                </a:moveTo>
                <a:lnTo>
                  <a:pt x="841920" y="0"/>
                </a:lnTo>
                <a:lnTo>
                  <a:pt x="1683836" y="0"/>
                </a:lnTo>
                <a:lnTo>
                  <a:pt x="2525753" y="0"/>
                </a:lnTo>
                <a:lnTo>
                  <a:pt x="3367669" y="0"/>
                </a:lnTo>
                <a:lnTo>
                  <a:pt x="3367669" y="12232"/>
                </a:lnTo>
                <a:lnTo>
                  <a:pt x="2525753" y="12232"/>
                </a:lnTo>
                <a:lnTo>
                  <a:pt x="1683836" y="12232"/>
                </a:lnTo>
                <a:lnTo>
                  <a:pt x="841920" y="12232"/>
                </a:lnTo>
                <a:lnTo>
                  <a:pt x="0" y="1223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text-233 Fine">
            <a:extLst xmlns:a="http://schemas.openxmlformats.org/drawingml/2006/main">
              <a:ext uri="{FF2B5EF4-FFF2-40B4-BE49-F238E27FC236}">
                <a16:creationId xmlns:a16="http://schemas.microsoft.com/office/drawing/2014/main" id="{04D67A3C-09B1-4946-BFF9-A355755C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4937" y="7601652"/>
            <a:ext cx="445038" cy="28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Fine</a:t>
            </a:r>
          </a:p>
        </p:txBody>
      </p:sp>
      <p:sp>
        <p:nvSpPr>
          <p:cNvPr id="283" name="text-234 -">
            <a:extLst xmlns:a="http://schemas.openxmlformats.org/drawingml/2006/main">
              <a:ext uri="{FF2B5EF4-FFF2-40B4-BE49-F238E27FC236}">
                <a16:creationId xmlns:a16="http://schemas.microsoft.com/office/drawing/2014/main" id="{18EEADB0-D060-46E2-A8C3-15426A4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005" y="7602029"/>
            <a:ext cx="105379" cy="285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84" name="text-235 grained">
            <a:extLst xmlns:a="http://schemas.openxmlformats.org/drawingml/2006/main">
              <a:ext uri="{FF2B5EF4-FFF2-40B4-BE49-F238E27FC236}">
                <a16:creationId xmlns:a16="http://schemas.microsoft.com/office/drawing/2014/main" id="{2D4DA9F9-0E6C-4DC4-92E1-1E369C3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3314" y="7602188"/>
            <a:ext cx="758550" cy="2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grained</a:t>
            </a:r>
          </a:p>
        </p:txBody>
      </p:sp>
      <p:sp>
        <p:nvSpPr>
          <p:cNvPr id="285" name="text-236 Anomaly">
            <a:extLst xmlns:a="http://schemas.openxmlformats.org/drawingml/2006/main">
              <a:ext uri="{FF2B5EF4-FFF2-40B4-BE49-F238E27FC236}">
                <a16:creationId xmlns:a16="http://schemas.microsoft.com/office/drawing/2014/main" id="{354948A1-6FFF-4DC5-9359-932474B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2163" y="7601929"/>
            <a:ext cx="864926" cy="285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Anomaly</a:t>
            </a:r>
          </a:p>
        </p:txBody>
      </p:sp>
      <p:sp>
        <p:nvSpPr>
          <p:cNvPr id="286" name="text-237 A">
            <a:extLst xmlns:a="http://schemas.openxmlformats.org/drawingml/2006/main">
              <a:ext uri="{FF2B5EF4-FFF2-40B4-BE49-F238E27FC236}">
                <a16:creationId xmlns:a16="http://schemas.microsoft.com/office/drawing/2014/main" id="{3C61A5AC-3280-4E88-829D-9F14136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657" y="7601889"/>
            <a:ext cx="169605" cy="28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287" name="text-238 nnotations">
            <a:extLst xmlns:a="http://schemas.openxmlformats.org/drawingml/2006/main">
              <a:ext uri="{FF2B5EF4-FFF2-40B4-BE49-F238E27FC236}">
                <a16:creationId xmlns:a16="http://schemas.microsoft.com/office/drawing/2014/main" id="{5BF6E2BC-09F1-4144-BD85-E2F16776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7843" y="7601948"/>
            <a:ext cx="1053532" cy="285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nnotations</a:t>
            </a:r>
          </a:p>
        </p:txBody>
      </p:sp>
      <p:sp>
        <p:nvSpPr>
          <p:cNvPr id="288" name="text-239 :">
            <a:extLst xmlns:a="http://schemas.openxmlformats.org/drawingml/2006/main">
              <a:ext uri="{FF2B5EF4-FFF2-40B4-BE49-F238E27FC236}">
                <a16:creationId xmlns:a16="http://schemas.microsoft.com/office/drawing/2014/main" id="{E99898C8-83D2-4F02-92CE-046C8EAB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5753" y="7601776"/>
            <a:ext cx="93779" cy="285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:</a:t>
            </a:r>
          </a:p>
        </p:txBody>
      </p:sp>
      <p:sp>
        <p:nvSpPr>
          <p:cNvPr id="289" name="text-240 “Is">
            <a:extLst xmlns:a="http://schemas.openxmlformats.org/drawingml/2006/main">
              <a:ext uri="{FF2B5EF4-FFF2-40B4-BE49-F238E27FC236}">
                <a16:creationId xmlns:a16="http://schemas.microsoft.com/office/drawing/2014/main" id="{5FF5202E-1BDF-479E-A4FB-507B959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069" y="6149282"/>
            <a:ext cx="266776" cy="2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“Is</a:t>
            </a:r>
          </a:p>
        </p:txBody>
      </p:sp>
      <p:sp>
        <p:nvSpPr>
          <p:cNvPr id="290" name="text-240 the">
            <a:extLst xmlns:a="http://schemas.openxmlformats.org/drawingml/2006/main">
              <a:ext uri="{FF2B5EF4-FFF2-40B4-BE49-F238E27FC236}">
                <a16:creationId xmlns:a16="http://schemas.microsoft.com/office/drawing/2014/main" id="{BA5146AE-82E1-470E-BAB2-8408A771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8680" y="6148832"/>
            <a:ext cx="318045" cy="28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the</a:t>
            </a:r>
          </a:p>
        </p:txBody>
      </p:sp>
      <p:sp>
        <p:nvSpPr>
          <p:cNvPr id="291" name="text-240 given">
            <a:extLst xmlns:a="http://schemas.openxmlformats.org/drawingml/2006/main">
              <a:ext uri="{FF2B5EF4-FFF2-40B4-BE49-F238E27FC236}">
                <a16:creationId xmlns:a16="http://schemas.microsoft.com/office/drawing/2014/main" id="{0C7C65E3-E421-4BF9-8915-B12FEB84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4846" y="6148891"/>
            <a:ext cx="502587" cy="28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given</a:t>
            </a:r>
          </a:p>
        </p:txBody>
      </p:sp>
      <p:sp>
        <p:nvSpPr>
          <p:cNvPr id="292" name="text-240 audio">
            <a:extLst xmlns:a="http://schemas.openxmlformats.org/drawingml/2006/main">
              <a:ext uri="{FF2B5EF4-FFF2-40B4-BE49-F238E27FC236}">
                <a16:creationId xmlns:a16="http://schemas.microsoft.com/office/drawing/2014/main" id="{C42FAA76-0537-435E-BE3F-436FE917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4279" y="6149148"/>
            <a:ext cx="526730" cy="285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sp>
        <p:nvSpPr>
          <p:cNvPr id="293" name="text-240 a">
            <a:extLst xmlns:a="http://schemas.openxmlformats.org/drawingml/2006/main">
              <a:ext uri="{FF2B5EF4-FFF2-40B4-BE49-F238E27FC236}">
                <a16:creationId xmlns:a16="http://schemas.microsoft.com/office/drawing/2014/main" id="{BBB03EB6-1054-4533-BDE0-C3E38501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191" y="6149052"/>
            <a:ext cx="136267" cy="28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294" name="text-240 generated">
            <a:extLst xmlns:a="http://schemas.openxmlformats.org/drawingml/2006/main">
              <a:ext uri="{FF2B5EF4-FFF2-40B4-BE49-F238E27FC236}">
                <a16:creationId xmlns:a16="http://schemas.microsoft.com/office/drawing/2014/main" id="{B5278B70-1523-4035-BB12-54FD6D64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3521" y="6149183"/>
            <a:ext cx="909955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generated</a:t>
            </a:r>
          </a:p>
        </p:txBody>
      </p:sp>
      <p:sp>
        <p:nvSpPr>
          <p:cNvPr id="295" name="text-240 audio?">
            <a:extLst xmlns:a="http://schemas.openxmlformats.org/drawingml/2006/main">
              <a:ext uri="{FF2B5EF4-FFF2-40B4-BE49-F238E27FC236}">
                <a16:creationId xmlns:a16="http://schemas.microsoft.com/office/drawing/2014/main" id="{793ED4C5-730C-4118-BF00-7BF9D51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1068" y="6149115"/>
            <a:ext cx="612885" cy="2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audio?</a:t>
            </a:r>
          </a:p>
        </p:txBody>
      </p:sp>
      <p:sp>
        <p:nvSpPr>
          <p:cNvPr id="296" name="text-240 /">
            <a:extLst xmlns:a="http://schemas.openxmlformats.org/drawingml/2006/main">
              <a:ext uri="{FF2B5EF4-FFF2-40B4-BE49-F238E27FC236}">
                <a16:creationId xmlns:a16="http://schemas.microsoft.com/office/drawing/2014/main" id="{162C97FA-7BDC-40CB-AEDC-147F548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3230" y="6149212"/>
            <a:ext cx="136636" cy="285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/</a:t>
            </a:r>
          </a:p>
        </p:txBody>
      </p:sp>
      <p:sp>
        <p:nvSpPr>
          <p:cNvPr id="297" name="text-241 Please">
            <a:extLst xmlns:a="http://schemas.openxmlformats.org/drawingml/2006/main">
              <a:ext uri="{FF2B5EF4-FFF2-40B4-BE49-F238E27FC236}">
                <a16:creationId xmlns:a16="http://schemas.microsoft.com/office/drawing/2014/main" id="{F812432B-60F7-4081-AC35-4781DD8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069" y="6394152"/>
            <a:ext cx="592716" cy="285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Please</a:t>
            </a:r>
          </a:p>
        </p:txBody>
      </p:sp>
      <p:sp>
        <p:nvSpPr>
          <p:cNvPr id="298" name="text-241 select">
            <a:extLst xmlns:a="http://schemas.openxmlformats.org/drawingml/2006/main">
              <a:ext uri="{FF2B5EF4-FFF2-40B4-BE49-F238E27FC236}">
                <a16:creationId xmlns:a16="http://schemas.microsoft.com/office/drawing/2014/main" id="{641399D1-6844-42A0-9BD5-5510E0F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4846" y="6394001"/>
            <a:ext cx="536802" cy="285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select</a:t>
            </a:r>
          </a:p>
        </p:txBody>
      </p:sp>
      <p:sp>
        <p:nvSpPr>
          <p:cNvPr id="299" name="text-241 a">
            <a:extLst xmlns:a="http://schemas.openxmlformats.org/drawingml/2006/main">
              <a:ext uri="{FF2B5EF4-FFF2-40B4-BE49-F238E27FC236}">
                <a16:creationId xmlns:a16="http://schemas.microsoft.com/office/drawing/2014/main" id="{56AE032B-7EA1-40DB-8165-0FDD4E0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9747" y="6393676"/>
            <a:ext cx="136267" cy="28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300" name="text-241 real">
            <a:extLst xmlns:a="http://schemas.openxmlformats.org/drawingml/2006/main">
              <a:ext uri="{FF2B5EF4-FFF2-40B4-BE49-F238E27FC236}">
                <a16:creationId xmlns:a16="http://schemas.microsoft.com/office/drawing/2014/main" id="{2AEF8DDD-CB51-4D6A-A146-F140400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4076" y="6393770"/>
            <a:ext cx="372355" cy="2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real</a:t>
            </a:r>
          </a:p>
        </p:txBody>
      </p:sp>
      <p:sp>
        <p:nvSpPr>
          <p:cNvPr id="301" name="text-241 audio.”">
            <a:extLst xmlns:a="http://schemas.openxmlformats.org/drawingml/2006/main">
              <a:ext uri="{FF2B5EF4-FFF2-40B4-BE49-F238E27FC236}">
                <a16:creationId xmlns:a16="http://schemas.microsoft.com/office/drawing/2014/main" id="{470A06CF-1A23-4097-82A1-A5796B28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4468" y="6393620"/>
            <a:ext cx="629647" cy="28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audio.”</a:t>
            </a:r>
          </a:p>
        </p:txBody>
      </p:sp>
      <p:sp>
        <p:nvSpPr>
          <p:cNvPr id="302" name="text-242 …">
            <a:extLst xmlns:a="http://schemas.openxmlformats.org/drawingml/2006/main">
              <a:ext uri="{FF2B5EF4-FFF2-40B4-BE49-F238E27FC236}">
                <a16:creationId xmlns:a16="http://schemas.microsoft.com/office/drawing/2014/main" id="{650BAF0D-9740-4460-B6C5-8634BFD8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1211" y="8472480"/>
            <a:ext cx="373676" cy="443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03" name="text-243 Metric">
            <a:extLst xmlns:a="http://schemas.openxmlformats.org/drawingml/2006/main">
              <a:ext uri="{FF2B5EF4-FFF2-40B4-BE49-F238E27FC236}">
                <a16:creationId xmlns:a16="http://schemas.microsoft.com/office/drawing/2014/main" id="{2030DAE4-5E25-4081-864D-A520A723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7359" y="8944203"/>
            <a:ext cx="601970" cy="28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1443396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6675" dist="55540" dir="3542175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2026-10-18T11:18:11.1610000Z</dcterms:created>
  <dcterms:modified xsi:type="dcterms:W3CDTF">2026-10-18T11:18:11.1610000Z</dcterms:modified>
</coreProperties>
</file>