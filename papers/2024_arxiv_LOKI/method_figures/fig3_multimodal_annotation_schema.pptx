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b45f86d5864639" /><Relationship Type="http://schemas.openxmlformats.org/officeDocument/2006/relationships/extended-properties" Target="/docProps/app.xml" Id="R65efe4dab4804d6d" /><Relationship Type="http://schemas.openxmlformats.org/officeDocument/2006/relationships/officeDocument" Target="/ppt/presentation.xml" Id="R3b9006dda21e4b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f827454230408b"/>
  </p:sldMasterIdLst>
  <p:notesMasterIdLst>
    <p:notesMasterId xmlns:r="http://schemas.openxmlformats.org/officeDocument/2006/relationships" r:id="Rc109b3edbc634c04"/>
  </p:notesMasterIdLst>
  <p:sldIdLst>
    <p:sldId xmlns:r="http://schemas.openxmlformats.org/officeDocument/2006/relationships" id="256" r:id="Rbcf5f114297e4c40"/>
  </p:sldIdLst>
  <p:sldSz cx="15240000" cy="939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c143f253064378" /><Relationship Type="http://schemas.openxmlformats.org/officeDocument/2006/relationships/slideMaster" Target="/ppt/slideMasters/slideMaster1.xml" Id="Ra6f827454230408b" /><Relationship Type="http://schemas.openxmlformats.org/officeDocument/2006/relationships/notesMaster" Target="/ppt/notesMasters/notesMaster1.xml" Id="Rc109b3edbc634c04" /><Relationship Type="http://schemas.openxmlformats.org/officeDocument/2006/relationships/presProps" Target="/ppt/presProps.xml" Id="Rb4fc68d9bb11453f" /><Relationship Type="http://schemas.openxmlformats.org/officeDocument/2006/relationships/tableStyles" Target="/ppt/tableStyles.xml" Id="R3e1595a93c2e4e2b" /><Relationship Type="http://schemas.openxmlformats.org/officeDocument/2006/relationships/slide" Target="/ppt/slides/slide1.xml" Id="Rbcf5f114297e4c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7e01808bbf42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27bd25780c4aae" /><Relationship Type="http://schemas.openxmlformats.org/officeDocument/2006/relationships/notesMaster" Target="/ppt/notesMasters/notesMaster1.xml" Id="R062db383f91e4f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Multimodal anomaly annotation schema</a:t>
            </a:r>
          </a:p>
          <a:p xmlns:a="http://schemas.openxmlformats.org/drawingml/2006/main">
            <a:r>
              <a:t>Source: https://arxiv.org/abs/2410.09732v2</a:t>
            </a:r>
          </a:p>
          <a:p xmlns:a="http://schemas.openxmlformats.org/drawingml/2006/main">
            <a:r>
              <a:t>Approved image: fig3_multimodal_annotation_schema.png; SHA-256: 1fddfd439f3c5f5381c747063d209b2c31e69a0001c6c888d784b0eeacbe8792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(20), whose internal pixels are not editable.</a:t>
            </a:r>
          </a:p>
          <a:p xmlns:a="http://schemas.openxmlformats.org/drawingml/2006/main">
            <a:r>
              <a:t>Font substitution: source PDF families mapped to Times New Roman, Segoe Print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3bcf6db304c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a0795e0854c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0fd629b5f48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64f50937fb4c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5ec8172ec40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d71621f23f4b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B8ED0C-3651-4ECB-B9A9-D601E01E91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50356"/>
            <a:ext cx="12192000" cy="1357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AFDADE-1DE4-4232-AE86-BFB484F873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168900"/>
            <a:ext cx="10668000" cy="1044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843BFC7-5CA1-4D1A-8766-E18B198113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915833"/>
            <a:ext cx="12192000" cy="1566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317CFA-1E99-4382-AF8A-9F50E55C18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30956"/>
            <a:ext cx="13525500" cy="1148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7F44F3-9F4E-46EE-95CB-3B8ACAE437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10556"/>
            <a:ext cx="13525500" cy="584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535FA1-4A53-4841-BE4E-BBBD8C85E8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30956"/>
            <a:ext cx="13525500" cy="1148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7C4A20-962D-40B5-8109-8DA8E7D3F5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10556"/>
            <a:ext cx="6286500" cy="584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9670F6-3384-4A9F-9BC9-16C8844FF0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610556"/>
            <a:ext cx="6286500" cy="584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C3ABEB-87AE-4A46-9C8A-960EC3516B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30956"/>
            <a:ext cx="13525500" cy="1148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A48E7D-D1F2-4D14-A483-F27A0CB1D8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10556"/>
            <a:ext cx="6286500" cy="584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b4f5e174f54af4" /><Relationship Type="http://schemas.openxmlformats.org/officeDocument/2006/relationships/slideLayout" Target="/ppt/slideLayouts/slideLayout1.xml" Id="R79dc46b53b5d482f" /><Relationship Type="http://schemas.openxmlformats.org/officeDocument/2006/relationships/slideLayout" Target="/ppt/slideLayouts/slideLayout2.xml" Id="Rd5f0da74b0c64c42" /><Relationship Type="http://schemas.openxmlformats.org/officeDocument/2006/relationships/slideLayout" Target="/ppt/slideLayouts/slideLayout3.xml" Id="Rf78da24283b54f6b" /><Relationship Type="http://schemas.openxmlformats.org/officeDocument/2006/relationships/slideLayout" Target="/ppt/slideLayouts/slideLayout4.xml" Id="R555208f037334954" /><Relationship Type="http://schemas.openxmlformats.org/officeDocument/2006/relationships/slideLayout" Target="/ppt/slideLayouts/slideLayout5.xml" Id="R5951e70cb9dc4796" /><Relationship Type="http://schemas.openxmlformats.org/officeDocument/2006/relationships/slideLayout" Target="/ppt/slideLayouts/slideLayout6.xml" Id="R01732f8aebe34f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dc46b53b5d482f"/>
    <p:sldLayoutId xmlns:r="http://schemas.openxmlformats.org/officeDocument/2006/relationships" id="2147483650" r:id="Rd5f0da74b0c64c42"/>
    <p:sldLayoutId xmlns:r="http://schemas.openxmlformats.org/officeDocument/2006/relationships" id="2147483651" r:id="Rf78da24283b54f6b"/>
    <p:sldLayoutId xmlns:r="http://schemas.openxmlformats.org/officeDocument/2006/relationships" id="2147483652" r:id="R555208f037334954"/>
    <p:sldLayoutId xmlns:r="http://schemas.openxmlformats.org/officeDocument/2006/relationships" id="2147483653" r:id="R5951e70cb9dc4796"/>
    <p:sldLayoutId xmlns:r="http://schemas.openxmlformats.org/officeDocument/2006/relationships" id="2147483654" r:id="R01732f8aebe34f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e58e08120b417e" /><Relationship Type="http://schemas.openxmlformats.org/officeDocument/2006/relationships/image" Target="/ppt/media/image.png" Id="R1408654e461e43ab" /><Relationship Type="http://schemas.openxmlformats.org/officeDocument/2006/relationships/image" Target="/ppt/media/image2.png" Id="Raafda7b0ab8e483d" /><Relationship Type="http://schemas.openxmlformats.org/officeDocument/2006/relationships/image" Target="/ppt/media/image3.png" Id="R04780cc4999d4f1c" /><Relationship Type="http://schemas.openxmlformats.org/officeDocument/2006/relationships/image" Target="/ppt/media/image4.png" Id="R7a562b73a54a4d06" /><Relationship Type="http://schemas.openxmlformats.org/officeDocument/2006/relationships/image" Target="/ppt/media/image5.png" Id="Rdbda2a97beb74985" /><Relationship Type="http://schemas.openxmlformats.org/officeDocument/2006/relationships/image" Target="/ppt/media/image6.png" Id="R39b4e77b8e1e4fd2" /><Relationship Type="http://schemas.openxmlformats.org/officeDocument/2006/relationships/image" Target="/ppt/media/image7.png" Id="Rd573fdb62f974f0e" /><Relationship Type="http://schemas.openxmlformats.org/officeDocument/2006/relationships/image" Target="/ppt/media/image8.png" Id="R92b5cda95b514eef" /><Relationship Type="http://schemas.openxmlformats.org/officeDocument/2006/relationships/image" Target="/ppt/media/image9.png" Id="R40d1a12ea10644ab" /><Relationship Type="http://schemas.openxmlformats.org/officeDocument/2006/relationships/image" Target="/ppt/media/image10.png" Id="R7e962c965ae94b0d" /><Relationship Type="http://schemas.openxmlformats.org/officeDocument/2006/relationships/image" Target="/ppt/media/image11.png" Id="Re713db1d00cf4619" /><Relationship Type="http://schemas.openxmlformats.org/officeDocument/2006/relationships/image" Target="/ppt/media/image12.png" Id="R8b2d1315f25d4603" /><Relationship Type="http://schemas.openxmlformats.org/officeDocument/2006/relationships/image" Target="/ppt/media/image13.png" Id="R191b57f18f9e4d5a" /><Relationship Type="http://schemas.openxmlformats.org/officeDocument/2006/relationships/image" Target="/ppt/media/image14.png" Id="R2bbc8a4d97a7477f" /><Relationship Type="http://schemas.openxmlformats.org/officeDocument/2006/relationships/image" Target="/ppt/media/image15.png" Id="R3af22f1c6a17415c" /><Relationship Type="http://schemas.openxmlformats.org/officeDocument/2006/relationships/image" Target="/ppt/media/image16.png" Id="R2046b1041e664941" /><Relationship Type="http://schemas.openxmlformats.org/officeDocument/2006/relationships/image" Target="/ppt/media/image17.png" Id="Rde88f780e8a74476" /><Relationship Type="http://schemas.openxmlformats.org/officeDocument/2006/relationships/image" Target="/ppt/media/image18.png" Id="R0ef53bb873ad46f9" /><Relationship Type="http://schemas.openxmlformats.org/officeDocument/2006/relationships/image" Target="/ppt/media/image19.png" Id="Ra7dbd304fcc440f5" /><Relationship Type="http://schemas.openxmlformats.org/officeDocument/2006/relationships/image" Target="/ppt/media/image20.png" Id="Rd83c68ee615c4633" /><Relationship Type="http://schemas.openxmlformats.org/officeDocument/2006/relationships/notesSlide" Target="/ppt/notesSlides/notesSlide1.xml" Id="Rbff37265bd7a41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0" name="path-1">
            <a:extLst xmlns:a="http://schemas.openxmlformats.org/drawingml/2006/main">
              <a:ext uri="{FF2B5EF4-FFF2-40B4-BE49-F238E27FC236}">
                <a16:creationId xmlns:a16="http://schemas.microsoft.com/office/drawing/2014/main" id="{9613694D-2098-4C02-BE22-9D807791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2" y="36511"/>
            <a:ext cx="15087574" cy="9285414"/>
          </a:xfrm>
          <a:custGeom xmlns:a="http://schemas.openxmlformats.org/drawingml/2006/main">
            <a:pathLst>
              <a:path w="15087574" h="9285414">
                <a:moveTo>
                  <a:pt x="15087574" y="0"/>
                </a:moveTo>
                <a:lnTo>
                  <a:pt x="0" y="0"/>
                </a:lnTo>
                <a:lnTo>
                  <a:pt x="0" y="9285414"/>
                </a:lnTo>
                <a:lnTo>
                  <a:pt x="15087574" y="9285414"/>
                </a:lnTo>
                <a:lnTo>
                  <a:pt x="1508757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2EDBD645-D6FD-4A62-B833-8F44E6EC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9" y="4734898"/>
            <a:ext cx="7891786" cy="4426540"/>
          </a:xfrm>
          <a:custGeom xmlns:a="http://schemas.openxmlformats.org/drawingml/2006/main">
            <a:pathLst>
              <a:path w="7891786" h="4426540">
                <a:moveTo>
                  <a:pt x="0" y="321524"/>
                </a:moveTo>
                <a:cubicBezTo>
                  <a:pt x="0" y="143976"/>
                  <a:pt x="143935" y="0"/>
                  <a:pt x="321496" y="0"/>
                </a:cubicBezTo>
                <a:lnTo>
                  <a:pt x="7570261" y="0"/>
                </a:lnTo>
                <a:cubicBezTo>
                  <a:pt x="7747810" y="0"/>
                  <a:pt x="7891786" y="143976"/>
                  <a:pt x="7891786" y="321524"/>
                </a:cubicBezTo>
                <a:lnTo>
                  <a:pt x="7891786" y="4105044"/>
                </a:lnTo>
                <a:cubicBezTo>
                  <a:pt x="7891786" y="4282606"/>
                  <a:pt x="7747810" y="4426540"/>
                  <a:pt x="7570261" y="4426540"/>
                </a:cubicBezTo>
                <a:lnTo>
                  <a:pt x="321496" y="4426540"/>
                </a:lnTo>
                <a:cubicBezTo>
                  <a:pt x="143935" y="4426540"/>
                  <a:pt x="0" y="4282606"/>
                  <a:pt x="0" y="4105044"/>
                </a:cubicBezTo>
                <a:lnTo>
                  <a:pt x="0" y="321524"/>
                </a:lnTo>
              </a:path>
            </a:pathLst>
          </a:custGeom>
          <a:solidFill xmlns:a="http://schemas.openxmlformats.org/drawingml/2006/main">
            <a:srgbClr val="FF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FC1724D8-7A2F-4AAF-B399-066B8AC4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920" y="7618782"/>
            <a:ext cx="2417156" cy="1208579"/>
          </a:xfrm>
          <a:custGeom xmlns:a="http://schemas.openxmlformats.org/drawingml/2006/main">
            <a:pathLst>
              <a:path w="2417156" h="1208579">
                <a:moveTo>
                  <a:pt x="0" y="87750"/>
                </a:moveTo>
                <a:cubicBezTo>
                  <a:pt x="0" y="39304"/>
                  <a:pt x="39303" y="0"/>
                  <a:pt x="87750" y="0"/>
                </a:cubicBezTo>
                <a:lnTo>
                  <a:pt x="2329406" y="0"/>
                </a:lnTo>
                <a:cubicBezTo>
                  <a:pt x="2377852" y="0"/>
                  <a:pt x="2417156" y="39304"/>
                  <a:pt x="2417156" y="87750"/>
                </a:cubicBezTo>
                <a:lnTo>
                  <a:pt x="2417156" y="1120801"/>
                </a:lnTo>
                <a:cubicBezTo>
                  <a:pt x="2417156" y="1169275"/>
                  <a:pt x="2377852" y="1208579"/>
                  <a:pt x="2329406" y="1208579"/>
                </a:cubicBezTo>
                <a:lnTo>
                  <a:pt x="87750" y="1208579"/>
                </a:lnTo>
                <a:cubicBezTo>
                  <a:pt x="39303" y="1208579"/>
                  <a:pt x="0" y="1169275"/>
                  <a:pt x="0" y="1120801"/>
                </a:cubicBezTo>
                <a:lnTo>
                  <a:pt x="0" y="87750"/>
                </a:lnTo>
              </a:path>
            </a:pathLst>
          </a:custGeom>
          <a:solidFill xmlns:a="http://schemas.openxmlformats.org/drawingml/2006/main">
            <a:srgbClr val="FFF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9C09CC48-BD6B-4069-9264-4D866630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342" y="4734898"/>
            <a:ext cx="6876448" cy="4426540"/>
          </a:xfrm>
          <a:custGeom xmlns:a="http://schemas.openxmlformats.org/drawingml/2006/main">
            <a:pathLst>
              <a:path w="6876448" h="4426540">
                <a:moveTo>
                  <a:pt x="0" y="321524"/>
                </a:moveTo>
                <a:cubicBezTo>
                  <a:pt x="0" y="143976"/>
                  <a:pt x="143976" y="0"/>
                  <a:pt x="321523" y="0"/>
                </a:cubicBezTo>
                <a:lnTo>
                  <a:pt x="6554924" y="0"/>
                </a:lnTo>
                <a:cubicBezTo>
                  <a:pt x="6732473" y="0"/>
                  <a:pt x="6876448" y="143976"/>
                  <a:pt x="6876448" y="321524"/>
                </a:cubicBezTo>
                <a:lnTo>
                  <a:pt x="6876448" y="4105031"/>
                </a:lnTo>
                <a:cubicBezTo>
                  <a:pt x="6876448" y="4282591"/>
                  <a:pt x="6732473" y="4426540"/>
                  <a:pt x="6554924" y="4426540"/>
                </a:cubicBezTo>
                <a:lnTo>
                  <a:pt x="321523" y="4426540"/>
                </a:lnTo>
                <a:cubicBezTo>
                  <a:pt x="143976" y="4426540"/>
                  <a:pt x="0" y="4282591"/>
                  <a:pt x="0" y="4105031"/>
                </a:cubicBezTo>
                <a:lnTo>
                  <a:pt x="0" y="321524"/>
                </a:lnTo>
              </a:path>
            </a:pathLst>
          </a:custGeom>
          <a:solidFill xmlns:a="http://schemas.openxmlformats.org/drawingml/2006/main">
            <a:srgbClr val="F8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5 Raw">
            <a:extLst xmlns:a="http://schemas.openxmlformats.org/drawingml/2006/main">
              <a:ext uri="{FF2B5EF4-FFF2-40B4-BE49-F238E27FC236}">
                <a16:creationId xmlns:a16="http://schemas.microsoft.com/office/drawing/2014/main" id="{4E0E1E88-F031-4A90-8A06-0EA346EC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493" y="8507289"/>
            <a:ext cx="438457" cy="305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Raw</a:t>
            </a:r>
          </a:p>
        </p:txBody>
      </p:sp>
      <p:sp>
        <p:nvSpPr>
          <p:cNvPr id="6" name="text-5 Images">
            <a:extLst xmlns:a="http://schemas.openxmlformats.org/drawingml/2006/main">
              <a:ext uri="{FF2B5EF4-FFF2-40B4-BE49-F238E27FC236}">
                <a16:creationId xmlns:a16="http://schemas.microsoft.com/office/drawing/2014/main" id="{FC3EBBD0-AA39-4B18-992F-035C6528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2183" y="8508702"/>
            <a:ext cx="663851" cy="303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Images</a:t>
            </a:r>
          </a:p>
        </p:txBody>
      </p:sp>
      <p:sp>
        <p:nvSpPr>
          <p:cNvPr id="7" name="path-6">
            <a:extLst xmlns:a="http://schemas.openxmlformats.org/drawingml/2006/main">
              <a:ext uri="{FF2B5EF4-FFF2-40B4-BE49-F238E27FC236}">
                <a16:creationId xmlns:a16="http://schemas.microsoft.com/office/drawing/2014/main" id="{84D9962C-88F3-4324-8966-A057E1E4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852" y="5573370"/>
            <a:ext cx="3475072" cy="1477151"/>
          </a:xfrm>
          <a:custGeom xmlns:a="http://schemas.openxmlformats.org/drawingml/2006/main">
            <a:pathLst>
              <a:path w="3475072" h="1477151">
                <a:moveTo>
                  <a:pt x="0" y="107265"/>
                </a:moveTo>
                <a:cubicBezTo>
                  <a:pt x="0" y="48037"/>
                  <a:pt x="48038" y="0"/>
                  <a:pt x="107266" y="0"/>
                </a:cubicBezTo>
                <a:lnTo>
                  <a:pt x="3367806" y="0"/>
                </a:lnTo>
                <a:cubicBezTo>
                  <a:pt x="3427034" y="0"/>
                  <a:pt x="3475072" y="48037"/>
                  <a:pt x="3475072" y="107265"/>
                </a:cubicBezTo>
                <a:lnTo>
                  <a:pt x="3475072" y="1369885"/>
                </a:lnTo>
                <a:cubicBezTo>
                  <a:pt x="3475072" y="1429113"/>
                  <a:pt x="3427034" y="1477151"/>
                  <a:pt x="3367806" y="1477151"/>
                </a:cubicBezTo>
                <a:lnTo>
                  <a:pt x="107266" y="1477151"/>
                </a:lnTo>
                <a:cubicBezTo>
                  <a:pt x="48038" y="1477151"/>
                  <a:pt x="0" y="1429113"/>
                  <a:pt x="0" y="1369885"/>
                </a:cubicBezTo>
                <a:lnTo>
                  <a:pt x="0" y="107265"/>
                </a:lnTo>
              </a:path>
            </a:pathLst>
          </a:custGeom>
          <a:solidFill xmlns:a="http://schemas.openxmlformats.org/drawingml/2006/main">
            <a:srgbClr val="FFF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 Overall">
            <a:extLst xmlns:a="http://schemas.openxmlformats.org/drawingml/2006/main">
              <a:ext uri="{FF2B5EF4-FFF2-40B4-BE49-F238E27FC236}">
                <a16:creationId xmlns:a16="http://schemas.microsoft.com/office/drawing/2014/main" id="{7FF2C48E-7030-4FEF-AD7D-F0AE7364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3616" y="5246078"/>
            <a:ext cx="837611" cy="344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0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0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0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rPr>
              <a:t>Overall</a:t>
            </a:r>
          </a:p>
        </p:txBody>
      </p:sp>
      <p:sp>
        <p:nvSpPr>
          <p:cNvPr id="9" name="text-7 Abnormal">
            <a:extLst xmlns:a="http://schemas.openxmlformats.org/drawingml/2006/main">
              <a:ext uri="{FF2B5EF4-FFF2-40B4-BE49-F238E27FC236}">
                <a16:creationId xmlns:a16="http://schemas.microsoft.com/office/drawing/2014/main" id="{7D533FBE-95BD-4B30-9ECA-C8E5EC2E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3370" y="5246885"/>
            <a:ext cx="1121564" cy="343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4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4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4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10" name="text-8 “The">
            <a:extLst xmlns:a="http://schemas.openxmlformats.org/drawingml/2006/main">
              <a:ext uri="{FF2B5EF4-FFF2-40B4-BE49-F238E27FC236}">
                <a16:creationId xmlns:a16="http://schemas.microsoft.com/office/drawing/2014/main" id="{69041853-F5FB-4415-A8D8-12A86A9E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4314" y="5654397"/>
            <a:ext cx="527813" cy="287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“The</a:t>
            </a:r>
          </a:p>
        </p:txBody>
      </p:sp>
      <p:sp>
        <p:nvSpPr>
          <p:cNvPr id="11" name="text-8 overall">
            <a:extLst xmlns:a="http://schemas.openxmlformats.org/drawingml/2006/main">
              <a:ext uri="{FF2B5EF4-FFF2-40B4-BE49-F238E27FC236}">
                <a16:creationId xmlns:a16="http://schemas.microsoft.com/office/drawing/2014/main" id="{BCD8606B-4617-4970-8D64-224921A7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534" y="5655105"/>
            <a:ext cx="708752" cy="286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overall</a:t>
            </a:r>
          </a:p>
        </p:txBody>
      </p:sp>
      <p:sp>
        <p:nvSpPr>
          <p:cNvPr id="12" name="text-8 saturation">
            <a:extLst xmlns:a="http://schemas.openxmlformats.org/drawingml/2006/main">
              <a:ext uri="{FF2B5EF4-FFF2-40B4-BE49-F238E27FC236}">
                <a16:creationId xmlns:a16="http://schemas.microsoft.com/office/drawing/2014/main" id="{DCCF2F59-0DA1-4E9A-A491-67EA433A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8414" y="5655307"/>
            <a:ext cx="1089451" cy="286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saturation</a:t>
            </a:r>
          </a:p>
        </p:txBody>
      </p:sp>
      <p:sp>
        <p:nvSpPr>
          <p:cNvPr id="13" name="text-8 of">
            <a:extLst xmlns:a="http://schemas.openxmlformats.org/drawingml/2006/main">
              <a:ext uri="{FF2B5EF4-FFF2-40B4-BE49-F238E27FC236}">
                <a16:creationId xmlns:a16="http://schemas.microsoft.com/office/drawing/2014/main" id="{3F036519-AED7-49DB-927D-B08A0285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4703" y="5655565"/>
            <a:ext cx="227341" cy="285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14" name="text-8 the">
            <a:extLst xmlns:a="http://schemas.openxmlformats.org/drawingml/2006/main">
              <a:ext uri="{FF2B5EF4-FFF2-40B4-BE49-F238E27FC236}">
                <a16:creationId xmlns:a16="http://schemas.microsoft.com/office/drawing/2014/main" id="{6BC7A9F1-28DE-43F2-A327-E753E27D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7807" y="5655064"/>
            <a:ext cx="365924" cy="286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5" name="text-9 image">
            <a:extLst xmlns:a="http://schemas.openxmlformats.org/drawingml/2006/main">
              <a:ext uri="{FF2B5EF4-FFF2-40B4-BE49-F238E27FC236}">
                <a16:creationId xmlns:a16="http://schemas.microsoft.com/office/drawing/2014/main" id="{58004C95-8700-4ACA-9715-15B02146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4314" y="5900662"/>
            <a:ext cx="643853" cy="286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image</a:t>
            </a:r>
          </a:p>
        </p:txBody>
      </p:sp>
      <p:sp>
        <p:nvSpPr>
          <p:cNvPr id="16" name="text-9 is">
            <a:extLst xmlns:a="http://schemas.openxmlformats.org/drawingml/2006/main">
              <a:ext uri="{FF2B5EF4-FFF2-40B4-BE49-F238E27FC236}">
                <a16:creationId xmlns:a16="http://schemas.microsoft.com/office/drawing/2014/main" id="{5A16BD50-C3E9-4F17-A125-9B978650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1916" y="5900828"/>
            <a:ext cx="182070" cy="286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is</a:t>
            </a:r>
          </a:p>
        </p:txBody>
      </p:sp>
      <p:sp>
        <p:nvSpPr>
          <p:cNvPr id="17" name="text-9 relatively">
            <a:extLst xmlns:a="http://schemas.openxmlformats.org/drawingml/2006/main">
              <a:ext uri="{FF2B5EF4-FFF2-40B4-BE49-F238E27FC236}">
                <a16:creationId xmlns:a16="http://schemas.microsoft.com/office/drawing/2014/main" id="{8FEE67A8-262B-4383-8A44-4F1772AC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7910" y="5900947"/>
            <a:ext cx="975588" cy="286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relatively</a:t>
            </a:r>
          </a:p>
        </p:txBody>
      </p:sp>
      <p:sp>
        <p:nvSpPr>
          <p:cNvPr id="18" name="text-9 high,">
            <a:extLst xmlns:a="http://schemas.openxmlformats.org/drawingml/2006/main">
              <a:ext uri="{FF2B5EF4-FFF2-40B4-BE49-F238E27FC236}">
                <a16:creationId xmlns:a16="http://schemas.microsoft.com/office/drawing/2014/main" id="{4B72D003-6999-424A-A9C3-B858E5AF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5703" y="5900540"/>
            <a:ext cx="538612" cy="287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high,</a:t>
            </a:r>
          </a:p>
        </p:txBody>
      </p:sp>
      <p:sp>
        <p:nvSpPr>
          <p:cNvPr id="19" name="text-9 the">
            <a:extLst xmlns:a="http://schemas.openxmlformats.org/drawingml/2006/main">
              <a:ext uri="{FF2B5EF4-FFF2-40B4-BE49-F238E27FC236}">
                <a16:creationId xmlns:a16="http://schemas.microsoft.com/office/drawing/2014/main" id="{B574C1BF-4843-4882-B266-67B338BD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99" y="5901215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20" name="text-10 shadow">
            <a:extLst xmlns:a="http://schemas.openxmlformats.org/drawingml/2006/main">
              <a:ext uri="{FF2B5EF4-FFF2-40B4-BE49-F238E27FC236}">
                <a16:creationId xmlns:a16="http://schemas.microsoft.com/office/drawing/2014/main" id="{174C31D8-A216-493B-AEFE-7994398E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4314" y="6146808"/>
            <a:ext cx="799815" cy="286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shadow</a:t>
            </a:r>
          </a:p>
        </p:txBody>
      </p:sp>
      <p:sp>
        <p:nvSpPr>
          <p:cNvPr id="21" name="text-10 expression">
            <a:extLst xmlns:a="http://schemas.openxmlformats.org/drawingml/2006/main">
              <a:ext uri="{FF2B5EF4-FFF2-40B4-BE49-F238E27FC236}">
                <a16:creationId xmlns:a16="http://schemas.microsoft.com/office/drawing/2014/main" id="{9523692C-5FB6-410A-9AD2-3D84248C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405" y="6146595"/>
            <a:ext cx="1077379" cy="286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expression</a:t>
            </a:r>
          </a:p>
        </p:txBody>
      </p:sp>
      <p:sp>
        <p:nvSpPr>
          <p:cNvPr id="22" name="text-10 is">
            <a:extLst xmlns:a="http://schemas.openxmlformats.org/drawingml/2006/main">
              <a:ext uri="{FF2B5EF4-FFF2-40B4-BE49-F238E27FC236}">
                <a16:creationId xmlns:a16="http://schemas.microsoft.com/office/drawing/2014/main" id="{2F53C2BE-E856-4BD8-9685-DB20529F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2140" y="6146474"/>
            <a:ext cx="182070" cy="286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is</a:t>
            </a:r>
          </a:p>
        </p:txBody>
      </p:sp>
      <p:sp>
        <p:nvSpPr>
          <p:cNvPr id="23" name="text-10 incorrect,">
            <a:extLst xmlns:a="http://schemas.openxmlformats.org/drawingml/2006/main">
              <a:ext uri="{FF2B5EF4-FFF2-40B4-BE49-F238E27FC236}">
                <a16:creationId xmlns:a16="http://schemas.microsoft.com/office/drawing/2014/main" id="{C2D1601A-9A45-4C46-96CD-C3D345D4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9568" y="6147435"/>
            <a:ext cx="1030087" cy="285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incorrect,</a:t>
            </a:r>
          </a:p>
        </p:txBody>
      </p:sp>
      <p:sp>
        <p:nvSpPr>
          <p:cNvPr id="24" name="text-11 and">
            <a:extLst xmlns:a="http://schemas.openxmlformats.org/drawingml/2006/main">
              <a:ext uri="{FF2B5EF4-FFF2-40B4-BE49-F238E27FC236}">
                <a16:creationId xmlns:a16="http://schemas.microsoft.com/office/drawing/2014/main" id="{A72ED0A5-A610-495D-BA05-BB5D6945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4314" y="6392116"/>
            <a:ext cx="426860" cy="286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25" name="text-11 there">
            <a:extLst xmlns:a="http://schemas.openxmlformats.org/drawingml/2006/main">
              <a:ext uri="{FF2B5EF4-FFF2-40B4-BE49-F238E27FC236}">
                <a16:creationId xmlns:a16="http://schemas.microsoft.com/office/drawing/2014/main" id="{CA4FA6F8-C56A-4096-A394-41751393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4316" y="6392750"/>
            <a:ext cx="575338" cy="285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there</a:t>
            </a:r>
          </a:p>
        </p:txBody>
      </p:sp>
      <p:sp>
        <p:nvSpPr>
          <p:cNvPr id="26" name="text-11 is">
            <a:extLst xmlns:a="http://schemas.openxmlformats.org/drawingml/2006/main">
              <a:ext uri="{FF2B5EF4-FFF2-40B4-BE49-F238E27FC236}">
                <a16:creationId xmlns:a16="http://schemas.microsoft.com/office/drawing/2014/main" id="{763DF3AB-2F64-4CB7-8DAA-80A75622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6414" y="6392121"/>
            <a:ext cx="182069" cy="286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is</a:t>
            </a:r>
          </a:p>
        </p:txBody>
      </p:sp>
      <p:sp>
        <p:nvSpPr>
          <p:cNvPr id="27" name="text-11 a">
            <a:extLst xmlns:a="http://schemas.openxmlformats.org/drawingml/2006/main">
              <a:ext uri="{FF2B5EF4-FFF2-40B4-BE49-F238E27FC236}">
                <a16:creationId xmlns:a16="http://schemas.microsoft.com/office/drawing/2014/main" id="{CD189224-6486-46B4-BD11-7382E1E2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2408" y="6392164"/>
            <a:ext cx="156596" cy="286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</a:t>
            </a:r>
          </a:p>
        </p:txBody>
      </p:sp>
      <p:sp>
        <p:nvSpPr>
          <p:cNvPr id="28" name="text-11 certain">
            <a:extLst xmlns:a="http://schemas.openxmlformats.org/drawingml/2006/main">
              <a:ext uri="{FF2B5EF4-FFF2-40B4-BE49-F238E27FC236}">
                <a16:creationId xmlns:a16="http://schemas.microsoft.com/office/drawing/2014/main" id="{C02A8D7D-1061-4F70-8B58-BBAD756B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4041" y="6395051"/>
            <a:ext cx="757535" cy="28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58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certain</a:t>
            </a:r>
          </a:p>
        </p:txBody>
      </p:sp>
      <p:sp>
        <p:nvSpPr>
          <p:cNvPr id="29" name="text-11 degree">
            <a:extLst xmlns:a="http://schemas.openxmlformats.org/drawingml/2006/main">
              <a:ext uri="{FF2B5EF4-FFF2-40B4-BE49-F238E27FC236}">
                <a16:creationId xmlns:a16="http://schemas.microsoft.com/office/drawing/2014/main" id="{E27512BD-C74D-4AC0-B6F4-A8BE8E78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713" y="6392539"/>
            <a:ext cx="710481" cy="286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degree</a:t>
            </a:r>
          </a:p>
        </p:txBody>
      </p:sp>
      <p:sp>
        <p:nvSpPr>
          <p:cNvPr id="30" name="text-12 of">
            <a:extLst xmlns:a="http://schemas.openxmlformats.org/drawingml/2006/main">
              <a:ext uri="{FF2B5EF4-FFF2-40B4-BE49-F238E27FC236}">
                <a16:creationId xmlns:a16="http://schemas.microsoft.com/office/drawing/2014/main" id="{0B49244D-5E72-43E2-8A3D-85F54389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4314" y="6638551"/>
            <a:ext cx="227217" cy="285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31" name="text-12 distortion">
            <a:extLst xmlns:a="http://schemas.openxmlformats.org/drawingml/2006/main">
              <a:ext uri="{FF2B5EF4-FFF2-40B4-BE49-F238E27FC236}">
                <a16:creationId xmlns:a16="http://schemas.microsoft.com/office/drawing/2014/main" id="{08C1A0E4-268C-4305-9660-8257401F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7594" y="6640244"/>
            <a:ext cx="1033149" cy="28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59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distortion</a:t>
            </a:r>
          </a:p>
        </p:txBody>
      </p:sp>
      <p:sp>
        <p:nvSpPr>
          <p:cNvPr id="32" name="text-12 in">
            <a:extLst xmlns:a="http://schemas.openxmlformats.org/drawingml/2006/main">
              <a:ext uri="{FF2B5EF4-FFF2-40B4-BE49-F238E27FC236}">
                <a16:creationId xmlns:a16="http://schemas.microsoft.com/office/drawing/2014/main" id="{6257AD88-0C89-46A2-9761-508BCAB9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8231" y="6637769"/>
            <a:ext cx="230947" cy="28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</a:t>
            </a:r>
          </a:p>
        </p:txBody>
      </p:sp>
      <p:sp>
        <p:nvSpPr>
          <p:cNvPr id="33" name="text-12 the">
            <a:extLst xmlns:a="http://schemas.openxmlformats.org/drawingml/2006/main">
              <a:ext uri="{FF2B5EF4-FFF2-40B4-BE49-F238E27FC236}">
                <a16:creationId xmlns:a16="http://schemas.microsoft.com/office/drawing/2014/main" id="{15C27B5C-3A81-4C39-BB0D-617F12A3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3150" y="6638153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34" name="text-12 image.”">
            <a:extLst xmlns:a="http://schemas.openxmlformats.org/drawingml/2006/main">
              <a:ext uri="{FF2B5EF4-FFF2-40B4-BE49-F238E27FC236}">
                <a16:creationId xmlns:a16="http://schemas.microsoft.com/office/drawing/2014/main" id="{04141F65-1136-4240-9310-46B38FDA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3787" y="6637467"/>
            <a:ext cx="812595" cy="287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image.”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E963C8-2914-4706-AAC1-949C160E15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8654e461e43ab"/>
          <a:stretch xmlns:a="http://schemas.openxmlformats.org/drawingml/2006/main"/>
        </p:blipFill>
        <p:spPr>
          <a:xfrm xmlns:a="http://schemas.openxmlformats.org/drawingml/2006/main">
            <a:off x="3855915" y="7526514"/>
            <a:ext cx="1506628" cy="1252263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3AE48C-6F32-48B7-B929-DCC2BE927E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da7b0ab8e483d"/>
          <a:stretch xmlns:a="http://schemas.openxmlformats.org/drawingml/2006/main"/>
        </p:blipFill>
        <p:spPr>
          <a:xfrm xmlns:a="http://schemas.openxmlformats.org/drawingml/2006/main">
            <a:off x="3905250" y="7572375"/>
            <a:ext cx="1352550" cy="1104900"/>
          </a:xfrm>
          <a:prstGeom xmlns:a="http://schemas.openxmlformats.org/drawingml/2006/main" prst="rect">
            <a:avLst/>
          </a:prstGeom>
        </p:spPr>
      </p:pic>
      <p:sp>
        <p:nvSpPr>
          <p:cNvPr id="37" name="path-15">
            <a:extLst xmlns:a="http://schemas.openxmlformats.org/drawingml/2006/main">
              <a:ext uri="{FF2B5EF4-FFF2-40B4-BE49-F238E27FC236}">
                <a16:creationId xmlns:a16="http://schemas.microsoft.com/office/drawing/2014/main" id="{34660F94-D178-4BA3-AE57-2E3E9FE6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947" y="7567470"/>
            <a:ext cx="1370159" cy="1117961"/>
          </a:xfrm>
          <a:custGeom xmlns:a="http://schemas.openxmlformats.org/drawingml/2006/main">
            <a:pathLst>
              <a:path w="1370159" h="1117961">
                <a:moveTo>
                  <a:pt x="0" y="0"/>
                </a:moveTo>
                <a:lnTo>
                  <a:pt x="1370159" y="0"/>
                </a:lnTo>
                <a:lnTo>
                  <a:pt x="1370159" y="1117961"/>
                </a:lnTo>
                <a:lnTo>
                  <a:pt x="0" y="11179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F96808"/>
            </a:solidFill>
            <a:prstDash val="solid"/>
          </a:ln>
        </p:spPr>
      </p:sp>
      <p:sp>
        <p:nvSpPr>
          <p:cNvPr id="38" name="text-16 Abnormal">
            <a:extLst xmlns:a="http://schemas.openxmlformats.org/drawingml/2006/main">
              <a:ext uri="{FF2B5EF4-FFF2-40B4-BE49-F238E27FC236}">
                <a16:creationId xmlns:a16="http://schemas.microsoft.com/office/drawing/2014/main" id="{96E660FC-7A0F-4663-9F9C-6408EA77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9151" y="7159775"/>
            <a:ext cx="1121089" cy="34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3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3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3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39" name="text-16 Area">
            <a:extLst xmlns:a="http://schemas.openxmlformats.org/drawingml/2006/main">
              <a:ext uri="{FF2B5EF4-FFF2-40B4-BE49-F238E27FC236}">
                <a16:creationId xmlns:a16="http://schemas.microsoft.com/office/drawing/2014/main" id="{6949A61D-18CB-4BEF-AE0A-C91B718F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5683" y="7159579"/>
            <a:ext cx="557859" cy="343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4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4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4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rPr>
              <a:t>Area</a:t>
            </a:r>
          </a:p>
        </p:txBody>
      </p:sp>
      <p:sp>
        <p:nvSpPr>
          <p:cNvPr id="40" name="text-16 Abnormal">
            <a:extLst xmlns:a="http://schemas.openxmlformats.org/drawingml/2006/main">
              <a:ext uri="{FF2B5EF4-FFF2-40B4-BE49-F238E27FC236}">
                <a16:creationId xmlns:a16="http://schemas.microsoft.com/office/drawing/2014/main" id="{8C310A38-1C57-4BEF-BC4C-4D49C2CE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7475" y="7159775"/>
            <a:ext cx="1121089" cy="34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3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3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3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41" name="text-17 (b)">
            <a:extLst xmlns:a="http://schemas.openxmlformats.org/drawingml/2006/main">
              <a:ext uri="{FF2B5EF4-FFF2-40B4-BE49-F238E27FC236}">
                <a16:creationId xmlns:a16="http://schemas.microsoft.com/office/drawing/2014/main" id="{12C2BF61-FD0D-4241-936E-C14AC151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0985" y="4776024"/>
            <a:ext cx="384063" cy="383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42" name="text-17 Image">
            <a:extLst xmlns:a="http://schemas.openxmlformats.org/drawingml/2006/main">
              <a:ext uri="{FF2B5EF4-FFF2-40B4-BE49-F238E27FC236}">
                <a16:creationId xmlns:a16="http://schemas.microsoft.com/office/drawing/2014/main" id="{B570EA6F-FA96-41F0-8A2B-ACFEEF72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1915" y="4775912"/>
            <a:ext cx="779818" cy="383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43" name="text-18 “The">
            <a:extLst xmlns:a="http://schemas.openxmlformats.org/drawingml/2006/main">
              <a:ext uri="{FF2B5EF4-FFF2-40B4-BE49-F238E27FC236}">
                <a16:creationId xmlns:a16="http://schemas.microsoft.com/office/drawing/2014/main" id="{29CA57B0-92B7-4E9F-BF07-5274B675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321" y="7697740"/>
            <a:ext cx="527188" cy="28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“The</a:t>
            </a:r>
          </a:p>
        </p:txBody>
      </p:sp>
      <p:sp>
        <p:nvSpPr>
          <p:cNvPr id="44" name="text-18 ears">
            <a:extLst xmlns:a="http://schemas.openxmlformats.org/drawingml/2006/main">
              <a:ext uri="{FF2B5EF4-FFF2-40B4-BE49-F238E27FC236}">
                <a16:creationId xmlns:a16="http://schemas.microsoft.com/office/drawing/2014/main" id="{9F2D0437-E5C6-43DC-9544-B1BBF675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448" y="7699983"/>
            <a:ext cx="452538" cy="283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ears</a:t>
            </a:r>
          </a:p>
        </p:txBody>
      </p:sp>
      <p:sp>
        <p:nvSpPr>
          <p:cNvPr id="45" name="text-18 of">
            <a:extLst xmlns:a="http://schemas.openxmlformats.org/drawingml/2006/main">
              <a:ext uri="{FF2B5EF4-FFF2-40B4-BE49-F238E27FC236}">
                <a16:creationId xmlns:a16="http://schemas.microsoft.com/office/drawing/2014/main" id="{727A7916-365E-42B7-A7F3-620FDE07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5291" y="7698128"/>
            <a:ext cx="227950" cy="286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46" name="text-18 the">
            <a:extLst xmlns:a="http://schemas.openxmlformats.org/drawingml/2006/main">
              <a:ext uri="{FF2B5EF4-FFF2-40B4-BE49-F238E27FC236}">
                <a16:creationId xmlns:a16="http://schemas.microsoft.com/office/drawing/2014/main" id="{6A78399C-90E5-4665-8595-60D02508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8572" y="7698388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47" name="text-18 bear">
            <a:extLst xmlns:a="http://schemas.openxmlformats.org/drawingml/2006/main">
              <a:ext uri="{FF2B5EF4-FFF2-40B4-BE49-F238E27FC236}">
                <a16:creationId xmlns:a16="http://schemas.microsoft.com/office/drawing/2014/main" id="{E596F4A0-5950-4E9A-A6FF-5747B733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209" y="7697547"/>
            <a:ext cx="486336" cy="287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bear</a:t>
            </a:r>
          </a:p>
        </p:txBody>
      </p:sp>
      <p:sp>
        <p:nvSpPr>
          <p:cNvPr id="48" name="text-19 are">
            <a:extLst xmlns:a="http://schemas.openxmlformats.org/drawingml/2006/main">
              <a:ext uri="{FF2B5EF4-FFF2-40B4-BE49-F238E27FC236}">
                <a16:creationId xmlns:a16="http://schemas.microsoft.com/office/drawing/2014/main" id="{F0A2C2F0-F57D-4194-A6A7-CF9DC186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321" y="7944772"/>
            <a:ext cx="365421" cy="285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are</a:t>
            </a:r>
          </a:p>
        </p:txBody>
      </p:sp>
      <p:sp>
        <p:nvSpPr>
          <p:cNvPr id="49" name="text-19 asymmetrical">
            <a:extLst xmlns:a="http://schemas.openxmlformats.org/drawingml/2006/main">
              <a:ext uri="{FF2B5EF4-FFF2-40B4-BE49-F238E27FC236}">
                <a16:creationId xmlns:a16="http://schemas.microsoft.com/office/drawing/2014/main" id="{EF4E460F-6F75-4886-BF32-00A94C00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6959" y="7943930"/>
            <a:ext cx="1418395" cy="286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asymmetrical</a:t>
            </a:r>
          </a:p>
        </p:txBody>
      </p:sp>
      <p:sp>
        <p:nvSpPr>
          <p:cNvPr id="50" name="text-20 and">
            <a:extLst xmlns:a="http://schemas.openxmlformats.org/drawingml/2006/main">
              <a:ext uri="{FF2B5EF4-FFF2-40B4-BE49-F238E27FC236}">
                <a16:creationId xmlns:a16="http://schemas.microsoft.com/office/drawing/2014/main" id="{48598BB9-6B40-415C-BA08-11E21FCC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321" y="8189588"/>
            <a:ext cx="426860" cy="286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51" name="text-20 the">
            <a:extLst xmlns:a="http://schemas.openxmlformats.org/drawingml/2006/main">
              <a:ext uri="{FF2B5EF4-FFF2-40B4-BE49-F238E27FC236}">
                <a16:creationId xmlns:a16="http://schemas.microsoft.com/office/drawing/2014/main" id="{9A715891-ED56-4AAE-9D7D-FE5EB022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6324" y="8189980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52" name="text-20 number">
            <a:extLst xmlns:a="http://schemas.openxmlformats.org/drawingml/2006/main">
              <a:ext uri="{FF2B5EF4-FFF2-40B4-BE49-F238E27FC236}">
                <a16:creationId xmlns:a16="http://schemas.microsoft.com/office/drawing/2014/main" id="{F66CC547-C8CD-47A0-81B9-C840E45C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8804" y="8189286"/>
            <a:ext cx="831236" cy="287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number</a:t>
            </a:r>
          </a:p>
        </p:txBody>
      </p:sp>
      <p:sp>
        <p:nvSpPr>
          <p:cNvPr id="53" name="text-20 is">
            <a:extLst xmlns:a="http://schemas.openxmlformats.org/drawingml/2006/main">
              <a:ext uri="{FF2B5EF4-FFF2-40B4-BE49-F238E27FC236}">
                <a16:creationId xmlns:a16="http://schemas.microsoft.com/office/drawing/2014/main" id="{ABA4E7C7-6440-490C-AC05-076AE247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3099" y="8189594"/>
            <a:ext cx="182069" cy="28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is</a:t>
            </a:r>
          </a:p>
        </p:txBody>
      </p:sp>
      <p:sp>
        <p:nvSpPr>
          <p:cNvPr id="54" name="text-21 incorrect.”">
            <a:extLst xmlns:a="http://schemas.openxmlformats.org/drawingml/2006/main">
              <a:ext uri="{FF2B5EF4-FFF2-40B4-BE49-F238E27FC236}">
                <a16:creationId xmlns:a16="http://schemas.microsoft.com/office/drawing/2014/main" id="{8DCBE9DD-BB36-4945-8FF8-8BDC449B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321" y="8436109"/>
            <a:ext cx="1128653" cy="285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incorrect.”</a:t>
            </a:r>
          </a:p>
        </p:txBody>
      </p:sp>
      <p:sp>
        <p:nvSpPr>
          <p:cNvPr id="55" name="text-22 (b)">
            <a:extLst xmlns:a="http://schemas.openxmlformats.org/drawingml/2006/main">
              <a:ext uri="{FF2B5EF4-FFF2-40B4-BE49-F238E27FC236}">
                <a16:creationId xmlns:a16="http://schemas.microsoft.com/office/drawing/2014/main" id="{69893CD5-C9AF-45C7-8881-C7A5AB08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7849" y="4782950"/>
            <a:ext cx="383900" cy="383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56" name="text-22 3D">
            <a:extLst xmlns:a="http://schemas.openxmlformats.org/drawingml/2006/main">
              <a:ext uri="{FF2B5EF4-FFF2-40B4-BE49-F238E27FC236}">
                <a16:creationId xmlns:a16="http://schemas.microsoft.com/office/drawing/2014/main" id="{8B184E41-D897-4608-AFF9-B1AFF2BE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8712" y="4782951"/>
            <a:ext cx="383898" cy="383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</a:t>
            </a:r>
          </a:p>
        </p:txBody>
      </p:sp>
      <p:sp>
        <p:nvSpPr>
          <p:cNvPr id="57" name="text-22 Object">
            <a:extLst xmlns:a="http://schemas.openxmlformats.org/drawingml/2006/main">
              <a:ext uri="{FF2B5EF4-FFF2-40B4-BE49-F238E27FC236}">
                <a16:creationId xmlns:a16="http://schemas.microsoft.com/office/drawing/2014/main" id="{B3266115-DB17-4D49-9EC9-58253B27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1217" y="4782883"/>
            <a:ext cx="840085" cy="383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</a:t>
            </a:r>
          </a:p>
        </p:txBody>
      </p:sp>
      <p:sp>
        <p:nvSpPr>
          <p:cNvPr id="58" name="path-23">
            <a:extLst xmlns:a="http://schemas.openxmlformats.org/drawingml/2006/main">
              <a:ext uri="{FF2B5EF4-FFF2-40B4-BE49-F238E27FC236}">
                <a16:creationId xmlns:a16="http://schemas.microsoft.com/office/drawing/2014/main" id="{9A2ED415-83BE-4EE7-97CE-9E5610AE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419" y="5204083"/>
            <a:ext cx="2597296" cy="1989731"/>
          </a:xfrm>
          <a:custGeom xmlns:a="http://schemas.openxmlformats.org/drawingml/2006/main">
            <a:pathLst>
              <a:path w="2597296" h="1989731">
                <a:moveTo>
                  <a:pt x="0" y="173044"/>
                </a:moveTo>
                <a:cubicBezTo>
                  <a:pt x="0" y="77515"/>
                  <a:pt x="77515" y="0"/>
                  <a:pt x="173044" y="0"/>
                </a:cubicBezTo>
                <a:lnTo>
                  <a:pt x="2424253" y="0"/>
                </a:lnTo>
                <a:cubicBezTo>
                  <a:pt x="2519782" y="0"/>
                  <a:pt x="2597296" y="77515"/>
                  <a:pt x="2597296" y="173044"/>
                </a:cubicBezTo>
                <a:lnTo>
                  <a:pt x="2597296" y="1816688"/>
                </a:lnTo>
                <a:cubicBezTo>
                  <a:pt x="2597296" y="1912217"/>
                  <a:pt x="2519782" y="1989731"/>
                  <a:pt x="2424253" y="1989731"/>
                </a:cubicBezTo>
                <a:lnTo>
                  <a:pt x="173044" y="1989731"/>
                </a:lnTo>
                <a:cubicBezTo>
                  <a:pt x="77515" y="1989731"/>
                  <a:pt x="0" y="1912217"/>
                  <a:pt x="0" y="1816688"/>
                </a:cubicBezTo>
                <a:lnTo>
                  <a:pt x="0" y="173044"/>
                </a:lnTo>
              </a:path>
            </a:pathLst>
          </a:custGeom>
          <a:noFill xmlns:a="http://schemas.openxmlformats.org/drawingml/2006/main"/>
          <a:ln xmlns:a="http://schemas.openxmlformats.org/drawingml/2006/main" w="21835">
            <a:solidFill>
              <a:srgbClr val="548235"/>
            </a:solidFill>
            <a:prstDash val="dash"/>
          </a:ln>
        </p:spPr>
      </p:sp>
      <p:sp>
        <p:nvSpPr>
          <p:cNvPr id="59" name="path-24">
            <a:extLst xmlns:a="http://schemas.openxmlformats.org/drawingml/2006/main">
              <a:ext uri="{FF2B5EF4-FFF2-40B4-BE49-F238E27FC236}">
                <a16:creationId xmlns:a16="http://schemas.microsoft.com/office/drawing/2014/main" id="{2DCDFAF7-07B4-44C5-807D-80E493BA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0259" y="5220459"/>
            <a:ext cx="2597298" cy="1989732"/>
          </a:xfrm>
          <a:custGeom xmlns:a="http://schemas.openxmlformats.org/drawingml/2006/main">
            <a:pathLst>
              <a:path w="2597298" h="1989732">
                <a:moveTo>
                  <a:pt x="0" y="173044"/>
                </a:moveTo>
                <a:cubicBezTo>
                  <a:pt x="0" y="77515"/>
                  <a:pt x="77516" y="0"/>
                  <a:pt x="173045" y="0"/>
                </a:cubicBezTo>
                <a:lnTo>
                  <a:pt x="2424253" y="0"/>
                </a:lnTo>
                <a:cubicBezTo>
                  <a:pt x="2519782" y="0"/>
                  <a:pt x="2597298" y="77515"/>
                  <a:pt x="2597298" y="173044"/>
                </a:cubicBezTo>
                <a:lnTo>
                  <a:pt x="2597298" y="1816688"/>
                </a:lnTo>
                <a:cubicBezTo>
                  <a:pt x="2597298" y="1912217"/>
                  <a:pt x="2519782" y="1989732"/>
                  <a:pt x="2424253" y="1989732"/>
                </a:cubicBezTo>
                <a:lnTo>
                  <a:pt x="173045" y="1989732"/>
                </a:lnTo>
                <a:cubicBezTo>
                  <a:pt x="77516" y="1989732"/>
                  <a:pt x="0" y="1912217"/>
                  <a:pt x="0" y="1816688"/>
                </a:cubicBezTo>
                <a:lnTo>
                  <a:pt x="0" y="173044"/>
                </a:lnTo>
              </a:path>
            </a:pathLst>
          </a:custGeom>
          <a:noFill xmlns:a="http://schemas.openxmlformats.org/drawingml/2006/main"/>
          <a:ln xmlns:a="http://schemas.openxmlformats.org/drawingml/2006/main" w="21835">
            <a:solidFill>
              <a:srgbClr val="548235"/>
            </a:solidFill>
            <a:prstDash val="dash"/>
          </a:ln>
        </p:spPr>
      </p:sp>
      <p:sp>
        <p:nvSpPr>
          <p:cNvPr id="60" name="text-25 Texture">
            <a:extLst xmlns:a="http://schemas.openxmlformats.org/drawingml/2006/main">
              <a:ext uri="{FF2B5EF4-FFF2-40B4-BE49-F238E27FC236}">
                <a16:creationId xmlns:a16="http://schemas.microsoft.com/office/drawing/2014/main" id="{9CFF7B5D-2C07-4EE4-B3AF-49352B61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90776" y="5961116"/>
            <a:ext cx="702509" cy="30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Texture</a:t>
            </a:r>
          </a:p>
        </p:txBody>
      </p:sp>
      <p:sp>
        <p:nvSpPr>
          <p:cNvPr id="61" name="text-26 Normal">
            <a:extLst xmlns:a="http://schemas.openxmlformats.org/drawingml/2006/main">
              <a:ext uri="{FF2B5EF4-FFF2-40B4-BE49-F238E27FC236}">
                <a16:creationId xmlns:a16="http://schemas.microsoft.com/office/drawing/2014/main" id="{34584AAF-82A2-4AD5-9CF7-2BEB5A9C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105326" y="5977364"/>
            <a:ext cx="700467" cy="303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Normal</a:t>
            </a:r>
          </a:p>
        </p:txBody>
      </p:sp>
      <p:sp>
        <p:nvSpPr>
          <p:cNvPr id="62" name="path-27">
            <a:extLst xmlns:a="http://schemas.openxmlformats.org/drawingml/2006/main">
              <a:ext uri="{FF2B5EF4-FFF2-40B4-BE49-F238E27FC236}">
                <a16:creationId xmlns:a16="http://schemas.microsoft.com/office/drawing/2014/main" id="{53F1EBEB-D530-4382-9695-3B565861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625" y="7618782"/>
            <a:ext cx="3093501" cy="1370704"/>
          </a:xfrm>
          <a:custGeom xmlns:a="http://schemas.openxmlformats.org/drawingml/2006/main">
            <a:pathLst>
              <a:path w="3093501" h="1370704">
                <a:moveTo>
                  <a:pt x="0" y="163628"/>
                </a:moveTo>
                <a:cubicBezTo>
                  <a:pt x="0" y="73285"/>
                  <a:pt x="73285" y="0"/>
                  <a:pt x="163628" y="0"/>
                </a:cubicBezTo>
                <a:lnTo>
                  <a:pt x="2929874" y="0"/>
                </a:lnTo>
                <a:cubicBezTo>
                  <a:pt x="3020217" y="0"/>
                  <a:pt x="3093501" y="73285"/>
                  <a:pt x="3093501" y="163628"/>
                </a:cubicBezTo>
                <a:lnTo>
                  <a:pt x="3093501" y="1207063"/>
                </a:lnTo>
                <a:cubicBezTo>
                  <a:pt x="3093501" y="1297448"/>
                  <a:pt x="3020217" y="1370704"/>
                  <a:pt x="2929874" y="1370704"/>
                </a:cubicBezTo>
                <a:lnTo>
                  <a:pt x="163628" y="1370704"/>
                </a:lnTo>
                <a:cubicBezTo>
                  <a:pt x="73285" y="1370704"/>
                  <a:pt x="0" y="1297448"/>
                  <a:pt x="0" y="1207063"/>
                </a:cubicBezTo>
                <a:lnTo>
                  <a:pt x="0" y="163628"/>
                </a:lnTo>
              </a:path>
            </a:pathLst>
          </a:custGeom>
          <a:solidFill xmlns:a="http://schemas.openxmlformats.org/drawingml/2006/main">
            <a:srgbClr val="DDEC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text-28 “The">
            <a:extLst xmlns:a="http://schemas.openxmlformats.org/drawingml/2006/main">
              <a:ext uri="{FF2B5EF4-FFF2-40B4-BE49-F238E27FC236}">
                <a16:creationId xmlns:a16="http://schemas.microsoft.com/office/drawing/2014/main" id="{2791EBC4-5F8A-4F81-8AEF-9B9BEAE6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2595" y="7671537"/>
            <a:ext cx="527188" cy="28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“The</a:t>
            </a:r>
          </a:p>
        </p:txBody>
      </p:sp>
      <p:sp>
        <p:nvSpPr>
          <p:cNvPr id="64" name="text-28 surface">
            <a:extLst xmlns:a="http://schemas.openxmlformats.org/drawingml/2006/main">
              <a:ext uri="{FF2B5EF4-FFF2-40B4-BE49-F238E27FC236}">
                <a16:creationId xmlns:a16="http://schemas.microsoft.com/office/drawing/2014/main" id="{21EC683A-A2EB-4064-97E3-BA570D85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3721" y="7673725"/>
            <a:ext cx="755451" cy="283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surface</a:t>
            </a:r>
          </a:p>
        </p:txBody>
      </p:sp>
      <p:sp>
        <p:nvSpPr>
          <p:cNvPr id="65" name="text-28 texture">
            <a:extLst xmlns:a="http://schemas.openxmlformats.org/drawingml/2006/main">
              <a:ext uri="{FF2B5EF4-FFF2-40B4-BE49-F238E27FC236}">
                <a16:creationId xmlns:a16="http://schemas.microsoft.com/office/drawing/2014/main" id="{E7CCBF72-1FF0-4995-A4B6-4BD215C3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5960" y="7672496"/>
            <a:ext cx="776550" cy="285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texture</a:t>
            </a:r>
          </a:p>
        </p:txBody>
      </p:sp>
      <p:sp>
        <p:nvSpPr>
          <p:cNvPr id="66" name="text-28 of">
            <a:extLst xmlns:a="http://schemas.openxmlformats.org/drawingml/2006/main">
              <a:ext uri="{FF2B5EF4-FFF2-40B4-BE49-F238E27FC236}">
                <a16:creationId xmlns:a16="http://schemas.microsoft.com/office/drawing/2014/main" id="{274077F7-C0E4-4DFF-AF43-3785CF14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7647" y="7671925"/>
            <a:ext cx="227950" cy="286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67" name="text-28 the">
            <a:extLst xmlns:a="http://schemas.openxmlformats.org/drawingml/2006/main">
              <a:ext uri="{FF2B5EF4-FFF2-40B4-BE49-F238E27FC236}">
                <a16:creationId xmlns:a16="http://schemas.microsoft.com/office/drawing/2014/main" id="{855CFB8B-E286-4A1A-B29C-90A669CD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9904" y="7672186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68" name="text-29 chair">
            <a:extLst xmlns:a="http://schemas.openxmlformats.org/drawingml/2006/main">
              <a:ext uri="{FF2B5EF4-FFF2-40B4-BE49-F238E27FC236}">
                <a16:creationId xmlns:a16="http://schemas.microsoft.com/office/drawing/2014/main" id="{DBF4D54E-CE5E-4F43-9B8D-4F3D47EF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2595" y="7917480"/>
            <a:ext cx="550112" cy="286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</a:t>
            </a:r>
          </a:p>
        </p:txBody>
      </p:sp>
      <p:sp>
        <p:nvSpPr>
          <p:cNvPr id="69" name="text-29 and">
            <a:extLst xmlns:a="http://schemas.openxmlformats.org/drawingml/2006/main">
              <a:ext uri="{FF2B5EF4-FFF2-40B4-BE49-F238E27FC236}">
                <a16:creationId xmlns:a16="http://schemas.microsoft.com/office/drawing/2014/main" id="{FBC5CD6B-06C6-46E3-94A0-88432354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8420" y="7917059"/>
            <a:ext cx="427548" cy="28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70" name="text-29 the">
            <a:extLst xmlns:a="http://schemas.openxmlformats.org/drawingml/2006/main">
              <a:ext uri="{FF2B5EF4-FFF2-40B4-BE49-F238E27FC236}">
                <a16:creationId xmlns:a16="http://schemas.microsoft.com/office/drawing/2014/main" id="{3A1EA594-335E-48C9-B84A-D35816D7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8354" y="7917573"/>
            <a:ext cx="365924" cy="286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71" name="text-29 book">
            <a:extLst xmlns:a="http://schemas.openxmlformats.org/drawingml/2006/main">
              <a:ext uri="{FF2B5EF4-FFF2-40B4-BE49-F238E27FC236}">
                <a16:creationId xmlns:a16="http://schemas.microsoft.com/office/drawing/2014/main" id="{E9F5ECDF-AA24-43BE-B3B7-426B2391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9444" y="7917610"/>
            <a:ext cx="506423" cy="286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book</a:t>
            </a:r>
          </a:p>
        </p:txBody>
      </p:sp>
      <p:sp>
        <p:nvSpPr>
          <p:cNvPr id="72" name="text-29 is">
            <a:extLst xmlns:a="http://schemas.openxmlformats.org/drawingml/2006/main">
              <a:ext uri="{FF2B5EF4-FFF2-40B4-BE49-F238E27FC236}">
                <a16:creationId xmlns:a16="http://schemas.microsoft.com/office/drawing/2014/main" id="{4979ABBC-5FDA-4425-8705-3AD45F36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4261" y="7917033"/>
            <a:ext cx="182371" cy="287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is</a:t>
            </a:r>
          </a:p>
        </p:txBody>
      </p:sp>
      <p:sp>
        <p:nvSpPr>
          <p:cNvPr id="73" name="text-29 slightly">
            <a:extLst xmlns:a="http://schemas.openxmlformats.org/drawingml/2006/main">
              <a:ext uri="{FF2B5EF4-FFF2-40B4-BE49-F238E27FC236}">
                <a16:creationId xmlns:a16="http://schemas.microsoft.com/office/drawing/2014/main" id="{8613C046-B82E-484A-AD18-C3C26CCD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0206" y="7915502"/>
            <a:ext cx="766479" cy="289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2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slightly</a:t>
            </a:r>
          </a:p>
        </p:txBody>
      </p:sp>
      <p:sp>
        <p:nvSpPr>
          <p:cNvPr id="74" name="text-30 blurred,">
            <a:extLst xmlns:a="http://schemas.openxmlformats.org/drawingml/2006/main">
              <a:ext uri="{FF2B5EF4-FFF2-40B4-BE49-F238E27FC236}">
                <a16:creationId xmlns:a16="http://schemas.microsoft.com/office/drawing/2014/main" id="{0C6B1073-D325-4DC3-AE92-C967508C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2595" y="8164205"/>
            <a:ext cx="856115" cy="285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blurred,</a:t>
            </a:r>
          </a:p>
        </p:txBody>
      </p:sp>
      <p:sp>
        <p:nvSpPr>
          <p:cNvPr id="75" name="text-30 and">
            <a:extLst xmlns:a="http://schemas.openxmlformats.org/drawingml/2006/main">
              <a:ext uri="{FF2B5EF4-FFF2-40B4-BE49-F238E27FC236}">
                <a16:creationId xmlns:a16="http://schemas.microsoft.com/office/drawing/2014/main" id="{FB84503E-686D-47BE-9000-F9C0F53D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4320" y="8163387"/>
            <a:ext cx="426860" cy="286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76" name="text-30 there">
            <a:extLst xmlns:a="http://schemas.openxmlformats.org/drawingml/2006/main">
              <a:ext uri="{FF2B5EF4-FFF2-40B4-BE49-F238E27FC236}">
                <a16:creationId xmlns:a16="http://schemas.microsoft.com/office/drawing/2014/main" id="{E0470E3B-86A3-4510-8034-5B55511E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164" y="8164098"/>
            <a:ext cx="575119" cy="285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there</a:t>
            </a:r>
          </a:p>
        </p:txBody>
      </p:sp>
      <p:sp>
        <p:nvSpPr>
          <p:cNvPr id="77" name="text-30 is">
            <a:extLst xmlns:a="http://schemas.openxmlformats.org/drawingml/2006/main">
              <a:ext uri="{FF2B5EF4-FFF2-40B4-BE49-F238E27FC236}">
                <a16:creationId xmlns:a16="http://schemas.microsoft.com/office/drawing/2014/main" id="{BB7CAD63-A9C1-466A-A641-DE515243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6421" y="8163393"/>
            <a:ext cx="182069" cy="28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is</a:t>
            </a:r>
          </a:p>
        </p:txBody>
      </p:sp>
      <p:sp>
        <p:nvSpPr>
          <p:cNvPr id="78" name="text-30 some">
            <a:extLst xmlns:a="http://schemas.openxmlformats.org/drawingml/2006/main">
              <a:ext uri="{FF2B5EF4-FFF2-40B4-BE49-F238E27FC236}">
                <a16:creationId xmlns:a16="http://schemas.microsoft.com/office/drawing/2014/main" id="{27C63052-2EA4-4A4F-B27D-1F2D1203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2415" y="8163445"/>
            <a:ext cx="549240" cy="286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some</a:t>
            </a:r>
          </a:p>
        </p:txBody>
      </p:sp>
      <p:sp>
        <p:nvSpPr>
          <p:cNvPr id="79" name="text-31 blending">
            <a:extLst xmlns:a="http://schemas.openxmlformats.org/drawingml/2006/main">
              <a:ext uri="{FF2B5EF4-FFF2-40B4-BE49-F238E27FC236}">
                <a16:creationId xmlns:a16="http://schemas.microsoft.com/office/drawing/2014/main" id="{BAF9C0DD-CEBF-4582-9C40-05C53D70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2595" y="8408594"/>
            <a:ext cx="903305" cy="287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blending</a:t>
            </a:r>
          </a:p>
        </p:txBody>
      </p:sp>
      <p:sp>
        <p:nvSpPr>
          <p:cNvPr id="80" name="text-31 of">
            <a:extLst xmlns:a="http://schemas.openxmlformats.org/drawingml/2006/main">
              <a:ext uri="{FF2B5EF4-FFF2-40B4-BE49-F238E27FC236}">
                <a16:creationId xmlns:a16="http://schemas.microsoft.com/office/drawing/2014/main" id="{701EE132-2BC0-49A1-AB2E-12A7D33C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6695" y="8409820"/>
            <a:ext cx="227218" cy="285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81" name="text-31 the">
            <a:extLst xmlns:a="http://schemas.openxmlformats.org/drawingml/2006/main">
              <a:ext uri="{FF2B5EF4-FFF2-40B4-BE49-F238E27FC236}">
                <a16:creationId xmlns:a16="http://schemas.microsoft.com/office/drawing/2014/main" id="{5D32B7CE-6AE0-468C-B89F-721D638C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9975" y="8409423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82" name="text-31 edges">
            <a:extLst xmlns:a="http://schemas.openxmlformats.org/drawingml/2006/main">
              <a:ext uri="{FF2B5EF4-FFF2-40B4-BE49-F238E27FC236}">
                <a16:creationId xmlns:a16="http://schemas.microsoft.com/office/drawing/2014/main" id="{422A5FA0-40CE-4749-AA66-F482F9CF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0614" y="8408697"/>
            <a:ext cx="588471" cy="28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edges</a:t>
            </a:r>
          </a:p>
        </p:txBody>
      </p:sp>
      <p:sp>
        <p:nvSpPr>
          <p:cNvPr id="83" name="text-31 of">
            <a:extLst xmlns:a="http://schemas.openxmlformats.org/drawingml/2006/main">
              <a:ext uri="{FF2B5EF4-FFF2-40B4-BE49-F238E27FC236}">
                <a16:creationId xmlns:a16="http://schemas.microsoft.com/office/drawing/2014/main" id="{F3133DAB-7FE8-4187-9CBA-6C8C79E3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2743" y="8409820"/>
            <a:ext cx="227218" cy="285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84" name="text-31 the">
            <a:extLst xmlns:a="http://schemas.openxmlformats.org/drawingml/2006/main">
              <a:ext uri="{FF2B5EF4-FFF2-40B4-BE49-F238E27FC236}">
                <a16:creationId xmlns:a16="http://schemas.microsoft.com/office/drawing/2014/main" id="{7A67F5AF-1F2C-4DBC-B38F-D99E9EBD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6025" y="8409423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85" name="text-32 book">
            <a:extLst xmlns:a="http://schemas.openxmlformats.org/drawingml/2006/main">
              <a:ext uri="{FF2B5EF4-FFF2-40B4-BE49-F238E27FC236}">
                <a16:creationId xmlns:a16="http://schemas.microsoft.com/office/drawing/2014/main" id="{6C214096-48B0-41B1-884D-BEC414C4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2595" y="8655061"/>
            <a:ext cx="506048" cy="28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book</a:t>
            </a:r>
          </a:p>
        </p:txBody>
      </p:sp>
      <p:sp>
        <p:nvSpPr>
          <p:cNvPr id="86" name="text-32 and">
            <a:extLst xmlns:a="http://schemas.openxmlformats.org/drawingml/2006/main">
              <a:ext uri="{FF2B5EF4-FFF2-40B4-BE49-F238E27FC236}">
                <a16:creationId xmlns:a16="http://schemas.microsoft.com/office/drawing/2014/main" id="{79908516-C1A6-4BB7-BD9D-26D2A161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7142" y="8654679"/>
            <a:ext cx="426860" cy="286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87" name="text-32 the">
            <a:extLst xmlns:a="http://schemas.openxmlformats.org/drawingml/2006/main">
              <a:ext uri="{FF2B5EF4-FFF2-40B4-BE49-F238E27FC236}">
                <a16:creationId xmlns:a16="http://schemas.microsoft.com/office/drawing/2014/main" id="{687005A2-15BE-403A-98E4-6C2E3B98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7144" y="8655070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88" name="text-32 chair">
            <a:extLst xmlns:a="http://schemas.openxmlformats.org/drawingml/2006/main">
              <a:ext uri="{FF2B5EF4-FFF2-40B4-BE49-F238E27FC236}">
                <a16:creationId xmlns:a16="http://schemas.microsoft.com/office/drawing/2014/main" id="{B865F8D3-B218-4CAE-8959-2B6C7B82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7782" y="8654687"/>
            <a:ext cx="550326" cy="286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</a:t>
            </a:r>
          </a:p>
        </p:txBody>
      </p:sp>
      <p:sp>
        <p:nvSpPr>
          <p:cNvPr id="89" name="text-32 …">
            <a:extLst xmlns:a="http://schemas.openxmlformats.org/drawingml/2006/main">
              <a:ext uri="{FF2B5EF4-FFF2-40B4-BE49-F238E27FC236}">
                <a16:creationId xmlns:a16="http://schemas.microsoft.com/office/drawing/2014/main" id="{ADD81F6A-D9CF-4AD7-B801-009463FB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4088" y="8654644"/>
            <a:ext cx="202690" cy="286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…</a:t>
            </a:r>
          </a:p>
        </p:txBody>
      </p:sp>
      <p:sp>
        <p:nvSpPr>
          <p:cNvPr id="90" name="text-33 ”">
            <a:extLst xmlns:a="http://schemas.openxmlformats.org/drawingml/2006/main">
              <a:ext uri="{FF2B5EF4-FFF2-40B4-BE49-F238E27FC236}">
                <a16:creationId xmlns:a16="http://schemas.microsoft.com/office/drawing/2014/main" id="{6E355FDE-C7D9-43B3-89A6-9FB294B9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2462" y="8654608"/>
            <a:ext cx="154018" cy="286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”</a:t>
            </a:r>
          </a:p>
        </p:txBody>
      </p:sp>
      <p:sp>
        <p:nvSpPr>
          <p:cNvPr id="91" name="text-34 Texture">
            <a:extLst xmlns:a="http://schemas.openxmlformats.org/drawingml/2006/main">
              <a:ext uri="{FF2B5EF4-FFF2-40B4-BE49-F238E27FC236}">
                <a16:creationId xmlns:a16="http://schemas.microsoft.com/office/drawing/2014/main" id="{F375850A-A329-4A27-B93B-657A05B5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713" y="7261630"/>
            <a:ext cx="849560" cy="344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5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5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5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Texture</a:t>
            </a:r>
          </a:p>
        </p:txBody>
      </p:sp>
      <p:sp>
        <p:nvSpPr>
          <p:cNvPr id="92" name="text-34 Abnormal">
            <a:extLst xmlns:a="http://schemas.openxmlformats.org/drawingml/2006/main">
              <a:ext uri="{FF2B5EF4-FFF2-40B4-BE49-F238E27FC236}">
                <a16:creationId xmlns:a16="http://schemas.microsoft.com/office/drawing/2014/main" id="{181F4554-A580-4B2B-BE4D-654F1B8E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9996" y="7261864"/>
            <a:ext cx="1121565" cy="343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4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4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4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93" name="path-35">
            <a:extLst xmlns:a="http://schemas.openxmlformats.org/drawingml/2006/main">
              <a:ext uri="{FF2B5EF4-FFF2-40B4-BE49-F238E27FC236}">
                <a16:creationId xmlns:a16="http://schemas.microsoft.com/office/drawing/2014/main" id="{21AE8AA3-7D71-480D-93D0-06E1DFEF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9093" y="7618782"/>
            <a:ext cx="3032908" cy="1370704"/>
          </a:xfrm>
          <a:custGeom xmlns:a="http://schemas.openxmlformats.org/drawingml/2006/main">
            <a:pathLst>
              <a:path w="3032908" h="1370704">
                <a:moveTo>
                  <a:pt x="0" y="163628"/>
                </a:moveTo>
                <a:cubicBezTo>
                  <a:pt x="0" y="73285"/>
                  <a:pt x="73284" y="0"/>
                  <a:pt x="163627" y="0"/>
                </a:cubicBezTo>
                <a:lnTo>
                  <a:pt x="2869281" y="0"/>
                </a:lnTo>
                <a:cubicBezTo>
                  <a:pt x="2959624" y="0"/>
                  <a:pt x="3032908" y="73285"/>
                  <a:pt x="3032908" y="163628"/>
                </a:cubicBezTo>
                <a:lnTo>
                  <a:pt x="3032908" y="1207063"/>
                </a:lnTo>
                <a:cubicBezTo>
                  <a:pt x="3032908" y="1297448"/>
                  <a:pt x="2959624" y="1370704"/>
                  <a:pt x="2869281" y="1370704"/>
                </a:cubicBezTo>
                <a:lnTo>
                  <a:pt x="163627" y="1370704"/>
                </a:lnTo>
                <a:cubicBezTo>
                  <a:pt x="73284" y="1370704"/>
                  <a:pt x="0" y="1297448"/>
                  <a:pt x="0" y="1207063"/>
                </a:cubicBezTo>
                <a:lnTo>
                  <a:pt x="0" y="163628"/>
                </a:lnTo>
              </a:path>
            </a:pathLst>
          </a:custGeom>
          <a:solidFill xmlns:a="http://schemas.openxmlformats.org/drawingml/2006/main">
            <a:srgbClr val="DDEC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text-36 “The">
            <a:extLst xmlns:a="http://schemas.openxmlformats.org/drawingml/2006/main">
              <a:ext uri="{FF2B5EF4-FFF2-40B4-BE49-F238E27FC236}">
                <a16:creationId xmlns:a16="http://schemas.microsoft.com/office/drawing/2014/main" id="{9CE08203-0494-4FC7-BF9F-DB5683D8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6918" y="7655434"/>
            <a:ext cx="527188" cy="28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“The</a:t>
            </a:r>
          </a:p>
        </p:txBody>
      </p:sp>
      <p:sp>
        <p:nvSpPr>
          <p:cNvPr id="95" name="text-36 surface">
            <a:extLst xmlns:a="http://schemas.openxmlformats.org/drawingml/2006/main">
              <a:ext uri="{FF2B5EF4-FFF2-40B4-BE49-F238E27FC236}">
                <a16:creationId xmlns:a16="http://schemas.microsoft.com/office/drawing/2014/main" id="{8D9B017F-DCCD-414E-9AD3-F23C12DA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8045" y="7657622"/>
            <a:ext cx="755451" cy="283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surface</a:t>
            </a:r>
          </a:p>
        </p:txBody>
      </p:sp>
      <p:sp>
        <p:nvSpPr>
          <p:cNvPr id="96" name="text-37 normals">
            <a:extLst xmlns:a="http://schemas.openxmlformats.org/drawingml/2006/main">
              <a:ext uri="{FF2B5EF4-FFF2-40B4-BE49-F238E27FC236}">
                <a16:creationId xmlns:a16="http://schemas.microsoft.com/office/drawing/2014/main" id="{AB16E55D-E198-4226-ADD7-A5C6262C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0897" y="7656399"/>
            <a:ext cx="859517" cy="285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normals</a:t>
            </a:r>
          </a:p>
        </p:txBody>
      </p:sp>
      <p:sp>
        <p:nvSpPr>
          <p:cNvPr id="97" name="text-38 of">
            <a:extLst xmlns:a="http://schemas.openxmlformats.org/drawingml/2006/main">
              <a:ext uri="{FF2B5EF4-FFF2-40B4-BE49-F238E27FC236}">
                <a16:creationId xmlns:a16="http://schemas.microsoft.com/office/drawing/2014/main" id="{F98AEC81-6CA4-4F0F-ABF6-0DE95A23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16785" y="7656480"/>
            <a:ext cx="227217" cy="285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98" name="text-38 the">
            <a:extLst xmlns:a="http://schemas.openxmlformats.org/drawingml/2006/main">
              <a:ext uri="{FF2B5EF4-FFF2-40B4-BE49-F238E27FC236}">
                <a16:creationId xmlns:a16="http://schemas.microsoft.com/office/drawing/2014/main" id="{DBDB2A84-7E03-4255-A6BB-4A1D1D13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8630" y="7656082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99" name="text-39 chair">
            <a:extLst xmlns:a="http://schemas.openxmlformats.org/drawingml/2006/main">
              <a:ext uri="{FF2B5EF4-FFF2-40B4-BE49-F238E27FC236}">
                <a16:creationId xmlns:a16="http://schemas.microsoft.com/office/drawing/2014/main" id="{B2382D25-832C-4190-85B7-2259D872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6918" y="7901373"/>
            <a:ext cx="550325" cy="286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</a:t>
            </a:r>
          </a:p>
        </p:txBody>
      </p:sp>
      <p:sp>
        <p:nvSpPr>
          <p:cNvPr id="100" name="text-39 and">
            <a:extLst xmlns:a="http://schemas.openxmlformats.org/drawingml/2006/main">
              <a:ext uri="{FF2B5EF4-FFF2-40B4-BE49-F238E27FC236}">
                <a16:creationId xmlns:a16="http://schemas.microsoft.com/office/drawing/2014/main" id="{75C056E9-D72D-4C9D-AB9E-4A370F99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2814" y="7901364"/>
            <a:ext cx="426860" cy="286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101" name="text-39 the">
            <a:extLst xmlns:a="http://schemas.openxmlformats.org/drawingml/2006/main">
              <a:ext uri="{FF2B5EF4-FFF2-40B4-BE49-F238E27FC236}">
                <a16:creationId xmlns:a16="http://schemas.microsoft.com/office/drawing/2014/main" id="{48825E10-8D32-4CAF-8702-AC0C03E2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2817" y="7901756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02" name="text-39 book">
            <a:extLst xmlns:a="http://schemas.openxmlformats.org/drawingml/2006/main">
              <a:ext uri="{FF2B5EF4-FFF2-40B4-BE49-F238E27FC236}">
                <a16:creationId xmlns:a16="http://schemas.microsoft.com/office/drawing/2014/main" id="{16C48621-54FA-43E6-8138-DEE363B6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3456" y="7901568"/>
            <a:ext cx="506490" cy="286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book</a:t>
            </a:r>
          </a:p>
        </p:txBody>
      </p:sp>
      <p:sp>
        <p:nvSpPr>
          <p:cNvPr id="103" name="text-39 are">
            <a:extLst xmlns:a="http://schemas.openxmlformats.org/drawingml/2006/main">
              <a:ext uri="{FF2B5EF4-FFF2-40B4-BE49-F238E27FC236}">
                <a16:creationId xmlns:a16="http://schemas.microsoft.com/office/drawing/2014/main" id="{0ED02F17-8CE4-4A48-8682-BAF6D5C5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8412" y="7902521"/>
            <a:ext cx="365421" cy="285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are</a:t>
            </a:r>
          </a:p>
        </p:txBody>
      </p:sp>
      <p:sp>
        <p:nvSpPr>
          <p:cNvPr id="104" name="text-40 relatively">
            <a:extLst xmlns:a="http://schemas.openxmlformats.org/drawingml/2006/main">
              <a:ext uri="{FF2B5EF4-FFF2-40B4-BE49-F238E27FC236}">
                <a16:creationId xmlns:a16="http://schemas.microsoft.com/office/drawing/2014/main" id="{EB88E070-154E-4A07-977A-3A615056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6918" y="8147134"/>
            <a:ext cx="975590" cy="286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relatively</a:t>
            </a:r>
          </a:p>
        </p:txBody>
      </p:sp>
      <p:sp>
        <p:nvSpPr>
          <p:cNvPr id="105" name="text-40 smooth,">
            <a:extLst xmlns:a="http://schemas.openxmlformats.org/drawingml/2006/main">
              <a:ext uri="{FF2B5EF4-FFF2-40B4-BE49-F238E27FC236}">
                <a16:creationId xmlns:a16="http://schemas.microsoft.com/office/drawing/2014/main" id="{996C837E-7700-424F-A7FE-C25617F7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4714" y="8147444"/>
            <a:ext cx="849839" cy="286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smooth,</a:t>
            </a:r>
          </a:p>
        </p:txBody>
      </p:sp>
      <p:sp>
        <p:nvSpPr>
          <p:cNvPr id="106" name="text-40 …,">
            <a:extLst xmlns:a="http://schemas.openxmlformats.org/drawingml/2006/main">
              <a:ext uri="{FF2B5EF4-FFF2-40B4-BE49-F238E27FC236}">
                <a16:creationId xmlns:a16="http://schemas.microsoft.com/office/drawing/2014/main" id="{EA32BC8C-6281-42E5-A454-ABCD8C99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3572" y="8146987"/>
            <a:ext cx="272244" cy="286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…,</a:t>
            </a:r>
          </a:p>
        </p:txBody>
      </p:sp>
      <p:sp>
        <p:nvSpPr>
          <p:cNvPr id="107" name="text-40 where">
            <a:extLst xmlns:a="http://schemas.openxmlformats.org/drawingml/2006/main">
              <a:ext uri="{FF2B5EF4-FFF2-40B4-BE49-F238E27FC236}">
                <a16:creationId xmlns:a16="http://schemas.microsoft.com/office/drawing/2014/main" id="{D09316E2-7B81-4572-8F2D-AD0F2597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1070" y="8147483"/>
            <a:ext cx="660114" cy="286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where</a:t>
            </a:r>
          </a:p>
        </p:txBody>
      </p:sp>
      <p:sp>
        <p:nvSpPr>
          <p:cNvPr id="108" name="text-41 the">
            <a:extLst xmlns:a="http://schemas.openxmlformats.org/drawingml/2006/main">
              <a:ext uri="{FF2B5EF4-FFF2-40B4-BE49-F238E27FC236}">
                <a16:creationId xmlns:a16="http://schemas.microsoft.com/office/drawing/2014/main" id="{ED00CFF5-F23D-4FB0-A934-C636589A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6918" y="8393047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09" name="text-41 shapes">
            <a:extLst xmlns:a="http://schemas.openxmlformats.org/drawingml/2006/main">
              <a:ext uri="{FF2B5EF4-FFF2-40B4-BE49-F238E27FC236}">
                <a16:creationId xmlns:a16="http://schemas.microsoft.com/office/drawing/2014/main" id="{4D701FD2-9BC9-4DB3-BB04-74A0FCA3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7557" y="8392277"/>
            <a:ext cx="696563" cy="287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shapes</a:t>
            </a:r>
          </a:p>
        </p:txBody>
      </p:sp>
      <p:sp>
        <p:nvSpPr>
          <p:cNvPr id="110" name="text-41 of">
            <a:extLst xmlns:a="http://schemas.openxmlformats.org/drawingml/2006/main">
              <a:ext uri="{FF2B5EF4-FFF2-40B4-BE49-F238E27FC236}">
                <a16:creationId xmlns:a16="http://schemas.microsoft.com/office/drawing/2014/main" id="{711D8E0C-71DF-4985-9E84-7CB3E2B7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7770" y="8393444"/>
            <a:ext cx="227218" cy="285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111" name="text-41 the">
            <a:extLst xmlns:a="http://schemas.openxmlformats.org/drawingml/2006/main">
              <a:ext uri="{FF2B5EF4-FFF2-40B4-BE49-F238E27FC236}">
                <a16:creationId xmlns:a16="http://schemas.microsoft.com/office/drawing/2014/main" id="{D7F740E4-378A-4734-A8EC-7D682965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1051" y="8393047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12" name="text-41 book">
            <a:extLst xmlns:a="http://schemas.openxmlformats.org/drawingml/2006/main">
              <a:ext uri="{FF2B5EF4-FFF2-40B4-BE49-F238E27FC236}">
                <a16:creationId xmlns:a16="http://schemas.microsoft.com/office/drawing/2014/main" id="{278CB820-1FC1-42A1-998E-FDCC1979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1690" y="8392860"/>
            <a:ext cx="506490" cy="286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book</a:t>
            </a:r>
          </a:p>
        </p:txBody>
      </p:sp>
      <p:sp>
        <p:nvSpPr>
          <p:cNvPr id="113" name="text-41 and">
            <a:extLst xmlns:a="http://schemas.openxmlformats.org/drawingml/2006/main">
              <a:ext uri="{FF2B5EF4-FFF2-40B4-BE49-F238E27FC236}">
                <a16:creationId xmlns:a16="http://schemas.microsoft.com/office/drawing/2014/main" id="{32377249-6EB8-4E25-A4FA-F518E909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5009" y="8392655"/>
            <a:ext cx="426861" cy="286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114" name="text-42 the">
            <a:extLst xmlns:a="http://schemas.openxmlformats.org/drawingml/2006/main">
              <a:ext uri="{FF2B5EF4-FFF2-40B4-BE49-F238E27FC236}">
                <a16:creationId xmlns:a16="http://schemas.microsoft.com/office/drawing/2014/main" id="{FE4FA257-278B-4BBA-92AB-98873705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6918" y="8638694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15" name="text-42 chair">
            <a:extLst xmlns:a="http://schemas.openxmlformats.org/drawingml/2006/main">
              <a:ext uri="{FF2B5EF4-FFF2-40B4-BE49-F238E27FC236}">
                <a16:creationId xmlns:a16="http://schemas.microsoft.com/office/drawing/2014/main" id="{97ECFB4F-19F9-4A84-B929-8CC8825D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7557" y="8638311"/>
            <a:ext cx="550325" cy="286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</a:t>
            </a:r>
          </a:p>
        </p:txBody>
      </p:sp>
      <p:sp>
        <p:nvSpPr>
          <p:cNvPr id="116" name="text-42 merge">
            <a:extLst xmlns:a="http://schemas.openxmlformats.org/drawingml/2006/main">
              <a:ext uri="{FF2B5EF4-FFF2-40B4-BE49-F238E27FC236}">
                <a16:creationId xmlns:a16="http://schemas.microsoft.com/office/drawing/2014/main" id="{69D6E546-11FA-483B-BEF7-7E280FBF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3863" y="8637711"/>
            <a:ext cx="674636" cy="287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merge</a:t>
            </a:r>
          </a:p>
        </p:txBody>
      </p:sp>
      <p:sp>
        <p:nvSpPr>
          <p:cNvPr id="117" name="text-42 together.">
            <a:extLst xmlns:a="http://schemas.openxmlformats.org/drawingml/2006/main">
              <a:ext uri="{FF2B5EF4-FFF2-40B4-BE49-F238E27FC236}">
                <a16:creationId xmlns:a16="http://schemas.microsoft.com/office/drawing/2014/main" id="{A2123DDA-8B44-4086-A175-84F2CC22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2583" y="8638494"/>
            <a:ext cx="954318" cy="286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together.</a:t>
            </a:r>
          </a:p>
        </p:txBody>
      </p:sp>
      <p:sp>
        <p:nvSpPr>
          <p:cNvPr id="118" name="text-43 Normal">
            <a:extLst xmlns:a="http://schemas.openxmlformats.org/drawingml/2006/main">
              <a:ext uri="{FF2B5EF4-FFF2-40B4-BE49-F238E27FC236}">
                <a16:creationId xmlns:a16="http://schemas.microsoft.com/office/drawing/2014/main" id="{E3909691-6360-4873-8878-95D242C5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1991" y="7266828"/>
            <a:ext cx="850770" cy="344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9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9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9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Normal</a:t>
            </a:r>
          </a:p>
        </p:txBody>
      </p:sp>
      <p:sp>
        <p:nvSpPr>
          <p:cNvPr id="119" name="text-43 Abnormal">
            <a:extLst xmlns:a="http://schemas.openxmlformats.org/drawingml/2006/main">
              <a:ext uri="{FF2B5EF4-FFF2-40B4-BE49-F238E27FC236}">
                <a16:creationId xmlns:a16="http://schemas.microsoft.com/office/drawing/2014/main" id="{3FA58146-6D3A-44B3-A344-F63E9D51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6348" y="7267138"/>
            <a:ext cx="1123136" cy="344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120" name="path-44">
            <a:extLst xmlns:a="http://schemas.openxmlformats.org/drawingml/2006/main">
              <a:ext uri="{FF2B5EF4-FFF2-40B4-BE49-F238E27FC236}">
                <a16:creationId xmlns:a16="http://schemas.microsoft.com/office/drawing/2014/main" id="{70E43719-4918-4903-B31A-E04957BB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9" y="196999"/>
            <a:ext cx="14873042" cy="4426541"/>
          </a:xfrm>
          <a:custGeom xmlns:a="http://schemas.openxmlformats.org/drawingml/2006/main">
            <a:pathLst>
              <a:path w="14873042" h="4426541">
                <a:moveTo>
                  <a:pt x="0" y="321524"/>
                </a:moveTo>
                <a:cubicBezTo>
                  <a:pt x="0" y="143976"/>
                  <a:pt x="143935" y="0"/>
                  <a:pt x="321496" y="0"/>
                </a:cubicBezTo>
                <a:lnTo>
                  <a:pt x="14551519" y="0"/>
                </a:lnTo>
                <a:cubicBezTo>
                  <a:pt x="14729066" y="0"/>
                  <a:pt x="14873042" y="143976"/>
                  <a:pt x="14873042" y="321524"/>
                </a:cubicBezTo>
                <a:lnTo>
                  <a:pt x="14873042" y="4105018"/>
                </a:lnTo>
                <a:cubicBezTo>
                  <a:pt x="14873042" y="4282565"/>
                  <a:pt x="14729066" y="4426541"/>
                  <a:pt x="14551519" y="4426541"/>
                </a:cubicBezTo>
                <a:lnTo>
                  <a:pt x="321496" y="4426541"/>
                </a:lnTo>
                <a:cubicBezTo>
                  <a:pt x="143935" y="4426541"/>
                  <a:pt x="0" y="4282565"/>
                  <a:pt x="0" y="4105018"/>
                </a:cubicBezTo>
                <a:lnTo>
                  <a:pt x="0" y="321524"/>
                </a:lnTo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text-45 Overall">
            <a:extLst xmlns:a="http://schemas.openxmlformats.org/drawingml/2006/main">
              <a:ext uri="{FF2B5EF4-FFF2-40B4-BE49-F238E27FC236}">
                <a16:creationId xmlns:a16="http://schemas.microsoft.com/office/drawing/2014/main" id="{82D8A2BB-EDEC-48F5-A034-900202C5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520" y="2458521"/>
            <a:ext cx="837786" cy="344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Overall</a:t>
            </a:r>
          </a:p>
        </p:txBody>
      </p:sp>
      <p:sp>
        <p:nvSpPr>
          <p:cNvPr id="122" name="text-45 Abnormal">
            <a:extLst xmlns:a="http://schemas.openxmlformats.org/drawingml/2006/main">
              <a:ext uri="{FF2B5EF4-FFF2-40B4-BE49-F238E27FC236}">
                <a16:creationId xmlns:a16="http://schemas.microsoft.com/office/drawing/2014/main" id="{4D9A5DEE-B9BF-4F1D-8D44-4C0842CD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9384" y="2459475"/>
            <a:ext cx="1121090" cy="34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427820B-6F2D-418E-A4AD-8BB7F64F5E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80cc4999d4f1c"/>
          <a:stretch xmlns:a="http://schemas.openxmlformats.org/drawingml/2006/main"/>
        </p:blipFill>
        <p:spPr>
          <a:xfrm xmlns:a="http://schemas.openxmlformats.org/drawingml/2006/main">
            <a:off x="2495550" y="1095375"/>
            <a:ext cx="1104900" cy="600075"/>
          </a:xfrm>
          <a:prstGeom xmlns:a="http://schemas.openxmlformats.org/drawingml/2006/main" prst="rect">
            <a:avLst/>
          </a:prstGeom>
        </p:spPr>
      </p:pic>
      <p:sp>
        <p:nvSpPr>
          <p:cNvPr id="124" name="text-47 Raw">
            <a:extLst xmlns:a="http://schemas.openxmlformats.org/drawingml/2006/main">
              <a:ext uri="{FF2B5EF4-FFF2-40B4-BE49-F238E27FC236}">
                <a16:creationId xmlns:a16="http://schemas.microsoft.com/office/drawing/2014/main" id="{DD3A909C-BF1A-4493-A705-34C1648D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844" y="2042199"/>
            <a:ext cx="439119" cy="305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Raw</a:t>
            </a:r>
          </a:p>
        </p:txBody>
      </p:sp>
      <p:sp>
        <p:nvSpPr>
          <p:cNvPr id="125" name="text-47 Videos">
            <a:extLst xmlns:a="http://schemas.openxmlformats.org/drawingml/2006/main">
              <a:ext uri="{FF2B5EF4-FFF2-40B4-BE49-F238E27FC236}">
                <a16:creationId xmlns:a16="http://schemas.microsoft.com/office/drawing/2014/main" id="{3F7A2639-20CB-4856-A35F-93071400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8290" y="2041936"/>
            <a:ext cx="644867" cy="305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Videos</a:t>
            </a:r>
          </a:p>
        </p:txBody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2E1608A-2111-4C05-90C9-566E960DF2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62b73a54a4d06"/>
          <a:stretch xmlns:a="http://schemas.openxmlformats.org/drawingml/2006/main"/>
        </p:blipFill>
        <p:spPr>
          <a:xfrm xmlns:a="http://schemas.openxmlformats.org/drawingml/2006/main">
            <a:off x="674073" y="486848"/>
            <a:ext cx="2158226" cy="1328139"/>
          </a:xfrm>
          <a:prstGeom xmlns:a="http://schemas.openxmlformats.org/drawingml/2006/main" prst="rect">
            <a:avLst/>
          </a:prstGeom>
        </p:spPr>
      </p:pic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D8C7C8A-5137-4A66-95B1-CB42369E77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a2a97beb74985"/>
          <a:stretch xmlns:a="http://schemas.openxmlformats.org/drawingml/2006/main"/>
        </p:blipFill>
        <p:spPr>
          <a:xfrm xmlns:a="http://schemas.openxmlformats.org/drawingml/2006/main">
            <a:off x="723900" y="533400"/>
            <a:ext cx="2009775" cy="1181100"/>
          </a:xfrm>
          <a:prstGeom xmlns:a="http://schemas.openxmlformats.org/drawingml/2006/main" prst="rect">
            <a:avLst/>
          </a:prstGeom>
        </p:spPr>
      </p:pic>
      <p:sp>
        <p:nvSpPr>
          <p:cNvPr id="128" name="path-50">
            <a:extLst xmlns:a="http://schemas.openxmlformats.org/drawingml/2006/main">
              <a:ext uri="{FF2B5EF4-FFF2-40B4-BE49-F238E27FC236}">
                <a16:creationId xmlns:a16="http://schemas.microsoft.com/office/drawing/2014/main" id="{F4CE2FFF-321D-444F-B425-CC099D27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38" y="528894"/>
            <a:ext cx="2028490" cy="1191656"/>
          </a:xfrm>
          <a:custGeom xmlns:a="http://schemas.openxmlformats.org/drawingml/2006/main">
            <a:pathLst>
              <a:path w="2028490" h="1191656">
                <a:moveTo>
                  <a:pt x="0" y="0"/>
                </a:moveTo>
                <a:lnTo>
                  <a:pt x="2028490" y="0"/>
                </a:lnTo>
                <a:lnTo>
                  <a:pt x="2028490" y="1191656"/>
                </a:lnTo>
                <a:lnTo>
                  <a:pt x="0" y="11916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000000"/>
            </a:solidFill>
            <a:prstDash val="solid"/>
          </a:ln>
        </p:spPr>
      </p:sp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390E09C-CABD-4747-93DD-40124F04DA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4e77b8e1e4fd2"/>
          <a:stretch xmlns:a="http://schemas.openxmlformats.org/drawingml/2006/main"/>
        </p:blipFill>
        <p:spPr>
          <a:xfrm xmlns:a="http://schemas.openxmlformats.org/drawingml/2006/main">
            <a:off x="445671" y="739044"/>
            <a:ext cx="2158128" cy="1318314"/>
          </a:xfrm>
          <a:prstGeom xmlns:a="http://schemas.openxmlformats.org/drawingml/2006/main" prst="rect">
            <a:avLst/>
          </a:prstGeom>
        </p:spPr>
      </p:pic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70724CC-0CC4-40EA-A243-9B886970ED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3fdb62f974f0e"/>
          <a:stretch xmlns:a="http://schemas.openxmlformats.org/drawingml/2006/main"/>
        </p:blipFill>
        <p:spPr>
          <a:xfrm xmlns:a="http://schemas.openxmlformats.org/drawingml/2006/main">
            <a:off x="495300" y="790575"/>
            <a:ext cx="2009775" cy="1162050"/>
          </a:xfrm>
          <a:prstGeom xmlns:a="http://schemas.openxmlformats.org/drawingml/2006/main" prst="rect">
            <a:avLst/>
          </a:prstGeom>
        </p:spPr>
      </p:pic>
      <p:sp>
        <p:nvSpPr>
          <p:cNvPr id="131" name="path-53">
            <a:extLst xmlns:a="http://schemas.openxmlformats.org/drawingml/2006/main">
              <a:ext uri="{FF2B5EF4-FFF2-40B4-BE49-F238E27FC236}">
                <a16:creationId xmlns:a16="http://schemas.microsoft.com/office/drawing/2014/main" id="{454F52EB-B9A6-4ED8-BDA2-2ADDD701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31" y="781091"/>
            <a:ext cx="2033402" cy="1181830"/>
          </a:xfrm>
          <a:custGeom xmlns:a="http://schemas.openxmlformats.org/drawingml/2006/main">
            <a:pathLst>
              <a:path w="2033402" h="1181830">
                <a:moveTo>
                  <a:pt x="0" y="0"/>
                </a:moveTo>
                <a:lnTo>
                  <a:pt x="2033402" y="0"/>
                </a:lnTo>
                <a:lnTo>
                  <a:pt x="2033402" y="1181830"/>
                </a:lnTo>
                <a:lnTo>
                  <a:pt x="0" y="11818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000000"/>
            </a:solidFill>
            <a:prstDash val="solid"/>
          </a:ln>
        </p:spPr>
      </p:sp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28A4120-C22C-43C9-9BDF-B7A66ECFEB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5cda95b514eef"/>
          <a:stretch xmlns:a="http://schemas.openxmlformats.org/drawingml/2006/main"/>
        </p:blipFill>
        <p:spPr>
          <a:xfrm xmlns:a="http://schemas.openxmlformats.org/drawingml/2006/main">
            <a:off x="1273357" y="1146816"/>
            <a:ext cx="504407" cy="504407"/>
          </a:xfrm>
          <a:prstGeom xmlns:a="http://schemas.openxmlformats.org/drawingml/2006/main" prst="rect">
            <a:avLst/>
          </a:prstGeom>
        </p:spPr>
      </p:pic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E056A15-AFC3-4668-89EB-E488713C00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1a12ea10644ab"/>
          <a:stretch xmlns:a="http://schemas.openxmlformats.org/drawingml/2006/main"/>
        </p:blipFill>
        <p:spPr>
          <a:xfrm xmlns:a="http://schemas.openxmlformats.org/drawingml/2006/main">
            <a:off x="1295400" y="1171575"/>
            <a:ext cx="409575" cy="400050"/>
          </a:xfrm>
          <a:prstGeom xmlns:a="http://schemas.openxmlformats.org/drawingml/2006/main" prst="rect">
            <a:avLst/>
          </a:prstGeom>
        </p:spPr>
      </p:pic>
      <p:sp>
        <p:nvSpPr>
          <p:cNvPr id="134" name="text-56 (a)">
            <a:extLst xmlns:a="http://schemas.openxmlformats.org/drawingml/2006/main">
              <a:ext uri="{FF2B5EF4-FFF2-40B4-BE49-F238E27FC236}">
                <a16:creationId xmlns:a16="http://schemas.microsoft.com/office/drawing/2014/main" id="{24F42567-BB48-4BE1-A018-9C95BD7F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2399" y="272004"/>
            <a:ext cx="369387" cy="384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135" name="text-56 Video">
            <a:extLst xmlns:a="http://schemas.openxmlformats.org/drawingml/2006/main">
              <a:ext uri="{FF2B5EF4-FFF2-40B4-BE49-F238E27FC236}">
                <a16:creationId xmlns:a16="http://schemas.microsoft.com/office/drawing/2014/main" id="{71F5C0BD-EE28-4E94-956F-BD824EE4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1997" y="272458"/>
            <a:ext cx="724016" cy="383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Video</a:t>
            </a:r>
          </a:p>
        </p:txBody>
      </p:sp>
      <p:sp>
        <p:nvSpPr>
          <p:cNvPr id="136" name="path-57">
            <a:extLst xmlns:a="http://schemas.openxmlformats.org/drawingml/2006/main">
              <a:ext uri="{FF2B5EF4-FFF2-40B4-BE49-F238E27FC236}">
                <a16:creationId xmlns:a16="http://schemas.microsoft.com/office/drawing/2014/main" id="{5C2E89FD-BA1E-4D34-85DC-26BBB513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143" y="2366053"/>
            <a:ext cx="9763334" cy="9417"/>
          </a:xfrm>
          <a:custGeom xmlns:a="http://schemas.openxmlformats.org/drawingml/2006/main">
            <a:pathLst>
              <a:path w="9763334" h="9417">
                <a:moveTo>
                  <a:pt x="0" y="9417"/>
                </a:moveTo>
                <a:lnTo>
                  <a:pt x="97633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000000"/>
            </a:solidFill>
            <a:prstDash val="solid"/>
          </a:ln>
        </p:spPr>
      </p:sp>
      <p:sp>
        <p:nvSpPr>
          <p:cNvPr id="137" name="text-58 0:00">
            <a:extLst xmlns:a="http://schemas.openxmlformats.org/drawingml/2006/main">
              <a:ext uri="{FF2B5EF4-FFF2-40B4-BE49-F238E27FC236}">
                <a16:creationId xmlns:a16="http://schemas.microsoft.com/office/drawing/2014/main" id="{E6DA68DF-2DC7-494B-A2F1-E0D503A6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6805" y="2200724"/>
            <a:ext cx="494496" cy="343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0:00</a:t>
            </a:r>
          </a:p>
        </p:txBody>
      </p:sp>
      <p:sp>
        <p:nvSpPr>
          <p:cNvPr id="138" name="text-59 0:20">
            <a:extLst xmlns:a="http://schemas.openxmlformats.org/drawingml/2006/main">
              <a:ext uri="{FF2B5EF4-FFF2-40B4-BE49-F238E27FC236}">
                <a16:creationId xmlns:a16="http://schemas.microsoft.com/office/drawing/2014/main" id="{45D6EDD7-D1F1-4ADC-8CF0-7564520F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9593" y="2209321"/>
            <a:ext cx="494498" cy="34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0:20</a:t>
            </a:r>
          </a:p>
        </p:txBody>
      </p:sp>
      <p:sp>
        <p:nvSpPr>
          <p:cNvPr id="139" name="path-60">
            <a:extLst xmlns:a="http://schemas.openxmlformats.org/drawingml/2006/main">
              <a:ext uri="{FF2B5EF4-FFF2-40B4-BE49-F238E27FC236}">
                <a16:creationId xmlns:a16="http://schemas.microsoft.com/office/drawing/2014/main" id="{D99E638A-4CD5-4F3C-9125-4F809695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796" y="2314468"/>
            <a:ext cx="103171" cy="103171"/>
          </a:xfrm>
          <a:custGeom xmlns:a="http://schemas.openxmlformats.org/drawingml/2006/main">
            <a:pathLst>
              <a:path w="103171" h="103171">
                <a:moveTo>
                  <a:pt x="0" y="51585"/>
                </a:moveTo>
                <a:cubicBezTo>
                  <a:pt x="0" y="23063"/>
                  <a:pt x="23063" y="0"/>
                  <a:pt x="51585" y="0"/>
                </a:cubicBezTo>
                <a:cubicBezTo>
                  <a:pt x="80108" y="0"/>
                  <a:pt x="103171" y="23063"/>
                  <a:pt x="103171" y="51585"/>
                </a:cubicBezTo>
                <a:cubicBezTo>
                  <a:pt x="103171" y="80108"/>
                  <a:pt x="80108" y="103171"/>
                  <a:pt x="51585" y="103171"/>
                </a:cubicBezTo>
                <a:cubicBezTo>
                  <a:pt x="23063" y="103171"/>
                  <a:pt x="0" y="80108"/>
                  <a:pt x="0" y="5158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647">
            <a:solidFill>
              <a:srgbClr val="000000"/>
            </a:solidFill>
            <a:prstDash val="solid"/>
          </a:ln>
        </p:spPr>
      </p:sp>
      <p:sp>
        <p:nvSpPr>
          <p:cNvPr id="140" name="path-61">
            <a:extLst xmlns:a="http://schemas.openxmlformats.org/drawingml/2006/main">
              <a:ext uri="{FF2B5EF4-FFF2-40B4-BE49-F238E27FC236}">
                <a16:creationId xmlns:a16="http://schemas.microsoft.com/office/drawing/2014/main" id="{BE4BB4C7-CB6F-4EC0-8991-A0F8EA7A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8060" y="2367691"/>
            <a:ext cx="2036541" cy="273"/>
          </a:xfrm>
          <a:custGeom xmlns:a="http://schemas.openxmlformats.org/drawingml/2006/main">
            <a:pathLst>
              <a:path w="2036541" h="273">
                <a:moveTo>
                  <a:pt x="0" y="0"/>
                </a:moveTo>
                <a:lnTo>
                  <a:pt x="2036541" y="273"/>
                </a:lnTo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F96808"/>
            </a:solidFill>
            <a:prstDash val="solid"/>
          </a:ln>
        </p:spPr>
      </p:sp>
      <p:sp>
        <p:nvSpPr>
          <p:cNvPr id="141" name="path-62">
            <a:extLst xmlns:a="http://schemas.openxmlformats.org/drawingml/2006/main">
              <a:ext uri="{FF2B5EF4-FFF2-40B4-BE49-F238E27FC236}">
                <a16:creationId xmlns:a16="http://schemas.microsoft.com/office/drawing/2014/main" id="{10D552E0-E785-433C-B5CA-1CFEE965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32" y="2758268"/>
            <a:ext cx="3046010" cy="1747362"/>
          </a:xfrm>
          <a:custGeom xmlns:a="http://schemas.openxmlformats.org/drawingml/2006/main">
            <a:pathLst>
              <a:path w="3046010" h="1747362">
                <a:moveTo>
                  <a:pt x="0" y="126917"/>
                </a:moveTo>
                <a:cubicBezTo>
                  <a:pt x="0" y="56772"/>
                  <a:pt x="56826" y="0"/>
                  <a:pt x="126917" y="0"/>
                </a:cubicBezTo>
                <a:lnTo>
                  <a:pt x="2919092" y="0"/>
                </a:lnTo>
                <a:cubicBezTo>
                  <a:pt x="2989238" y="0"/>
                  <a:pt x="3046010" y="56772"/>
                  <a:pt x="3046010" y="126917"/>
                </a:cubicBezTo>
                <a:lnTo>
                  <a:pt x="3046010" y="1620444"/>
                </a:lnTo>
                <a:cubicBezTo>
                  <a:pt x="3046010" y="1690590"/>
                  <a:pt x="2989238" y="1747362"/>
                  <a:pt x="2919092" y="1747362"/>
                </a:cubicBezTo>
                <a:lnTo>
                  <a:pt x="126917" y="1747362"/>
                </a:lnTo>
                <a:cubicBezTo>
                  <a:pt x="56826" y="1747362"/>
                  <a:pt x="0" y="1690590"/>
                  <a:pt x="0" y="1620444"/>
                </a:cubicBezTo>
                <a:lnTo>
                  <a:pt x="0" y="126917"/>
                </a:lnTo>
              </a:path>
            </a:pathLst>
          </a:custGeom>
          <a:solidFill xmlns:a="http://schemas.openxmlformats.org/drawingml/2006/main">
            <a:srgbClr val="FC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text-63 “1.">
            <a:extLst xmlns:a="http://schemas.openxmlformats.org/drawingml/2006/main">
              <a:ext uri="{FF2B5EF4-FFF2-40B4-BE49-F238E27FC236}">
                <a16:creationId xmlns:a16="http://schemas.microsoft.com/office/drawing/2014/main" id="{F1F17B50-C182-4534-A9DE-4B3D8A1E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423" y="2870420"/>
            <a:ext cx="356608" cy="28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“1.</a:t>
            </a:r>
          </a:p>
        </p:txBody>
      </p:sp>
      <p:sp>
        <p:nvSpPr>
          <p:cNvPr id="143" name="text-63 The">
            <a:extLst xmlns:a="http://schemas.openxmlformats.org/drawingml/2006/main">
              <a:ext uri="{FF2B5EF4-FFF2-40B4-BE49-F238E27FC236}">
                <a16:creationId xmlns:a16="http://schemas.microsoft.com/office/drawing/2014/main" id="{5375494D-4A81-45D0-A39A-E90D5A95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467" y="2869488"/>
            <a:ext cx="408453" cy="287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44" name="text-63 sand">
            <a:extLst xmlns:a="http://schemas.openxmlformats.org/drawingml/2006/main">
              <a:ext uri="{FF2B5EF4-FFF2-40B4-BE49-F238E27FC236}">
                <a16:creationId xmlns:a16="http://schemas.microsoft.com/office/drawing/2014/main" id="{3829C0BE-6D9B-4941-9193-E51954F5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4358" y="2869514"/>
            <a:ext cx="514064" cy="287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sand</a:t>
            </a:r>
          </a:p>
        </p:txBody>
      </p:sp>
      <p:sp>
        <p:nvSpPr>
          <p:cNvPr id="145" name="text-63 in">
            <a:extLst xmlns:a="http://schemas.openxmlformats.org/drawingml/2006/main">
              <a:ext uri="{FF2B5EF4-FFF2-40B4-BE49-F238E27FC236}">
                <a16:creationId xmlns:a16="http://schemas.microsoft.com/office/drawing/2014/main" id="{E54DD1FD-A415-4566-B6F8-DAE0BB93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1226" y="2869479"/>
            <a:ext cx="231321" cy="28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</a:t>
            </a:r>
          </a:p>
        </p:txBody>
      </p:sp>
      <p:sp>
        <p:nvSpPr>
          <p:cNvPr id="146" name="text-63 the">
            <a:extLst xmlns:a="http://schemas.openxmlformats.org/drawingml/2006/main">
              <a:ext uri="{FF2B5EF4-FFF2-40B4-BE49-F238E27FC236}">
                <a16:creationId xmlns:a16="http://schemas.microsoft.com/office/drawing/2014/main" id="{94BE9B69-7426-4028-9A76-54F0DFEF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6380" y="2869986"/>
            <a:ext cx="365922" cy="286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47" name="text-63 video">
            <a:extLst xmlns:a="http://schemas.openxmlformats.org/drawingml/2006/main">
              <a:ext uri="{FF2B5EF4-FFF2-40B4-BE49-F238E27FC236}">
                <a16:creationId xmlns:a16="http://schemas.microsoft.com/office/drawing/2014/main" id="{22AC5D08-B4C6-4BF3-873D-7C644EE3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7470" y="2869887"/>
            <a:ext cx="563060" cy="28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video</a:t>
            </a:r>
          </a:p>
        </p:txBody>
      </p:sp>
      <p:sp>
        <p:nvSpPr>
          <p:cNvPr id="148" name="text-64 transforms">
            <a:extLst xmlns:a="http://schemas.openxmlformats.org/drawingml/2006/main">
              <a:ext uri="{FF2B5EF4-FFF2-40B4-BE49-F238E27FC236}">
                <a16:creationId xmlns:a16="http://schemas.microsoft.com/office/drawing/2014/main" id="{16CB8CB0-5F61-472B-908D-97CE656A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423" y="3116733"/>
            <a:ext cx="1161225" cy="285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transforms</a:t>
            </a:r>
          </a:p>
        </p:txBody>
      </p:sp>
      <p:sp>
        <p:nvSpPr>
          <p:cNvPr id="149" name="text-64 into">
            <a:extLst xmlns:a="http://schemas.openxmlformats.org/drawingml/2006/main">
              <a:ext uri="{FF2B5EF4-FFF2-40B4-BE49-F238E27FC236}">
                <a16:creationId xmlns:a16="http://schemas.microsoft.com/office/drawing/2014/main" id="{1D856656-B39B-4EE2-AE1E-0986E920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1229" y="3115596"/>
            <a:ext cx="442530" cy="28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into</a:t>
            </a:r>
          </a:p>
        </p:txBody>
      </p:sp>
      <p:sp>
        <p:nvSpPr>
          <p:cNvPr id="150" name="text-64 plastic">
            <a:extLst xmlns:a="http://schemas.openxmlformats.org/drawingml/2006/main">
              <a:ext uri="{FF2B5EF4-FFF2-40B4-BE49-F238E27FC236}">
                <a16:creationId xmlns:a16="http://schemas.microsoft.com/office/drawing/2014/main" id="{3C9A955A-D83E-424E-9F34-6693CB91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766" y="3115569"/>
            <a:ext cx="691948" cy="287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plastic</a:t>
            </a:r>
          </a:p>
        </p:txBody>
      </p:sp>
      <p:sp>
        <p:nvSpPr>
          <p:cNvPr id="151" name="text-64 and">
            <a:extLst xmlns:a="http://schemas.openxmlformats.org/drawingml/2006/main">
              <a:ext uri="{FF2B5EF4-FFF2-40B4-BE49-F238E27FC236}">
                <a16:creationId xmlns:a16="http://schemas.microsoft.com/office/drawing/2014/main" id="{0898BF25-9962-4AAC-BA14-8250C150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0657" y="3115881"/>
            <a:ext cx="426860" cy="286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152" name="text-65 then">
            <a:extLst xmlns:a="http://schemas.openxmlformats.org/drawingml/2006/main">
              <a:ext uri="{FF2B5EF4-FFF2-40B4-BE49-F238E27FC236}">
                <a16:creationId xmlns:a16="http://schemas.microsoft.com/office/drawing/2014/main" id="{CE146965-67D3-443F-A0C4-FC6B4D13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423" y="3361796"/>
            <a:ext cx="500905" cy="286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then</a:t>
            </a:r>
          </a:p>
        </p:txBody>
      </p:sp>
      <p:sp>
        <p:nvSpPr>
          <p:cNvPr id="153" name="text-65 into">
            <a:extLst xmlns:a="http://schemas.openxmlformats.org/drawingml/2006/main">
              <a:ext uri="{FF2B5EF4-FFF2-40B4-BE49-F238E27FC236}">
                <a16:creationId xmlns:a16="http://schemas.microsoft.com/office/drawing/2014/main" id="{80C8BE1B-F465-4F4B-B3A9-9C87CD00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552" y="3361242"/>
            <a:ext cx="442530" cy="28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into</a:t>
            </a:r>
          </a:p>
        </p:txBody>
      </p:sp>
      <p:sp>
        <p:nvSpPr>
          <p:cNvPr id="154" name="text-65 a">
            <a:extLst xmlns:a="http://schemas.openxmlformats.org/drawingml/2006/main">
              <a:ext uri="{FF2B5EF4-FFF2-40B4-BE49-F238E27FC236}">
                <a16:creationId xmlns:a16="http://schemas.microsoft.com/office/drawing/2014/main" id="{686A90D0-E3B2-450D-8873-BE53FF88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727" y="3361575"/>
            <a:ext cx="156596" cy="286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</a:t>
            </a:r>
          </a:p>
        </p:txBody>
      </p:sp>
      <p:sp>
        <p:nvSpPr>
          <p:cNvPr id="155" name="text-65 chair.">
            <a:extLst xmlns:a="http://schemas.openxmlformats.org/drawingml/2006/main">
              <a:ext uri="{FF2B5EF4-FFF2-40B4-BE49-F238E27FC236}">
                <a16:creationId xmlns:a16="http://schemas.microsoft.com/office/drawing/2014/main" id="{EAC09D9C-9C15-440D-8D38-09EE5595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4361" y="3361931"/>
            <a:ext cx="600140" cy="286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chair.</a:t>
            </a:r>
          </a:p>
        </p:txBody>
      </p:sp>
      <p:sp>
        <p:nvSpPr>
          <p:cNvPr id="156" name="text-66 2.">
            <a:extLst xmlns:a="http://schemas.openxmlformats.org/drawingml/2006/main">
              <a:ext uri="{FF2B5EF4-FFF2-40B4-BE49-F238E27FC236}">
                <a16:creationId xmlns:a16="http://schemas.microsoft.com/office/drawing/2014/main" id="{C78180F6-18A2-4ADF-AB5D-59C49506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305" y="3611079"/>
            <a:ext cx="236363" cy="281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58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2.</a:t>
            </a:r>
          </a:p>
        </p:txBody>
      </p:sp>
      <p:sp>
        <p:nvSpPr>
          <p:cNvPr id="157" name="text-66 The">
            <a:extLst xmlns:a="http://schemas.openxmlformats.org/drawingml/2006/main">
              <a:ext uri="{FF2B5EF4-FFF2-40B4-BE49-F238E27FC236}">
                <a16:creationId xmlns:a16="http://schemas.microsoft.com/office/drawing/2014/main" id="{7D69D122-87E0-46CE-8ED8-E8EE953A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89" y="3607175"/>
            <a:ext cx="407799" cy="286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58" name="text-66 chair">
            <a:extLst xmlns:a="http://schemas.openxmlformats.org/drawingml/2006/main">
              <a:ext uri="{FF2B5EF4-FFF2-40B4-BE49-F238E27FC236}">
                <a16:creationId xmlns:a16="http://schemas.microsoft.com/office/drawing/2014/main" id="{525BD99C-4C9C-4475-A13B-EEF4704C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968" y="3607182"/>
            <a:ext cx="550325" cy="286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</a:t>
            </a:r>
          </a:p>
        </p:txBody>
      </p:sp>
      <p:sp>
        <p:nvSpPr>
          <p:cNvPr id="159" name="text-66 floats">
            <a:extLst xmlns:a="http://schemas.openxmlformats.org/drawingml/2006/main">
              <a:ext uri="{FF2B5EF4-FFF2-40B4-BE49-F238E27FC236}">
                <a16:creationId xmlns:a16="http://schemas.microsoft.com/office/drawing/2014/main" id="{EB0C1A65-7FFB-41BF-883B-FC64848B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1431" y="3607700"/>
            <a:ext cx="586472" cy="285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floats</a:t>
            </a:r>
          </a:p>
        </p:txBody>
      </p:sp>
      <p:sp>
        <p:nvSpPr>
          <p:cNvPr id="160" name="text-66 and">
            <a:extLst xmlns:a="http://schemas.openxmlformats.org/drawingml/2006/main">
              <a:ext uri="{FF2B5EF4-FFF2-40B4-BE49-F238E27FC236}">
                <a16:creationId xmlns:a16="http://schemas.microsoft.com/office/drawing/2014/main" id="{13EB8256-7A3E-4563-83EC-837A98A8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4788" y="3607173"/>
            <a:ext cx="426860" cy="286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161" name="text-67 moves">
            <a:extLst xmlns:a="http://schemas.openxmlformats.org/drawingml/2006/main">
              <a:ext uri="{FF2B5EF4-FFF2-40B4-BE49-F238E27FC236}">
                <a16:creationId xmlns:a16="http://schemas.microsoft.com/office/drawing/2014/main" id="{F4955756-B6E2-42A5-A897-55BE5DC9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423" y="3853058"/>
            <a:ext cx="660013" cy="286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moves</a:t>
            </a:r>
          </a:p>
        </p:txBody>
      </p:sp>
      <p:sp>
        <p:nvSpPr>
          <p:cNvPr id="162" name="text-67 in">
            <a:extLst xmlns:a="http://schemas.openxmlformats.org/drawingml/2006/main">
              <a:ext uri="{FF2B5EF4-FFF2-40B4-BE49-F238E27FC236}">
                <a16:creationId xmlns:a16="http://schemas.microsoft.com/office/drawing/2014/main" id="{D4051B13-B381-4BD4-8006-71FDAC85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041" y="3852827"/>
            <a:ext cx="230947" cy="28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</a:t>
            </a:r>
          </a:p>
        </p:txBody>
      </p:sp>
      <p:sp>
        <p:nvSpPr>
          <p:cNvPr id="163" name="text-67 mid">
            <a:extLst xmlns:a="http://schemas.openxmlformats.org/drawingml/2006/main">
              <a:ext uri="{FF2B5EF4-FFF2-40B4-BE49-F238E27FC236}">
                <a16:creationId xmlns:a16="http://schemas.microsoft.com/office/drawing/2014/main" id="{537FB3CA-A3EB-41B6-A2DD-7BE80C66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960" y="3852815"/>
            <a:ext cx="435254" cy="28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mid</a:t>
            </a:r>
          </a:p>
        </p:txBody>
      </p:sp>
      <p:sp>
        <p:nvSpPr>
          <p:cNvPr id="164" name="text-68 -">
            <a:extLst xmlns:a="http://schemas.openxmlformats.org/drawingml/2006/main">
              <a:ext uri="{FF2B5EF4-FFF2-40B4-BE49-F238E27FC236}">
                <a16:creationId xmlns:a16="http://schemas.microsoft.com/office/drawing/2014/main" id="{211B07DB-4A76-4265-8B2C-97B0B31B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370" y="3852798"/>
            <a:ext cx="167704" cy="286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-</a:t>
            </a:r>
          </a:p>
        </p:txBody>
      </p:sp>
      <p:sp>
        <p:nvSpPr>
          <p:cNvPr id="165" name="text-69 air">
            <a:extLst xmlns:a="http://schemas.openxmlformats.org/drawingml/2006/main">
              <a:ext uri="{FF2B5EF4-FFF2-40B4-BE49-F238E27FC236}">
                <a16:creationId xmlns:a16="http://schemas.microsoft.com/office/drawing/2014/main" id="{5CC38851-5B3B-47F1-8958-D59C5C95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381" y="3852870"/>
            <a:ext cx="319205" cy="286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air</a:t>
            </a:r>
          </a:p>
        </p:txBody>
      </p:sp>
      <p:sp>
        <p:nvSpPr>
          <p:cNvPr id="166" name="text-69 without">
            <a:extLst xmlns:a="http://schemas.openxmlformats.org/drawingml/2006/main">
              <a:ext uri="{FF2B5EF4-FFF2-40B4-BE49-F238E27FC236}">
                <a16:creationId xmlns:a16="http://schemas.microsoft.com/office/drawing/2014/main" id="{6A195A14-FC70-4CAB-AD7E-0AC5ED68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4937" y="3853069"/>
            <a:ext cx="833280" cy="28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without</a:t>
            </a:r>
          </a:p>
        </p:txBody>
      </p:sp>
      <p:sp>
        <p:nvSpPr>
          <p:cNvPr id="167" name="text-70 anyone">
            <a:extLst xmlns:a="http://schemas.openxmlformats.org/drawingml/2006/main">
              <a:ext uri="{FF2B5EF4-FFF2-40B4-BE49-F238E27FC236}">
                <a16:creationId xmlns:a16="http://schemas.microsoft.com/office/drawing/2014/main" id="{7C75DDF9-5C60-4BCA-9BFE-B73988A7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423" y="4098439"/>
            <a:ext cx="769313" cy="2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anyone</a:t>
            </a:r>
          </a:p>
        </p:txBody>
      </p:sp>
      <p:sp>
        <p:nvSpPr>
          <p:cNvPr id="168" name="text-70 holding">
            <a:extLst xmlns:a="http://schemas.openxmlformats.org/drawingml/2006/main">
              <a:ext uri="{FF2B5EF4-FFF2-40B4-BE49-F238E27FC236}">
                <a16:creationId xmlns:a16="http://schemas.microsoft.com/office/drawing/2014/main" id="{22FD04E5-D1C5-42D3-A3A9-7523449C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4921" y="4098541"/>
            <a:ext cx="784073" cy="286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holding</a:t>
            </a:r>
          </a:p>
        </p:txBody>
      </p:sp>
      <p:sp>
        <p:nvSpPr>
          <p:cNvPr id="169" name="text-70 it.”">
            <a:extLst xmlns:a="http://schemas.openxmlformats.org/drawingml/2006/main">
              <a:ext uri="{FF2B5EF4-FFF2-40B4-BE49-F238E27FC236}">
                <a16:creationId xmlns:a16="http://schemas.microsoft.com/office/drawing/2014/main" id="{1861C09E-2E92-4A28-8461-5599E97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3156" y="4098841"/>
            <a:ext cx="358643" cy="28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it.”</a:t>
            </a:r>
          </a:p>
        </p:txBody>
      </p:sp>
      <p:sp>
        <p:nvSpPr>
          <p:cNvPr id="170" name="path-71">
            <a:extLst xmlns:a="http://schemas.openxmlformats.org/drawingml/2006/main">
              <a:ext uri="{FF2B5EF4-FFF2-40B4-BE49-F238E27FC236}">
                <a16:creationId xmlns:a16="http://schemas.microsoft.com/office/drawing/2014/main" id="{CCED5C58-0051-447A-9250-68D16EB0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5087" y="2312830"/>
            <a:ext cx="103171" cy="103171"/>
          </a:xfrm>
          <a:custGeom xmlns:a="http://schemas.openxmlformats.org/drawingml/2006/main">
            <a:pathLst>
              <a:path w="103171" h="103171">
                <a:moveTo>
                  <a:pt x="0" y="51585"/>
                </a:moveTo>
                <a:cubicBezTo>
                  <a:pt x="0" y="23063"/>
                  <a:pt x="23063" y="0"/>
                  <a:pt x="51586" y="0"/>
                </a:cubicBezTo>
                <a:cubicBezTo>
                  <a:pt x="80108" y="0"/>
                  <a:pt x="103171" y="23063"/>
                  <a:pt x="103171" y="51585"/>
                </a:cubicBezTo>
                <a:cubicBezTo>
                  <a:pt x="103171" y="80107"/>
                  <a:pt x="80108" y="103171"/>
                  <a:pt x="51586" y="103171"/>
                </a:cubicBezTo>
                <a:cubicBezTo>
                  <a:pt x="23063" y="103171"/>
                  <a:pt x="0" y="80107"/>
                  <a:pt x="0" y="51585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13647">
            <a:solidFill>
              <a:srgbClr val="F96808"/>
            </a:solidFill>
            <a:prstDash val="solid"/>
          </a:ln>
        </p:spPr>
      </p:sp>
      <p:sp>
        <p:nvSpPr>
          <p:cNvPr id="171" name="path-72">
            <a:extLst xmlns:a="http://schemas.openxmlformats.org/drawingml/2006/main">
              <a:ext uri="{FF2B5EF4-FFF2-40B4-BE49-F238E27FC236}">
                <a16:creationId xmlns:a16="http://schemas.microsoft.com/office/drawing/2014/main" id="{DA14A483-4256-4E71-B925-F9A40F3E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3176" y="2317743"/>
            <a:ext cx="103172" cy="103171"/>
          </a:xfrm>
          <a:custGeom xmlns:a="http://schemas.openxmlformats.org/drawingml/2006/main">
            <a:pathLst>
              <a:path w="103172" h="103171">
                <a:moveTo>
                  <a:pt x="0" y="51585"/>
                </a:moveTo>
                <a:cubicBezTo>
                  <a:pt x="0" y="23063"/>
                  <a:pt x="23063" y="0"/>
                  <a:pt x="51586" y="0"/>
                </a:cubicBezTo>
                <a:cubicBezTo>
                  <a:pt x="80108" y="0"/>
                  <a:pt x="103172" y="23063"/>
                  <a:pt x="103172" y="51585"/>
                </a:cubicBezTo>
                <a:cubicBezTo>
                  <a:pt x="103172" y="80108"/>
                  <a:pt x="80108" y="103171"/>
                  <a:pt x="51586" y="103171"/>
                </a:cubicBezTo>
                <a:cubicBezTo>
                  <a:pt x="23063" y="103171"/>
                  <a:pt x="0" y="80108"/>
                  <a:pt x="0" y="5158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647">
            <a:solidFill>
              <a:srgbClr val="000000"/>
            </a:solidFill>
            <a:prstDash val="solid"/>
          </a:ln>
        </p:spPr>
      </p:sp>
      <p:sp>
        <p:nvSpPr>
          <p:cNvPr id="172" name="text-73 0:12:51">
            <a:extLst xmlns:a="http://schemas.openxmlformats.org/drawingml/2006/main">
              <a:ext uri="{FF2B5EF4-FFF2-40B4-BE49-F238E27FC236}">
                <a16:creationId xmlns:a16="http://schemas.microsoft.com/office/drawing/2014/main" id="{65B796FC-BCC0-4326-9A86-7E9C3CAF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6279" y="2087104"/>
            <a:ext cx="642330" cy="26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0:12:51</a:t>
            </a:r>
          </a:p>
        </p:txBody>
      </p:sp>
      <p:sp>
        <p:nvSpPr>
          <p:cNvPr id="173" name="text-74 0:16:13">
            <a:extLst xmlns:a="http://schemas.openxmlformats.org/drawingml/2006/main">
              <a:ext uri="{FF2B5EF4-FFF2-40B4-BE49-F238E27FC236}">
                <a16:creationId xmlns:a16="http://schemas.microsoft.com/office/drawing/2014/main" id="{994AFF39-C8AC-4FCA-B3D0-FD4F3197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0905" y="2089015"/>
            <a:ext cx="642330" cy="26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0:16:13</a:t>
            </a:r>
          </a:p>
        </p:txBody>
      </p:sp>
      <p:sp>
        <p:nvSpPr>
          <p:cNvPr id="174" name="text-75 Abnormal">
            <a:extLst xmlns:a="http://schemas.openxmlformats.org/drawingml/2006/main">
              <a:ext uri="{FF2B5EF4-FFF2-40B4-BE49-F238E27FC236}">
                <a16:creationId xmlns:a16="http://schemas.microsoft.com/office/drawing/2014/main" id="{4F58B0C9-3992-4C6D-92C8-C2DB0E1E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8580" y="2705395"/>
            <a:ext cx="1121089" cy="34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175" name="text-75 Fragment">
            <a:extLst xmlns:a="http://schemas.openxmlformats.org/drawingml/2006/main">
              <a:ext uri="{FF2B5EF4-FFF2-40B4-BE49-F238E27FC236}">
                <a16:creationId xmlns:a16="http://schemas.microsoft.com/office/drawing/2014/main" id="{4084765E-34FC-467D-A8C5-85588582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8131" y="2704746"/>
            <a:ext cx="1082639" cy="34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8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8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8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Fragment</a:t>
            </a:r>
          </a:p>
        </p:txBody>
      </p:sp>
      <p:sp>
        <p:nvSpPr>
          <p:cNvPr id="176" name="text-76 B">
            <a:extLst xmlns:a="http://schemas.openxmlformats.org/drawingml/2006/main">
              <a:ext uri="{FF2B5EF4-FFF2-40B4-BE49-F238E27FC236}">
                <a16:creationId xmlns:a16="http://schemas.microsoft.com/office/drawing/2014/main" id="{12363CBD-AE6E-4974-8A46-D74B1F0C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7642" y="2705158"/>
            <a:ext cx="208066" cy="343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pic>
        <p:nvPic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3275535-BE76-4DDE-93D4-EE9C5626FF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62c965ae94b0d"/>
          <a:stretch xmlns:a="http://schemas.openxmlformats.org/drawingml/2006/main"/>
        </p:blipFill>
        <p:spPr>
          <a:xfrm xmlns:a="http://schemas.openxmlformats.org/drawingml/2006/main">
            <a:off x="3619500" y="838200"/>
            <a:ext cx="11058525" cy="1066800"/>
          </a:xfrm>
          <a:prstGeom xmlns:a="http://schemas.openxmlformats.org/drawingml/2006/main" prst="rect">
            <a:avLst/>
          </a:prstGeom>
        </p:spPr>
      </p:pic>
      <p:sp>
        <p:nvSpPr>
          <p:cNvPr id="178" name="path-78">
            <a:extLst xmlns:a="http://schemas.openxmlformats.org/drawingml/2006/main">
              <a:ext uri="{FF2B5EF4-FFF2-40B4-BE49-F238E27FC236}">
                <a16:creationId xmlns:a16="http://schemas.microsoft.com/office/drawing/2014/main" id="{95D34BD3-1994-498A-863F-CE7E61E3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614" y="808112"/>
            <a:ext cx="11120664" cy="1127788"/>
          </a:xfrm>
          <a:custGeom xmlns:a="http://schemas.openxmlformats.org/drawingml/2006/main">
            <a:pathLst>
              <a:path w="11120664" h="1127788">
                <a:moveTo>
                  <a:pt x="0" y="0"/>
                </a:moveTo>
                <a:lnTo>
                  <a:pt x="11120664" y="0"/>
                </a:lnTo>
                <a:lnTo>
                  <a:pt x="11120664" y="1127788"/>
                </a:lnTo>
                <a:lnTo>
                  <a:pt x="0" y="11277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235">
            <a:solidFill>
              <a:srgbClr val="595959"/>
            </a:solidFill>
            <a:prstDash val="solid"/>
          </a:ln>
        </p:spPr>
      </p:sp>
      <p:sp>
        <p:nvSpPr>
          <p:cNvPr id="179" name="path-79">
            <a:extLst xmlns:a="http://schemas.openxmlformats.org/drawingml/2006/main">
              <a:ext uri="{FF2B5EF4-FFF2-40B4-BE49-F238E27FC236}">
                <a16:creationId xmlns:a16="http://schemas.microsoft.com/office/drawing/2014/main" id="{C9B238AC-8347-4EFC-A53E-3A266B83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226" y="660451"/>
            <a:ext cx="11186715" cy="183416"/>
          </a:xfrm>
          <a:custGeom xmlns:a="http://schemas.openxmlformats.org/drawingml/2006/main">
            <a:pathLst>
              <a:path w="11186715" h="183416">
                <a:moveTo>
                  <a:pt x="0" y="0"/>
                </a:moveTo>
                <a:lnTo>
                  <a:pt x="11186715" y="0"/>
                </a:lnTo>
                <a:lnTo>
                  <a:pt x="11186715" y="183416"/>
                </a:lnTo>
                <a:lnTo>
                  <a:pt x="0" y="18341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80">
            <a:extLst xmlns:a="http://schemas.openxmlformats.org/drawingml/2006/main">
              <a:ext uri="{FF2B5EF4-FFF2-40B4-BE49-F238E27FC236}">
                <a16:creationId xmlns:a16="http://schemas.microsoft.com/office/drawing/2014/main" id="{F3E4E99F-1C6C-437C-BA43-BDC97475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575" y="703030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81">
            <a:extLst xmlns:a="http://schemas.openxmlformats.org/drawingml/2006/main">
              <a:ext uri="{FF2B5EF4-FFF2-40B4-BE49-F238E27FC236}">
                <a16:creationId xmlns:a16="http://schemas.microsoft.com/office/drawing/2014/main" id="{F88A0CB9-4DA9-4BF2-A2E7-DF3D3BA8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117" y="703030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82">
            <a:extLst xmlns:a="http://schemas.openxmlformats.org/drawingml/2006/main">
              <a:ext uri="{FF2B5EF4-FFF2-40B4-BE49-F238E27FC236}">
                <a16:creationId xmlns:a16="http://schemas.microsoft.com/office/drawing/2014/main" id="{78E7F3C0-FA39-4A0A-B946-D619D8C3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659" y="703030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83">
            <a:extLst xmlns:a="http://schemas.openxmlformats.org/drawingml/2006/main">
              <a:ext uri="{FF2B5EF4-FFF2-40B4-BE49-F238E27FC236}">
                <a16:creationId xmlns:a16="http://schemas.microsoft.com/office/drawing/2014/main" id="{0F0BBDA5-37C9-4ABF-AF72-E2E3CACF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838" y="703030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84">
            <a:extLst xmlns:a="http://schemas.openxmlformats.org/drawingml/2006/main">
              <a:ext uri="{FF2B5EF4-FFF2-40B4-BE49-F238E27FC236}">
                <a16:creationId xmlns:a16="http://schemas.microsoft.com/office/drawing/2014/main" id="{FD835EDD-FADD-4D4F-B006-D0C1225C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381" y="703030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85">
            <a:extLst xmlns:a="http://schemas.openxmlformats.org/drawingml/2006/main">
              <a:ext uri="{FF2B5EF4-FFF2-40B4-BE49-F238E27FC236}">
                <a16:creationId xmlns:a16="http://schemas.microsoft.com/office/drawing/2014/main" id="{B8F33BFA-DC46-4104-B04B-71C01E04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922" y="703030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ath-86">
            <a:extLst xmlns:a="http://schemas.openxmlformats.org/drawingml/2006/main">
              <a:ext uri="{FF2B5EF4-FFF2-40B4-BE49-F238E27FC236}">
                <a16:creationId xmlns:a16="http://schemas.microsoft.com/office/drawing/2014/main" id="{5AFE0579-9D1C-4F14-B6A4-84251EC3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102" y="703030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87">
            <a:extLst xmlns:a="http://schemas.openxmlformats.org/drawingml/2006/main">
              <a:ext uri="{FF2B5EF4-FFF2-40B4-BE49-F238E27FC236}">
                <a16:creationId xmlns:a16="http://schemas.microsoft.com/office/drawing/2014/main" id="{412140D0-92C1-40AF-8E9D-BB1F4B1D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644" y="703030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ath-88">
            <a:extLst xmlns:a="http://schemas.openxmlformats.org/drawingml/2006/main">
              <a:ext uri="{FF2B5EF4-FFF2-40B4-BE49-F238E27FC236}">
                <a16:creationId xmlns:a16="http://schemas.microsoft.com/office/drawing/2014/main" id="{D9C151A2-16A4-4DE8-931D-E35157AE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185" y="703030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89">
            <a:extLst xmlns:a="http://schemas.openxmlformats.org/drawingml/2006/main">
              <a:ext uri="{FF2B5EF4-FFF2-40B4-BE49-F238E27FC236}">
                <a16:creationId xmlns:a16="http://schemas.microsoft.com/office/drawing/2014/main" id="{7A08E310-AFB7-4721-AA7F-29ED4420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9727" y="703030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90">
            <a:extLst xmlns:a="http://schemas.openxmlformats.org/drawingml/2006/main">
              <a:ext uri="{FF2B5EF4-FFF2-40B4-BE49-F238E27FC236}">
                <a16:creationId xmlns:a16="http://schemas.microsoft.com/office/drawing/2014/main" id="{7B3BE173-FF87-40AE-AC1A-039B79F2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908" y="703030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91">
            <a:extLst xmlns:a="http://schemas.openxmlformats.org/drawingml/2006/main">
              <a:ext uri="{FF2B5EF4-FFF2-40B4-BE49-F238E27FC236}">
                <a16:creationId xmlns:a16="http://schemas.microsoft.com/office/drawing/2014/main" id="{0A4544D5-D9DC-4D72-92D5-3F67460A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450" y="703030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92">
            <a:extLst xmlns:a="http://schemas.openxmlformats.org/drawingml/2006/main">
              <a:ext uri="{FF2B5EF4-FFF2-40B4-BE49-F238E27FC236}">
                <a16:creationId xmlns:a16="http://schemas.microsoft.com/office/drawing/2014/main" id="{103E454B-5783-43CA-A2E5-D2A90FDE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991" y="703030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93">
            <a:extLst xmlns:a="http://schemas.openxmlformats.org/drawingml/2006/main">
              <a:ext uri="{FF2B5EF4-FFF2-40B4-BE49-F238E27FC236}">
                <a16:creationId xmlns:a16="http://schemas.microsoft.com/office/drawing/2014/main" id="{6AD24EF6-B0DF-4395-8A7C-7B9A8B02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171" y="703030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94">
            <a:extLst xmlns:a="http://schemas.openxmlformats.org/drawingml/2006/main">
              <a:ext uri="{FF2B5EF4-FFF2-40B4-BE49-F238E27FC236}">
                <a16:creationId xmlns:a16="http://schemas.microsoft.com/office/drawing/2014/main" id="{D2331DFD-2593-436D-A82D-ADFFAA32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713" y="703030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95">
            <a:extLst xmlns:a="http://schemas.openxmlformats.org/drawingml/2006/main">
              <a:ext uri="{FF2B5EF4-FFF2-40B4-BE49-F238E27FC236}">
                <a16:creationId xmlns:a16="http://schemas.microsoft.com/office/drawing/2014/main" id="{2462E357-4C4A-4D39-AC48-A12B1754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6255" y="703030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96">
            <a:extLst xmlns:a="http://schemas.openxmlformats.org/drawingml/2006/main">
              <a:ext uri="{FF2B5EF4-FFF2-40B4-BE49-F238E27FC236}">
                <a16:creationId xmlns:a16="http://schemas.microsoft.com/office/drawing/2014/main" id="{E4F73447-F7E0-4B3C-98F0-534DC026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1796" y="703030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97">
            <a:extLst xmlns:a="http://schemas.openxmlformats.org/drawingml/2006/main">
              <a:ext uri="{FF2B5EF4-FFF2-40B4-BE49-F238E27FC236}">
                <a16:creationId xmlns:a16="http://schemas.microsoft.com/office/drawing/2014/main" id="{C9AC98C0-DD3C-4165-B475-DED1F8C1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975" y="703030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98">
            <a:extLst xmlns:a="http://schemas.openxmlformats.org/drawingml/2006/main">
              <a:ext uri="{FF2B5EF4-FFF2-40B4-BE49-F238E27FC236}">
                <a16:creationId xmlns:a16="http://schemas.microsoft.com/office/drawing/2014/main" id="{1AA2505B-C2CB-49D0-85DF-6E804245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518" y="703030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99">
            <a:extLst xmlns:a="http://schemas.openxmlformats.org/drawingml/2006/main">
              <a:ext uri="{FF2B5EF4-FFF2-40B4-BE49-F238E27FC236}">
                <a16:creationId xmlns:a16="http://schemas.microsoft.com/office/drawing/2014/main" id="{3F7B94B0-15B5-4616-9085-E8C6D44B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060" y="703030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ath-100">
            <a:extLst xmlns:a="http://schemas.openxmlformats.org/drawingml/2006/main">
              <a:ext uri="{FF2B5EF4-FFF2-40B4-BE49-F238E27FC236}">
                <a16:creationId xmlns:a16="http://schemas.microsoft.com/office/drawing/2014/main" id="{6961ED69-26EB-4AA7-BFF8-AADDCF05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602" y="703030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01">
            <a:extLst xmlns:a="http://schemas.openxmlformats.org/drawingml/2006/main">
              <a:ext uri="{FF2B5EF4-FFF2-40B4-BE49-F238E27FC236}">
                <a16:creationId xmlns:a16="http://schemas.microsoft.com/office/drawing/2014/main" id="{3D24124A-ECEC-45CD-97B4-5DBD5724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2781" y="703030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102">
            <a:extLst xmlns:a="http://schemas.openxmlformats.org/drawingml/2006/main">
              <a:ext uri="{FF2B5EF4-FFF2-40B4-BE49-F238E27FC236}">
                <a16:creationId xmlns:a16="http://schemas.microsoft.com/office/drawing/2014/main" id="{34DE50B9-61AE-4E2E-A43D-5D6DA202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323" y="703030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ath-103">
            <a:extLst xmlns:a="http://schemas.openxmlformats.org/drawingml/2006/main">
              <a:ext uri="{FF2B5EF4-FFF2-40B4-BE49-F238E27FC236}">
                <a16:creationId xmlns:a16="http://schemas.microsoft.com/office/drawing/2014/main" id="{9B85FAC0-0EB3-4664-8603-82F84D2A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866" y="703030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ath-104">
            <a:extLst xmlns:a="http://schemas.openxmlformats.org/drawingml/2006/main">
              <a:ext uri="{FF2B5EF4-FFF2-40B4-BE49-F238E27FC236}">
                <a16:creationId xmlns:a16="http://schemas.microsoft.com/office/drawing/2014/main" id="{0F8462F7-50A1-4662-ACEE-660BA57A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1045" y="703030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105">
            <a:extLst xmlns:a="http://schemas.openxmlformats.org/drawingml/2006/main">
              <a:ext uri="{FF2B5EF4-FFF2-40B4-BE49-F238E27FC236}">
                <a16:creationId xmlns:a16="http://schemas.microsoft.com/office/drawing/2014/main" id="{282F665F-C666-4116-B44E-0C298792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6587" y="703030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ath-106">
            <a:extLst xmlns:a="http://schemas.openxmlformats.org/drawingml/2006/main">
              <a:ext uri="{FF2B5EF4-FFF2-40B4-BE49-F238E27FC236}">
                <a16:creationId xmlns:a16="http://schemas.microsoft.com/office/drawing/2014/main" id="{E1A81D55-4ED9-44E2-85C1-D700B442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2128" y="703030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107">
            <a:extLst xmlns:a="http://schemas.openxmlformats.org/drawingml/2006/main">
              <a:ext uri="{FF2B5EF4-FFF2-40B4-BE49-F238E27FC236}">
                <a16:creationId xmlns:a16="http://schemas.microsoft.com/office/drawing/2014/main" id="{CB26ECE5-EEFB-4BDF-976C-8ADD247E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670" y="703030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ath-108">
            <a:extLst xmlns:a="http://schemas.openxmlformats.org/drawingml/2006/main">
              <a:ext uri="{FF2B5EF4-FFF2-40B4-BE49-F238E27FC236}">
                <a16:creationId xmlns:a16="http://schemas.microsoft.com/office/drawing/2014/main" id="{4ECA3C7A-2995-4A53-BD31-9EECFF41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850" y="703030"/>
            <a:ext cx="171951" cy="93346"/>
          </a:xfrm>
          <a:custGeom xmlns:a="http://schemas.openxmlformats.org/drawingml/2006/main">
            <a:pathLst>
              <a:path w="171951" h="93346">
                <a:moveTo>
                  <a:pt x="0" y="0"/>
                </a:moveTo>
                <a:lnTo>
                  <a:pt x="171951" y="0"/>
                </a:lnTo>
                <a:lnTo>
                  <a:pt x="171951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109">
            <a:extLst xmlns:a="http://schemas.openxmlformats.org/drawingml/2006/main">
              <a:ext uri="{FF2B5EF4-FFF2-40B4-BE49-F238E27FC236}">
                <a16:creationId xmlns:a16="http://schemas.microsoft.com/office/drawing/2014/main" id="{D33C3A6D-5C13-4CB4-AEF3-4C6CFB76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0391" y="703030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110">
            <a:extLst xmlns:a="http://schemas.openxmlformats.org/drawingml/2006/main">
              <a:ext uri="{FF2B5EF4-FFF2-40B4-BE49-F238E27FC236}">
                <a16:creationId xmlns:a16="http://schemas.microsoft.com/office/drawing/2014/main" id="{6330A891-A1DA-4EDA-A614-4627A774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5934" y="703030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111">
            <a:extLst xmlns:a="http://schemas.openxmlformats.org/drawingml/2006/main">
              <a:ext uri="{FF2B5EF4-FFF2-40B4-BE49-F238E27FC236}">
                <a16:creationId xmlns:a16="http://schemas.microsoft.com/office/drawing/2014/main" id="{4A3D0BEE-7014-46A2-8A96-9121C81C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114" y="703030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112">
            <a:extLst xmlns:a="http://schemas.openxmlformats.org/drawingml/2006/main">
              <a:ext uri="{FF2B5EF4-FFF2-40B4-BE49-F238E27FC236}">
                <a16:creationId xmlns:a16="http://schemas.microsoft.com/office/drawing/2014/main" id="{4E05208C-99BF-4CA9-B0DF-89F2288D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8656" y="703030"/>
            <a:ext cx="171951" cy="93346"/>
          </a:xfrm>
          <a:custGeom xmlns:a="http://schemas.openxmlformats.org/drawingml/2006/main">
            <a:pathLst>
              <a:path w="171951" h="93346">
                <a:moveTo>
                  <a:pt x="0" y="0"/>
                </a:moveTo>
                <a:lnTo>
                  <a:pt x="171951" y="0"/>
                </a:lnTo>
                <a:lnTo>
                  <a:pt x="171951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113">
            <a:extLst xmlns:a="http://schemas.openxmlformats.org/drawingml/2006/main">
              <a:ext uri="{FF2B5EF4-FFF2-40B4-BE49-F238E27FC236}">
                <a16:creationId xmlns:a16="http://schemas.microsoft.com/office/drawing/2014/main" id="{FDF513AD-A0AB-49CD-8891-AB7CC2C0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589" y="1919796"/>
            <a:ext cx="11186715" cy="183415"/>
          </a:xfrm>
          <a:custGeom xmlns:a="http://schemas.openxmlformats.org/drawingml/2006/main">
            <a:pathLst>
              <a:path w="11186715" h="183415">
                <a:moveTo>
                  <a:pt x="0" y="0"/>
                </a:moveTo>
                <a:lnTo>
                  <a:pt x="11186715" y="0"/>
                </a:lnTo>
                <a:lnTo>
                  <a:pt x="11186715" y="183415"/>
                </a:lnTo>
                <a:lnTo>
                  <a:pt x="0" y="18341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114">
            <a:extLst xmlns:a="http://schemas.openxmlformats.org/drawingml/2006/main">
              <a:ext uri="{FF2B5EF4-FFF2-40B4-BE49-F238E27FC236}">
                <a16:creationId xmlns:a16="http://schemas.microsoft.com/office/drawing/2014/main" id="{E9D6D6DB-553E-4F3F-816A-2B3CE386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937" y="1962374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115">
            <a:extLst xmlns:a="http://schemas.openxmlformats.org/drawingml/2006/main">
              <a:ext uri="{FF2B5EF4-FFF2-40B4-BE49-F238E27FC236}">
                <a16:creationId xmlns:a16="http://schemas.microsoft.com/office/drawing/2014/main" id="{DDD9FD19-C4FD-4512-9B23-021982BE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479" y="1962374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ath-116">
            <a:extLst xmlns:a="http://schemas.openxmlformats.org/drawingml/2006/main">
              <a:ext uri="{FF2B5EF4-FFF2-40B4-BE49-F238E27FC236}">
                <a16:creationId xmlns:a16="http://schemas.microsoft.com/office/drawing/2014/main" id="{DEECAEF6-32B7-48A9-B97D-3D339008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021" y="1962374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117">
            <a:extLst xmlns:a="http://schemas.openxmlformats.org/drawingml/2006/main">
              <a:ext uri="{FF2B5EF4-FFF2-40B4-BE49-F238E27FC236}">
                <a16:creationId xmlns:a16="http://schemas.microsoft.com/office/drawing/2014/main" id="{0A16AEC2-D416-4670-9DC0-483F6659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200" y="1962374"/>
            <a:ext cx="171953" cy="93346"/>
          </a:xfrm>
          <a:custGeom xmlns:a="http://schemas.openxmlformats.org/drawingml/2006/main">
            <a:pathLst>
              <a:path w="171953" h="93346">
                <a:moveTo>
                  <a:pt x="0" y="0"/>
                </a:moveTo>
                <a:lnTo>
                  <a:pt x="171953" y="0"/>
                </a:lnTo>
                <a:lnTo>
                  <a:pt x="171953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118">
            <a:extLst xmlns:a="http://schemas.openxmlformats.org/drawingml/2006/main">
              <a:ext uri="{FF2B5EF4-FFF2-40B4-BE49-F238E27FC236}">
                <a16:creationId xmlns:a16="http://schemas.microsoft.com/office/drawing/2014/main" id="{BFE1AF78-3623-48B6-8FEA-62F99169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742" y="1962374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119">
            <a:extLst xmlns:a="http://schemas.openxmlformats.org/drawingml/2006/main">
              <a:ext uri="{FF2B5EF4-FFF2-40B4-BE49-F238E27FC236}">
                <a16:creationId xmlns:a16="http://schemas.microsoft.com/office/drawing/2014/main" id="{AA959A29-DA65-4B4A-A536-4A8D5878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285" y="1962374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ath-120">
            <a:extLst xmlns:a="http://schemas.openxmlformats.org/drawingml/2006/main">
              <a:ext uri="{FF2B5EF4-FFF2-40B4-BE49-F238E27FC236}">
                <a16:creationId xmlns:a16="http://schemas.microsoft.com/office/drawing/2014/main" id="{906C69D3-39F4-4E15-BFF0-F2BF8EA1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64" y="1962374"/>
            <a:ext cx="171953" cy="93346"/>
          </a:xfrm>
          <a:custGeom xmlns:a="http://schemas.openxmlformats.org/drawingml/2006/main">
            <a:pathLst>
              <a:path w="171953" h="93346">
                <a:moveTo>
                  <a:pt x="0" y="0"/>
                </a:moveTo>
                <a:lnTo>
                  <a:pt x="171953" y="0"/>
                </a:lnTo>
                <a:lnTo>
                  <a:pt x="171953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121">
            <a:extLst xmlns:a="http://schemas.openxmlformats.org/drawingml/2006/main">
              <a:ext uri="{FF2B5EF4-FFF2-40B4-BE49-F238E27FC236}">
                <a16:creationId xmlns:a16="http://schemas.microsoft.com/office/drawing/2014/main" id="{E60DD08F-C329-4DB0-A267-FF1A0F85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006" y="1962374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ath-122">
            <a:extLst xmlns:a="http://schemas.openxmlformats.org/drawingml/2006/main">
              <a:ext uri="{FF2B5EF4-FFF2-40B4-BE49-F238E27FC236}">
                <a16:creationId xmlns:a16="http://schemas.microsoft.com/office/drawing/2014/main" id="{F28C2DC3-7FFA-4013-8C37-C9CE840E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548" y="1962374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123">
            <a:extLst xmlns:a="http://schemas.openxmlformats.org/drawingml/2006/main">
              <a:ext uri="{FF2B5EF4-FFF2-40B4-BE49-F238E27FC236}">
                <a16:creationId xmlns:a16="http://schemas.microsoft.com/office/drawing/2014/main" id="{B33EDD4C-7FF2-4AD9-AEB8-7CCACB38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090" y="1962374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124">
            <a:extLst xmlns:a="http://schemas.openxmlformats.org/drawingml/2006/main">
              <a:ext uri="{FF2B5EF4-FFF2-40B4-BE49-F238E27FC236}">
                <a16:creationId xmlns:a16="http://schemas.microsoft.com/office/drawing/2014/main" id="{6A52BB21-998C-4EC0-B0A8-A5EC8FBB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269" y="1962374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ath-125">
            <a:extLst xmlns:a="http://schemas.openxmlformats.org/drawingml/2006/main">
              <a:ext uri="{FF2B5EF4-FFF2-40B4-BE49-F238E27FC236}">
                <a16:creationId xmlns:a16="http://schemas.microsoft.com/office/drawing/2014/main" id="{00F85515-7DC9-41DC-80FA-71A550B8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812" y="1962374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126">
            <a:extLst xmlns:a="http://schemas.openxmlformats.org/drawingml/2006/main">
              <a:ext uri="{FF2B5EF4-FFF2-40B4-BE49-F238E27FC236}">
                <a16:creationId xmlns:a16="http://schemas.microsoft.com/office/drawing/2014/main" id="{D5ED041C-091C-49B4-81D6-C356D497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354" y="1962374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127">
            <a:extLst xmlns:a="http://schemas.openxmlformats.org/drawingml/2006/main">
              <a:ext uri="{FF2B5EF4-FFF2-40B4-BE49-F238E27FC236}">
                <a16:creationId xmlns:a16="http://schemas.microsoft.com/office/drawing/2014/main" id="{A106395E-E35A-44E6-9E49-28868907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896" y="1962374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128">
            <a:extLst xmlns:a="http://schemas.openxmlformats.org/drawingml/2006/main">
              <a:ext uri="{FF2B5EF4-FFF2-40B4-BE49-F238E27FC236}">
                <a16:creationId xmlns:a16="http://schemas.microsoft.com/office/drawing/2014/main" id="{B3371382-7955-4D86-8AA9-4524BDD8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075" y="1962374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129">
            <a:extLst xmlns:a="http://schemas.openxmlformats.org/drawingml/2006/main">
              <a:ext uri="{FF2B5EF4-FFF2-40B4-BE49-F238E27FC236}">
                <a16:creationId xmlns:a16="http://schemas.microsoft.com/office/drawing/2014/main" id="{83789622-EB94-4073-9CB9-4D3D1834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616" y="1962374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130">
            <a:extLst xmlns:a="http://schemas.openxmlformats.org/drawingml/2006/main">
              <a:ext uri="{FF2B5EF4-FFF2-40B4-BE49-F238E27FC236}">
                <a16:creationId xmlns:a16="http://schemas.microsoft.com/office/drawing/2014/main" id="{CB6FDF88-1468-4D79-99E7-64EAB0EA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158" y="1962374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ath-131">
            <a:extLst xmlns:a="http://schemas.openxmlformats.org/drawingml/2006/main">
              <a:ext uri="{FF2B5EF4-FFF2-40B4-BE49-F238E27FC236}">
                <a16:creationId xmlns:a16="http://schemas.microsoft.com/office/drawing/2014/main" id="{7D3DD81C-98D3-4E3B-876D-5B0CD8C7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339" y="1962374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ath-132">
            <a:extLst xmlns:a="http://schemas.openxmlformats.org/drawingml/2006/main">
              <a:ext uri="{FF2B5EF4-FFF2-40B4-BE49-F238E27FC236}">
                <a16:creationId xmlns:a16="http://schemas.microsoft.com/office/drawing/2014/main" id="{E0A0E701-4347-41DB-A165-FBDA9A6E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2881" y="1962374"/>
            <a:ext cx="171951" cy="93346"/>
          </a:xfrm>
          <a:custGeom xmlns:a="http://schemas.openxmlformats.org/drawingml/2006/main">
            <a:pathLst>
              <a:path w="171951" h="93346">
                <a:moveTo>
                  <a:pt x="0" y="0"/>
                </a:moveTo>
                <a:lnTo>
                  <a:pt x="171951" y="0"/>
                </a:lnTo>
                <a:lnTo>
                  <a:pt x="171951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133">
            <a:extLst xmlns:a="http://schemas.openxmlformats.org/drawingml/2006/main">
              <a:ext uri="{FF2B5EF4-FFF2-40B4-BE49-F238E27FC236}">
                <a16:creationId xmlns:a16="http://schemas.microsoft.com/office/drawing/2014/main" id="{F8BB5AA2-ACD3-4F79-AB09-CFD8DFF8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422" y="1962374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134">
            <a:extLst xmlns:a="http://schemas.openxmlformats.org/drawingml/2006/main">
              <a:ext uri="{FF2B5EF4-FFF2-40B4-BE49-F238E27FC236}">
                <a16:creationId xmlns:a16="http://schemas.microsoft.com/office/drawing/2014/main" id="{9B8CD8BF-0FDE-49E7-8143-AACCE7A6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964" y="1962374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135">
            <a:extLst xmlns:a="http://schemas.openxmlformats.org/drawingml/2006/main">
              <a:ext uri="{FF2B5EF4-FFF2-40B4-BE49-F238E27FC236}">
                <a16:creationId xmlns:a16="http://schemas.microsoft.com/office/drawing/2014/main" id="{DA13FA80-DE7C-423F-B660-A6668164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144" y="1962374"/>
            <a:ext cx="171951" cy="93346"/>
          </a:xfrm>
          <a:custGeom xmlns:a="http://schemas.openxmlformats.org/drawingml/2006/main">
            <a:pathLst>
              <a:path w="171951" h="93346">
                <a:moveTo>
                  <a:pt x="0" y="0"/>
                </a:moveTo>
                <a:lnTo>
                  <a:pt x="171951" y="0"/>
                </a:lnTo>
                <a:lnTo>
                  <a:pt x="171951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136">
            <a:extLst xmlns:a="http://schemas.openxmlformats.org/drawingml/2006/main">
              <a:ext uri="{FF2B5EF4-FFF2-40B4-BE49-F238E27FC236}">
                <a16:creationId xmlns:a16="http://schemas.microsoft.com/office/drawing/2014/main" id="{DA46D020-B141-4D9C-83DC-370A2928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685" y="1962374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ath-137">
            <a:extLst xmlns:a="http://schemas.openxmlformats.org/drawingml/2006/main">
              <a:ext uri="{FF2B5EF4-FFF2-40B4-BE49-F238E27FC236}">
                <a16:creationId xmlns:a16="http://schemas.microsoft.com/office/drawing/2014/main" id="{6E7F1694-EC31-44B8-90B7-1F3F2DB2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2227" y="1962374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138">
            <a:extLst xmlns:a="http://schemas.openxmlformats.org/drawingml/2006/main">
              <a:ext uri="{FF2B5EF4-FFF2-40B4-BE49-F238E27FC236}">
                <a16:creationId xmlns:a16="http://schemas.microsoft.com/office/drawing/2014/main" id="{9E0880DF-A02C-4FD2-8AF3-AA737560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408" y="1962374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139">
            <a:extLst xmlns:a="http://schemas.openxmlformats.org/drawingml/2006/main">
              <a:ext uri="{FF2B5EF4-FFF2-40B4-BE49-F238E27FC236}">
                <a16:creationId xmlns:a16="http://schemas.microsoft.com/office/drawing/2014/main" id="{505139FB-9AB9-4CE2-AEFA-9207DE43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4950" y="1962374"/>
            <a:ext cx="171951" cy="93346"/>
          </a:xfrm>
          <a:custGeom xmlns:a="http://schemas.openxmlformats.org/drawingml/2006/main">
            <a:pathLst>
              <a:path w="171951" h="93346">
                <a:moveTo>
                  <a:pt x="0" y="0"/>
                </a:moveTo>
                <a:lnTo>
                  <a:pt x="171951" y="0"/>
                </a:lnTo>
                <a:lnTo>
                  <a:pt x="171951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140">
            <a:extLst xmlns:a="http://schemas.openxmlformats.org/drawingml/2006/main">
              <a:ext uri="{FF2B5EF4-FFF2-40B4-BE49-F238E27FC236}">
                <a16:creationId xmlns:a16="http://schemas.microsoft.com/office/drawing/2014/main" id="{960597E6-41B0-45C8-9B8F-ADC6F1EE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0491" y="1962374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141">
            <a:extLst xmlns:a="http://schemas.openxmlformats.org/drawingml/2006/main">
              <a:ext uri="{FF2B5EF4-FFF2-40B4-BE49-F238E27FC236}">
                <a16:creationId xmlns:a16="http://schemas.microsoft.com/office/drawing/2014/main" id="{629258F0-D24D-4256-98D4-5F4D24F1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6033" y="1962374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142">
            <a:extLst xmlns:a="http://schemas.openxmlformats.org/drawingml/2006/main">
              <a:ext uri="{FF2B5EF4-FFF2-40B4-BE49-F238E27FC236}">
                <a16:creationId xmlns:a16="http://schemas.microsoft.com/office/drawing/2014/main" id="{F5AF13AF-AA80-4CD8-8929-76E5B31A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212" y="1962374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143">
            <a:extLst xmlns:a="http://schemas.openxmlformats.org/drawingml/2006/main">
              <a:ext uri="{FF2B5EF4-FFF2-40B4-BE49-F238E27FC236}">
                <a16:creationId xmlns:a16="http://schemas.microsoft.com/office/drawing/2014/main" id="{E72283BE-FFB3-48CF-BEEC-64CD4C5D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754" y="1962374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144">
            <a:extLst xmlns:a="http://schemas.openxmlformats.org/drawingml/2006/main">
              <a:ext uri="{FF2B5EF4-FFF2-40B4-BE49-F238E27FC236}">
                <a16:creationId xmlns:a16="http://schemas.microsoft.com/office/drawing/2014/main" id="{DA889E84-81C5-46AC-A49B-2A9FCB12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4297" y="1962374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145">
            <a:extLst xmlns:a="http://schemas.openxmlformats.org/drawingml/2006/main">
              <a:ext uri="{FF2B5EF4-FFF2-40B4-BE49-F238E27FC236}">
                <a16:creationId xmlns:a16="http://schemas.microsoft.com/office/drawing/2014/main" id="{D43B1CD6-112B-46B6-8609-27898372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9838" y="1962374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146">
            <a:extLst xmlns:a="http://schemas.openxmlformats.org/drawingml/2006/main">
              <a:ext uri="{FF2B5EF4-FFF2-40B4-BE49-F238E27FC236}">
                <a16:creationId xmlns:a16="http://schemas.microsoft.com/office/drawing/2014/main" id="{CD250015-9069-4E48-B825-3DE69029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7018" y="1962374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147">
            <a:extLst xmlns:a="http://schemas.openxmlformats.org/drawingml/2006/main">
              <a:ext uri="{FF2B5EF4-FFF2-40B4-BE49-F238E27FC236}">
                <a16:creationId xmlns:a16="http://schemas.microsoft.com/office/drawing/2014/main" id="{1AB46C95-7192-4184-9998-79E7A62E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996" y="797195"/>
            <a:ext cx="191" cy="1123284"/>
          </a:xfrm>
          <a:custGeom xmlns:a="http://schemas.openxmlformats.org/drawingml/2006/main">
            <a:pathLst>
              <a:path w="191" h="1123284">
                <a:moveTo>
                  <a:pt x="0" y="0"/>
                </a:moveTo>
                <a:lnTo>
                  <a:pt x="0" y="1123284"/>
                </a:lnTo>
              </a:path>
            </a:pathLst>
          </a:custGeom>
          <a:noFill xmlns:a="http://schemas.openxmlformats.org/drawingml/2006/main"/>
          <a:ln xmlns:a="http://schemas.openxmlformats.org/drawingml/2006/main" w="136470">
            <a:solidFill>
              <a:srgbClr val="595959"/>
            </a:solidFill>
            <a:prstDash val="solid"/>
          </a:ln>
        </p:spPr>
      </p:sp>
      <p:sp>
        <p:nvSpPr>
          <p:cNvPr id="248" name="path-148">
            <a:extLst xmlns:a="http://schemas.openxmlformats.org/drawingml/2006/main">
              <a:ext uri="{FF2B5EF4-FFF2-40B4-BE49-F238E27FC236}">
                <a16:creationId xmlns:a16="http://schemas.microsoft.com/office/drawing/2014/main" id="{8076E930-37C4-4E6A-A065-AF2798E6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240" y="813570"/>
            <a:ext cx="191" cy="1123284"/>
          </a:xfrm>
          <a:custGeom xmlns:a="http://schemas.openxmlformats.org/drawingml/2006/main">
            <a:pathLst>
              <a:path w="191" h="1123284">
                <a:moveTo>
                  <a:pt x="0" y="0"/>
                </a:moveTo>
                <a:lnTo>
                  <a:pt x="0" y="1123284"/>
                </a:lnTo>
              </a:path>
            </a:pathLst>
          </a:custGeom>
          <a:noFill xmlns:a="http://schemas.openxmlformats.org/drawingml/2006/main"/>
          <a:ln xmlns:a="http://schemas.openxmlformats.org/drawingml/2006/main" w="136470">
            <a:solidFill>
              <a:srgbClr val="595959"/>
            </a:solidFill>
            <a:prstDash val="solid"/>
          </a:ln>
        </p:spPr>
      </p:sp>
      <p:sp>
        <p:nvSpPr>
          <p:cNvPr id="249" name="path-149">
            <a:extLst xmlns:a="http://schemas.openxmlformats.org/drawingml/2006/main">
              <a:ext uri="{FF2B5EF4-FFF2-40B4-BE49-F238E27FC236}">
                <a16:creationId xmlns:a16="http://schemas.microsoft.com/office/drawing/2014/main" id="{E9D6670A-22C8-4310-A159-5FEF6C07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947" y="797195"/>
            <a:ext cx="191" cy="1123284"/>
          </a:xfrm>
          <a:custGeom xmlns:a="http://schemas.openxmlformats.org/drawingml/2006/main">
            <a:pathLst>
              <a:path w="191" h="1123284">
                <a:moveTo>
                  <a:pt x="0" y="0"/>
                </a:moveTo>
                <a:lnTo>
                  <a:pt x="0" y="1123284"/>
                </a:lnTo>
              </a:path>
            </a:pathLst>
          </a:custGeom>
          <a:noFill xmlns:a="http://schemas.openxmlformats.org/drawingml/2006/main"/>
          <a:ln xmlns:a="http://schemas.openxmlformats.org/drawingml/2006/main" w="136470">
            <a:solidFill>
              <a:srgbClr val="595959"/>
            </a:solidFill>
            <a:prstDash val="solid"/>
          </a:ln>
        </p:spPr>
      </p:sp>
      <p:sp>
        <p:nvSpPr>
          <p:cNvPr id="250" name="path-150">
            <a:extLst xmlns:a="http://schemas.openxmlformats.org/drawingml/2006/main">
              <a:ext uri="{FF2B5EF4-FFF2-40B4-BE49-F238E27FC236}">
                <a16:creationId xmlns:a16="http://schemas.microsoft.com/office/drawing/2014/main" id="{D15A11E5-3C47-4893-9984-D747305A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4855" y="813570"/>
            <a:ext cx="191" cy="1123284"/>
          </a:xfrm>
          <a:custGeom xmlns:a="http://schemas.openxmlformats.org/drawingml/2006/main">
            <a:pathLst>
              <a:path w="191" h="1123284">
                <a:moveTo>
                  <a:pt x="0" y="0"/>
                </a:moveTo>
                <a:lnTo>
                  <a:pt x="0" y="1123284"/>
                </a:lnTo>
              </a:path>
            </a:pathLst>
          </a:custGeom>
          <a:noFill xmlns:a="http://schemas.openxmlformats.org/drawingml/2006/main"/>
          <a:ln xmlns:a="http://schemas.openxmlformats.org/drawingml/2006/main" w="136470">
            <a:solidFill>
              <a:srgbClr val="595959"/>
            </a:solidFill>
            <a:prstDash val="solid"/>
          </a:ln>
        </p:spPr>
      </p:sp>
      <p:sp>
        <p:nvSpPr>
          <p:cNvPr id="251" name="path-151">
            <a:extLst xmlns:a="http://schemas.openxmlformats.org/drawingml/2006/main">
              <a:ext uri="{FF2B5EF4-FFF2-40B4-BE49-F238E27FC236}">
                <a16:creationId xmlns:a16="http://schemas.microsoft.com/office/drawing/2014/main" id="{E10A8B92-F52F-46D1-BB37-D1A83261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2810" y="797195"/>
            <a:ext cx="191" cy="1123284"/>
          </a:xfrm>
          <a:custGeom xmlns:a="http://schemas.openxmlformats.org/drawingml/2006/main">
            <a:pathLst>
              <a:path w="191" h="1123284">
                <a:moveTo>
                  <a:pt x="0" y="0"/>
                </a:moveTo>
                <a:lnTo>
                  <a:pt x="0" y="1123284"/>
                </a:lnTo>
              </a:path>
            </a:pathLst>
          </a:custGeom>
          <a:noFill xmlns:a="http://schemas.openxmlformats.org/drawingml/2006/main"/>
          <a:ln xmlns:a="http://schemas.openxmlformats.org/drawingml/2006/main" w="136470">
            <a:solidFill>
              <a:srgbClr val="595959"/>
            </a:solidFill>
            <a:prstDash val="solid"/>
          </a:ln>
        </p:spPr>
      </p:sp>
      <p:sp>
        <p:nvSpPr>
          <p:cNvPr id="252" name="path-152">
            <a:extLst xmlns:a="http://schemas.openxmlformats.org/drawingml/2006/main">
              <a:ext uri="{FF2B5EF4-FFF2-40B4-BE49-F238E27FC236}">
                <a16:creationId xmlns:a16="http://schemas.microsoft.com/office/drawing/2014/main" id="{853602DE-F012-487C-BA55-E9012288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8723" y="859424"/>
            <a:ext cx="1694957" cy="1041538"/>
          </a:xfrm>
          <a:custGeom xmlns:a="http://schemas.openxmlformats.org/drawingml/2006/main">
            <a:pathLst>
              <a:path w="1694957" h="1041538">
                <a:moveTo>
                  <a:pt x="0" y="0"/>
                </a:moveTo>
                <a:lnTo>
                  <a:pt x="1694957" y="0"/>
                </a:lnTo>
                <a:lnTo>
                  <a:pt x="1694957" y="1041538"/>
                </a:lnTo>
                <a:lnTo>
                  <a:pt x="0" y="10415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0941">
            <a:solidFill>
              <a:srgbClr val="F96808"/>
            </a:solidFill>
            <a:prstDash val="solid"/>
          </a:ln>
        </p:spPr>
      </p:sp>
      <p:sp>
        <p:nvSpPr>
          <p:cNvPr id="253" name="path-153">
            <a:extLst xmlns:a="http://schemas.openxmlformats.org/drawingml/2006/main">
              <a:ext uri="{FF2B5EF4-FFF2-40B4-BE49-F238E27FC236}">
                <a16:creationId xmlns:a16="http://schemas.microsoft.com/office/drawing/2014/main" id="{B9601324-8077-4A6A-BB34-F0B1012F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140" y="852874"/>
            <a:ext cx="1693319" cy="1041539"/>
          </a:xfrm>
          <a:custGeom xmlns:a="http://schemas.openxmlformats.org/drawingml/2006/main">
            <a:pathLst>
              <a:path w="1693319" h="1041539">
                <a:moveTo>
                  <a:pt x="0" y="0"/>
                </a:moveTo>
                <a:lnTo>
                  <a:pt x="1693319" y="0"/>
                </a:lnTo>
                <a:lnTo>
                  <a:pt x="1693319" y="1041539"/>
                </a:lnTo>
                <a:lnTo>
                  <a:pt x="0" y="10415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0941">
            <a:solidFill>
              <a:srgbClr val="F96808"/>
            </a:solidFill>
            <a:prstDash val="solid"/>
          </a:ln>
        </p:spPr>
      </p:sp>
      <p:sp>
        <p:nvSpPr>
          <p:cNvPr id="254" name="path-154">
            <a:extLst xmlns:a="http://schemas.openxmlformats.org/drawingml/2006/main">
              <a:ext uri="{FF2B5EF4-FFF2-40B4-BE49-F238E27FC236}">
                <a16:creationId xmlns:a16="http://schemas.microsoft.com/office/drawing/2014/main" id="{4B25ACD2-FA2F-4984-8B65-78562D78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277" y="672733"/>
            <a:ext cx="4504" cy="1640642"/>
          </a:xfrm>
          <a:custGeom xmlns:a="http://schemas.openxmlformats.org/drawingml/2006/main">
            <a:pathLst>
              <a:path w="4504" h="1640642">
                <a:moveTo>
                  <a:pt x="0" y="0"/>
                </a:moveTo>
                <a:lnTo>
                  <a:pt x="4504" y="1640642"/>
                </a:lnTo>
              </a:path>
            </a:pathLst>
          </a:custGeom>
          <a:noFill xmlns:a="http://schemas.openxmlformats.org/drawingml/2006/main"/>
          <a:ln xmlns:a="http://schemas.openxmlformats.org/drawingml/2006/main" w="40941">
            <a:solidFill>
              <a:srgbClr val="F96808"/>
            </a:solidFill>
            <a:prstDash val="dash"/>
          </a:ln>
        </p:spPr>
      </p:sp>
      <p:sp>
        <p:nvSpPr>
          <p:cNvPr id="255" name="path-155">
            <a:extLst xmlns:a="http://schemas.openxmlformats.org/drawingml/2006/main">
              <a:ext uri="{FF2B5EF4-FFF2-40B4-BE49-F238E27FC236}">
                <a16:creationId xmlns:a16="http://schemas.microsoft.com/office/drawing/2014/main" id="{98415EA2-3119-4670-8E2D-28C0B5F5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108" y="2322655"/>
            <a:ext cx="103171" cy="101534"/>
          </a:xfrm>
          <a:custGeom xmlns:a="http://schemas.openxmlformats.org/drawingml/2006/main">
            <a:pathLst>
              <a:path w="103171" h="101534">
                <a:moveTo>
                  <a:pt x="0" y="50767"/>
                </a:moveTo>
                <a:cubicBezTo>
                  <a:pt x="0" y="22791"/>
                  <a:pt x="23063" y="0"/>
                  <a:pt x="51585" y="0"/>
                </a:cubicBezTo>
                <a:cubicBezTo>
                  <a:pt x="80108" y="0"/>
                  <a:pt x="103171" y="22791"/>
                  <a:pt x="103171" y="50767"/>
                </a:cubicBezTo>
                <a:cubicBezTo>
                  <a:pt x="103171" y="78744"/>
                  <a:pt x="80108" y="101534"/>
                  <a:pt x="51585" y="101534"/>
                </a:cubicBezTo>
                <a:cubicBezTo>
                  <a:pt x="23063" y="101534"/>
                  <a:pt x="0" y="78744"/>
                  <a:pt x="0" y="507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647">
            <a:solidFill>
              <a:srgbClr val="000000"/>
            </a:solidFill>
            <a:prstDash val="solid"/>
          </a:ln>
        </p:spPr>
      </p:sp>
      <p:sp>
        <p:nvSpPr>
          <p:cNvPr id="256" name="path-156">
            <a:extLst xmlns:a="http://schemas.openxmlformats.org/drawingml/2006/main">
              <a:ext uri="{FF2B5EF4-FFF2-40B4-BE49-F238E27FC236}">
                <a16:creationId xmlns:a16="http://schemas.microsoft.com/office/drawing/2014/main" id="{9D3F2095-E7FE-4544-A082-8FBCA0DD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011" y="2372604"/>
            <a:ext cx="2146399" cy="2183"/>
          </a:xfrm>
          <a:custGeom xmlns:a="http://schemas.openxmlformats.org/drawingml/2006/main">
            <a:pathLst>
              <a:path w="2146399" h="2183">
                <a:moveTo>
                  <a:pt x="0" y="2183"/>
                </a:moveTo>
                <a:lnTo>
                  <a:pt x="21463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F96808"/>
            </a:solidFill>
            <a:prstDash val="solid"/>
          </a:ln>
        </p:spPr>
      </p:sp>
      <p:sp>
        <p:nvSpPr>
          <p:cNvPr id="257" name="path-157">
            <a:extLst xmlns:a="http://schemas.openxmlformats.org/drawingml/2006/main">
              <a:ext uri="{FF2B5EF4-FFF2-40B4-BE49-F238E27FC236}">
                <a16:creationId xmlns:a16="http://schemas.microsoft.com/office/drawing/2014/main" id="{49631B18-5909-4926-B7A0-1FADAAD1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329" y="2317743"/>
            <a:ext cx="101533" cy="103171"/>
          </a:xfrm>
          <a:custGeom xmlns:a="http://schemas.openxmlformats.org/drawingml/2006/main">
            <a:pathLst>
              <a:path w="101533" h="103171">
                <a:moveTo>
                  <a:pt x="0" y="51585"/>
                </a:moveTo>
                <a:cubicBezTo>
                  <a:pt x="0" y="23063"/>
                  <a:pt x="22791" y="0"/>
                  <a:pt x="50767" y="0"/>
                </a:cubicBezTo>
                <a:cubicBezTo>
                  <a:pt x="78742" y="0"/>
                  <a:pt x="101533" y="23063"/>
                  <a:pt x="101533" y="51585"/>
                </a:cubicBezTo>
                <a:cubicBezTo>
                  <a:pt x="101533" y="80108"/>
                  <a:pt x="78742" y="103171"/>
                  <a:pt x="50767" y="103171"/>
                </a:cubicBezTo>
                <a:cubicBezTo>
                  <a:pt x="22791" y="103171"/>
                  <a:pt x="0" y="80108"/>
                  <a:pt x="0" y="51585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13647">
            <a:solidFill>
              <a:srgbClr val="F96808"/>
            </a:solidFill>
            <a:prstDash val="solid"/>
          </a:ln>
        </p:spPr>
      </p:sp>
      <p:sp>
        <p:nvSpPr>
          <p:cNvPr id="258" name="path-158">
            <a:extLst xmlns:a="http://schemas.openxmlformats.org/drawingml/2006/main">
              <a:ext uri="{FF2B5EF4-FFF2-40B4-BE49-F238E27FC236}">
                <a16:creationId xmlns:a16="http://schemas.microsoft.com/office/drawing/2014/main" id="{32BB137B-A1DC-4212-8CEF-3A6D12DD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312" y="2321018"/>
            <a:ext cx="101533" cy="103171"/>
          </a:xfrm>
          <a:custGeom xmlns:a="http://schemas.openxmlformats.org/drawingml/2006/main">
            <a:pathLst>
              <a:path w="101533" h="103171">
                <a:moveTo>
                  <a:pt x="0" y="51586"/>
                </a:moveTo>
                <a:cubicBezTo>
                  <a:pt x="0" y="23064"/>
                  <a:pt x="22789" y="0"/>
                  <a:pt x="50767" y="0"/>
                </a:cubicBezTo>
                <a:cubicBezTo>
                  <a:pt x="78743" y="0"/>
                  <a:pt x="101533" y="23064"/>
                  <a:pt x="101533" y="51586"/>
                </a:cubicBezTo>
                <a:cubicBezTo>
                  <a:pt x="101533" y="80108"/>
                  <a:pt x="78743" y="103171"/>
                  <a:pt x="50767" y="103171"/>
                </a:cubicBezTo>
                <a:cubicBezTo>
                  <a:pt x="22789" y="103171"/>
                  <a:pt x="0" y="80108"/>
                  <a:pt x="0" y="5158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647">
            <a:solidFill>
              <a:srgbClr val="000000"/>
            </a:solidFill>
            <a:prstDash val="solid"/>
          </a:ln>
        </p:spPr>
      </p:sp>
      <p:sp>
        <p:nvSpPr>
          <p:cNvPr id="259" name="text-159 Abnormal">
            <a:extLst xmlns:a="http://schemas.openxmlformats.org/drawingml/2006/main">
              <a:ext uri="{FF2B5EF4-FFF2-40B4-BE49-F238E27FC236}">
                <a16:creationId xmlns:a16="http://schemas.microsoft.com/office/drawing/2014/main" id="{9C434441-35ED-4049-9B51-F5BA1C88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5659" y="2703075"/>
            <a:ext cx="1121089" cy="34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260" name="text-159 Fragment">
            <a:extLst xmlns:a="http://schemas.openxmlformats.org/drawingml/2006/main">
              <a:ext uri="{FF2B5EF4-FFF2-40B4-BE49-F238E27FC236}">
                <a16:creationId xmlns:a16="http://schemas.microsoft.com/office/drawing/2014/main" id="{20423418-A575-476D-A845-975D9136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5209" y="2702426"/>
            <a:ext cx="1082641" cy="34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8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8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8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Fragment</a:t>
            </a:r>
          </a:p>
        </p:txBody>
      </p:sp>
      <p:sp>
        <p:nvSpPr>
          <p:cNvPr id="261" name="text-160 A">
            <a:extLst xmlns:a="http://schemas.openxmlformats.org/drawingml/2006/main">
              <a:ext uri="{FF2B5EF4-FFF2-40B4-BE49-F238E27FC236}">
                <a16:creationId xmlns:a16="http://schemas.microsoft.com/office/drawing/2014/main" id="{2BC6A7E4-B718-4334-B812-879ABDC7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9983" y="2702860"/>
            <a:ext cx="221573" cy="343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62" name="path-161">
            <a:extLst xmlns:a="http://schemas.openxmlformats.org/drawingml/2006/main">
              <a:ext uri="{FF2B5EF4-FFF2-40B4-BE49-F238E27FC236}">
                <a16:creationId xmlns:a16="http://schemas.microsoft.com/office/drawing/2014/main" id="{ED94C5C7-E780-43B6-862C-806FF3D9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122" y="3043217"/>
            <a:ext cx="4911280" cy="1460774"/>
          </a:xfrm>
          <a:custGeom xmlns:a="http://schemas.openxmlformats.org/drawingml/2006/main">
            <a:pathLst>
              <a:path w="4911280" h="1460774">
                <a:moveTo>
                  <a:pt x="0" y="106037"/>
                </a:moveTo>
                <a:cubicBezTo>
                  <a:pt x="0" y="47491"/>
                  <a:pt x="47491" y="0"/>
                  <a:pt x="106037" y="0"/>
                </a:cubicBezTo>
                <a:lnTo>
                  <a:pt x="4805244" y="0"/>
                </a:lnTo>
                <a:cubicBezTo>
                  <a:pt x="4863790" y="0"/>
                  <a:pt x="4911280" y="47491"/>
                  <a:pt x="4911280" y="106037"/>
                </a:cubicBezTo>
                <a:lnTo>
                  <a:pt x="4911280" y="1354737"/>
                </a:lnTo>
                <a:cubicBezTo>
                  <a:pt x="4911280" y="1413283"/>
                  <a:pt x="4863790" y="1460774"/>
                  <a:pt x="4805244" y="1460774"/>
                </a:cubicBezTo>
                <a:lnTo>
                  <a:pt x="106037" y="1460774"/>
                </a:lnTo>
                <a:cubicBezTo>
                  <a:pt x="47491" y="1460774"/>
                  <a:pt x="0" y="1413283"/>
                  <a:pt x="0" y="1354737"/>
                </a:cubicBezTo>
                <a:lnTo>
                  <a:pt x="0" y="106037"/>
                </a:lnTo>
              </a:path>
            </a:pathLst>
          </a:custGeom>
          <a:solidFill xmlns:a="http://schemas.openxmlformats.org/drawingml/2006/main">
            <a:srgbClr val="FC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text-162 “In">
            <a:extLst xmlns:a="http://schemas.openxmlformats.org/drawingml/2006/main">
              <a:ext uri="{FF2B5EF4-FFF2-40B4-BE49-F238E27FC236}">
                <a16:creationId xmlns:a16="http://schemas.microsoft.com/office/drawing/2014/main" id="{7C964F92-3286-43C0-924E-A4181C35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2726" y="3133887"/>
            <a:ext cx="355411" cy="286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“In</a:t>
            </a:r>
          </a:p>
        </p:txBody>
      </p:sp>
      <p:sp>
        <p:nvSpPr>
          <p:cNvPr id="264" name="text-162 the">
            <a:extLst xmlns:a="http://schemas.openxmlformats.org/drawingml/2006/main">
              <a:ext uri="{FF2B5EF4-FFF2-40B4-BE49-F238E27FC236}">
                <a16:creationId xmlns:a16="http://schemas.microsoft.com/office/drawing/2014/main" id="{43E01A1D-1E59-493C-8564-C3EAC8CA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3539" y="3134287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265" name="text-162 extracted">
            <a:extLst xmlns:a="http://schemas.openxmlformats.org/drawingml/2006/main">
              <a:ext uri="{FF2B5EF4-FFF2-40B4-BE49-F238E27FC236}">
                <a16:creationId xmlns:a16="http://schemas.microsoft.com/office/drawing/2014/main" id="{7394E931-9E1D-4118-AD29-D8C3BA1A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4176" y="3134263"/>
            <a:ext cx="1009998" cy="286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extracted</a:t>
            </a:r>
          </a:p>
        </p:txBody>
      </p:sp>
      <p:sp>
        <p:nvSpPr>
          <p:cNvPr id="266" name="text-162 video">
            <a:extLst xmlns:a="http://schemas.openxmlformats.org/drawingml/2006/main">
              <a:ext uri="{FF2B5EF4-FFF2-40B4-BE49-F238E27FC236}">
                <a16:creationId xmlns:a16="http://schemas.microsoft.com/office/drawing/2014/main" id="{6E6BC41B-CB61-4D8B-BE1D-29E8575A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0454" y="3133916"/>
            <a:ext cx="563251" cy="28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video</a:t>
            </a:r>
          </a:p>
        </p:txBody>
      </p:sp>
      <p:sp>
        <p:nvSpPr>
          <p:cNvPr id="267" name="text-162 segment,">
            <a:extLst xmlns:a="http://schemas.openxmlformats.org/drawingml/2006/main">
              <a:ext uri="{FF2B5EF4-FFF2-40B4-BE49-F238E27FC236}">
                <a16:creationId xmlns:a16="http://schemas.microsoft.com/office/drawing/2014/main" id="{94E784BE-E1C7-493D-97C8-574DD03A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381" y="3133484"/>
            <a:ext cx="959711" cy="287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segment,</a:t>
            </a:r>
          </a:p>
        </p:txBody>
      </p:sp>
      <p:sp>
        <p:nvSpPr>
          <p:cNvPr id="268" name="text-162 a">
            <a:extLst xmlns:a="http://schemas.openxmlformats.org/drawingml/2006/main">
              <a:ext uri="{FF2B5EF4-FFF2-40B4-BE49-F238E27FC236}">
                <a16:creationId xmlns:a16="http://schemas.microsoft.com/office/drawing/2014/main" id="{45BEF35C-ACF7-478A-8C87-BF8BDA0C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9638" y="3133944"/>
            <a:ext cx="156596" cy="286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</a:t>
            </a:r>
          </a:p>
        </p:txBody>
      </p:sp>
      <p:sp>
        <p:nvSpPr>
          <p:cNvPr id="269" name="text-162 piece">
            <a:extLst xmlns:a="http://schemas.openxmlformats.org/drawingml/2006/main">
              <a:ext uri="{FF2B5EF4-FFF2-40B4-BE49-F238E27FC236}">
                <a16:creationId xmlns:a16="http://schemas.microsoft.com/office/drawing/2014/main" id="{6C38D048-CCE6-4FD8-97BF-EFA6621B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1273" y="3133690"/>
            <a:ext cx="543556" cy="286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piece</a:t>
            </a:r>
          </a:p>
        </p:txBody>
      </p:sp>
      <p:sp>
        <p:nvSpPr>
          <p:cNvPr id="270" name="text-162 of">
            <a:extLst xmlns:a="http://schemas.openxmlformats.org/drawingml/2006/main">
              <a:ext uri="{FF2B5EF4-FFF2-40B4-BE49-F238E27FC236}">
                <a16:creationId xmlns:a16="http://schemas.microsoft.com/office/drawing/2014/main" id="{1ABEBF07-4F5A-44E5-AC89-D4544F50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6935" y="3134684"/>
            <a:ext cx="227218" cy="285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271" name="text-163 plastic">
            <a:extLst xmlns:a="http://schemas.openxmlformats.org/drawingml/2006/main">
              <a:ext uri="{FF2B5EF4-FFF2-40B4-BE49-F238E27FC236}">
                <a16:creationId xmlns:a16="http://schemas.microsoft.com/office/drawing/2014/main" id="{15F63DA5-451C-4892-BF6F-E91D878B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2726" y="3379229"/>
            <a:ext cx="691949" cy="287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plastic</a:t>
            </a:r>
          </a:p>
        </p:txBody>
      </p:sp>
      <p:sp>
        <p:nvSpPr>
          <p:cNvPr id="272" name="text-163 seemingly">
            <a:extLst xmlns:a="http://schemas.openxmlformats.org/drawingml/2006/main">
              <a:ext uri="{FF2B5EF4-FFF2-40B4-BE49-F238E27FC236}">
                <a16:creationId xmlns:a16="http://schemas.microsoft.com/office/drawing/2014/main" id="{0C61AC8D-D6E4-4B25-92A2-20422CB9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7617" y="3379002"/>
            <a:ext cx="1032820" cy="287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seemingly</a:t>
            </a:r>
          </a:p>
        </p:txBody>
      </p:sp>
      <p:sp>
        <p:nvSpPr>
          <p:cNvPr id="273" name="text-163 grows">
            <a:extLst xmlns:a="http://schemas.openxmlformats.org/drawingml/2006/main">
              <a:ext uri="{FF2B5EF4-FFF2-40B4-BE49-F238E27FC236}">
                <a16:creationId xmlns:a16="http://schemas.microsoft.com/office/drawing/2014/main" id="{CD6A79AC-BE59-43DD-A067-8011A72E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0885" y="3379867"/>
            <a:ext cx="638708" cy="286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grows</a:t>
            </a:r>
          </a:p>
        </p:txBody>
      </p:sp>
      <p:sp>
        <p:nvSpPr>
          <p:cNvPr id="274" name="text-163 out">
            <a:extLst xmlns:a="http://schemas.openxmlformats.org/drawingml/2006/main">
              <a:ext uri="{FF2B5EF4-FFF2-40B4-BE49-F238E27FC236}">
                <a16:creationId xmlns:a16="http://schemas.microsoft.com/office/drawing/2014/main" id="{7843C364-421B-4A9B-AFDC-BCA27E52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8079" y="3379999"/>
            <a:ext cx="371429" cy="2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out</a:t>
            </a:r>
          </a:p>
        </p:txBody>
      </p:sp>
      <p:sp>
        <p:nvSpPr>
          <p:cNvPr id="275" name="text-163 of">
            <a:extLst xmlns:a="http://schemas.openxmlformats.org/drawingml/2006/main">
              <a:ext uri="{FF2B5EF4-FFF2-40B4-BE49-F238E27FC236}">
                <a16:creationId xmlns:a16="http://schemas.microsoft.com/office/drawing/2014/main" id="{C69B6759-74FE-4339-B927-AC8985B0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473" y="3380330"/>
            <a:ext cx="227218" cy="285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276" name="text-163 the">
            <a:extLst xmlns:a="http://schemas.openxmlformats.org/drawingml/2006/main">
              <a:ext uri="{FF2B5EF4-FFF2-40B4-BE49-F238E27FC236}">
                <a16:creationId xmlns:a16="http://schemas.microsoft.com/office/drawing/2014/main" id="{0A999DF3-5B02-47B5-A4DC-D8F341EA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8754" y="3379933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277" name="text-163 ground">
            <a:extLst xmlns:a="http://schemas.openxmlformats.org/drawingml/2006/main">
              <a:ext uri="{FF2B5EF4-FFF2-40B4-BE49-F238E27FC236}">
                <a16:creationId xmlns:a16="http://schemas.microsoft.com/office/drawing/2014/main" id="{E7D90C67-5991-406E-AE14-0FBCA1EC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9393" y="3379679"/>
            <a:ext cx="767464" cy="286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ground</a:t>
            </a:r>
          </a:p>
        </p:txBody>
      </p:sp>
      <p:sp>
        <p:nvSpPr>
          <p:cNvPr id="278" name="text-164 from">
            <a:extLst xmlns:a="http://schemas.openxmlformats.org/drawingml/2006/main">
              <a:ext uri="{FF2B5EF4-FFF2-40B4-BE49-F238E27FC236}">
                <a16:creationId xmlns:a16="http://schemas.microsoft.com/office/drawing/2014/main" id="{8E73D4B5-1FA5-4264-ADD6-77E71F64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2726" y="3625886"/>
            <a:ext cx="534759" cy="285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from</a:t>
            </a:r>
          </a:p>
        </p:txBody>
      </p:sp>
      <p:sp>
        <p:nvSpPr>
          <p:cNvPr id="279" name="text-164 thin">
            <a:extLst xmlns:a="http://schemas.openxmlformats.org/drawingml/2006/main">
              <a:ext uri="{FF2B5EF4-FFF2-40B4-BE49-F238E27FC236}">
                <a16:creationId xmlns:a16="http://schemas.microsoft.com/office/drawing/2014/main" id="{BA26C966-C0E8-4EF6-89EE-A47A4C7E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789" y="3625225"/>
            <a:ext cx="454122" cy="286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thin</a:t>
            </a:r>
          </a:p>
        </p:txBody>
      </p:sp>
      <p:sp>
        <p:nvSpPr>
          <p:cNvPr id="280" name="text-164 air">
            <a:extLst xmlns:a="http://schemas.openxmlformats.org/drawingml/2006/main">
              <a:ext uri="{FF2B5EF4-FFF2-40B4-BE49-F238E27FC236}">
                <a16:creationId xmlns:a16="http://schemas.microsoft.com/office/drawing/2014/main" id="{4E4D2634-54AE-487E-8E21-C330D1AB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1608" y="3624858"/>
            <a:ext cx="319727" cy="287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air</a:t>
            </a:r>
          </a:p>
        </p:txBody>
      </p:sp>
      <p:sp>
        <p:nvSpPr>
          <p:cNvPr id="281" name="text-164 and">
            <a:extLst xmlns:a="http://schemas.openxmlformats.org/drawingml/2006/main">
              <a:ext uri="{FF2B5EF4-FFF2-40B4-BE49-F238E27FC236}">
                <a16:creationId xmlns:a16="http://schemas.microsoft.com/office/drawing/2014/main" id="{35C76482-B251-4D58-8B0E-6856AD69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5335" y="3624832"/>
            <a:ext cx="427549" cy="287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282" name="text-164 then">
            <a:extLst xmlns:a="http://schemas.openxmlformats.org/drawingml/2006/main">
              <a:ext uri="{FF2B5EF4-FFF2-40B4-BE49-F238E27FC236}">
                <a16:creationId xmlns:a16="http://schemas.microsoft.com/office/drawing/2014/main" id="{05AADB4F-0A6A-4682-A788-91346AB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911" y="3625185"/>
            <a:ext cx="501491" cy="28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then</a:t>
            </a:r>
          </a:p>
        </p:txBody>
      </p:sp>
      <p:sp>
        <p:nvSpPr>
          <p:cNvPr id="283" name="text-164 gradually">
            <a:extLst xmlns:a="http://schemas.openxmlformats.org/drawingml/2006/main">
              <a:ext uri="{FF2B5EF4-FFF2-40B4-BE49-F238E27FC236}">
                <a16:creationId xmlns:a16="http://schemas.microsoft.com/office/drawing/2014/main" id="{06CFCC40-B05F-4B25-9779-57ADC054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2092" y="3625098"/>
            <a:ext cx="993942" cy="286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gradually</a:t>
            </a:r>
          </a:p>
        </p:txBody>
      </p:sp>
      <p:sp>
        <p:nvSpPr>
          <p:cNvPr id="284" name="text-164 transforms">
            <a:extLst xmlns:a="http://schemas.openxmlformats.org/drawingml/2006/main">
              <a:ext uri="{FF2B5EF4-FFF2-40B4-BE49-F238E27FC236}">
                <a16:creationId xmlns:a16="http://schemas.microsoft.com/office/drawing/2014/main" id="{B4A27DC8-59BC-4DB7-9654-26CE402A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9761" y="3625902"/>
            <a:ext cx="1161819" cy="285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transforms</a:t>
            </a:r>
          </a:p>
        </p:txBody>
      </p:sp>
      <p:sp>
        <p:nvSpPr>
          <p:cNvPr id="285" name="text-165 into">
            <a:extLst xmlns:a="http://schemas.openxmlformats.org/drawingml/2006/main">
              <a:ext uri="{FF2B5EF4-FFF2-40B4-BE49-F238E27FC236}">
                <a16:creationId xmlns:a16="http://schemas.microsoft.com/office/drawing/2014/main" id="{EBEB11BC-0BAD-4060-8E51-986301A5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2726" y="3870821"/>
            <a:ext cx="442530" cy="28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into</a:t>
            </a:r>
          </a:p>
        </p:txBody>
      </p:sp>
      <p:sp>
        <p:nvSpPr>
          <p:cNvPr id="286" name="text-165 a">
            <a:extLst xmlns:a="http://schemas.openxmlformats.org/drawingml/2006/main">
              <a:ext uri="{FF2B5EF4-FFF2-40B4-BE49-F238E27FC236}">
                <a16:creationId xmlns:a16="http://schemas.microsoft.com/office/drawing/2014/main" id="{8F70A9D6-009D-4912-B496-01B8ABAC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8901" y="3871154"/>
            <a:ext cx="156596" cy="286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</a:t>
            </a:r>
          </a:p>
        </p:txBody>
      </p:sp>
      <p:sp>
        <p:nvSpPr>
          <p:cNvPr id="287" name="text-165 chair.">
            <a:extLst xmlns:a="http://schemas.openxmlformats.org/drawingml/2006/main">
              <a:ext uri="{FF2B5EF4-FFF2-40B4-BE49-F238E27FC236}">
                <a16:creationId xmlns:a16="http://schemas.microsoft.com/office/drawing/2014/main" id="{28B2D9C8-ACEC-4467-8255-5DF1507E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0535" y="3871510"/>
            <a:ext cx="600141" cy="286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chair.</a:t>
            </a:r>
          </a:p>
        </p:txBody>
      </p:sp>
      <p:sp>
        <p:nvSpPr>
          <p:cNvPr id="288" name="text-165 This">
            <a:extLst xmlns:a="http://schemas.openxmlformats.org/drawingml/2006/main">
              <a:ext uri="{FF2B5EF4-FFF2-40B4-BE49-F238E27FC236}">
                <a16:creationId xmlns:a16="http://schemas.microsoft.com/office/drawing/2014/main" id="{B396C6EC-3F90-4E31-B255-63ED4652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6993" y="3871109"/>
            <a:ext cx="446959" cy="286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This</a:t>
            </a:r>
          </a:p>
        </p:txBody>
      </p:sp>
      <p:sp>
        <p:nvSpPr>
          <p:cNvPr id="289" name="text-165 process">
            <a:extLst xmlns:a="http://schemas.openxmlformats.org/drawingml/2006/main">
              <a:ext uri="{FF2B5EF4-FFF2-40B4-BE49-F238E27FC236}">
                <a16:creationId xmlns:a16="http://schemas.microsoft.com/office/drawing/2014/main" id="{92952405-279C-41A7-8625-6E2E7551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8080" y="3871269"/>
            <a:ext cx="769749" cy="286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process</a:t>
            </a:r>
          </a:p>
        </p:txBody>
      </p:sp>
      <p:sp>
        <p:nvSpPr>
          <p:cNvPr id="290" name="text-165 does">
            <a:extLst xmlns:a="http://schemas.openxmlformats.org/drawingml/2006/main">
              <a:ext uri="{FF2B5EF4-FFF2-40B4-BE49-F238E27FC236}">
                <a16:creationId xmlns:a16="http://schemas.microsoft.com/office/drawing/2014/main" id="{77E4BF8A-E668-4860-963F-2A3B2CBB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4648" y="3871740"/>
            <a:ext cx="478164" cy="285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does</a:t>
            </a:r>
          </a:p>
        </p:txBody>
      </p:sp>
      <p:sp>
        <p:nvSpPr>
          <p:cNvPr id="291" name="text-165 not">
            <a:extLst xmlns:a="http://schemas.openxmlformats.org/drawingml/2006/main">
              <a:ext uri="{FF2B5EF4-FFF2-40B4-BE49-F238E27FC236}">
                <a16:creationId xmlns:a16="http://schemas.microsoft.com/office/drawing/2014/main" id="{CA308A6B-FE48-4593-B602-DF7DEDE3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8487" y="3871315"/>
            <a:ext cx="382734" cy="286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not</a:t>
            </a:r>
          </a:p>
        </p:txBody>
      </p:sp>
      <p:sp>
        <p:nvSpPr>
          <p:cNvPr id="292" name="text-165 align">
            <a:extLst xmlns:a="http://schemas.openxmlformats.org/drawingml/2006/main">
              <a:ext uri="{FF2B5EF4-FFF2-40B4-BE49-F238E27FC236}">
                <a16:creationId xmlns:a16="http://schemas.microsoft.com/office/drawing/2014/main" id="{A19D6B57-16A6-4BEC-8999-5BFF3D92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7140" y="3870644"/>
            <a:ext cx="527239" cy="287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align</a:t>
            </a:r>
          </a:p>
        </p:txBody>
      </p:sp>
      <p:sp>
        <p:nvSpPr>
          <p:cNvPr id="293" name="text-165 with">
            <a:extLst xmlns:a="http://schemas.openxmlformats.org/drawingml/2006/main">
              <a:ext uri="{FF2B5EF4-FFF2-40B4-BE49-F238E27FC236}">
                <a16:creationId xmlns:a16="http://schemas.microsoft.com/office/drawing/2014/main" id="{B6EE46D5-AA1D-4521-9E61-ABCF31F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6630" y="3871154"/>
            <a:ext cx="498875" cy="28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with</a:t>
            </a:r>
          </a:p>
        </p:txBody>
      </p:sp>
      <p:sp>
        <p:nvSpPr>
          <p:cNvPr id="294" name="text-166 how">
            <a:extLst xmlns:a="http://schemas.openxmlformats.org/drawingml/2006/main">
              <a:ext uri="{FF2B5EF4-FFF2-40B4-BE49-F238E27FC236}">
                <a16:creationId xmlns:a16="http://schemas.microsoft.com/office/drawing/2014/main" id="{E8117BBE-847F-48FD-98D8-8CE7CAA0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2726" y="4117125"/>
            <a:ext cx="459180" cy="286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how</a:t>
            </a:r>
          </a:p>
        </p:txBody>
      </p:sp>
      <p:sp>
        <p:nvSpPr>
          <p:cNvPr id="295" name="text-166 things">
            <a:extLst xmlns:a="http://schemas.openxmlformats.org/drawingml/2006/main">
              <a:ext uri="{FF2B5EF4-FFF2-40B4-BE49-F238E27FC236}">
                <a16:creationId xmlns:a16="http://schemas.microsoft.com/office/drawing/2014/main" id="{795DEC15-5DE7-4851-9108-6DC4A361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8552" y="4116589"/>
            <a:ext cx="658449" cy="286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things</a:t>
            </a:r>
          </a:p>
        </p:txBody>
      </p:sp>
      <p:sp>
        <p:nvSpPr>
          <p:cNvPr id="296" name="text-166 occur">
            <a:extLst xmlns:a="http://schemas.openxmlformats.org/drawingml/2006/main">
              <a:ext uri="{FF2B5EF4-FFF2-40B4-BE49-F238E27FC236}">
                <a16:creationId xmlns:a16="http://schemas.microsoft.com/office/drawing/2014/main" id="{888C300E-7647-43D6-B18B-D076ED9A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919" y="4116999"/>
            <a:ext cx="586515" cy="28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occur</a:t>
            </a:r>
          </a:p>
        </p:txBody>
      </p:sp>
      <p:sp>
        <p:nvSpPr>
          <p:cNvPr id="297" name="text-166 in">
            <a:extLst xmlns:a="http://schemas.openxmlformats.org/drawingml/2006/main">
              <a:ext uri="{FF2B5EF4-FFF2-40B4-BE49-F238E27FC236}">
                <a16:creationId xmlns:a16="http://schemas.microsoft.com/office/drawing/2014/main" id="{08560713-21A6-4AB7-887C-1C9BAD7A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5889" y="4116759"/>
            <a:ext cx="230947" cy="28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</a:t>
            </a:r>
          </a:p>
        </p:txBody>
      </p:sp>
      <p:sp>
        <p:nvSpPr>
          <p:cNvPr id="298" name="text-166 reality.”">
            <a:extLst xmlns:a="http://schemas.openxmlformats.org/drawingml/2006/main">
              <a:ext uri="{FF2B5EF4-FFF2-40B4-BE49-F238E27FC236}">
                <a16:creationId xmlns:a16="http://schemas.microsoft.com/office/drawing/2014/main" id="{52A9F946-BD4A-4528-B835-257EDA74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0809" y="4116969"/>
            <a:ext cx="867772" cy="286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reality.”</a:t>
            </a:r>
          </a:p>
        </p:txBody>
      </p:sp>
      <p:pic>
        <p:nvPic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37F28C3D-484E-4FF1-8730-F284B3BA17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3db1d00cf4619"/>
          <a:stretch xmlns:a="http://schemas.openxmlformats.org/drawingml/2006/main"/>
        </p:blipFill>
        <p:spPr>
          <a:xfrm xmlns:a="http://schemas.openxmlformats.org/drawingml/2006/main">
            <a:off x="769388" y="5329362"/>
            <a:ext cx="3053349" cy="2436807"/>
          </a:xfrm>
          <a:prstGeom xmlns:a="http://schemas.openxmlformats.org/drawingml/2006/main" prst="rect">
            <a:avLst/>
          </a:prstGeom>
        </p:spPr>
      </p:pic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43BF1800-A851-4A21-B757-E219762BE8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d1315f25d4603"/>
          <a:stretch xmlns:a="http://schemas.openxmlformats.org/drawingml/2006/main"/>
        </p:blipFill>
        <p:spPr>
          <a:xfrm xmlns:a="http://schemas.openxmlformats.org/drawingml/2006/main">
            <a:off x="819150" y="5381625"/>
            <a:ext cx="2905125" cy="2276475"/>
          </a:xfrm>
          <a:prstGeom xmlns:a="http://schemas.openxmlformats.org/drawingml/2006/main" prst="rect">
            <a:avLst/>
          </a:prstGeom>
        </p:spPr>
      </p:pic>
      <p:sp>
        <p:nvSpPr>
          <p:cNvPr id="301" name="path-169">
            <a:extLst xmlns:a="http://schemas.openxmlformats.org/drawingml/2006/main">
              <a:ext uri="{FF2B5EF4-FFF2-40B4-BE49-F238E27FC236}">
                <a16:creationId xmlns:a16="http://schemas.microsoft.com/office/drawing/2014/main" id="{70C8CEBC-4C66-478D-9110-587CC7F0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84" y="5371395"/>
            <a:ext cx="2927554" cy="2300337"/>
          </a:xfrm>
          <a:custGeom xmlns:a="http://schemas.openxmlformats.org/drawingml/2006/main">
            <a:pathLst>
              <a:path w="2927554" h="2300337">
                <a:moveTo>
                  <a:pt x="0" y="0"/>
                </a:moveTo>
                <a:lnTo>
                  <a:pt x="2927554" y="0"/>
                </a:lnTo>
                <a:lnTo>
                  <a:pt x="2927554" y="2300337"/>
                </a:lnTo>
                <a:lnTo>
                  <a:pt x="0" y="23003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000000"/>
            </a:solidFill>
            <a:prstDash val="solid"/>
          </a:ln>
        </p:spPr>
      </p:sp>
      <p:pic>
        <p:nvPic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1C1BA528-5286-4D0F-9276-C85092F844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b57f18f9e4d5a"/>
          <a:stretch xmlns:a="http://schemas.openxmlformats.org/drawingml/2006/main"/>
        </p:blipFill>
        <p:spPr>
          <a:xfrm xmlns:a="http://schemas.openxmlformats.org/drawingml/2006/main">
            <a:off x="638175" y="5705475"/>
            <a:ext cx="2914650" cy="2276475"/>
          </a:xfrm>
          <a:prstGeom xmlns:a="http://schemas.openxmlformats.org/drawingml/2006/main" prst="rect">
            <a:avLst/>
          </a:prstGeom>
        </p:spPr>
      </p:pic>
      <p:sp>
        <p:nvSpPr>
          <p:cNvPr id="303" name="path-171">
            <a:extLst xmlns:a="http://schemas.openxmlformats.org/drawingml/2006/main">
              <a:ext uri="{FF2B5EF4-FFF2-40B4-BE49-F238E27FC236}">
                <a16:creationId xmlns:a16="http://schemas.microsoft.com/office/drawing/2014/main" id="{63F270F1-CF04-478F-B16B-F3905445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56" y="5694010"/>
            <a:ext cx="2929191" cy="2300337"/>
          </a:xfrm>
          <a:custGeom xmlns:a="http://schemas.openxmlformats.org/drawingml/2006/main">
            <a:pathLst>
              <a:path w="2929191" h="2300337">
                <a:moveTo>
                  <a:pt x="0" y="0"/>
                </a:moveTo>
                <a:lnTo>
                  <a:pt x="2929191" y="0"/>
                </a:lnTo>
                <a:lnTo>
                  <a:pt x="2929191" y="2300337"/>
                </a:lnTo>
                <a:lnTo>
                  <a:pt x="0" y="23003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000000"/>
            </a:solidFill>
            <a:prstDash val="solid"/>
          </a:ln>
        </p:spPr>
      </p:sp>
      <p:pic>
        <p:nvPic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7F87F14D-01D7-47EA-9677-0543FFBFC5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c8a4d97a7477f"/>
          <a:stretch xmlns:a="http://schemas.openxmlformats.org/drawingml/2006/main"/>
        </p:blipFill>
        <p:spPr>
          <a:xfrm xmlns:a="http://schemas.openxmlformats.org/drawingml/2006/main">
            <a:off x="394369" y="6022098"/>
            <a:ext cx="3053349" cy="2436807"/>
          </a:xfrm>
          <a:prstGeom xmlns:a="http://schemas.openxmlformats.org/drawingml/2006/main" prst="rect">
            <a:avLst/>
          </a:prstGeom>
        </p:spPr>
      </p:pic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97E86694-E622-4649-8A83-E36E027CFB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22f1c6a17415c"/>
          <a:stretch xmlns:a="http://schemas.openxmlformats.org/drawingml/2006/main"/>
        </p:blipFill>
        <p:spPr>
          <a:xfrm xmlns:a="http://schemas.openxmlformats.org/drawingml/2006/main">
            <a:off x="438150" y="6076950"/>
            <a:ext cx="2914650" cy="2276475"/>
          </a:xfrm>
          <a:prstGeom xmlns:a="http://schemas.openxmlformats.org/drawingml/2006/main" prst="rect">
            <a:avLst/>
          </a:prstGeom>
        </p:spPr>
      </p:pic>
      <p:sp>
        <p:nvSpPr>
          <p:cNvPr id="306" name="path-174">
            <a:extLst xmlns:a="http://schemas.openxmlformats.org/drawingml/2006/main">
              <a:ext uri="{FF2B5EF4-FFF2-40B4-BE49-F238E27FC236}">
                <a16:creationId xmlns:a16="http://schemas.microsoft.com/office/drawing/2014/main" id="{15292F94-4916-4FC5-94D6-7DAF5FD2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64" y="6064116"/>
            <a:ext cx="2927554" cy="2300337"/>
          </a:xfrm>
          <a:custGeom xmlns:a="http://schemas.openxmlformats.org/drawingml/2006/main">
            <a:pathLst>
              <a:path w="2927554" h="2300337">
                <a:moveTo>
                  <a:pt x="0" y="0"/>
                </a:moveTo>
                <a:lnTo>
                  <a:pt x="2927554" y="0"/>
                </a:lnTo>
                <a:lnTo>
                  <a:pt x="2927554" y="2300337"/>
                </a:lnTo>
                <a:lnTo>
                  <a:pt x="0" y="23003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000000"/>
            </a:solidFill>
            <a:prstDash val="solid"/>
          </a:ln>
        </p:spPr>
      </p:sp>
      <p:pic>
        <p:nvPic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E548D472-5834-493C-A918-723D3857DA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6b1041e664941"/>
          <a:stretch xmlns:a="http://schemas.openxmlformats.org/drawingml/2006/main"/>
        </p:blipFill>
        <p:spPr>
          <a:xfrm xmlns:a="http://schemas.openxmlformats.org/drawingml/2006/main">
            <a:off x="6428646" y="2057379"/>
            <a:ext cx="379904" cy="379904"/>
          </a:xfrm>
          <a:prstGeom xmlns:a="http://schemas.openxmlformats.org/drawingml/2006/main" prst="rect">
            <a:avLst/>
          </a:prstGeom>
        </p:spPr>
      </p:pic>
      <p:sp>
        <p:nvSpPr>
          <p:cNvPr id="308" name="path-176">
            <a:extLst xmlns:a="http://schemas.openxmlformats.org/drawingml/2006/main">
              <a:ext uri="{FF2B5EF4-FFF2-40B4-BE49-F238E27FC236}">
                <a16:creationId xmlns:a16="http://schemas.microsoft.com/office/drawing/2014/main" id="{10AD1BF7-66E7-4C78-A654-7B578FDC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07" y="2086151"/>
            <a:ext cx="268528" cy="268789"/>
          </a:xfrm>
          <a:custGeom xmlns:a="http://schemas.openxmlformats.org/drawingml/2006/main">
            <a:pathLst>
              <a:path w="268528" h="268789">
                <a:moveTo>
                  <a:pt x="268528" y="66592"/>
                </a:moveTo>
                <a:cubicBezTo>
                  <a:pt x="268528" y="74477"/>
                  <a:pt x="267273" y="81947"/>
                  <a:pt x="264764" y="89014"/>
                </a:cubicBezTo>
                <a:cubicBezTo>
                  <a:pt x="262267" y="96092"/>
                  <a:pt x="258727" y="102487"/>
                  <a:pt x="254158" y="108210"/>
                </a:cubicBezTo>
                <a:cubicBezTo>
                  <a:pt x="249600" y="113944"/>
                  <a:pt x="244224" y="118827"/>
                  <a:pt x="238053" y="122847"/>
                </a:cubicBezTo>
                <a:cubicBezTo>
                  <a:pt x="231870" y="126879"/>
                  <a:pt x="225206" y="129791"/>
                  <a:pt x="218050" y="131571"/>
                </a:cubicBezTo>
                <a:cubicBezTo>
                  <a:pt x="218576" y="135693"/>
                  <a:pt x="218845" y="139636"/>
                  <a:pt x="218845" y="143387"/>
                </a:cubicBezTo>
                <a:cubicBezTo>
                  <a:pt x="218845" y="156098"/>
                  <a:pt x="216436" y="168094"/>
                  <a:pt x="211598" y="179372"/>
                </a:cubicBezTo>
                <a:cubicBezTo>
                  <a:pt x="206772" y="190650"/>
                  <a:pt x="200142" y="200451"/>
                  <a:pt x="191730" y="208775"/>
                </a:cubicBezTo>
                <a:cubicBezTo>
                  <a:pt x="183320" y="217100"/>
                  <a:pt x="173474" y="223678"/>
                  <a:pt x="162196" y="228511"/>
                </a:cubicBezTo>
                <a:cubicBezTo>
                  <a:pt x="150918" y="233344"/>
                  <a:pt x="138923" y="235761"/>
                  <a:pt x="126211" y="235761"/>
                </a:cubicBezTo>
                <a:cubicBezTo>
                  <a:pt x="116546" y="235761"/>
                  <a:pt x="107322" y="234374"/>
                  <a:pt x="98550" y="231600"/>
                </a:cubicBezTo>
                <a:cubicBezTo>
                  <a:pt x="89777" y="228825"/>
                  <a:pt x="81632" y="224842"/>
                  <a:pt x="74113" y="219649"/>
                </a:cubicBezTo>
                <a:lnTo>
                  <a:pt x="0" y="268789"/>
                </a:lnTo>
                <a:lnTo>
                  <a:pt x="49409" y="194409"/>
                </a:lnTo>
                <a:cubicBezTo>
                  <a:pt x="44397" y="186891"/>
                  <a:pt x="40592" y="178880"/>
                  <a:pt x="37996" y="170377"/>
                </a:cubicBezTo>
                <a:cubicBezTo>
                  <a:pt x="35400" y="161874"/>
                  <a:pt x="34103" y="152872"/>
                  <a:pt x="34103" y="143387"/>
                </a:cubicBezTo>
                <a:cubicBezTo>
                  <a:pt x="34103" y="130675"/>
                  <a:pt x="36518" y="118692"/>
                  <a:pt x="41353" y="107414"/>
                </a:cubicBezTo>
                <a:cubicBezTo>
                  <a:pt x="46187" y="96136"/>
                  <a:pt x="52766" y="86325"/>
                  <a:pt x="61089" y="78004"/>
                </a:cubicBezTo>
                <a:cubicBezTo>
                  <a:pt x="69414" y="69683"/>
                  <a:pt x="79170" y="63109"/>
                  <a:pt x="90359" y="58271"/>
                </a:cubicBezTo>
                <a:cubicBezTo>
                  <a:pt x="101547" y="53433"/>
                  <a:pt x="113498" y="51025"/>
                  <a:pt x="126211" y="51025"/>
                </a:cubicBezTo>
                <a:cubicBezTo>
                  <a:pt x="128182" y="51025"/>
                  <a:pt x="129962" y="51070"/>
                  <a:pt x="131575" y="51159"/>
                </a:cubicBezTo>
                <a:cubicBezTo>
                  <a:pt x="133188" y="51249"/>
                  <a:pt x="134890" y="51383"/>
                  <a:pt x="136683" y="51563"/>
                </a:cubicBezTo>
                <a:cubicBezTo>
                  <a:pt x="138475" y="44216"/>
                  <a:pt x="141375" y="37373"/>
                  <a:pt x="145407" y="31012"/>
                </a:cubicBezTo>
                <a:cubicBezTo>
                  <a:pt x="149439" y="24661"/>
                  <a:pt x="154311" y="19196"/>
                  <a:pt x="160044" y="14638"/>
                </a:cubicBezTo>
                <a:cubicBezTo>
                  <a:pt x="165768" y="10069"/>
                  <a:pt x="172174" y="6496"/>
                  <a:pt x="179241" y="3898"/>
                </a:cubicBezTo>
                <a:cubicBezTo>
                  <a:pt x="186309" y="1299"/>
                  <a:pt x="193880" y="0"/>
                  <a:pt x="201932" y="0"/>
                </a:cubicBezTo>
                <a:cubicBezTo>
                  <a:pt x="211061" y="0"/>
                  <a:pt x="219696" y="1747"/>
                  <a:pt x="227849" y="5242"/>
                </a:cubicBezTo>
                <a:cubicBezTo>
                  <a:pt x="235991" y="8725"/>
                  <a:pt x="243059" y="13473"/>
                  <a:pt x="249061" y="19465"/>
                </a:cubicBezTo>
                <a:cubicBezTo>
                  <a:pt x="255053" y="25468"/>
                  <a:pt x="259802" y="32535"/>
                  <a:pt x="263285" y="40688"/>
                </a:cubicBezTo>
                <a:cubicBezTo>
                  <a:pt x="266780" y="48830"/>
                  <a:pt x="268528" y="57465"/>
                  <a:pt x="268528" y="66592"/>
                </a:cubicBezTo>
                <a:moveTo>
                  <a:pt x="125942" y="201928"/>
                </a:moveTo>
                <a:cubicBezTo>
                  <a:pt x="134174" y="201928"/>
                  <a:pt x="141869" y="200361"/>
                  <a:pt x="149036" y="197228"/>
                </a:cubicBezTo>
                <a:cubicBezTo>
                  <a:pt x="156193" y="194096"/>
                  <a:pt x="162420" y="189844"/>
                  <a:pt x="167695" y="184475"/>
                </a:cubicBezTo>
                <a:cubicBezTo>
                  <a:pt x="172982" y="179105"/>
                  <a:pt x="177136" y="172838"/>
                  <a:pt x="180183" y="165679"/>
                </a:cubicBezTo>
                <a:cubicBezTo>
                  <a:pt x="183229" y="158517"/>
                  <a:pt x="184752" y="150913"/>
                  <a:pt x="184752" y="142850"/>
                </a:cubicBezTo>
                <a:cubicBezTo>
                  <a:pt x="184752" y="138560"/>
                  <a:pt x="184394" y="134618"/>
                  <a:pt x="183677" y="131034"/>
                </a:cubicBezTo>
                <a:cubicBezTo>
                  <a:pt x="182243" y="130675"/>
                  <a:pt x="180900" y="130283"/>
                  <a:pt x="179645" y="129836"/>
                </a:cubicBezTo>
                <a:cubicBezTo>
                  <a:pt x="178391" y="129387"/>
                  <a:pt x="177047" y="128895"/>
                  <a:pt x="175613" y="128357"/>
                </a:cubicBezTo>
                <a:lnTo>
                  <a:pt x="152250" y="151451"/>
                </a:lnTo>
                <a:cubicBezTo>
                  <a:pt x="149753" y="153948"/>
                  <a:pt x="146976" y="155785"/>
                  <a:pt x="143929" y="156950"/>
                </a:cubicBezTo>
                <a:cubicBezTo>
                  <a:pt x="140883" y="158114"/>
                  <a:pt x="137758" y="158696"/>
                  <a:pt x="134532" y="158696"/>
                </a:cubicBezTo>
                <a:cubicBezTo>
                  <a:pt x="131307" y="158696"/>
                  <a:pt x="128137" y="158114"/>
                  <a:pt x="125001" y="156950"/>
                </a:cubicBezTo>
                <a:cubicBezTo>
                  <a:pt x="121865" y="155784"/>
                  <a:pt x="119132" y="153948"/>
                  <a:pt x="116815" y="151451"/>
                </a:cubicBezTo>
                <a:cubicBezTo>
                  <a:pt x="114306" y="148942"/>
                  <a:pt x="112469" y="146164"/>
                  <a:pt x="111303" y="143118"/>
                </a:cubicBezTo>
                <a:cubicBezTo>
                  <a:pt x="110141" y="140083"/>
                  <a:pt x="109559" y="136947"/>
                  <a:pt x="109559" y="133722"/>
                </a:cubicBezTo>
                <a:cubicBezTo>
                  <a:pt x="109559" y="130497"/>
                  <a:pt x="110141" y="127371"/>
                  <a:pt x="111303" y="124325"/>
                </a:cubicBezTo>
                <a:cubicBezTo>
                  <a:pt x="112469" y="121279"/>
                  <a:pt x="114306" y="118513"/>
                  <a:pt x="116815" y="116004"/>
                </a:cubicBezTo>
                <a:lnTo>
                  <a:pt x="140166" y="92642"/>
                </a:lnTo>
                <a:cubicBezTo>
                  <a:pt x="139639" y="91209"/>
                  <a:pt x="139147" y="89909"/>
                  <a:pt x="138698" y="88745"/>
                </a:cubicBezTo>
                <a:cubicBezTo>
                  <a:pt x="138250" y="87580"/>
                  <a:pt x="137847" y="86371"/>
                  <a:pt x="137489" y="85127"/>
                </a:cubicBezTo>
                <a:cubicBezTo>
                  <a:pt x="134084" y="84410"/>
                  <a:pt x="130231" y="84052"/>
                  <a:pt x="125942" y="84052"/>
                </a:cubicBezTo>
                <a:cubicBezTo>
                  <a:pt x="117878" y="84052"/>
                  <a:pt x="110275" y="85575"/>
                  <a:pt x="103114" y="88610"/>
                </a:cubicBezTo>
                <a:cubicBezTo>
                  <a:pt x="95953" y="91657"/>
                  <a:pt x="89688" y="95868"/>
                  <a:pt x="84318" y="101232"/>
                </a:cubicBezTo>
                <a:cubicBezTo>
                  <a:pt x="78946" y="106608"/>
                  <a:pt x="74740" y="112868"/>
                  <a:pt x="71696" y="120025"/>
                </a:cubicBezTo>
                <a:cubicBezTo>
                  <a:pt x="68653" y="127192"/>
                  <a:pt x="67132" y="134797"/>
                  <a:pt x="67132" y="142849"/>
                </a:cubicBezTo>
                <a:cubicBezTo>
                  <a:pt x="67132" y="150913"/>
                  <a:pt x="68653" y="158517"/>
                  <a:pt x="71697" y="165679"/>
                </a:cubicBezTo>
                <a:cubicBezTo>
                  <a:pt x="74740" y="172838"/>
                  <a:pt x="78946" y="179104"/>
                  <a:pt x="84318" y="184475"/>
                </a:cubicBezTo>
                <a:cubicBezTo>
                  <a:pt x="89688" y="189844"/>
                  <a:pt x="95953" y="194096"/>
                  <a:pt x="103115" y="197228"/>
                </a:cubicBezTo>
                <a:cubicBezTo>
                  <a:pt x="110276" y="200361"/>
                  <a:pt x="117878" y="201928"/>
                  <a:pt x="125942" y="201928"/>
                </a:cubicBezTo>
                <a:moveTo>
                  <a:pt x="201933" y="101501"/>
                </a:moveTo>
                <a:cubicBezTo>
                  <a:pt x="206592" y="101501"/>
                  <a:pt x="210972" y="100605"/>
                  <a:pt x="215093" y="98813"/>
                </a:cubicBezTo>
                <a:cubicBezTo>
                  <a:pt x="219202" y="97021"/>
                  <a:pt x="222831" y="94614"/>
                  <a:pt x="225968" y="91567"/>
                </a:cubicBezTo>
                <a:cubicBezTo>
                  <a:pt x="229104" y="88521"/>
                  <a:pt x="231557" y="84904"/>
                  <a:pt x="233349" y="80693"/>
                </a:cubicBezTo>
                <a:cubicBezTo>
                  <a:pt x="235141" y="76482"/>
                  <a:pt x="236036" y="72058"/>
                  <a:pt x="236036" y="67399"/>
                </a:cubicBezTo>
                <a:cubicBezTo>
                  <a:pt x="236036" y="62751"/>
                  <a:pt x="235141" y="58361"/>
                  <a:pt x="233349" y="54240"/>
                </a:cubicBezTo>
                <a:cubicBezTo>
                  <a:pt x="231556" y="50129"/>
                  <a:pt x="229104" y="46546"/>
                  <a:pt x="225968" y="43499"/>
                </a:cubicBezTo>
                <a:cubicBezTo>
                  <a:pt x="222831" y="40464"/>
                  <a:pt x="219202" y="38045"/>
                  <a:pt x="215093" y="36253"/>
                </a:cubicBezTo>
                <a:cubicBezTo>
                  <a:pt x="210970" y="34461"/>
                  <a:pt x="206592" y="33565"/>
                  <a:pt x="201932" y="33565"/>
                </a:cubicBezTo>
                <a:cubicBezTo>
                  <a:pt x="197273" y="33565"/>
                  <a:pt x="192850" y="34461"/>
                  <a:pt x="188638" y="36253"/>
                </a:cubicBezTo>
                <a:cubicBezTo>
                  <a:pt x="184438" y="38045"/>
                  <a:pt x="180809" y="40464"/>
                  <a:pt x="177763" y="43499"/>
                </a:cubicBezTo>
                <a:cubicBezTo>
                  <a:pt x="174717" y="46545"/>
                  <a:pt x="172309" y="50129"/>
                  <a:pt x="170517" y="54239"/>
                </a:cubicBezTo>
                <a:cubicBezTo>
                  <a:pt x="168725" y="58361"/>
                  <a:pt x="167830" y="62751"/>
                  <a:pt x="167830" y="67398"/>
                </a:cubicBezTo>
                <a:cubicBezTo>
                  <a:pt x="167830" y="72058"/>
                  <a:pt x="168725" y="76481"/>
                  <a:pt x="170517" y="80692"/>
                </a:cubicBezTo>
                <a:cubicBezTo>
                  <a:pt x="172309" y="84903"/>
                  <a:pt x="174717" y="88521"/>
                  <a:pt x="177763" y="91567"/>
                </a:cubicBezTo>
                <a:cubicBezTo>
                  <a:pt x="180809" y="94613"/>
                  <a:pt x="184438" y="97021"/>
                  <a:pt x="188638" y="98813"/>
                </a:cubicBezTo>
                <a:cubicBezTo>
                  <a:pt x="192850" y="100605"/>
                  <a:pt x="197273" y="101501"/>
                  <a:pt x="201933" y="101501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DD596D4D-D18A-466B-AFB1-3A1325F56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8f780e8a74476"/>
          <a:stretch xmlns:a="http://schemas.openxmlformats.org/drawingml/2006/main"/>
        </p:blipFill>
        <p:spPr>
          <a:xfrm xmlns:a="http://schemas.openxmlformats.org/drawingml/2006/main">
            <a:off x="11937665" y="2067184"/>
            <a:ext cx="378295" cy="378295"/>
          </a:xfrm>
          <a:prstGeom xmlns:a="http://schemas.openxmlformats.org/drawingml/2006/main" prst="rect">
            <a:avLst/>
          </a:prstGeom>
        </p:spPr>
      </p:pic>
      <p:sp>
        <p:nvSpPr>
          <p:cNvPr id="310" name="path-178">
            <a:extLst xmlns:a="http://schemas.openxmlformats.org/drawingml/2006/main">
              <a:ext uri="{FF2B5EF4-FFF2-40B4-BE49-F238E27FC236}">
                <a16:creationId xmlns:a16="http://schemas.microsoft.com/office/drawing/2014/main" id="{5E3AAF58-CD0B-4955-A21B-661686F4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6719" y="2095975"/>
            <a:ext cx="266897" cy="267156"/>
          </a:xfrm>
          <a:custGeom xmlns:a="http://schemas.openxmlformats.org/drawingml/2006/main">
            <a:pathLst>
              <a:path w="266897" h="267156">
                <a:moveTo>
                  <a:pt x="266897" y="66188"/>
                </a:moveTo>
                <a:cubicBezTo>
                  <a:pt x="266897" y="74025"/>
                  <a:pt x="265650" y="81449"/>
                  <a:pt x="263156" y="88473"/>
                </a:cubicBezTo>
                <a:cubicBezTo>
                  <a:pt x="260674" y="95508"/>
                  <a:pt x="257156" y="101864"/>
                  <a:pt x="252615" y="107552"/>
                </a:cubicBezTo>
                <a:cubicBezTo>
                  <a:pt x="248084" y="113251"/>
                  <a:pt x="242741" y="118105"/>
                  <a:pt x="236607" y="122101"/>
                </a:cubicBezTo>
                <a:cubicBezTo>
                  <a:pt x="230463" y="126108"/>
                  <a:pt x="223839" y="129002"/>
                  <a:pt x="216726" y="130772"/>
                </a:cubicBezTo>
                <a:cubicBezTo>
                  <a:pt x="217249" y="134868"/>
                  <a:pt x="217516" y="138787"/>
                  <a:pt x="217516" y="142516"/>
                </a:cubicBezTo>
                <a:cubicBezTo>
                  <a:pt x="217516" y="155150"/>
                  <a:pt x="215123" y="167073"/>
                  <a:pt x="210314" y="178282"/>
                </a:cubicBezTo>
                <a:cubicBezTo>
                  <a:pt x="205516" y="189492"/>
                  <a:pt x="198926" y="199233"/>
                  <a:pt x="190566" y="207507"/>
                </a:cubicBezTo>
                <a:cubicBezTo>
                  <a:pt x="182206" y="215781"/>
                  <a:pt x="172421" y="222320"/>
                  <a:pt x="161211" y="227122"/>
                </a:cubicBezTo>
                <a:cubicBezTo>
                  <a:pt x="150001" y="231927"/>
                  <a:pt x="138079" y="234329"/>
                  <a:pt x="125445" y="234329"/>
                </a:cubicBezTo>
                <a:cubicBezTo>
                  <a:pt x="115838" y="234329"/>
                  <a:pt x="106670" y="232950"/>
                  <a:pt x="97951" y="230193"/>
                </a:cubicBezTo>
                <a:cubicBezTo>
                  <a:pt x="89234" y="227434"/>
                  <a:pt x="81137" y="223476"/>
                  <a:pt x="73663" y="218315"/>
                </a:cubicBezTo>
                <a:lnTo>
                  <a:pt x="0" y="267156"/>
                </a:lnTo>
                <a:lnTo>
                  <a:pt x="49109" y="193229"/>
                </a:lnTo>
                <a:cubicBezTo>
                  <a:pt x="44127" y="185755"/>
                  <a:pt x="40346" y="177793"/>
                  <a:pt x="37766" y="169341"/>
                </a:cubicBezTo>
                <a:cubicBezTo>
                  <a:pt x="35185" y="160890"/>
                  <a:pt x="33896" y="151944"/>
                  <a:pt x="33896" y="142515"/>
                </a:cubicBezTo>
                <a:cubicBezTo>
                  <a:pt x="33896" y="129881"/>
                  <a:pt x="36298" y="117971"/>
                  <a:pt x="41102" y="106761"/>
                </a:cubicBezTo>
                <a:cubicBezTo>
                  <a:pt x="45907" y="95552"/>
                  <a:pt x="52445" y="85801"/>
                  <a:pt x="60719" y="77530"/>
                </a:cubicBezTo>
                <a:cubicBezTo>
                  <a:pt x="68993" y="69259"/>
                  <a:pt x="78689" y="62725"/>
                  <a:pt x="89810" y="57916"/>
                </a:cubicBezTo>
                <a:cubicBezTo>
                  <a:pt x="100931" y="53108"/>
                  <a:pt x="112810" y="50715"/>
                  <a:pt x="125445" y="50715"/>
                </a:cubicBezTo>
                <a:cubicBezTo>
                  <a:pt x="127403" y="50715"/>
                  <a:pt x="129173" y="50759"/>
                  <a:pt x="130776" y="50848"/>
                </a:cubicBezTo>
                <a:cubicBezTo>
                  <a:pt x="132380" y="50937"/>
                  <a:pt x="134072" y="51071"/>
                  <a:pt x="135852" y="51249"/>
                </a:cubicBezTo>
                <a:cubicBezTo>
                  <a:pt x="137634" y="43947"/>
                  <a:pt x="140517" y="37145"/>
                  <a:pt x="144525" y="30822"/>
                </a:cubicBezTo>
                <a:cubicBezTo>
                  <a:pt x="148532" y="24511"/>
                  <a:pt x="153374" y="19079"/>
                  <a:pt x="159073" y="14548"/>
                </a:cubicBezTo>
                <a:cubicBezTo>
                  <a:pt x="164761" y="10007"/>
                  <a:pt x="171129" y="6456"/>
                  <a:pt x="178153" y="3874"/>
                </a:cubicBezTo>
                <a:cubicBezTo>
                  <a:pt x="185177" y="1291"/>
                  <a:pt x="192703" y="0"/>
                  <a:pt x="200706" y="0"/>
                </a:cubicBezTo>
                <a:cubicBezTo>
                  <a:pt x="209779" y="0"/>
                  <a:pt x="218361" y="1736"/>
                  <a:pt x="226466" y="5210"/>
                </a:cubicBezTo>
                <a:cubicBezTo>
                  <a:pt x="234558" y="8671"/>
                  <a:pt x="241582" y="13391"/>
                  <a:pt x="247549" y="19346"/>
                </a:cubicBezTo>
                <a:cubicBezTo>
                  <a:pt x="253505" y="25313"/>
                  <a:pt x="258225" y="32337"/>
                  <a:pt x="261687" y="40441"/>
                </a:cubicBezTo>
                <a:cubicBezTo>
                  <a:pt x="265160" y="48533"/>
                  <a:pt x="266897" y="57115"/>
                  <a:pt x="266897" y="66188"/>
                </a:cubicBezTo>
                <a:moveTo>
                  <a:pt x="125177" y="200701"/>
                </a:moveTo>
                <a:cubicBezTo>
                  <a:pt x="133360" y="200701"/>
                  <a:pt x="141007" y="199144"/>
                  <a:pt x="148132" y="196030"/>
                </a:cubicBezTo>
                <a:cubicBezTo>
                  <a:pt x="155245" y="192917"/>
                  <a:pt x="161433" y="188691"/>
                  <a:pt x="166677" y="183354"/>
                </a:cubicBezTo>
                <a:cubicBezTo>
                  <a:pt x="171931" y="178016"/>
                  <a:pt x="176062" y="171788"/>
                  <a:pt x="179089" y="164672"/>
                </a:cubicBezTo>
                <a:cubicBezTo>
                  <a:pt x="182117" y="157554"/>
                  <a:pt x="183631" y="149996"/>
                  <a:pt x="183631" y="141982"/>
                </a:cubicBezTo>
                <a:cubicBezTo>
                  <a:pt x="183631" y="137718"/>
                  <a:pt x="183274" y="133800"/>
                  <a:pt x="182562" y="130238"/>
                </a:cubicBezTo>
                <a:cubicBezTo>
                  <a:pt x="181138" y="129882"/>
                  <a:pt x="179802" y="129492"/>
                  <a:pt x="178555" y="129047"/>
                </a:cubicBezTo>
                <a:cubicBezTo>
                  <a:pt x="177308" y="128601"/>
                  <a:pt x="175972" y="128112"/>
                  <a:pt x="174547" y="127577"/>
                </a:cubicBezTo>
                <a:lnTo>
                  <a:pt x="151327" y="150530"/>
                </a:lnTo>
                <a:cubicBezTo>
                  <a:pt x="148844" y="153013"/>
                  <a:pt x="146083" y="154838"/>
                  <a:pt x="143055" y="155996"/>
                </a:cubicBezTo>
                <a:cubicBezTo>
                  <a:pt x="140028" y="157154"/>
                  <a:pt x="136922" y="157733"/>
                  <a:pt x="133715" y="157733"/>
                </a:cubicBezTo>
                <a:cubicBezTo>
                  <a:pt x="130510" y="157733"/>
                  <a:pt x="127359" y="157154"/>
                  <a:pt x="124242" y="155996"/>
                </a:cubicBezTo>
                <a:cubicBezTo>
                  <a:pt x="121126" y="154838"/>
                  <a:pt x="118409" y="153013"/>
                  <a:pt x="116105" y="150530"/>
                </a:cubicBezTo>
                <a:cubicBezTo>
                  <a:pt x="113612" y="148037"/>
                  <a:pt x="111786" y="145276"/>
                  <a:pt x="110628" y="142248"/>
                </a:cubicBezTo>
                <a:cubicBezTo>
                  <a:pt x="109473" y="139232"/>
                  <a:pt x="108894" y="136115"/>
                  <a:pt x="108894" y="132909"/>
                </a:cubicBezTo>
                <a:cubicBezTo>
                  <a:pt x="108894" y="129703"/>
                  <a:pt x="109473" y="126598"/>
                  <a:pt x="110628" y="123570"/>
                </a:cubicBezTo>
                <a:cubicBezTo>
                  <a:pt x="111785" y="120542"/>
                  <a:pt x="113612" y="117793"/>
                  <a:pt x="116105" y="115299"/>
                </a:cubicBezTo>
                <a:lnTo>
                  <a:pt x="139314" y="92079"/>
                </a:lnTo>
                <a:cubicBezTo>
                  <a:pt x="138791" y="90654"/>
                  <a:pt x="138302" y="89363"/>
                  <a:pt x="137856" y="88205"/>
                </a:cubicBezTo>
                <a:cubicBezTo>
                  <a:pt x="137412" y="87048"/>
                  <a:pt x="137011" y="85846"/>
                  <a:pt x="136654" y="84610"/>
                </a:cubicBezTo>
                <a:cubicBezTo>
                  <a:pt x="133270" y="83897"/>
                  <a:pt x="129440" y="83541"/>
                  <a:pt x="125177" y="83541"/>
                </a:cubicBezTo>
                <a:cubicBezTo>
                  <a:pt x="117162" y="83541"/>
                  <a:pt x="109606" y="85055"/>
                  <a:pt x="102489" y="88071"/>
                </a:cubicBezTo>
                <a:cubicBezTo>
                  <a:pt x="95370" y="91100"/>
                  <a:pt x="89143" y="95285"/>
                  <a:pt x="83806" y="100617"/>
                </a:cubicBezTo>
                <a:cubicBezTo>
                  <a:pt x="78467" y="105960"/>
                  <a:pt x="74286" y="112182"/>
                  <a:pt x="71262" y="119295"/>
                </a:cubicBezTo>
                <a:cubicBezTo>
                  <a:pt x="68237" y="126419"/>
                  <a:pt x="66725" y="133978"/>
                  <a:pt x="66725" y="141981"/>
                </a:cubicBezTo>
                <a:cubicBezTo>
                  <a:pt x="66725" y="149996"/>
                  <a:pt x="68237" y="157554"/>
                  <a:pt x="71262" y="164671"/>
                </a:cubicBezTo>
                <a:cubicBezTo>
                  <a:pt x="74286" y="171788"/>
                  <a:pt x="78467" y="178016"/>
                  <a:pt x="83806" y="183354"/>
                </a:cubicBezTo>
                <a:cubicBezTo>
                  <a:pt x="89144" y="188691"/>
                  <a:pt x="95371" y="192917"/>
                  <a:pt x="102489" y="196030"/>
                </a:cubicBezTo>
                <a:cubicBezTo>
                  <a:pt x="109607" y="199144"/>
                  <a:pt x="117162" y="200701"/>
                  <a:pt x="125177" y="200701"/>
                </a:cubicBezTo>
                <a:moveTo>
                  <a:pt x="200707" y="100884"/>
                </a:moveTo>
                <a:cubicBezTo>
                  <a:pt x="205338" y="100884"/>
                  <a:pt x="209690" y="99994"/>
                  <a:pt x="213787" y="98213"/>
                </a:cubicBezTo>
                <a:cubicBezTo>
                  <a:pt x="217872" y="96431"/>
                  <a:pt x="221479" y="94038"/>
                  <a:pt x="224596" y="91011"/>
                </a:cubicBezTo>
                <a:cubicBezTo>
                  <a:pt x="227712" y="87983"/>
                  <a:pt x="230150" y="84388"/>
                  <a:pt x="231932" y="80202"/>
                </a:cubicBezTo>
                <a:cubicBezTo>
                  <a:pt x="233713" y="76017"/>
                  <a:pt x="234603" y="71620"/>
                  <a:pt x="234603" y="66989"/>
                </a:cubicBezTo>
                <a:cubicBezTo>
                  <a:pt x="234603" y="62370"/>
                  <a:pt x="233713" y="58006"/>
                  <a:pt x="231932" y="53910"/>
                </a:cubicBezTo>
                <a:cubicBezTo>
                  <a:pt x="230150" y="49824"/>
                  <a:pt x="227712" y="46262"/>
                  <a:pt x="224596" y="43234"/>
                </a:cubicBezTo>
                <a:cubicBezTo>
                  <a:pt x="221479" y="40218"/>
                  <a:pt x="217872" y="37814"/>
                  <a:pt x="213787" y="36033"/>
                </a:cubicBezTo>
                <a:cubicBezTo>
                  <a:pt x="209690" y="34251"/>
                  <a:pt x="205338" y="33361"/>
                  <a:pt x="200706" y="33361"/>
                </a:cubicBezTo>
                <a:cubicBezTo>
                  <a:pt x="196076" y="33361"/>
                  <a:pt x="191678" y="34251"/>
                  <a:pt x="187494" y="36032"/>
                </a:cubicBezTo>
                <a:cubicBezTo>
                  <a:pt x="183318" y="37814"/>
                  <a:pt x="179713" y="40218"/>
                  <a:pt x="176684" y="43234"/>
                </a:cubicBezTo>
                <a:cubicBezTo>
                  <a:pt x="173656" y="46262"/>
                  <a:pt x="171263" y="49824"/>
                  <a:pt x="169482" y="53910"/>
                </a:cubicBezTo>
                <a:cubicBezTo>
                  <a:pt x="167700" y="58006"/>
                  <a:pt x="166810" y="62370"/>
                  <a:pt x="166810" y="66989"/>
                </a:cubicBezTo>
                <a:cubicBezTo>
                  <a:pt x="166810" y="71620"/>
                  <a:pt x="167700" y="76017"/>
                  <a:pt x="169482" y="80202"/>
                </a:cubicBezTo>
                <a:cubicBezTo>
                  <a:pt x="171263" y="84388"/>
                  <a:pt x="173656" y="87983"/>
                  <a:pt x="176684" y="91011"/>
                </a:cubicBezTo>
                <a:cubicBezTo>
                  <a:pt x="179713" y="94038"/>
                  <a:pt x="183318" y="96431"/>
                  <a:pt x="187494" y="98213"/>
                </a:cubicBezTo>
                <a:cubicBezTo>
                  <a:pt x="191680" y="99994"/>
                  <a:pt x="196076" y="100884"/>
                  <a:pt x="200707" y="100884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179">
            <a:extLst xmlns:a="http://schemas.openxmlformats.org/drawingml/2006/main">
              <a:ext uri="{FF2B5EF4-FFF2-40B4-BE49-F238E27FC236}">
                <a16:creationId xmlns:a16="http://schemas.microsoft.com/office/drawing/2014/main" id="{1BC901CB-9AF2-436B-B89B-E3BA746A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69" y="6142450"/>
            <a:ext cx="758227" cy="610839"/>
          </a:xfrm>
          <a:custGeom xmlns:a="http://schemas.openxmlformats.org/drawingml/2006/main">
            <a:pathLst>
              <a:path w="758227" h="610839">
                <a:moveTo>
                  <a:pt x="0" y="0"/>
                </a:moveTo>
                <a:lnTo>
                  <a:pt x="758227" y="0"/>
                </a:lnTo>
                <a:lnTo>
                  <a:pt x="758227" y="610839"/>
                </a:lnTo>
                <a:lnTo>
                  <a:pt x="0" y="6108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F96808"/>
            </a:solidFill>
            <a:prstDash val="solid"/>
          </a:ln>
        </p:spPr>
      </p:sp>
      <p:sp>
        <p:nvSpPr>
          <p:cNvPr id="312" name="path-180">
            <a:extLst xmlns:a="http://schemas.openxmlformats.org/drawingml/2006/main">
              <a:ext uri="{FF2B5EF4-FFF2-40B4-BE49-F238E27FC236}">
                <a16:creationId xmlns:a16="http://schemas.microsoft.com/office/drawing/2014/main" id="{203C5FDD-4E44-46E6-95DB-4E8E73CD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796" y="6150638"/>
            <a:ext cx="1927092" cy="1431842"/>
          </a:xfrm>
          <a:custGeom xmlns:a="http://schemas.openxmlformats.org/drawingml/2006/main">
            <a:pathLst>
              <a:path w="1927092" h="1431842">
                <a:moveTo>
                  <a:pt x="0" y="0"/>
                </a:moveTo>
                <a:lnTo>
                  <a:pt x="1927092" y="1431842"/>
                </a:lnTo>
              </a:path>
            </a:pathLst>
          </a:custGeom>
          <a:noFill xmlns:a="http://schemas.openxmlformats.org/drawingml/2006/main"/>
          <a:ln xmlns:a="http://schemas.openxmlformats.org/drawingml/2006/main" w="20470">
            <a:solidFill>
              <a:srgbClr val="F96808"/>
            </a:solidFill>
            <a:prstDash val="dash"/>
          </a:ln>
        </p:spPr>
      </p:sp>
      <p:sp>
        <p:nvSpPr>
          <p:cNvPr id="313" name="path-181">
            <a:extLst xmlns:a="http://schemas.openxmlformats.org/drawingml/2006/main">
              <a:ext uri="{FF2B5EF4-FFF2-40B4-BE49-F238E27FC236}">
                <a16:creationId xmlns:a16="http://schemas.microsoft.com/office/drawing/2014/main" id="{34134EEE-B19B-40B4-8D3D-8600F73D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520" y="6740188"/>
            <a:ext cx="1960665" cy="1930982"/>
          </a:xfrm>
          <a:custGeom xmlns:a="http://schemas.openxmlformats.org/drawingml/2006/main">
            <a:pathLst>
              <a:path w="1960665" h="1930982">
                <a:moveTo>
                  <a:pt x="0" y="0"/>
                </a:moveTo>
                <a:lnTo>
                  <a:pt x="1960665" y="1930982"/>
                </a:lnTo>
              </a:path>
            </a:pathLst>
          </a:custGeom>
          <a:noFill xmlns:a="http://schemas.openxmlformats.org/drawingml/2006/main"/>
          <a:ln xmlns:a="http://schemas.openxmlformats.org/drawingml/2006/main" w="20470">
            <a:solidFill>
              <a:srgbClr val="F96808"/>
            </a:solidFill>
            <a:prstDash val="dash"/>
          </a:ln>
        </p:spPr>
      </p:sp>
      <p:sp>
        <p:nvSpPr>
          <p:cNvPr id="314" name="path-182">
            <a:extLst xmlns:a="http://schemas.openxmlformats.org/drawingml/2006/main">
              <a:ext uri="{FF2B5EF4-FFF2-40B4-BE49-F238E27FC236}">
                <a16:creationId xmlns:a16="http://schemas.microsoft.com/office/drawing/2014/main" id="{9EC1AD2F-E8D4-4B51-9A50-00786661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5034" y="662908"/>
            <a:ext cx="4505" cy="1640641"/>
          </a:xfrm>
          <a:custGeom xmlns:a="http://schemas.openxmlformats.org/drawingml/2006/main">
            <a:pathLst>
              <a:path w="4505" h="1640641">
                <a:moveTo>
                  <a:pt x="0" y="0"/>
                </a:moveTo>
                <a:lnTo>
                  <a:pt x="4505" y="1640641"/>
                </a:lnTo>
              </a:path>
            </a:pathLst>
          </a:custGeom>
          <a:noFill xmlns:a="http://schemas.openxmlformats.org/drawingml/2006/main"/>
          <a:ln xmlns:a="http://schemas.openxmlformats.org/drawingml/2006/main" w="40941">
            <a:solidFill>
              <a:srgbClr val="F96808"/>
            </a:solidFill>
            <a:prstDash val="dash"/>
          </a:ln>
        </p:spPr>
      </p:sp>
      <p:pic>
        <p:nvPic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4C6EF6D5-3A23-49AC-9C70-CB4C72FD93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53bb873ad46f9"/>
          <a:stretch xmlns:a="http://schemas.openxmlformats.org/drawingml/2006/main"/>
        </p:blipFill>
        <p:spPr>
          <a:xfrm xmlns:a="http://schemas.openxmlformats.org/drawingml/2006/main">
            <a:off x="8886825" y="5124450"/>
            <a:ext cx="2438400" cy="2066925"/>
          </a:xfrm>
          <a:prstGeom xmlns:a="http://schemas.openxmlformats.org/drawingml/2006/main" prst="rect">
            <a:avLst/>
          </a:prstGeom>
        </p:spPr>
      </p:pic>
      <p:pic>
        <p:nvPic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D562B6C9-6715-460F-B96E-64FC0BF11B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bd304fcc440f5"/>
          <a:stretch xmlns:a="http://schemas.openxmlformats.org/drawingml/2006/main"/>
        </p:blipFill>
        <p:spPr>
          <a:xfrm xmlns:a="http://schemas.openxmlformats.org/drawingml/2006/main">
            <a:off x="11725275" y="5124450"/>
            <a:ext cx="2428875" cy="2066925"/>
          </a:xfrm>
          <a:prstGeom xmlns:a="http://schemas.openxmlformats.org/drawingml/2006/main" prst="rect">
            <a:avLst/>
          </a:prstGeom>
        </p:spPr>
      </p:pic>
      <p:sp>
        <p:nvSpPr>
          <p:cNvPr id="317" name="text-185 0:02:54">
            <a:extLst xmlns:a="http://schemas.openxmlformats.org/drawingml/2006/main">
              <a:ext uri="{FF2B5EF4-FFF2-40B4-BE49-F238E27FC236}">
                <a16:creationId xmlns:a16="http://schemas.microsoft.com/office/drawing/2014/main" id="{D31B6F9F-CA33-4D9D-AB19-27E2AB15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0347" y="2094337"/>
            <a:ext cx="642330" cy="26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0:02:54</a:t>
            </a:r>
          </a:p>
        </p:txBody>
      </p:sp>
      <p:sp>
        <p:nvSpPr>
          <p:cNvPr id="318" name="text-186 0:06:27">
            <a:extLst xmlns:a="http://schemas.openxmlformats.org/drawingml/2006/main">
              <a:ext uri="{FF2B5EF4-FFF2-40B4-BE49-F238E27FC236}">
                <a16:creationId xmlns:a16="http://schemas.microsoft.com/office/drawing/2014/main" id="{AE333BA4-3F11-4554-9869-FC795DCA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6492" y="2092016"/>
            <a:ext cx="642331" cy="26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0:06:27</a:t>
            </a:r>
          </a:p>
        </p:txBody>
      </p:sp>
      <p:sp>
        <p:nvSpPr>
          <p:cNvPr id="319" name="path-187">
            <a:extLst xmlns:a="http://schemas.openxmlformats.org/drawingml/2006/main">
              <a:ext uri="{FF2B5EF4-FFF2-40B4-BE49-F238E27FC236}">
                <a16:creationId xmlns:a16="http://schemas.microsoft.com/office/drawing/2014/main" id="{41DED64D-7D83-4896-BE1F-A2DCCE4E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816" y="2409450"/>
            <a:ext cx="1089304" cy="645640"/>
          </a:xfrm>
          <a:custGeom xmlns:a="http://schemas.openxmlformats.org/drawingml/2006/main">
            <a:pathLst>
              <a:path w="1089304" h="645640">
                <a:moveTo>
                  <a:pt x="1089304" y="0"/>
                </a:moveTo>
                <a:lnTo>
                  <a:pt x="0" y="645640"/>
                </a:lnTo>
              </a:path>
            </a:pathLst>
          </a:custGeom>
          <a:noFill xmlns:a="http://schemas.openxmlformats.org/drawingml/2006/main"/>
          <a:ln xmlns:a="http://schemas.openxmlformats.org/drawingml/2006/main" w="13647">
            <a:solidFill>
              <a:srgbClr val="D0332B"/>
            </a:solidFill>
            <a:prstDash val="dash"/>
          </a:ln>
        </p:spPr>
      </p:sp>
      <p:sp>
        <p:nvSpPr>
          <p:cNvPr id="320" name="path-188">
            <a:extLst xmlns:a="http://schemas.openxmlformats.org/drawingml/2006/main">
              <a:ext uri="{FF2B5EF4-FFF2-40B4-BE49-F238E27FC236}">
                <a16:creationId xmlns:a16="http://schemas.microsoft.com/office/drawing/2014/main" id="{9A5DDE01-6491-462E-8292-AAEC1758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106" y="2409450"/>
            <a:ext cx="1340545" cy="629536"/>
          </a:xfrm>
          <a:custGeom xmlns:a="http://schemas.openxmlformats.org/drawingml/2006/main">
            <a:pathLst>
              <a:path w="1340545" h="629536">
                <a:moveTo>
                  <a:pt x="0" y="0"/>
                </a:moveTo>
                <a:lnTo>
                  <a:pt x="1340545" y="629536"/>
                </a:lnTo>
              </a:path>
            </a:pathLst>
          </a:custGeom>
          <a:noFill xmlns:a="http://schemas.openxmlformats.org/drawingml/2006/main"/>
          <a:ln xmlns:a="http://schemas.openxmlformats.org/drawingml/2006/main" w="13647">
            <a:solidFill>
              <a:srgbClr val="D0332B"/>
            </a:solidFill>
            <a:prstDash val="dash"/>
          </a:ln>
        </p:spPr>
      </p:sp>
      <p:sp>
        <p:nvSpPr>
          <p:cNvPr id="321" name="path-189">
            <a:extLst xmlns:a="http://schemas.openxmlformats.org/drawingml/2006/main">
              <a:ext uri="{FF2B5EF4-FFF2-40B4-BE49-F238E27FC236}">
                <a16:creationId xmlns:a16="http://schemas.microsoft.com/office/drawing/2014/main" id="{9852B949-825F-493A-B1F6-EC3DD689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649" y="2402900"/>
            <a:ext cx="1135431" cy="648505"/>
          </a:xfrm>
          <a:custGeom xmlns:a="http://schemas.openxmlformats.org/drawingml/2006/main">
            <a:pathLst>
              <a:path w="1135431" h="648505">
                <a:moveTo>
                  <a:pt x="1135431" y="0"/>
                </a:moveTo>
                <a:lnTo>
                  <a:pt x="0" y="648505"/>
                </a:lnTo>
              </a:path>
            </a:pathLst>
          </a:custGeom>
          <a:noFill xmlns:a="http://schemas.openxmlformats.org/drawingml/2006/main"/>
          <a:ln xmlns:a="http://schemas.openxmlformats.org/drawingml/2006/main" w="13647">
            <a:solidFill>
              <a:srgbClr val="D0332B"/>
            </a:solidFill>
            <a:prstDash val="dash"/>
          </a:ln>
        </p:spPr>
      </p:sp>
      <p:sp>
        <p:nvSpPr>
          <p:cNvPr id="322" name="path-190">
            <a:extLst xmlns:a="http://schemas.openxmlformats.org/drawingml/2006/main">
              <a:ext uri="{FF2B5EF4-FFF2-40B4-BE49-F238E27FC236}">
                <a16:creationId xmlns:a16="http://schemas.microsoft.com/office/drawing/2014/main" id="{5D4AAD72-1949-4975-BA1F-6AD9B7F6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9971" y="2404537"/>
            <a:ext cx="1402912" cy="658059"/>
          </a:xfrm>
          <a:custGeom xmlns:a="http://schemas.openxmlformats.org/drawingml/2006/main">
            <a:pathLst>
              <a:path w="1402912" h="658059">
                <a:moveTo>
                  <a:pt x="0" y="0"/>
                </a:moveTo>
                <a:lnTo>
                  <a:pt x="1402912" y="658059"/>
                </a:lnTo>
              </a:path>
            </a:pathLst>
          </a:custGeom>
          <a:noFill xmlns:a="http://schemas.openxmlformats.org/drawingml/2006/main"/>
          <a:ln xmlns:a="http://schemas.openxmlformats.org/drawingml/2006/main" w="13647">
            <a:solidFill>
              <a:srgbClr val="D0332B"/>
            </a:solidFill>
            <a:prstDash val="dash"/>
          </a:ln>
        </p:spPr>
      </p:sp>
      <p:sp>
        <p:nvSpPr>
          <p:cNvPr id="323" name="path-191">
            <a:extLst xmlns:a="http://schemas.openxmlformats.org/drawingml/2006/main">
              <a:ext uri="{FF2B5EF4-FFF2-40B4-BE49-F238E27FC236}">
                <a16:creationId xmlns:a16="http://schemas.microsoft.com/office/drawing/2014/main" id="{52C648E7-08E5-40C0-AD6B-BD1DF27E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291" y="3035029"/>
            <a:ext cx="4911280" cy="1477150"/>
          </a:xfrm>
          <a:custGeom xmlns:a="http://schemas.openxmlformats.org/drawingml/2006/main">
            <a:pathLst>
              <a:path w="4911280" h="1477150">
                <a:moveTo>
                  <a:pt x="0" y="107265"/>
                </a:moveTo>
                <a:cubicBezTo>
                  <a:pt x="0" y="48037"/>
                  <a:pt x="48037" y="0"/>
                  <a:pt x="107266" y="0"/>
                </a:cubicBezTo>
                <a:lnTo>
                  <a:pt x="4804016" y="0"/>
                </a:lnTo>
                <a:cubicBezTo>
                  <a:pt x="4863242" y="0"/>
                  <a:pt x="4911280" y="48037"/>
                  <a:pt x="4911280" y="107265"/>
                </a:cubicBezTo>
                <a:lnTo>
                  <a:pt x="4911280" y="1369885"/>
                </a:lnTo>
                <a:cubicBezTo>
                  <a:pt x="4911280" y="1429113"/>
                  <a:pt x="4863242" y="1477150"/>
                  <a:pt x="4804016" y="1477150"/>
                </a:cubicBezTo>
                <a:lnTo>
                  <a:pt x="107266" y="1477150"/>
                </a:lnTo>
                <a:cubicBezTo>
                  <a:pt x="48037" y="1477150"/>
                  <a:pt x="0" y="1429113"/>
                  <a:pt x="0" y="1369885"/>
                </a:cubicBezTo>
                <a:lnTo>
                  <a:pt x="0" y="107265"/>
                </a:lnTo>
              </a:path>
            </a:pathLst>
          </a:custGeom>
          <a:solidFill xmlns:a="http://schemas.openxmlformats.org/drawingml/2006/main">
            <a:srgbClr val="FC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text-192 “In">
            <a:extLst xmlns:a="http://schemas.openxmlformats.org/drawingml/2006/main">
              <a:ext uri="{FF2B5EF4-FFF2-40B4-BE49-F238E27FC236}">
                <a16:creationId xmlns:a16="http://schemas.microsoft.com/office/drawing/2014/main" id="{4A032074-4985-403A-85DD-A8D897F7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8490" y="3129248"/>
            <a:ext cx="355409" cy="286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“In</a:t>
            </a:r>
          </a:p>
        </p:txBody>
      </p:sp>
      <p:sp>
        <p:nvSpPr>
          <p:cNvPr id="325" name="text-192 the">
            <a:extLst xmlns:a="http://schemas.openxmlformats.org/drawingml/2006/main">
              <a:ext uri="{FF2B5EF4-FFF2-40B4-BE49-F238E27FC236}">
                <a16:creationId xmlns:a16="http://schemas.microsoft.com/office/drawing/2014/main" id="{6B6229D1-39A8-4657-B547-2A80D347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9303" y="3129647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326" name="text-192 extracted">
            <a:extLst xmlns:a="http://schemas.openxmlformats.org/drawingml/2006/main">
              <a:ext uri="{FF2B5EF4-FFF2-40B4-BE49-F238E27FC236}">
                <a16:creationId xmlns:a16="http://schemas.microsoft.com/office/drawing/2014/main" id="{6D3DF80A-96F6-4021-AC9C-2A844BF8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9941" y="3129622"/>
            <a:ext cx="1010000" cy="286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extracted</a:t>
            </a:r>
          </a:p>
        </p:txBody>
      </p:sp>
      <p:sp>
        <p:nvSpPr>
          <p:cNvPr id="327" name="text-192 video">
            <a:extLst xmlns:a="http://schemas.openxmlformats.org/drawingml/2006/main">
              <a:ext uri="{FF2B5EF4-FFF2-40B4-BE49-F238E27FC236}">
                <a16:creationId xmlns:a16="http://schemas.microsoft.com/office/drawing/2014/main" id="{773C95BD-E57A-4218-A565-B8F0B711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6220" y="3129276"/>
            <a:ext cx="563251" cy="28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video</a:t>
            </a:r>
          </a:p>
        </p:txBody>
      </p:sp>
      <p:sp>
        <p:nvSpPr>
          <p:cNvPr id="328" name="text-192 segment,">
            <a:extLst xmlns:a="http://schemas.openxmlformats.org/drawingml/2006/main">
              <a:ext uri="{FF2B5EF4-FFF2-40B4-BE49-F238E27FC236}">
                <a16:creationId xmlns:a16="http://schemas.microsoft.com/office/drawing/2014/main" id="{94D76301-8166-4822-A35B-1DE62758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2147" y="3128844"/>
            <a:ext cx="959713" cy="287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segment,</a:t>
            </a:r>
          </a:p>
        </p:txBody>
      </p:sp>
      <p:sp>
        <p:nvSpPr>
          <p:cNvPr id="329" name="text-192 the">
            <a:extLst xmlns:a="http://schemas.openxmlformats.org/drawingml/2006/main">
              <a:ext uri="{FF2B5EF4-FFF2-40B4-BE49-F238E27FC236}">
                <a16:creationId xmlns:a16="http://schemas.microsoft.com/office/drawing/2014/main" id="{C82F6E34-FA1F-4C70-A6D4-F26D7DC2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5406" y="3129647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330" name="text-192 chair">
            <a:extLst xmlns:a="http://schemas.openxmlformats.org/drawingml/2006/main">
              <a:ext uri="{FF2B5EF4-FFF2-40B4-BE49-F238E27FC236}">
                <a16:creationId xmlns:a16="http://schemas.microsoft.com/office/drawing/2014/main" id="{A7754156-92A7-4C22-99CF-AF22E16F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6044" y="3129264"/>
            <a:ext cx="550326" cy="286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</a:t>
            </a:r>
          </a:p>
        </p:txBody>
      </p:sp>
      <p:sp>
        <p:nvSpPr>
          <p:cNvPr id="331" name="text-193 detaches">
            <a:extLst xmlns:a="http://schemas.openxmlformats.org/drawingml/2006/main">
              <a:ext uri="{FF2B5EF4-FFF2-40B4-BE49-F238E27FC236}">
                <a16:creationId xmlns:a16="http://schemas.microsoft.com/office/drawing/2014/main" id="{E1B9FB3B-1573-4748-A994-0C7CED55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8490" y="3375105"/>
            <a:ext cx="915902" cy="286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detaches</a:t>
            </a:r>
          </a:p>
        </p:txBody>
      </p:sp>
      <p:sp>
        <p:nvSpPr>
          <p:cNvPr id="332" name="text-193 from">
            <a:extLst xmlns:a="http://schemas.openxmlformats.org/drawingml/2006/main">
              <a:ext uri="{FF2B5EF4-FFF2-40B4-BE49-F238E27FC236}">
                <a16:creationId xmlns:a16="http://schemas.microsoft.com/office/drawing/2014/main" id="{848E58BE-4360-4C75-B088-C6AB8716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9377" y="3375523"/>
            <a:ext cx="535000" cy="285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from</a:t>
            </a:r>
          </a:p>
        </p:txBody>
      </p:sp>
      <p:sp>
        <p:nvSpPr>
          <p:cNvPr id="333" name="text-193 people's">
            <a:extLst xmlns:a="http://schemas.openxmlformats.org/drawingml/2006/main">
              <a:ext uri="{FF2B5EF4-FFF2-40B4-BE49-F238E27FC236}">
                <a16:creationId xmlns:a16="http://schemas.microsoft.com/office/drawing/2014/main" id="{C7A27D8E-C19B-44EA-ACD3-725BB5D4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2581" y="3374310"/>
            <a:ext cx="822085" cy="287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people's</a:t>
            </a:r>
          </a:p>
        </p:txBody>
      </p:sp>
      <p:sp>
        <p:nvSpPr>
          <p:cNvPr id="334" name="text-193 hands">
            <a:extLst xmlns:a="http://schemas.openxmlformats.org/drawingml/2006/main">
              <a:ext uri="{FF2B5EF4-FFF2-40B4-BE49-F238E27FC236}">
                <a16:creationId xmlns:a16="http://schemas.microsoft.com/office/drawing/2014/main" id="{2B039A33-8D3C-455C-8E1D-31F70959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35003" y="3374915"/>
            <a:ext cx="641016" cy="286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hands</a:t>
            </a:r>
          </a:p>
        </p:txBody>
      </p:sp>
      <p:sp>
        <p:nvSpPr>
          <p:cNvPr id="335" name="text-193 and">
            <a:extLst xmlns:a="http://schemas.openxmlformats.org/drawingml/2006/main">
              <a:ext uri="{FF2B5EF4-FFF2-40B4-BE49-F238E27FC236}">
                <a16:creationId xmlns:a16="http://schemas.microsoft.com/office/drawing/2014/main" id="{DAB0AC01-C3F4-4686-83A2-798207C6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0969" y="3374901"/>
            <a:ext cx="426861" cy="286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336" name="text-193 floats">
            <a:extLst xmlns:a="http://schemas.openxmlformats.org/drawingml/2006/main">
              <a:ext uri="{FF2B5EF4-FFF2-40B4-BE49-F238E27FC236}">
                <a16:creationId xmlns:a16="http://schemas.microsoft.com/office/drawing/2014/main" id="{2BF7897B-B28D-4F2A-A724-D3BAEB8C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1177" y="3375352"/>
            <a:ext cx="586691" cy="286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floats</a:t>
            </a:r>
          </a:p>
        </p:txBody>
      </p:sp>
      <p:sp>
        <p:nvSpPr>
          <p:cNvPr id="337" name="text-193 in">
            <a:extLst xmlns:a="http://schemas.openxmlformats.org/drawingml/2006/main">
              <a:ext uri="{FF2B5EF4-FFF2-40B4-BE49-F238E27FC236}">
                <a16:creationId xmlns:a16="http://schemas.microsoft.com/office/drawing/2014/main" id="{E1AC1F37-84A8-4AB0-B1DA-990E6C3E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4740" y="3374910"/>
            <a:ext cx="230945" cy="286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</a:t>
            </a:r>
          </a:p>
        </p:txBody>
      </p:sp>
      <p:sp>
        <p:nvSpPr>
          <p:cNvPr id="338" name="text-194 mid">
            <a:extLst xmlns:a="http://schemas.openxmlformats.org/drawingml/2006/main">
              <a:ext uri="{FF2B5EF4-FFF2-40B4-BE49-F238E27FC236}">
                <a16:creationId xmlns:a16="http://schemas.microsoft.com/office/drawing/2014/main" id="{205B5667-80CE-4D8D-8F0C-D74863F4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8490" y="3620543"/>
            <a:ext cx="435254" cy="28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mid</a:t>
            </a:r>
          </a:p>
        </p:txBody>
      </p:sp>
      <p:sp>
        <p:nvSpPr>
          <p:cNvPr id="339" name="text-195 -">
            <a:extLst xmlns:a="http://schemas.openxmlformats.org/drawingml/2006/main">
              <a:ext uri="{FF2B5EF4-FFF2-40B4-BE49-F238E27FC236}">
                <a16:creationId xmlns:a16="http://schemas.microsoft.com/office/drawing/2014/main" id="{971ED81A-8A66-4EED-8BD0-9DD1675B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6710" y="3620526"/>
            <a:ext cx="167704" cy="286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-</a:t>
            </a:r>
          </a:p>
        </p:txBody>
      </p:sp>
      <p:sp>
        <p:nvSpPr>
          <p:cNvPr id="340" name="text-196 air,">
            <a:extLst xmlns:a="http://schemas.openxmlformats.org/drawingml/2006/main">
              <a:ext uri="{FF2B5EF4-FFF2-40B4-BE49-F238E27FC236}">
                <a16:creationId xmlns:a16="http://schemas.microsoft.com/office/drawing/2014/main" id="{0FAEBE4C-EDC6-43BF-8FCE-E6C34706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7720" y="3620977"/>
            <a:ext cx="388025" cy="286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air,</a:t>
            </a:r>
          </a:p>
        </p:txBody>
      </p:sp>
      <p:sp>
        <p:nvSpPr>
          <p:cNvPr id="341" name="text-196 which">
            <a:extLst xmlns:a="http://schemas.openxmlformats.org/drawingml/2006/main">
              <a:ext uri="{FF2B5EF4-FFF2-40B4-BE49-F238E27FC236}">
                <a16:creationId xmlns:a16="http://schemas.microsoft.com/office/drawing/2014/main" id="{8A180FC6-4975-4641-82BD-B6EEF1A4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0057" y="3620577"/>
            <a:ext cx="634393" cy="286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which</a:t>
            </a:r>
          </a:p>
        </p:txBody>
      </p:sp>
      <p:sp>
        <p:nvSpPr>
          <p:cNvPr id="342" name="text-196 contradicts">
            <a:extLst xmlns:a="http://schemas.openxmlformats.org/drawingml/2006/main">
              <a:ext uri="{FF2B5EF4-FFF2-40B4-BE49-F238E27FC236}">
                <a16:creationId xmlns:a16="http://schemas.microsoft.com/office/drawing/2014/main" id="{C472627A-3F8F-46BC-85F8-C86728C3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1110" y="3621078"/>
            <a:ext cx="1186054" cy="285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contradicts</a:t>
            </a:r>
          </a:p>
        </p:txBody>
      </p:sp>
      <p:sp>
        <p:nvSpPr>
          <p:cNvPr id="343" name="text-196 the">
            <a:extLst xmlns:a="http://schemas.openxmlformats.org/drawingml/2006/main">
              <a:ext uri="{FF2B5EF4-FFF2-40B4-BE49-F238E27FC236}">
                <a16:creationId xmlns:a16="http://schemas.microsoft.com/office/drawing/2014/main" id="{AC05EA56-1909-4A77-9A35-6C048DB0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5687" y="3620939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344" name="text-196 reality">
            <a:extLst xmlns:a="http://schemas.openxmlformats.org/drawingml/2006/main">
              <a:ext uri="{FF2B5EF4-FFF2-40B4-BE49-F238E27FC236}">
                <a16:creationId xmlns:a16="http://schemas.microsoft.com/office/drawing/2014/main" id="{CD62619E-49A4-45F5-AED6-3B840C84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16326" y="3620713"/>
            <a:ext cx="700047" cy="286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reality</a:t>
            </a:r>
          </a:p>
        </p:txBody>
      </p:sp>
      <p:sp>
        <p:nvSpPr>
          <p:cNvPr id="345" name="text-196 of">
            <a:extLst xmlns:a="http://schemas.openxmlformats.org/drawingml/2006/main">
              <a:ext uri="{FF2B5EF4-FFF2-40B4-BE49-F238E27FC236}">
                <a16:creationId xmlns:a16="http://schemas.microsoft.com/office/drawing/2014/main" id="{59138FFF-16D0-490E-9191-3204F8E5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1452" y="3620678"/>
            <a:ext cx="227950" cy="286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346" name="text-197 gravity.">
            <a:extLst xmlns:a="http://schemas.openxmlformats.org/drawingml/2006/main">
              <a:ext uri="{FF2B5EF4-FFF2-40B4-BE49-F238E27FC236}">
                <a16:creationId xmlns:a16="http://schemas.microsoft.com/office/drawing/2014/main" id="{23BEEC9C-BD49-458D-B4E7-B4CBD0BA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8490" y="3866223"/>
            <a:ext cx="814739" cy="286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gravity.</a:t>
            </a:r>
          </a:p>
        </p:txBody>
      </p:sp>
      <p:sp>
        <p:nvSpPr>
          <p:cNvPr id="347" name="text-197 Additionally,">
            <a:extLst xmlns:a="http://schemas.openxmlformats.org/drawingml/2006/main">
              <a:ext uri="{FF2B5EF4-FFF2-40B4-BE49-F238E27FC236}">
                <a16:creationId xmlns:a16="http://schemas.microsoft.com/office/drawing/2014/main" id="{2E8F59D8-1AF5-47FD-9A65-6D34AF63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8252" y="3866562"/>
            <a:ext cx="1355062" cy="286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Additionally,</a:t>
            </a:r>
          </a:p>
        </p:txBody>
      </p:sp>
      <p:sp>
        <p:nvSpPr>
          <p:cNvPr id="348" name="text-197 the">
            <a:extLst xmlns:a="http://schemas.openxmlformats.org/drawingml/2006/main">
              <a:ext uri="{FF2B5EF4-FFF2-40B4-BE49-F238E27FC236}">
                <a16:creationId xmlns:a16="http://schemas.microsoft.com/office/drawing/2014/main" id="{67482B1F-6909-4EF4-9C6C-632675A7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5976" y="3866584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349" name="text-197 shape">
            <a:extLst xmlns:a="http://schemas.openxmlformats.org/drawingml/2006/main">
              <a:ext uri="{FF2B5EF4-FFF2-40B4-BE49-F238E27FC236}">
                <a16:creationId xmlns:a16="http://schemas.microsoft.com/office/drawing/2014/main" id="{2A5DCF78-F758-40EF-872B-39A500FC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96615" y="3865986"/>
            <a:ext cx="609470" cy="286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shape</a:t>
            </a:r>
          </a:p>
        </p:txBody>
      </p:sp>
      <p:sp>
        <p:nvSpPr>
          <p:cNvPr id="350" name="text-197 of">
            <a:extLst xmlns:a="http://schemas.openxmlformats.org/drawingml/2006/main">
              <a:ext uri="{FF2B5EF4-FFF2-40B4-BE49-F238E27FC236}">
                <a16:creationId xmlns:a16="http://schemas.microsoft.com/office/drawing/2014/main" id="{7F716C7D-84B5-47EC-BAD9-0B70E762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0034" y="3866981"/>
            <a:ext cx="227218" cy="285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351" name="text-197 the">
            <a:extLst xmlns:a="http://schemas.openxmlformats.org/drawingml/2006/main">
              <a:ext uri="{FF2B5EF4-FFF2-40B4-BE49-F238E27FC236}">
                <a16:creationId xmlns:a16="http://schemas.microsoft.com/office/drawing/2014/main" id="{201A244A-2800-4B3C-9498-8EEF8CA1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3315" y="3866584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352" name="text-197 chair">
            <a:extLst xmlns:a="http://schemas.openxmlformats.org/drawingml/2006/main">
              <a:ext uri="{FF2B5EF4-FFF2-40B4-BE49-F238E27FC236}">
                <a16:creationId xmlns:a16="http://schemas.microsoft.com/office/drawing/2014/main" id="{A0392803-F5FC-4617-81F6-EE534B6B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3954" y="3866202"/>
            <a:ext cx="550325" cy="286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</a:t>
            </a:r>
          </a:p>
        </p:txBody>
      </p:sp>
      <p:sp>
        <p:nvSpPr>
          <p:cNvPr id="353" name="text-198 changes">
            <a:extLst xmlns:a="http://schemas.openxmlformats.org/drawingml/2006/main">
              <a:ext uri="{FF2B5EF4-FFF2-40B4-BE49-F238E27FC236}">
                <a16:creationId xmlns:a16="http://schemas.microsoft.com/office/drawing/2014/main" id="{D432A379-58EA-405D-8BC7-794E1676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8490" y="4111642"/>
            <a:ext cx="833478" cy="286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changes</a:t>
            </a:r>
          </a:p>
        </p:txBody>
      </p:sp>
      <p:sp>
        <p:nvSpPr>
          <p:cNvPr id="354" name="text-198 over">
            <a:extLst xmlns:a="http://schemas.openxmlformats.org/drawingml/2006/main">
              <a:ext uri="{FF2B5EF4-FFF2-40B4-BE49-F238E27FC236}">
                <a16:creationId xmlns:a16="http://schemas.microsoft.com/office/drawing/2014/main" id="{661E805A-9C18-4B61-BBCB-9D3FB8F3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5857" y="4112173"/>
            <a:ext cx="472683" cy="286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over</a:t>
            </a:r>
          </a:p>
        </p:txBody>
      </p:sp>
      <p:sp>
        <p:nvSpPr>
          <p:cNvPr id="355" name="text-198 time.”">
            <a:extLst xmlns:a="http://schemas.openxmlformats.org/drawingml/2006/main">
              <a:ext uri="{FF2B5EF4-FFF2-40B4-BE49-F238E27FC236}">
                <a16:creationId xmlns:a16="http://schemas.microsoft.com/office/drawing/2014/main" id="{7EDE8310-7C27-499A-9D84-E439E77E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4783" y="4111857"/>
            <a:ext cx="670064" cy="286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time.”</a:t>
            </a:r>
          </a:p>
        </p:txBody>
      </p:sp>
      <p:pic>
        <p:nvPic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DBDF0B81-9A86-4275-BCD6-48E0691BBC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c68ee615c4633"/>
          <a:stretch xmlns:a="http://schemas.openxmlformats.org/drawingml/2006/main"/>
        </p:blipFill>
        <p:spPr>
          <a:xfrm xmlns:a="http://schemas.openxmlformats.org/drawingml/2006/main">
            <a:off x="12700806" y="349300"/>
            <a:ext cx="378295" cy="378295"/>
          </a:xfrm>
          <a:prstGeom xmlns:a="http://schemas.openxmlformats.org/drawingml/2006/main" prst="rect">
            <a:avLst/>
          </a:prstGeom>
        </p:spPr>
      </p:pic>
      <p:sp>
        <p:nvSpPr>
          <p:cNvPr id="357" name="path-200">
            <a:extLst xmlns:a="http://schemas.openxmlformats.org/drawingml/2006/main">
              <a:ext uri="{FF2B5EF4-FFF2-40B4-BE49-F238E27FC236}">
                <a16:creationId xmlns:a16="http://schemas.microsoft.com/office/drawing/2014/main" id="{A0452F98-809A-4DA0-9BBA-95C24763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9859" y="378090"/>
            <a:ext cx="266896" cy="267156"/>
          </a:xfrm>
          <a:custGeom xmlns:a="http://schemas.openxmlformats.org/drawingml/2006/main">
            <a:pathLst>
              <a:path w="266896" h="267156">
                <a:moveTo>
                  <a:pt x="266896" y="66188"/>
                </a:moveTo>
                <a:cubicBezTo>
                  <a:pt x="266896" y="74025"/>
                  <a:pt x="265649" y="81449"/>
                  <a:pt x="263156" y="88473"/>
                </a:cubicBezTo>
                <a:cubicBezTo>
                  <a:pt x="260674" y="95508"/>
                  <a:pt x="257156" y="101864"/>
                  <a:pt x="252614" y="107553"/>
                </a:cubicBezTo>
                <a:cubicBezTo>
                  <a:pt x="248083" y="113252"/>
                  <a:pt x="242740" y="118105"/>
                  <a:pt x="236607" y="122101"/>
                </a:cubicBezTo>
                <a:cubicBezTo>
                  <a:pt x="230461" y="126109"/>
                  <a:pt x="223839" y="129003"/>
                  <a:pt x="216726" y="130773"/>
                </a:cubicBezTo>
                <a:cubicBezTo>
                  <a:pt x="217249" y="134869"/>
                  <a:pt x="217515" y="138787"/>
                  <a:pt x="217515" y="142516"/>
                </a:cubicBezTo>
                <a:cubicBezTo>
                  <a:pt x="217515" y="155150"/>
                  <a:pt x="215123" y="167073"/>
                  <a:pt x="210314" y="178283"/>
                </a:cubicBezTo>
                <a:cubicBezTo>
                  <a:pt x="205516" y="189492"/>
                  <a:pt x="198926" y="199233"/>
                  <a:pt x="190566" y="207507"/>
                </a:cubicBezTo>
                <a:cubicBezTo>
                  <a:pt x="182206" y="215781"/>
                  <a:pt x="172421" y="222320"/>
                  <a:pt x="161211" y="227123"/>
                </a:cubicBezTo>
                <a:cubicBezTo>
                  <a:pt x="150001" y="231927"/>
                  <a:pt x="138079" y="234329"/>
                  <a:pt x="125445" y="234329"/>
                </a:cubicBezTo>
                <a:cubicBezTo>
                  <a:pt x="115838" y="234329"/>
                  <a:pt x="106669" y="232950"/>
                  <a:pt x="97951" y="230193"/>
                </a:cubicBezTo>
                <a:cubicBezTo>
                  <a:pt x="89232" y="227434"/>
                  <a:pt x="81137" y="223476"/>
                  <a:pt x="73663" y="218315"/>
                </a:cubicBezTo>
                <a:lnTo>
                  <a:pt x="0" y="267156"/>
                </a:lnTo>
                <a:lnTo>
                  <a:pt x="49109" y="193229"/>
                </a:lnTo>
                <a:cubicBezTo>
                  <a:pt x="44127" y="185756"/>
                  <a:pt x="40346" y="177794"/>
                  <a:pt x="37765" y="169341"/>
                </a:cubicBezTo>
                <a:cubicBezTo>
                  <a:pt x="35185" y="160890"/>
                  <a:pt x="33896" y="151944"/>
                  <a:pt x="33896" y="142516"/>
                </a:cubicBezTo>
                <a:cubicBezTo>
                  <a:pt x="33896" y="129882"/>
                  <a:pt x="36298" y="117971"/>
                  <a:pt x="41101" y="106762"/>
                </a:cubicBezTo>
                <a:cubicBezTo>
                  <a:pt x="45905" y="95552"/>
                  <a:pt x="52445" y="85801"/>
                  <a:pt x="60717" y="77530"/>
                </a:cubicBezTo>
                <a:cubicBezTo>
                  <a:pt x="68992" y="69260"/>
                  <a:pt x="78689" y="62725"/>
                  <a:pt x="89810" y="57917"/>
                </a:cubicBezTo>
                <a:cubicBezTo>
                  <a:pt x="100931" y="53108"/>
                  <a:pt x="112810" y="50715"/>
                  <a:pt x="125443" y="50715"/>
                </a:cubicBezTo>
                <a:cubicBezTo>
                  <a:pt x="127403" y="50715"/>
                  <a:pt x="129173" y="50759"/>
                  <a:pt x="130776" y="50848"/>
                </a:cubicBezTo>
                <a:cubicBezTo>
                  <a:pt x="132380" y="50937"/>
                  <a:pt x="134071" y="51071"/>
                  <a:pt x="135852" y="51249"/>
                </a:cubicBezTo>
                <a:cubicBezTo>
                  <a:pt x="137632" y="43947"/>
                  <a:pt x="140516" y="37146"/>
                  <a:pt x="144523" y="30823"/>
                </a:cubicBezTo>
                <a:cubicBezTo>
                  <a:pt x="148531" y="24511"/>
                  <a:pt x="153373" y="19079"/>
                  <a:pt x="159073" y="14549"/>
                </a:cubicBezTo>
                <a:cubicBezTo>
                  <a:pt x="164761" y="10007"/>
                  <a:pt x="171129" y="6456"/>
                  <a:pt x="178153" y="3874"/>
                </a:cubicBezTo>
                <a:cubicBezTo>
                  <a:pt x="185177" y="1291"/>
                  <a:pt x="192701" y="0"/>
                  <a:pt x="200706" y="0"/>
                </a:cubicBezTo>
                <a:cubicBezTo>
                  <a:pt x="209778" y="0"/>
                  <a:pt x="218361" y="1737"/>
                  <a:pt x="226466" y="5210"/>
                </a:cubicBezTo>
                <a:cubicBezTo>
                  <a:pt x="234558" y="8672"/>
                  <a:pt x="241582" y="13391"/>
                  <a:pt x="247548" y="19347"/>
                </a:cubicBezTo>
                <a:cubicBezTo>
                  <a:pt x="253504" y="25313"/>
                  <a:pt x="258225" y="32337"/>
                  <a:pt x="261687" y="40441"/>
                </a:cubicBezTo>
                <a:cubicBezTo>
                  <a:pt x="265160" y="48534"/>
                  <a:pt x="266896" y="57116"/>
                  <a:pt x="266896" y="66188"/>
                </a:cubicBezTo>
                <a:moveTo>
                  <a:pt x="125177" y="200701"/>
                </a:moveTo>
                <a:cubicBezTo>
                  <a:pt x="133359" y="200701"/>
                  <a:pt x="141007" y="199144"/>
                  <a:pt x="148132" y="196031"/>
                </a:cubicBezTo>
                <a:cubicBezTo>
                  <a:pt x="155245" y="192917"/>
                  <a:pt x="161433" y="188692"/>
                  <a:pt x="166677" y="183354"/>
                </a:cubicBezTo>
                <a:cubicBezTo>
                  <a:pt x="171931" y="178017"/>
                  <a:pt x="176060" y="171789"/>
                  <a:pt x="179089" y="164672"/>
                </a:cubicBezTo>
                <a:cubicBezTo>
                  <a:pt x="182117" y="157555"/>
                  <a:pt x="183631" y="149997"/>
                  <a:pt x="183631" y="141982"/>
                </a:cubicBezTo>
                <a:cubicBezTo>
                  <a:pt x="183631" y="137719"/>
                  <a:pt x="183274" y="133800"/>
                  <a:pt x="182561" y="130238"/>
                </a:cubicBezTo>
                <a:cubicBezTo>
                  <a:pt x="181136" y="129882"/>
                  <a:pt x="179800" y="129492"/>
                  <a:pt x="178554" y="129047"/>
                </a:cubicBezTo>
                <a:cubicBezTo>
                  <a:pt x="177307" y="128602"/>
                  <a:pt x="175971" y="128112"/>
                  <a:pt x="174546" y="127578"/>
                </a:cubicBezTo>
                <a:lnTo>
                  <a:pt x="151325" y="150531"/>
                </a:lnTo>
                <a:cubicBezTo>
                  <a:pt x="148844" y="153013"/>
                  <a:pt x="146083" y="154839"/>
                  <a:pt x="143055" y="155996"/>
                </a:cubicBezTo>
                <a:cubicBezTo>
                  <a:pt x="140028" y="157154"/>
                  <a:pt x="136922" y="157733"/>
                  <a:pt x="133715" y="157733"/>
                </a:cubicBezTo>
                <a:cubicBezTo>
                  <a:pt x="130509" y="157733"/>
                  <a:pt x="127359" y="157154"/>
                  <a:pt x="124242" y="155996"/>
                </a:cubicBezTo>
                <a:cubicBezTo>
                  <a:pt x="121126" y="154838"/>
                  <a:pt x="118409" y="153013"/>
                  <a:pt x="116104" y="150531"/>
                </a:cubicBezTo>
                <a:cubicBezTo>
                  <a:pt x="113611" y="148037"/>
                  <a:pt x="111785" y="145277"/>
                  <a:pt x="110628" y="142249"/>
                </a:cubicBezTo>
                <a:cubicBezTo>
                  <a:pt x="109473" y="139232"/>
                  <a:pt x="108894" y="136115"/>
                  <a:pt x="108894" y="132910"/>
                </a:cubicBezTo>
                <a:cubicBezTo>
                  <a:pt x="108894" y="129704"/>
                  <a:pt x="109473" y="126598"/>
                  <a:pt x="110628" y="123570"/>
                </a:cubicBezTo>
                <a:cubicBezTo>
                  <a:pt x="111785" y="120542"/>
                  <a:pt x="113611" y="117793"/>
                  <a:pt x="116104" y="115299"/>
                </a:cubicBezTo>
                <a:lnTo>
                  <a:pt x="139314" y="92079"/>
                </a:lnTo>
                <a:cubicBezTo>
                  <a:pt x="138791" y="90655"/>
                  <a:pt x="138302" y="89363"/>
                  <a:pt x="137856" y="88206"/>
                </a:cubicBezTo>
                <a:cubicBezTo>
                  <a:pt x="137410" y="87048"/>
                  <a:pt x="137010" y="85846"/>
                  <a:pt x="136653" y="84610"/>
                </a:cubicBezTo>
                <a:cubicBezTo>
                  <a:pt x="133270" y="83898"/>
                  <a:pt x="129440" y="83541"/>
                  <a:pt x="125177" y="83541"/>
                </a:cubicBezTo>
                <a:cubicBezTo>
                  <a:pt x="117162" y="83541"/>
                  <a:pt x="109606" y="85056"/>
                  <a:pt x="102487" y="88072"/>
                </a:cubicBezTo>
                <a:cubicBezTo>
                  <a:pt x="95370" y="91100"/>
                  <a:pt x="89143" y="95285"/>
                  <a:pt x="83805" y="100617"/>
                </a:cubicBezTo>
                <a:cubicBezTo>
                  <a:pt x="78467" y="105960"/>
                  <a:pt x="74285" y="112183"/>
                  <a:pt x="71261" y="119296"/>
                </a:cubicBezTo>
                <a:cubicBezTo>
                  <a:pt x="68236" y="126420"/>
                  <a:pt x="66723" y="133978"/>
                  <a:pt x="66723" y="141982"/>
                </a:cubicBezTo>
                <a:cubicBezTo>
                  <a:pt x="66723" y="149996"/>
                  <a:pt x="68236" y="157555"/>
                  <a:pt x="71262" y="164672"/>
                </a:cubicBezTo>
                <a:cubicBezTo>
                  <a:pt x="74286" y="171788"/>
                  <a:pt x="78467" y="178016"/>
                  <a:pt x="83806" y="183354"/>
                </a:cubicBezTo>
                <a:cubicBezTo>
                  <a:pt x="89143" y="188692"/>
                  <a:pt x="95370" y="192917"/>
                  <a:pt x="102489" y="196030"/>
                </a:cubicBezTo>
                <a:cubicBezTo>
                  <a:pt x="109606" y="199144"/>
                  <a:pt x="117162" y="200701"/>
                  <a:pt x="125177" y="200701"/>
                </a:cubicBezTo>
                <a:moveTo>
                  <a:pt x="200706" y="100885"/>
                </a:moveTo>
                <a:cubicBezTo>
                  <a:pt x="205338" y="100885"/>
                  <a:pt x="209690" y="99994"/>
                  <a:pt x="213787" y="98213"/>
                </a:cubicBezTo>
                <a:cubicBezTo>
                  <a:pt x="217872" y="96432"/>
                  <a:pt x="221479" y="94039"/>
                  <a:pt x="224595" y="91011"/>
                </a:cubicBezTo>
                <a:cubicBezTo>
                  <a:pt x="227712" y="87983"/>
                  <a:pt x="230150" y="84388"/>
                  <a:pt x="231932" y="80202"/>
                </a:cubicBezTo>
                <a:cubicBezTo>
                  <a:pt x="233712" y="76017"/>
                  <a:pt x="234603" y="71620"/>
                  <a:pt x="234603" y="66989"/>
                </a:cubicBezTo>
                <a:cubicBezTo>
                  <a:pt x="234602" y="62370"/>
                  <a:pt x="233712" y="58006"/>
                  <a:pt x="231930" y="53910"/>
                </a:cubicBezTo>
                <a:cubicBezTo>
                  <a:pt x="230150" y="49825"/>
                  <a:pt x="227712" y="46263"/>
                  <a:pt x="224595" y="43235"/>
                </a:cubicBezTo>
                <a:cubicBezTo>
                  <a:pt x="221477" y="40218"/>
                  <a:pt x="217872" y="37814"/>
                  <a:pt x="213785" y="36033"/>
                </a:cubicBezTo>
                <a:cubicBezTo>
                  <a:pt x="209689" y="34252"/>
                  <a:pt x="205336" y="33361"/>
                  <a:pt x="200706" y="33361"/>
                </a:cubicBezTo>
                <a:cubicBezTo>
                  <a:pt x="196075" y="33361"/>
                  <a:pt x="191678" y="34251"/>
                  <a:pt x="187492" y="36033"/>
                </a:cubicBezTo>
                <a:cubicBezTo>
                  <a:pt x="183318" y="37814"/>
                  <a:pt x="179711" y="40218"/>
                  <a:pt x="176683" y="43235"/>
                </a:cubicBezTo>
                <a:cubicBezTo>
                  <a:pt x="173656" y="46262"/>
                  <a:pt x="171262" y="49824"/>
                  <a:pt x="169482" y="53910"/>
                </a:cubicBezTo>
                <a:cubicBezTo>
                  <a:pt x="167700" y="58006"/>
                  <a:pt x="166810" y="62370"/>
                  <a:pt x="166810" y="66989"/>
                </a:cubicBezTo>
                <a:cubicBezTo>
                  <a:pt x="166810" y="71620"/>
                  <a:pt x="167700" y="76017"/>
                  <a:pt x="169482" y="80202"/>
                </a:cubicBezTo>
                <a:cubicBezTo>
                  <a:pt x="171262" y="84388"/>
                  <a:pt x="173656" y="87983"/>
                  <a:pt x="176684" y="91011"/>
                </a:cubicBezTo>
                <a:cubicBezTo>
                  <a:pt x="179711" y="94039"/>
                  <a:pt x="183318" y="96432"/>
                  <a:pt x="187492" y="98213"/>
                </a:cubicBezTo>
                <a:cubicBezTo>
                  <a:pt x="191678" y="99994"/>
                  <a:pt x="196076" y="100885"/>
                  <a:pt x="200706" y="100885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text-201 Abnormal">
            <a:extLst xmlns:a="http://schemas.openxmlformats.org/drawingml/2006/main">
              <a:ext uri="{FF2B5EF4-FFF2-40B4-BE49-F238E27FC236}">
                <a16:creationId xmlns:a16="http://schemas.microsoft.com/office/drawing/2014/main" id="{65B6CBEE-17EF-4FA5-BDB9-01FEA600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5213" y="395287"/>
            <a:ext cx="920175" cy="30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359" name="text-201 Frame">
            <a:extLst xmlns:a="http://schemas.openxmlformats.org/drawingml/2006/main">
              <a:ext uri="{FF2B5EF4-FFF2-40B4-BE49-F238E27FC236}">
                <a16:creationId xmlns:a16="http://schemas.microsoft.com/office/drawing/2014/main" id="{AB5B8678-FF3F-45C3-A2BF-C37A7529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06244" y="396484"/>
            <a:ext cx="591011" cy="30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Frame</a:t>
            </a:r>
          </a:p>
        </p:txBody>
      </p:sp>
    </p:spTree>
    <p:extLst>
      <p:ext uri="{BB962C8B-B14F-4D97-AF65-F5344CB8AC3E}">
        <p14:creationId xmlns:p14="http://schemas.microsoft.com/office/powerpoint/2010/main" val="1476884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2026-10-18T11:18:19.6980000Z</dcterms:created>
  <dcterms:modified xsi:type="dcterms:W3CDTF">2026-10-18T11:18:19.6980000Z</dcterms:modified>
</coreProperties>
</file>