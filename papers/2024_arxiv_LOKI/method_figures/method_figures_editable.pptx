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e7f3ed73c480a" /><Relationship Type="http://schemas.openxmlformats.org/officeDocument/2006/relationships/extended-properties" Target="/docProps/app.xml" Id="R459e11e2a7a849e5" /><Relationship Type="http://schemas.openxmlformats.org/officeDocument/2006/relationships/officeDocument" Target="/ppt/presentation.xml" Id="R501eb415fcb84d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536fb5f13246e9"/>
  </p:sldMasterIdLst>
  <p:notesMasterIdLst>
    <p:notesMasterId xmlns:r="http://schemas.openxmlformats.org/officeDocument/2006/relationships" r:id="R6f519e398b1e4a3e"/>
  </p:notesMasterIdLst>
  <p:sldIdLst>
    <p:sldId xmlns:r="http://schemas.openxmlformats.org/officeDocument/2006/relationships" id="256" r:id="Rbff1a9ac3eaf48d2"/>
    <p:sldId xmlns:r="http://schemas.openxmlformats.org/officeDocument/2006/relationships" id="257" r:id="R4d1a63b690df468e"/>
    <p:sldId xmlns:r="http://schemas.openxmlformats.org/officeDocument/2006/relationships" id="258" r:id="R7c03278be9b849a6"/>
    <p:sldId xmlns:r="http://schemas.openxmlformats.org/officeDocument/2006/relationships" id="259" r:id="R4d676093e32f495b"/>
  </p:sldIdLst>
  <p:sldSz cx="15240000" cy="130968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464cd6713e4f14" /><Relationship Type="http://schemas.openxmlformats.org/officeDocument/2006/relationships/slideMaster" Target="/ppt/slideMasters/slideMaster1.xml" Id="R12536fb5f13246e9" /><Relationship Type="http://schemas.openxmlformats.org/officeDocument/2006/relationships/notesMaster" Target="/ppt/notesMasters/notesMaster1.xml" Id="R6f519e398b1e4a3e" /><Relationship Type="http://schemas.openxmlformats.org/officeDocument/2006/relationships/presProps" Target="/ppt/presProps.xml" Id="R276a02d63e7d4877" /><Relationship Type="http://schemas.openxmlformats.org/officeDocument/2006/relationships/tableStyles" Target="/ppt/tableStyles.xml" Id="Re9a817ba973f4606" /><Relationship Type="http://schemas.openxmlformats.org/officeDocument/2006/relationships/slide" Target="/ppt/slides/slide1.xml" Id="Rbff1a9ac3eaf48d2" /><Relationship Type="http://schemas.openxmlformats.org/officeDocument/2006/relationships/slide" Target="/ppt/slides/slide2.xml" Id="R4d1a63b690df468e" /><Relationship Type="http://schemas.openxmlformats.org/officeDocument/2006/relationships/slide" Target="/ppt/slides/slide3.xml" Id="R7c03278be9b849a6" /><Relationship Type="http://schemas.openxmlformats.org/officeDocument/2006/relationships/slide" Target="/ppt/slides/slide4.xml" Id="R4d676093e32f49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ebc283c29043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6675" dist="55540" dir="3542175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ee713b59554fa6" /><Relationship Type="http://schemas.openxmlformats.org/officeDocument/2006/relationships/notesMaster" Target="/ppt/notesMasters/notesMaster1.xml" Id="R3e0746f0aaa946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7ff30fe8fa4c30" /><Relationship Type="http://schemas.openxmlformats.org/officeDocument/2006/relationships/notesMaster" Target="/ppt/notesMasters/notesMaster1.xml" Id="R5640e63af80d49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5c7a753f6a4d68" /><Relationship Type="http://schemas.openxmlformats.org/officeDocument/2006/relationships/notesMaster" Target="/ppt/notesMasters/notesMaster1.xml" Id="R0d859c40c6684a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bb776f730d44cd" /><Relationship Type="http://schemas.openxmlformats.org/officeDocument/2006/relationships/notesMaster" Target="/ppt/notesMasters/notesMaster1.xml" Id="R99e30e13c49344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LOKI benchmark overview</a:t>
            </a:r>
          </a:p>
          <a:p xmlns:a="http://schemas.openxmlformats.org/drawingml/2006/main">
            <a:r>
              <a:t>Source: https://arxiv.org/abs/2410.09732v2</a:t>
            </a:r>
          </a:p>
          <a:p xmlns:a="http://schemas.openxmlformats.org/drawingml/2006/main">
            <a:r>
              <a:t>Approved image: fig1_benchmark_overview.png; SHA-256: 284b51be9f93788870ee2a128734ef64910b50937f0ce421705376143cb6a52a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(56), whose internal pixels are not editable.</a:t>
            </a:r>
          </a:p>
          <a:p xmlns:a="http://schemas.openxmlformats.org/drawingml/2006/main">
            <a:r>
              <a:t>Font substitution: source PDF families mapped to Cambria, Gadugi, Times New Roman, Segoe Print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Multimodal anomaly annotation schema</a:t>
            </a:r>
          </a:p>
          <a:p xmlns:a="http://schemas.openxmlformats.org/drawingml/2006/main">
            <a:r>
              <a:t>Source: https://arxiv.org/abs/2410.09732v2</a:t>
            </a:r>
          </a:p>
          <a:p xmlns:a="http://schemas.openxmlformats.org/drawingml/2006/main">
            <a:r>
              <a:t>Approved image: fig3_multimodal_annotation_schema.png; SHA-256: 1fddfd439f3c5f5381c747063d209b2c31e69a0001c6c888d784b0eeacbe8792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(20), whose internal pixels are not editable.</a:t>
            </a:r>
          </a:p>
          <a:p xmlns:a="http://schemas.openxmlformats.org/drawingml/2006/main">
            <a:r>
              <a:t>Font substitution: source PDF families mapped to Times New Roman, Segoe Print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Multimodal synthetic-data annotation process</a:t>
            </a:r>
          </a:p>
          <a:p xmlns:a="http://schemas.openxmlformats.org/drawingml/2006/main">
            <a:r>
              <a:t>Source: https://arxiv.org/abs/2410.09732v2</a:t>
            </a:r>
          </a:p>
          <a:p xmlns:a="http://schemas.openxmlformats.org/drawingml/2006/main">
            <a:r>
              <a:t>Approved image: fig11_annotation_process_details.png; SHA-256: 04f86d3e577a011fc45d99ba9e8e8d7a3c3ea838dede80ec75ea25b53d6a6682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(26), whose internal pixels are not editable.</a:t>
            </a:r>
          </a:p>
          <a:p xmlns:a="http://schemas.openxmlformats.org/drawingml/2006/main">
            <a:r>
              <a:t>Font substitution: source PDF families mapped to Times New Roman, Consolas, Arial, DengXian, Calibri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GPT-4o evaluation pipeline</a:t>
            </a:r>
          </a:p>
          <a:p xmlns:a="http://schemas.openxmlformats.org/drawingml/2006/main">
            <a:r>
              <a:t>Source: https://arxiv.org/abs/2410.09732v2</a:t>
            </a:r>
          </a:p>
          <a:p xmlns:a="http://schemas.openxmlformats.org/drawingml/2006/main">
            <a:r>
              <a:t>Approved image: fig12_gpt4o_evaluation_pipeline.png; SHA-256: 501a6e99fcbd2c6e6c7982e5cb51557cad5112343f9ae88684af0dfa96752938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(7), whose internal pixels are not editable.</a:t>
            </a:r>
          </a:p>
          <a:p xmlns:a="http://schemas.openxmlformats.org/drawingml/2006/main">
            <a:r>
              <a:t>Font substitution: source PDF families mapped to Times New Roman, Calibri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b113e076a4b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7178423f947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9464ab78944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fe3ca50714b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f72f0803b44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25abb388f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DAB027-32CE-48E6-9FD6-273B04689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947708"/>
            <a:ext cx="12192000" cy="1891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E00782-FF27-460E-BB91-33B82E702A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7203281"/>
            <a:ext cx="10668000" cy="1455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671384-FBB6-4ABA-9B7B-23031CC72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5457031"/>
            <a:ext cx="12192000" cy="218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F8FB77-DA57-478F-BFEB-557F0B225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1018646"/>
            <a:ext cx="13525500" cy="1600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29D961-8032-4360-AA79-0FEF9B47CE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638021"/>
            <a:ext cx="13525500" cy="814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3BF874-A40B-415F-AEEE-3864DC2481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1018646"/>
            <a:ext cx="13525500" cy="1600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7F354F-EFAA-4233-96C1-B8B725CAE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638021"/>
            <a:ext cx="6286500" cy="814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F93EFA-A1AD-4631-8D1A-B788E5CCC1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3638021"/>
            <a:ext cx="6286500" cy="814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C353F9-9145-4080-91F2-E43919D5E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1018646"/>
            <a:ext cx="13525500" cy="1600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0A7C57-C5BE-46E4-A039-F8D0F12B1B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638021"/>
            <a:ext cx="6286500" cy="8149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66e590e4d143ff" /><Relationship Type="http://schemas.openxmlformats.org/officeDocument/2006/relationships/slideLayout" Target="/ppt/slideLayouts/slideLayout1.xml" Id="R6425e2a711714829" /><Relationship Type="http://schemas.openxmlformats.org/officeDocument/2006/relationships/slideLayout" Target="/ppt/slideLayouts/slideLayout2.xml" Id="Rc5171eada11746df" /><Relationship Type="http://schemas.openxmlformats.org/officeDocument/2006/relationships/slideLayout" Target="/ppt/slideLayouts/slideLayout3.xml" Id="R86a33500795f4194" /><Relationship Type="http://schemas.openxmlformats.org/officeDocument/2006/relationships/slideLayout" Target="/ppt/slideLayouts/slideLayout4.xml" Id="R813a767fda7246aa" /><Relationship Type="http://schemas.openxmlformats.org/officeDocument/2006/relationships/slideLayout" Target="/ppt/slideLayouts/slideLayout5.xml" Id="R7f2d405c02ac43e3" /><Relationship Type="http://schemas.openxmlformats.org/officeDocument/2006/relationships/slideLayout" Target="/ppt/slideLayouts/slideLayout6.xml" Id="Rfe2d38f23e5640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25e2a711714829"/>
    <p:sldLayoutId xmlns:r="http://schemas.openxmlformats.org/officeDocument/2006/relationships" id="2147483650" r:id="Rc5171eada11746df"/>
    <p:sldLayoutId xmlns:r="http://schemas.openxmlformats.org/officeDocument/2006/relationships" id="2147483651" r:id="R86a33500795f4194"/>
    <p:sldLayoutId xmlns:r="http://schemas.openxmlformats.org/officeDocument/2006/relationships" id="2147483652" r:id="R813a767fda7246aa"/>
    <p:sldLayoutId xmlns:r="http://schemas.openxmlformats.org/officeDocument/2006/relationships" id="2147483653" r:id="R7f2d405c02ac43e3"/>
    <p:sldLayoutId xmlns:r="http://schemas.openxmlformats.org/officeDocument/2006/relationships" id="2147483654" r:id="Rfe2d38f23e5640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6675" dist="55540" dir="3542175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6247c08144a6f" /><Relationship Type="http://schemas.openxmlformats.org/officeDocument/2006/relationships/image" Target="/ppt/media/image.png" Id="R062e79c2da3f4d0c" /><Relationship Type="http://schemas.openxmlformats.org/officeDocument/2006/relationships/image" Target="/ppt/media/image2.png" Id="R80393fe4445c497f" /><Relationship Type="http://schemas.openxmlformats.org/officeDocument/2006/relationships/image" Target="/ppt/media/image3.png" Id="R6df9d7ea940549d9" /><Relationship Type="http://schemas.openxmlformats.org/officeDocument/2006/relationships/image" Target="/ppt/media/image4.png" Id="R9a5cf0a8f80b4e4b" /><Relationship Type="http://schemas.openxmlformats.org/officeDocument/2006/relationships/image" Target="/ppt/media/image5.png" Id="R0ade3bf01ee54e4d" /><Relationship Type="http://schemas.openxmlformats.org/officeDocument/2006/relationships/image" Target="/ppt/media/image6.png" Id="Rd2d0bb1ae6274911" /><Relationship Type="http://schemas.openxmlformats.org/officeDocument/2006/relationships/image" Target="/ppt/media/image7.png" Id="Rab400d9d8b4546ba" /><Relationship Type="http://schemas.openxmlformats.org/officeDocument/2006/relationships/image" Target="/ppt/media/image8.png" Id="Rc70197a583c14710" /><Relationship Type="http://schemas.openxmlformats.org/officeDocument/2006/relationships/image" Target="/ppt/media/image9.png" Id="Rb0c6927918854c48" /><Relationship Type="http://schemas.openxmlformats.org/officeDocument/2006/relationships/image" Target="/ppt/media/image10.png" Id="R05f2e9af18d04455" /><Relationship Type="http://schemas.openxmlformats.org/officeDocument/2006/relationships/image" Target="/ppt/media/image11.png" Id="R5e71642923614bc3" /><Relationship Type="http://schemas.openxmlformats.org/officeDocument/2006/relationships/image" Target="/ppt/media/image12.png" Id="R9f3d3d70755540f0" /><Relationship Type="http://schemas.openxmlformats.org/officeDocument/2006/relationships/image" Target="/ppt/media/image13.png" Id="R36e99eb9538141b7" /><Relationship Type="http://schemas.openxmlformats.org/officeDocument/2006/relationships/image" Target="/ppt/media/image14.png" Id="R4c2b703027cf40be" /><Relationship Type="http://schemas.openxmlformats.org/officeDocument/2006/relationships/image" Target="/ppt/media/image15.png" Id="R5d2f322f3d274d0c" /><Relationship Type="http://schemas.openxmlformats.org/officeDocument/2006/relationships/image" Target="/ppt/media/image16.png" Id="R523c99cd970a4110" /><Relationship Type="http://schemas.openxmlformats.org/officeDocument/2006/relationships/image" Target="/ppt/media/image17.png" Id="R6352553015044c02" /><Relationship Type="http://schemas.openxmlformats.org/officeDocument/2006/relationships/image" Target="/ppt/media/image18.png" Id="Ra68ff029bb9a4f06" /><Relationship Type="http://schemas.openxmlformats.org/officeDocument/2006/relationships/image" Target="/ppt/media/image19.png" Id="Ra6584d8ec772447d" /><Relationship Type="http://schemas.openxmlformats.org/officeDocument/2006/relationships/image" Target="/ppt/media/image20.png" Id="R43c3bc90c0a9462d" /><Relationship Type="http://schemas.openxmlformats.org/officeDocument/2006/relationships/image" Target="/ppt/media/image21.png" Id="R0f27034637be486b" /><Relationship Type="http://schemas.openxmlformats.org/officeDocument/2006/relationships/image" Target="/ppt/media/image22.png" Id="Rcd32807e7a1b4a13" /><Relationship Type="http://schemas.openxmlformats.org/officeDocument/2006/relationships/image" Target="/ppt/media/image23.png" Id="R041f5c8980a3412d" /><Relationship Type="http://schemas.openxmlformats.org/officeDocument/2006/relationships/image" Target="/ppt/media/image24.png" Id="R1c74faa73075455c" /><Relationship Type="http://schemas.openxmlformats.org/officeDocument/2006/relationships/image" Target="/ppt/media/image25.png" Id="R1662afbf1d01447f" /><Relationship Type="http://schemas.openxmlformats.org/officeDocument/2006/relationships/image" Target="/ppt/media/image26.png" Id="R0e601e42cc164f95" /><Relationship Type="http://schemas.openxmlformats.org/officeDocument/2006/relationships/image" Target="/ppt/media/image27.png" Id="R3847052cf6444657" /><Relationship Type="http://schemas.openxmlformats.org/officeDocument/2006/relationships/image" Target="/ppt/media/image28.png" Id="R45af18257c4c4785" /><Relationship Type="http://schemas.openxmlformats.org/officeDocument/2006/relationships/image" Target="/ppt/media/image29.png" Id="Rd8c075e62c144a30" /><Relationship Type="http://schemas.openxmlformats.org/officeDocument/2006/relationships/image" Target="/ppt/media/image30.png" Id="R71934963a8a64f33" /><Relationship Type="http://schemas.openxmlformats.org/officeDocument/2006/relationships/image" Target="/ppt/media/image31.png" Id="R4200909935fd425a" /><Relationship Type="http://schemas.openxmlformats.org/officeDocument/2006/relationships/image" Target="/ppt/media/image32.png" Id="R2f8f2475465f4001" /><Relationship Type="http://schemas.openxmlformats.org/officeDocument/2006/relationships/image" Target="/ppt/media/image33.png" Id="R3a1fab2d8d9d4985" /><Relationship Type="http://schemas.openxmlformats.org/officeDocument/2006/relationships/image" Target="/ppt/media/image34.png" Id="Rb890930b6d4d47db" /><Relationship Type="http://schemas.openxmlformats.org/officeDocument/2006/relationships/image" Target="/ppt/media/image35.png" Id="R3c25b4f0b2a345a0" /><Relationship Type="http://schemas.openxmlformats.org/officeDocument/2006/relationships/image" Target="/ppt/media/image36.png" Id="R4a43494f7b5f4a18" /><Relationship Type="http://schemas.openxmlformats.org/officeDocument/2006/relationships/image" Target="/ppt/media/image37.png" Id="R6e57abb469e04c3a" /><Relationship Type="http://schemas.openxmlformats.org/officeDocument/2006/relationships/image" Target="/ppt/media/image38.png" Id="R734dd26292224e54" /><Relationship Type="http://schemas.openxmlformats.org/officeDocument/2006/relationships/image" Target="/ppt/media/image39.png" Id="R164412732850449f" /><Relationship Type="http://schemas.openxmlformats.org/officeDocument/2006/relationships/image" Target="/ppt/media/image40.png" Id="R732ae1ecbdf7418f" /><Relationship Type="http://schemas.openxmlformats.org/officeDocument/2006/relationships/image" Target="/ppt/media/image41.png" Id="R43504318f41642c9" /><Relationship Type="http://schemas.openxmlformats.org/officeDocument/2006/relationships/image" Target="/ppt/media/image42.png" Id="R4ba6f68683084ea5" /><Relationship Type="http://schemas.openxmlformats.org/officeDocument/2006/relationships/image" Target="/ppt/media/image43.png" Id="Rd4c08f6d26ad4844" /><Relationship Type="http://schemas.openxmlformats.org/officeDocument/2006/relationships/image" Target="/ppt/media/image44.png" Id="Rbff8fe8d72eb4bc4" /><Relationship Type="http://schemas.openxmlformats.org/officeDocument/2006/relationships/image" Target="/ppt/media/image45.png" Id="Ra45fb6342f0c4322" /><Relationship Type="http://schemas.openxmlformats.org/officeDocument/2006/relationships/image" Target="/ppt/media/image46.png" Id="Rf964faa2502a4559" /><Relationship Type="http://schemas.openxmlformats.org/officeDocument/2006/relationships/image" Target="/ppt/media/image47.png" Id="Rf5419bf4fcca4b8d" /><Relationship Type="http://schemas.openxmlformats.org/officeDocument/2006/relationships/image" Target="/ppt/media/image48.png" Id="Rc1256a71bfe34421" /><Relationship Type="http://schemas.openxmlformats.org/officeDocument/2006/relationships/image" Target="/ppt/media/image49.png" Id="Raf8d0041a01946f3" /><Relationship Type="http://schemas.openxmlformats.org/officeDocument/2006/relationships/image" Target="/ppt/media/image50.png" Id="R3257c194b22d4998" /><Relationship Type="http://schemas.openxmlformats.org/officeDocument/2006/relationships/image" Target="/ppt/media/image51.png" Id="Rcf5d06a83b924b2d" /><Relationship Type="http://schemas.openxmlformats.org/officeDocument/2006/relationships/image" Target="/ppt/media/image52.png" Id="R3c0edde43bf84fa2" /><Relationship Type="http://schemas.openxmlformats.org/officeDocument/2006/relationships/image" Target="/ppt/media/image53.png" Id="Rc582abbd53f3479d" /><Relationship Type="http://schemas.openxmlformats.org/officeDocument/2006/relationships/image" Target="/ppt/media/image54.png" Id="Red66c6e89ce541f3" /><Relationship Type="http://schemas.openxmlformats.org/officeDocument/2006/relationships/image" Target="/ppt/media/image55.png" Id="R7ed4375af53546a7" /><Relationship Type="http://schemas.openxmlformats.org/officeDocument/2006/relationships/image" Target="/ppt/media/image56.png" Id="Rb6482dd463854c94" /><Relationship Type="http://schemas.openxmlformats.org/officeDocument/2006/relationships/notesSlide" Target="/ppt/notesSlides/notesSlide1.xml" Id="Ra63d4bf3a8394b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2ae9706724284" /><Relationship Type="http://schemas.openxmlformats.org/officeDocument/2006/relationships/image" Target="/ppt/media/image57.png" Id="Rcac87ed5c1cd49d3" /><Relationship Type="http://schemas.openxmlformats.org/officeDocument/2006/relationships/image" Target="/ppt/media/image58.png" Id="Rdfe5ad1a6ca14ec0" /><Relationship Type="http://schemas.openxmlformats.org/officeDocument/2006/relationships/image" Target="/ppt/media/image59.png" Id="Rb23e17f4d37c4f92" /><Relationship Type="http://schemas.openxmlformats.org/officeDocument/2006/relationships/image" Target="/ppt/media/image60.png" Id="Reac02734772d4e67" /><Relationship Type="http://schemas.openxmlformats.org/officeDocument/2006/relationships/image" Target="/ppt/media/image61.png" Id="Rdf220824a96e4437" /><Relationship Type="http://schemas.openxmlformats.org/officeDocument/2006/relationships/image" Target="/ppt/media/image62.png" Id="R7383174c71344e72" /><Relationship Type="http://schemas.openxmlformats.org/officeDocument/2006/relationships/image" Target="/ppt/media/image63.png" Id="Rfbe6fdae90c54556" /><Relationship Type="http://schemas.openxmlformats.org/officeDocument/2006/relationships/image" Target="/ppt/media/image64.png" Id="R43c9d3596ddf4b0b" /><Relationship Type="http://schemas.openxmlformats.org/officeDocument/2006/relationships/image" Target="/ppt/media/image65.png" Id="R1e48ddae1de849e6" /><Relationship Type="http://schemas.openxmlformats.org/officeDocument/2006/relationships/image" Target="/ppt/media/image66.png" Id="R0537d70983e949e2" /><Relationship Type="http://schemas.openxmlformats.org/officeDocument/2006/relationships/image" Target="/ppt/media/image67.png" Id="R84d40afbe8f64892" /><Relationship Type="http://schemas.openxmlformats.org/officeDocument/2006/relationships/image" Target="/ppt/media/image68.png" Id="R675af20fdf6c4da6" /><Relationship Type="http://schemas.openxmlformats.org/officeDocument/2006/relationships/image" Target="/ppt/media/image69.png" Id="Rb2e22fbfec594f49" /><Relationship Type="http://schemas.openxmlformats.org/officeDocument/2006/relationships/image" Target="/ppt/media/image70.png" Id="R862ce64ac6a64137" /><Relationship Type="http://schemas.openxmlformats.org/officeDocument/2006/relationships/image" Target="/ppt/media/image71.png" Id="Rd2f5f5b9e0304aad" /><Relationship Type="http://schemas.openxmlformats.org/officeDocument/2006/relationships/image" Target="/ppt/media/image72.png" Id="R2a0cb935bcd048d8" /><Relationship Type="http://schemas.openxmlformats.org/officeDocument/2006/relationships/image" Target="/ppt/media/image73.png" Id="R84be66db6af142a3" /><Relationship Type="http://schemas.openxmlformats.org/officeDocument/2006/relationships/image" Target="/ppt/media/image74.png" Id="R07eab8cd43194852" /><Relationship Type="http://schemas.openxmlformats.org/officeDocument/2006/relationships/image" Target="/ppt/media/image75.png" Id="R68904c4aa81e4015" /><Relationship Type="http://schemas.openxmlformats.org/officeDocument/2006/relationships/image" Target="/ppt/media/image76.png" Id="R9b106bb651b64765" /><Relationship Type="http://schemas.openxmlformats.org/officeDocument/2006/relationships/notesSlide" Target="/ppt/notesSlides/notesSlide2.xml" Id="R553da6e3e19a4b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5a0dbc0f1c4c36" /><Relationship Type="http://schemas.openxmlformats.org/officeDocument/2006/relationships/image" Target="/ppt/media/image77.png" Id="Rd4283edb28f44971" /><Relationship Type="http://schemas.openxmlformats.org/officeDocument/2006/relationships/image" Target="/ppt/media/image78.png" Id="R85e19777717d4a9c" /><Relationship Type="http://schemas.openxmlformats.org/officeDocument/2006/relationships/image" Target="/ppt/media/image79.png" Id="R7741123c59424a44" /><Relationship Type="http://schemas.openxmlformats.org/officeDocument/2006/relationships/image" Target="/ppt/media/image80.png" Id="R864f2aea7c55412e" /><Relationship Type="http://schemas.openxmlformats.org/officeDocument/2006/relationships/image" Target="/ppt/media/image81.png" Id="Rb7e352020c5245b5" /><Relationship Type="http://schemas.openxmlformats.org/officeDocument/2006/relationships/image" Target="/ppt/media/image82.png" Id="Re9126748ec50468a" /><Relationship Type="http://schemas.openxmlformats.org/officeDocument/2006/relationships/image" Target="/ppt/media/image83.png" Id="R2a67e3f3851e4f6b" /><Relationship Type="http://schemas.openxmlformats.org/officeDocument/2006/relationships/image" Target="/ppt/media/image84.png" Id="Rb663ea4151ef411f" /><Relationship Type="http://schemas.openxmlformats.org/officeDocument/2006/relationships/image" Target="/ppt/media/image85.png" Id="R9850cab5eba24ee4" /><Relationship Type="http://schemas.openxmlformats.org/officeDocument/2006/relationships/image" Target="/ppt/media/image86.png" Id="R1c880b3f9f954bef" /><Relationship Type="http://schemas.openxmlformats.org/officeDocument/2006/relationships/image" Target="/ppt/media/image87.png" Id="R8834b93477914988" /><Relationship Type="http://schemas.openxmlformats.org/officeDocument/2006/relationships/image" Target="/ppt/media/image88.png" Id="R5a4345cef56e4700" /><Relationship Type="http://schemas.openxmlformats.org/officeDocument/2006/relationships/image" Target="/ppt/media/image89.png" Id="R0c2fe8718d8e4149" /><Relationship Type="http://schemas.openxmlformats.org/officeDocument/2006/relationships/image" Target="/ppt/media/image90.png" Id="Rfa7007f07ade4fd7" /><Relationship Type="http://schemas.openxmlformats.org/officeDocument/2006/relationships/image" Target="/ppt/media/image91.png" Id="Rfb634bea71724c79" /><Relationship Type="http://schemas.openxmlformats.org/officeDocument/2006/relationships/image" Target="/ppt/media/image92.png" Id="R828a6f7582b54e3d" /><Relationship Type="http://schemas.openxmlformats.org/officeDocument/2006/relationships/image" Target="/ppt/media/image93.png" Id="Rf58ce8580165424c" /><Relationship Type="http://schemas.openxmlformats.org/officeDocument/2006/relationships/image" Target="/ppt/media/image94.png" Id="Rd97ab4c8d0574ef7" /><Relationship Type="http://schemas.openxmlformats.org/officeDocument/2006/relationships/image" Target="/ppt/media/image95.png" Id="Rb307b5c735344a73" /><Relationship Type="http://schemas.openxmlformats.org/officeDocument/2006/relationships/image" Target="/ppt/media/image96.png" Id="R32e2cea774d14c83" /><Relationship Type="http://schemas.openxmlformats.org/officeDocument/2006/relationships/image" Target="/ppt/media/image97.png" Id="Rdf68f63a2b5647fe" /><Relationship Type="http://schemas.openxmlformats.org/officeDocument/2006/relationships/image" Target="/ppt/media/image98.png" Id="R28896659ee3b45bc" /><Relationship Type="http://schemas.openxmlformats.org/officeDocument/2006/relationships/image" Target="/ppt/media/image99.png" Id="R2ef66ed191e34e14" /><Relationship Type="http://schemas.openxmlformats.org/officeDocument/2006/relationships/image" Target="/ppt/media/image100.png" Id="R514a09ab50c040f7" /><Relationship Type="http://schemas.openxmlformats.org/officeDocument/2006/relationships/image" Target="/ppt/media/image101.png" Id="R2985a8c0a20a4c89" /><Relationship Type="http://schemas.openxmlformats.org/officeDocument/2006/relationships/image" Target="/ppt/media/image102.png" Id="R14517891aa5d4945" /><Relationship Type="http://schemas.openxmlformats.org/officeDocument/2006/relationships/notesSlide" Target="/ppt/notesSlides/notesSlide3.xml" Id="R7c8204ab774d45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cb829e9cb4143" /><Relationship Type="http://schemas.openxmlformats.org/officeDocument/2006/relationships/image" Target="/ppt/media/image103.png" Id="R455ee46f61f145ee" /><Relationship Type="http://schemas.openxmlformats.org/officeDocument/2006/relationships/image" Target="/ppt/media/image104.png" Id="R4be587deaa8748e9" /><Relationship Type="http://schemas.openxmlformats.org/officeDocument/2006/relationships/image" Target="/ppt/media/image105.png" Id="R29ef97d1932e49c3" /><Relationship Type="http://schemas.openxmlformats.org/officeDocument/2006/relationships/image" Target="/ppt/media/image106.png" Id="Rab9d6430c27e48e2" /><Relationship Type="http://schemas.openxmlformats.org/officeDocument/2006/relationships/image" Target="/ppt/media/image107.png" Id="R049bafec4e344edf" /><Relationship Type="http://schemas.openxmlformats.org/officeDocument/2006/relationships/image" Target="/ppt/media/image108.png" Id="R9e95d7f49cd941cd" /><Relationship Type="http://schemas.openxmlformats.org/officeDocument/2006/relationships/image" Target="/ppt/media/image109.png" Id="R3afdb5d4d9bb4410" /><Relationship Type="http://schemas.openxmlformats.org/officeDocument/2006/relationships/notesSlide" Target="/ppt/notesSlides/notesSlide4.xml" Id="R6d46ffdb1da440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4" name="path-1">
            <a:extLst xmlns:a="http://schemas.openxmlformats.org/drawingml/2006/main">
              <a:ext uri="{FF2B5EF4-FFF2-40B4-BE49-F238E27FC236}">
                <a16:creationId xmlns:a16="http://schemas.microsoft.com/office/drawing/2014/main" id="{9898B0CD-000B-4CC5-99B2-87904A6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2" y="1692348"/>
            <a:ext cx="15087918" cy="9737652"/>
          </a:xfrm>
          <a:custGeom xmlns:a="http://schemas.openxmlformats.org/drawingml/2006/main">
            <a:pathLst>
              <a:path w="15087918" h="9737652">
                <a:moveTo>
                  <a:pt x="15087918" y="0"/>
                </a:moveTo>
                <a:lnTo>
                  <a:pt x="0" y="0"/>
                </a:lnTo>
                <a:lnTo>
                  <a:pt x="0" y="9737652"/>
                </a:lnTo>
                <a:lnTo>
                  <a:pt x="15087918" y="9737652"/>
                </a:lnTo>
                <a:lnTo>
                  <a:pt x="1508791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495BD-4AA8-4A9D-BE0E-A0BF4AF68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e79c2da3f4d0c"/>
          <a:stretch xmlns:a="http://schemas.openxmlformats.org/drawingml/2006/main"/>
        </p:blipFill>
        <p:spPr>
          <a:xfrm xmlns:a="http://schemas.openxmlformats.org/drawingml/2006/main">
            <a:off x="304800" y="2057400"/>
            <a:ext cx="14544675" cy="4714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C6AB2-EE67-47F5-8C16-1FB4BC9E2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93fe4445c497f"/>
          <a:stretch xmlns:a="http://schemas.openxmlformats.org/drawingml/2006/main"/>
        </p:blipFill>
        <p:spPr>
          <a:xfrm xmlns:a="http://schemas.openxmlformats.org/drawingml/2006/main">
            <a:off x="285750" y="6762750"/>
            <a:ext cx="14620875" cy="666750"/>
          </a:xfrm>
          <a:prstGeom xmlns:a="http://schemas.openxmlformats.org/drawingml/2006/main" prst="rect">
            <a:avLst/>
          </a:prstGeom>
        </p:spPr>
      </p:pic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35765C79-5D17-4D50-9CCD-C5F9882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99" y="7396185"/>
            <a:ext cx="3635397" cy="3843328"/>
          </a:xfrm>
          <a:custGeom xmlns:a="http://schemas.openxmlformats.org/drawingml/2006/main">
            <a:pathLst>
              <a:path w="3635397" h="3843328">
                <a:moveTo>
                  <a:pt x="0" y="0"/>
                </a:moveTo>
                <a:lnTo>
                  <a:pt x="3635397" y="0"/>
                </a:lnTo>
                <a:lnTo>
                  <a:pt x="3635397" y="3843328"/>
                </a:lnTo>
                <a:lnTo>
                  <a:pt x="0" y="3843328"/>
                </a:lnTo>
                <a:close/>
              </a:path>
            </a:pathLst>
          </a:cu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93F100E5-5800-499A-B515-6E8744B5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14" y="7450545"/>
            <a:ext cx="3503572" cy="1185072"/>
          </a:xfrm>
          <a:custGeom xmlns:a="http://schemas.openxmlformats.org/drawingml/2006/main">
            <a:pathLst>
              <a:path w="3503572" h="1185072">
                <a:moveTo>
                  <a:pt x="0" y="0"/>
                </a:moveTo>
                <a:lnTo>
                  <a:pt x="3503572" y="0"/>
                </a:lnTo>
                <a:lnTo>
                  <a:pt x="3503572" y="1185072"/>
                </a:lnTo>
                <a:lnTo>
                  <a:pt x="0" y="1185072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6 Video">
            <a:extLst xmlns:a="http://schemas.openxmlformats.org/drawingml/2006/main">
              <a:ext uri="{FF2B5EF4-FFF2-40B4-BE49-F238E27FC236}">
                <a16:creationId xmlns:a16="http://schemas.microsoft.com/office/drawing/2014/main" id="{AE528B7D-CA2D-41D7-B0E9-ECEC080E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6738" y="7419678"/>
            <a:ext cx="575417" cy="28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Video</a:t>
            </a:r>
          </a:p>
        </p:txBody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A8E58317-0AD0-43AC-AE73-385A2F1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340" y="7398903"/>
            <a:ext cx="3846047" cy="3841969"/>
          </a:xfrm>
          <a:custGeom xmlns:a="http://schemas.openxmlformats.org/drawingml/2006/main">
            <a:pathLst>
              <a:path w="3846047" h="3841969">
                <a:moveTo>
                  <a:pt x="0" y="0"/>
                </a:moveTo>
                <a:lnTo>
                  <a:pt x="3846047" y="0"/>
                </a:lnTo>
                <a:lnTo>
                  <a:pt x="3846047" y="3841969"/>
                </a:lnTo>
                <a:lnTo>
                  <a:pt x="0" y="3841969"/>
                </a:lnTo>
                <a:close/>
              </a:path>
            </a:pathLst>
          </a:cu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0BB29291-4554-455B-BC16-DBE080F1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278" y="7401621"/>
            <a:ext cx="3595986" cy="3837892"/>
          </a:xfrm>
          <a:custGeom xmlns:a="http://schemas.openxmlformats.org/drawingml/2006/main">
            <a:pathLst>
              <a:path w="3595986" h="3837892">
                <a:moveTo>
                  <a:pt x="0" y="0"/>
                </a:moveTo>
                <a:lnTo>
                  <a:pt x="3595986" y="0"/>
                </a:lnTo>
                <a:lnTo>
                  <a:pt x="3595986" y="3837892"/>
                </a:lnTo>
                <a:lnTo>
                  <a:pt x="0" y="3837892"/>
                </a:lnTo>
                <a:close/>
              </a:path>
            </a:pathLst>
          </a:custGeom>
          <a:solidFill xmlns:a="http://schemas.openxmlformats.org/drawingml/2006/main">
            <a:srgbClr val="FC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6E59DBB8-3DD7-4370-BB18-B1567EAD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951" y="7400262"/>
            <a:ext cx="3476391" cy="3825660"/>
          </a:xfrm>
          <a:custGeom xmlns:a="http://schemas.openxmlformats.org/drawingml/2006/main">
            <a:pathLst>
              <a:path w="3476391" h="3825660">
                <a:moveTo>
                  <a:pt x="0" y="0"/>
                </a:moveTo>
                <a:lnTo>
                  <a:pt x="3476391" y="0"/>
                </a:lnTo>
                <a:lnTo>
                  <a:pt x="3476391" y="3825660"/>
                </a:lnTo>
                <a:lnTo>
                  <a:pt x="0" y="3825660"/>
                </a:lnTo>
                <a:close/>
              </a:path>
            </a:pathLst>
          </a:custGeom>
          <a:solidFill xmlns:a="http://schemas.openxmlformats.org/drawingml/2006/main">
            <a:srgbClr val="F7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0 Synthesis">
            <a:extLst xmlns:a="http://schemas.openxmlformats.org/drawingml/2006/main">
              <a:ext uri="{FF2B5EF4-FFF2-40B4-BE49-F238E27FC236}">
                <a16:creationId xmlns:a16="http://schemas.microsoft.com/office/drawing/2014/main" id="{B47CA261-6B30-4237-87C5-61C27AA1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2118" y="7484504"/>
            <a:ext cx="926211" cy="286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Synthesis</a:t>
            </a:r>
          </a:p>
        </p:txBody>
      </p:sp>
      <p:sp>
        <p:nvSpPr>
          <p:cNvPr id="11" name="text-10 or">
            <a:extLst xmlns:a="http://schemas.openxmlformats.org/drawingml/2006/main">
              <a:ext uri="{FF2B5EF4-FFF2-40B4-BE49-F238E27FC236}">
                <a16:creationId xmlns:a16="http://schemas.microsoft.com/office/drawing/2014/main" id="{7ECC7C5F-B447-438A-935D-5EA183FA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731" y="7485057"/>
            <a:ext cx="246758" cy="28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or</a:t>
            </a:r>
          </a:p>
        </p:txBody>
      </p:sp>
      <p:sp>
        <p:nvSpPr>
          <p:cNvPr id="12" name="text-10 Real">
            <a:extLst xmlns:a="http://schemas.openxmlformats.org/drawingml/2006/main">
              <a:ext uri="{FF2B5EF4-FFF2-40B4-BE49-F238E27FC236}">
                <a16:creationId xmlns:a16="http://schemas.microsoft.com/office/drawing/2014/main" id="{8CB7EB4D-1FBB-4B18-976D-5B962F09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7938" y="7485343"/>
            <a:ext cx="447232" cy="285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Real</a:t>
            </a:r>
          </a:p>
        </p:txBody>
      </p:sp>
      <p:sp>
        <p:nvSpPr>
          <p:cNvPr id="13" name="text-10 Label:">
            <a:extLst xmlns:a="http://schemas.openxmlformats.org/drawingml/2006/main">
              <a:ext uri="{FF2B5EF4-FFF2-40B4-BE49-F238E27FC236}">
                <a16:creationId xmlns:a16="http://schemas.microsoft.com/office/drawing/2014/main" id="{AE1F09B0-6918-4BFE-9AB7-51B8F9B9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3348" y="7484709"/>
            <a:ext cx="607510" cy="285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Label:</a:t>
            </a:r>
          </a:p>
        </p:txBody>
      </p:sp>
      <p:sp>
        <p:nvSpPr>
          <p:cNvPr id="14" name="path-11">
            <a:extLst xmlns:a="http://schemas.openxmlformats.org/drawingml/2006/main">
              <a:ext uri="{FF2B5EF4-FFF2-40B4-BE49-F238E27FC236}">
                <a16:creationId xmlns:a16="http://schemas.microsoft.com/office/drawing/2014/main" id="{875EE5C1-D812-401F-84D7-892B3EB9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211" y="7699021"/>
            <a:ext cx="2212496" cy="14950"/>
          </a:xfrm>
          <a:custGeom xmlns:a="http://schemas.openxmlformats.org/drawingml/2006/main">
            <a:pathLst>
              <a:path w="2212496" h="14950">
                <a:moveTo>
                  <a:pt x="0" y="0"/>
                </a:moveTo>
                <a:lnTo>
                  <a:pt x="737499" y="0"/>
                </a:lnTo>
                <a:lnTo>
                  <a:pt x="1474997" y="0"/>
                </a:lnTo>
                <a:lnTo>
                  <a:pt x="2212496" y="0"/>
                </a:lnTo>
                <a:lnTo>
                  <a:pt x="2212496" y="14950"/>
                </a:lnTo>
                <a:lnTo>
                  <a:pt x="1474997" y="14950"/>
                </a:lnTo>
                <a:lnTo>
                  <a:pt x="737499" y="14950"/>
                </a:lnTo>
                <a:lnTo>
                  <a:pt x="0" y="149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2 Abnormal">
            <a:extLst xmlns:a="http://schemas.openxmlformats.org/drawingml/2006/main">
              <a:ext uri="{FF2B5EF4-FFF2-40B4-BE49-F238E27FC236}">
                <a16:creationId xmlns:a16="http://schemas.microsoft.com/office/drawing/2014/main" id="{E4E00348-8522-426F-8863-90CDA2AE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5141" y="9593143"/>
            <a:ext cx="949287" cy="285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Abnormal</a:t>
            </a:r>
          </a:p>
        </p:txBody>
      </p:sp>
      <p:sp>
        <p:nvSpPr>
          <p:cNvPr id="16" name="text-12 Details">
            <a:extLst xmlns:a="http://schemas.openxmlformats.org/drawingml/2006/main">
              <a:ext uri="{FF2B5EF4-FFF2-40B4-BE49-F238E27FC236}">
                <a16:creationId xmlns:a16="http://schemas.microsoft.com/office/drawing/2014/main" id="{6BF9F8F1-4842-416B-A676-55F8EE7E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4274" y="9592631"/>
            <a:ext cx="678560" cy="285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Details</a:t>
            </a:r>
          </a:p>
        </p:txBody>
      </p:sp>
      <p:sp>
        <p:nvSpPr>
          <p:cNvPr id="17" name="text-12 Selection">
            <a:extLst xmlns:a="http://schemas.openxmlformats.org/drawingml/2006/main">
              <a:ext uri="{FF2B5EF4-FFF2-40B4-BE49-F238E27FC236}">
                <a16:creationId xmlns:a16="http://schemas.microsoft.com/office/drawing/2014/main" id="{675B3A7E-61CF-45B0-AB3A-98485461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3098" y="9592464"/>
            <a:ext cx="860033" cy="286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Selection</a:t>
            </a:r>
          </a:p>
        </p:txBody>
      </p:sp>
      <p:sp>
        <p:nvSpPr>
          <p:cNvPr id="18" name="path-13">
            <a:extLst xmlns:a="http://schemas.openxmlformats.org/drawingml/2006/main">
              <a:ext uri="{FF2B5EF4-FFF2-40B4-BE49-F238E27FC236}">
                <a16:creationId xmlns:a16="http://schemas.microsoft.com/office/drawing/2014/main" id="{F4C46B9F-A519-42DA-B575-EBB65F87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541" y="8681825"/>
            <a:ext cx="1768094" cy="1126633"/>
          </a:xfrm>
          <a:custGeom xmlns:a="http://schemas.openxmlformats.org/drawingml/2006/main">
            <a:pathLst>
              <a:path w="1768094" h="1126633">
                <a:moveTo>
                  <a:pt x="0" y="0"/>
                </a:moveTo>
                <a:lnTo>
                  <a:pt x="1768094" y="0"/>
                </a:lnTo>
                <a:lnTo>
                  <a:pt x="1768094" y="1126633"/>
                </a:lnTo>
                <a:lnTo>
                  <a:pt x="0" y="1126633"/>
                </a:lnTo>
                <a:close/>
              </a:path>
            </a:pathLst>
          </a:custGeom>
          <a:solidFill xmlns:a="http://schemas.openxmlformats.org/drawingml/2006/main">
            <a:srgbClr val="F7F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4">
            <a:extLst xmlns:a="http://schemas.openxmlformats.org/drawingml/2006/main">
              <a:ext uri="{FF2B5EF4-FFF2-40B4-BE49-F238E27FC236}">
                <a16:creationId xmlns:a16="http://schemas.microsoft.com/office/drawing/2014/main" id="{56DA1E8C-3B8B-43AE-B963-937942C4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37" y="9883203"/>
            <a:ext cx="1683834" cy="1281563"/>
          </a:xfrm>
          <a:custGeom xmlns:a="http://schemas.openxmlformats.org/drawingml/2006/main">
            <a:pathLst>
              <a:path w="1683834" h="1281563">
                <a:moveTo>
                  <a:pt x="0" y="0"/>
                </a:moveTo>
                <a:lnTo>
                  <a:pt x="1683834" y="0"/>
                </a:lnTo>
                <a:lnTo>
                  <a:pt x="1683834" y="1281563"/>
                </a:lnTo>
                <a:lnTo>
                  <a:pt x="0" y="1281563"/>
                </a:lnTo>
                <a:close/>
              </a:path>
            </a:pathLst>
          </a:custGeom>
          <a:solidFill xmlns:a="http://schemas.openxmlformats.org/drawingml/2006/main">
            <a:srgbClr val="F4F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15">
            <a:extLst xmlns:a="http://schemas.openxmlformats.org/drawingml/2006/main">
              <a:ext uri="{FF2B5EF4-FFF2-40B4-BE49-F238E27FC236}">
                <a16:creationId xmlns:a16="http://schemas.microsoft.com/office/drawing/2014/main" id="{0CD99F5A-EE78-4F69-9A1E-243FD351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874" y="9880486"/>
            <a:ext cx="1762658" cy="1284281"/>
          </a:xfrm>
          <a:custGeom xmlns:a="http://schemas.openxmlformats.org/drawingml/2006/main">
            <a:pathLst>
              <a:path w="1762658" h="1284281">
                <a:moveTo>
                  <a:pt x="0" y="0"/>
                </a:moveTo>
                <a:lnTo>
                  <a:pt x="1762658" y="0"/>
                </a:lnTo>
                <a:lnTo>
                  <a:pt x="1762658" y="1284281"/>
                </a:lnTo>
                <a:lnTo>
                  <a:pt x="0" y="1284281"/>
                </a:lnTo>
                <a:close/>
              </a:path>
            </a:pathLst>
          </a:custGeom>
          <a:solidFill xmlns:a="http://schemas.openxmlformats.org/drawingml/2006/main">
            <a:srgbClr val="F9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16 3D">
            <a:extLst xmlns:a="http://schemas.openxmlformats.org/drawingml/2006/main">
              <a:ext uri="{FF2B5EF4-FFF2-40B4-BE49-F238E27FC236}">
                <a16:creationId xmlns:a16="http://schemas.microsoft.com/office/drawing/2014/main" id="{A790C8FF-5B98-4F38-A3DC-6F4E5A09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1241" y="8725421"/>
            <a:ext cx="335662" cy="318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9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3D</a:t>
            </a:r>
          </a:p>
        </p:txBody>
      </p:sp>
      <p:sp>
        <p:nvSpPr>
          <p:cNvPr id="22" name="text-17 Text">
            <a:extLst xmlns:a="http://schemas.openxmlformats.org/drawingml/2006/main">
              <a:ext uri="{FF2B5EF4-FFF2-40B4-BE49-F238E27FC236}">
                <a16:creationId xmlns:a16="http://schemas.microsoft.com/office/drawing/2014/main" id="{829C505F-B401-433A-AE41-2D32DB52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927" y="9883344"/>
            <a:ext cx="435557" cy="28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Text</a:t>
            </a:r>
          </a:p>
        </p:txBody>
      </p:sp>
      <p:sp>
        <p:nvSpPr>
          <p:cNvPr id="23" name="text-18 Audio">
            <a:extLst xmlns:a="http://schemas.openxmlformats.org/drawingml/2006/main">
              <a:ext uri="{FF2B5EF4-FFF2-40B4-BE49-F238E27FC236}">
                <a16:creationId xmlns:a16="http://schemas.microsoft.com/office/drawing/2014/main" id="{8B427FBB-4F2A-4CEB-8DA6-B3F11B01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3030" y="9874776"/>
            <a:ext cx="590112" cy="286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</a:t>
            </a:r>
          </a:p>
        </p:txBody>
      </p:sp>
      <p:sp>
        <p:nvSpPr>
          <p:cNvPr id="24" name="text-19 These">
            <a:extLst xmlns:a="http://schemas.openxmlformats.org/drawingml/2006/main">
              <a:ext uri="{FF2B5EF4-FFF2-40B4-BE49-F238E27FC236}">
                <a16:creationId xmlns:a16="http://schemas.microsoft.com/office/drawing/2014/main" id="{4A54A7DB-B37E-41B7-A567-118720D8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10138391"/>
            <a:ext cx="327698" cy="167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These</a:t>
            </a:r>
          </a:p>
        </p:txBody>
      </p:sp>
      <p:sp>
        <p:nvSpPr>
          <p:cNvPr id="25" name="text-19 are">
            <a:extLst xmlns:a="http://schemas.openxmlformats.org/drawingml/2006/main">
              <a:ext uri="{FF2B5EF4-FFF2-40B4-BE49-F238E27FC236}">
                <a16:creationId xmlns:a16="http://schemas.microsoft.com/office/drawing/2014/main" id="{3D214990-6712-48D4-938B-938079A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310" y="10138013"/>
            <a:ext cx="187123" cy="16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are</a:t>
            </a:r>
          </a:p>
        </p:txBody>
      </p:sp>
      <p:sp>
        <p:nvSpPr>
          <p:cNvPr id="26" name="text-19 the">
            <a:extLst xmlns:a="http://schemas.openxmlformats.org/drawingml/2006/main">
              <a:ext uri="{FF2B5EF4-FFF2-40B4-BE49-F238E27FC236}">
                <a16:creationId xmlns:a16="http://schemas.microsoft.com/office/drawing/2014/main" id="{0ABBE5A8-6792-44E8-981C-FC2F8D07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043" y="10138095"/>
            <a:ext cx="192729" cy="16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</a:t>
            </a:r>
          </a:p>
        </p:txBody>
      </p:sp>
      <p:sp>
        <p:nvSpPr>
          <p:cNvPr id="27" name="text-19 Rights">
            <a:extLst xmlns:a="http://schemas.openxmlformats.org/drawingml/2006/main">
              <a:ext uri="{FF2B5EF4-FFF2-40B4-BE49-F238E27FC236}">
                <a16:creationId xmlns:a16="http://schemas.microsoft.com/office/drawing/2014/main" id="{D4AB89BA-F129-40A6-A6D3-84CB991B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97" y="10138265"/>
            <a:ext cx="351803" cy="16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3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Rights</a:t>
            </a:r>
          </a:p>
        </p:txBody>
      </p:sp>
      <p:sp>
        <p:nvSpPr>
          <p:cNvPr id="28" name="text-19 …">
            <a:extLst xmlns:a="http://schemas.openxmlformats.org/drawingml/2006/main">
              <a:ext uri="{FF2B5EF4-FFF2-40B4-BE49-F238E27FC236}">
                <a16:creationId xmlns:a16="http://schemas.microsoft.com/office/drawing/2014/main" id="{0FAA6C35-5560-4D82-A1BB-7D5ADE3A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5941" y="10138445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29" name="text-20 which">
            <a:extLst xmlns:a="http://schemas.openxmlformats.org/drawingml/2006/main">
              <a:ext uri="{FF2B5EF4-FFF2-40B4-BE49-F238E27FC236}">
                <a16:creationId xmlns:a16="http://schemas.microsoft.com/office/drawing/2014/main" id="{E66B38AB-DF70-4F67-A0DA-702361EF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10280922"/>
            <a:ext cx="327963" cy="167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which</a:t>
            </a:r>
          </a:p>
        </p:txBody>
      </p:sp>
      <p:sp>
        <p:nvSpPr>
          <p:cNvPr id="30" name="text-20 make">
            <a:extLst xmlns:a="http://schemas.openxmlformats.org/drawingml/2006/main">
              <a:ext uri="{FF2B5EF4-FFF2-40B4-BE49-F238E27FC236}">
                <a16:creationId xmlns:a16="http://schemas.microsoft.com/office/drawing/2014/main" id="{07199551-F5AC-4998-851D-38F7848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832" y="10280901"/>
            <a:ext cx="307879" cy="16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make</a:t>
            </a:r>
          </a:p>
        </p:txBody>
      </p:sp>
      <p:sp>
        <p:nvSpPr>
          <p:cNvPr id="31" name="text-20 the">
            <a:extLst xmlns:a="http://schemas.openxmlformats.org/drawingml/2006/main">
              <a:ext uri="{FF2B5EF4-FFF2-40B4-BE49-F238E27FC236}">
                <a16:creationId xmlns:a16="http://schemas.microsoft.com/office/drawing/2014/main" id="{B3680CC7-3353-49DD-80F3-599B8399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399" y="10280793"/>
            <a:ext cx="192729" cy="16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</a:t>
            </a:r>
          </a:p>
        </p:txBody>
      </p:sp>
      <p:sp>
        <p:nvSpPr>
          <p:cNvPr id="32" name="text-20 Essence">
            <a:extLst xmlns:a="http://schemas.openxmlformats.org/drawingml/2006/main">
              <a:ext uri="{FF2B5EF4-FFF2-40B4-BE49-F238E27FC236}">
                <a16:creationId xmlns:a16="http://schemas.microsoft.com/office/drawing/2014/main" id="{055C64C1-8AB9-4E03-8BC9-6EF8C827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752" y="10281051"/>
            <a:ext cx="431632" cy="1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3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Essence</a:t>
            </a:r>
          </a:p>
        </p:txBody>
      </p:sp>
      <p:sp>
        <p:nvSpPr>
          <p:cNvPr id="33" name="text-21 of">
            <a:extLst xmlns:a="http://schemas.openxmlformats.org/drawingml/2006/main">
              <a:ext uri="{FF2B5EF4-FFF2-40B4-BE49-F238E27FC236}">
                <a16:creationId xmlns:a16="http://schemas.microsoft.com/office/drawing/2014/main" id="{1CAD0710-9EAC-449D-AEF2-CB5900CA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10423212"/>
            <a:ext cx="129630" cy="168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7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of</a:t>
            </a:r>
          </a:p>
        </p:txBody>
      </p:sp>
      <p:sp>
        <p:nvSpPr>
          <p:cNvPr id="34" name="text-21 …">
            <a:extLst xmlns:a="http://schemas.openxmlformats.org/drawingml/2006/main">
              <a:ext uri="{FF2B5EF4-FFF2-40B4-BE49-F238E27FC236}">
                <a16:creationId xmlns:a16="http://schemas.microsoft.com/office/drawing/2014/main" id="{A23CE825-0837-4FE2-A1DB-9B9CC8B6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110" y="10423795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35" name="text-21 and">
            <a:extLst xmlns:a="http://schemas.openxmlformats.org/drawingml/2006/main">
              <a:ext uri="{FF2B5EF4-FFF2-40B4-BE49-F238E27FC236}">
                <a16:creationId xmlns:a16="http://schemas.microsoft.com/office/drawing/2014/main" id="{AE5E721F-6929-46F8-8D86-A681FEE1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900" y="10423415"/>
            <a:ext cx="221067" cy="168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and</a:t>
            </a:r>
          </a:p>
        </p:txBody>
      </p:sp>
      <p:sp>
        <p:nvSpPr>
          <p:cNvPr id="36" name="text-21 which">
            <a:extLst xmlns:a="http://schemas.openxmlformats.org/drawingml/2006/main">
              <a:ext uri="{FF2B5EF4-FFF2-40B4-BE49-F238E27FC236}">
                <a16:creationId xmlns:a16="http://schemas.microsoft.com/office/drawing/2014/main" id="{41DD633F-0821-467E-9D57-75DCAEFF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8521" y="10423575"/>
            <a:ext cx="327962" cy="167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which</a:t>
            </a:r>
          </a:p>
        </p:txBody>
      </p:sp>
      <p:sp>
        <p:nvSpPr>
          <p:cNvPr id="37" name="text-21 are">
            <a:extLst xmlns:a="http://schemas.openxmlformats.org/drawingml/2006/main">
              <a:ext uri="{FF2B5EF4-FFF2-40B4-BE49-F238E27FC236}">
                <a16:creationId xmlns:a16="http://schemas.microsoft.com/office/drawing/2014/main" id="{409AB77B-7D74-458B-BADD-6A04482E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614" y="10423190"/>
            <a:ext cx="187393" cy="1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7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are</a:t>
            </a:r>
          </a:p>
        </p:txBody>
      </p:sp>
      <p:sp>
        <p:nvSpPr>
          <p:cNvPr id="38" name="text-21 the">
            <a:extLst xmlns:a="http://schemas.openxmlformats.org/drawingml/2006/main">
              <a:ext uri="{FF2B5EF4-FFF2-40B4-BE49-F238E27FC236}">
                <a16:creationId xmlns:a16="http://schemas.microsoft.com/office/drawing/2014/main" id="{7439719E-D7CD-426E-B2F7-E2DC6AE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3586" y="10423446"/>
            <a:ext cx="192729" cy="16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</a:t>
            </a:r>
          </a:p>
        </p:txBody>
      </p:sp>
      <p:sp>
        <p:nvSpPr>
          <p:cNvPr id="39" name="text-22 markes">
            <a:extLst xmlns:a="http://schemas.openxmlformats.org/drawingml/2006/main">
              <a:ext uri="{FF2B5EF4-FFF2-40B4-BE49-F238E27FC236}">
                <a16:creationId xmlns:a16="http://schemas.microsoft.com/office/drawing/2014/main" id="{BDAFEFB7-1B26-423A-BD9C-DB8BFE15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10566150"/>
            <a:ext cx="400627" cy="167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markes</a:t>
            </a:r>
          </a:p>
        </p:txBody>
      </p:sp>
      <p:sp>
        <p:nvSpPr>
          <p:cNvPr id="40" name="text-23 ,">
            <a:extLst xmlns:a="http://schemas.openxmlformats.org/drawingml/2006/main">
              <a:ext uri="{FF2B5EF4-FFF2-40B4-BE49-F238E27FC236}">
                <a16:creationId xmlns:a16="http://schemas.microsoft.com/office/drawing/2014/main" id="{BD1D1935-0EEF-476A-B352-A54CCDE6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907" y="10566430"/>
            <a:ext cx="47471" cy="16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,</a:t>
            </a:r>
          </a:p>
        </p:txBody>
      </p:sp>
      <p:sp>
        <p:nvSpPr>
          <p:cNvPr id="41" name="text-23 whereby">
            <a:extLst xmlns:a="http://schemas.openxmlformats.org/drawingml/2006/main">
              <a:ext uri="{FF2B5EF4-FFF2-40B4-BE49-F238E27FC236}">
                <a16:creationId xmlns:a16="http://schemas.microsoft.com/office/drawing/2014/main" id="{BEA0552F-8E7E-4F3C-B841-47BC0B9D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638" y="10566151"/>
            <a:ext cx="471614" cy="167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whereby</a:t>
            </a:r>
          </a:p>
        </p:txBody>
      </p:sp>
      <p:sp>
        <p:nvSpPr>
          <p:cNvPr id="42" name="text-23 a">
            <a:extLst xmlns:a="http://schemas.openxmlformats.org/drawingml/2006/main">
              <a:ext uri="{FF2B5EF4-FFF2-40B4-BE49-F238E27FC236}">
                <a16:creationId xmlns:a16="http://schemas.microsoft.com/office/drawing/2014/main" id="{08940A79-E0B8-46A2-AB4A-F72BEF62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973" y="10566368"/>
            <a:ext cx="82403" cy="167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3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</a:t>
            </a:r>
          </a:p>
        </p:txBody>
      </p:sp>
      <p:sp>
        <p:nvSpPr>
          <p:cNvPr id="43" name="text-23 man">
            <a:extLst xmlns:a="http://schemas.openxmlformats.org/drawingml/2006/main">
              <a:ext uri="{FF2B5EF4-FFF2-40B4-BE49-F238E27FC236}">
                <a16:creationId xmlns:a16="http://schemas.microsoft.com/office/drawing/2014/main" id="{EEA1EAE6-937B-4162-9322-8FD83A0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7615" y="10566253"/>
            <a:ext cx="253460" cy="167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man</a:t>
            </a:r>
          </a:p>
        </p:txBody>
      </p:sp>
      <p:sp>
        <p:nvSpPr>
          <p:cNvPr id="44" name="text-23 …">
            <a:extLst xmlns:a="http://schemas.openxmlformats.org/drawingml/2006/main">
              <a:ext uri="{FF2B5EF4-FFF2-40B4-BE49-F238E27FC236}">
                <a16:creationId xmlns:a16="http://schemas.microsoft.com/office/drawing/2014/main" id="{65C98833-28F2-431C-AB4E-A6FE7447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9886" y="10566493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45" name="text-23 ,">
            <a:extLst xmlns:a="http://schemas.openxmlformats.org/drawingml/2006/main">
              <a:ext uri="{FF2B5EF4-FFF2-40B4-BE49-F238E27FC236}">
                <a16:creationId xmlns:a16="http://schemas.microsoft.com/office/drawing/2014/main" id="{7FDE924A-B540-4EFF-9B8E-DF051845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0676" y="10566430"/>
            <a:ext cx="47471" cy="16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,</a:t>
            </a:r>
          </a:p>
        </p:txBody>
      </p:sp>
      <p:sp>
        <p:nvSpPr>
          <p:cNvPr id="46" name="text-24 or">
            <a:extLst xmlns:a="http://schemas.openxmlformats.org/drawingml/2006/main">
              <a:ext uri="{FF2B5EF4-FFF2-40B4-BE49-F238E27FC236}">
                <a16:creationId xmlns:a16="http://schemas.microsoft.com/office/drawing/2014/main" id="{72DF968A-8C45-4E06-A5F7-F8A136A4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10708466"/>
            <a:ext cx="133936" cy="168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8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8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8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or</a:t>
            </a:r>
          </a:p>
        </p:txBody>
      </p:sp>
      <p:sp>
        <p:nvSpPr>
          <p:cNvPr id="47" name="text-24 Assembly">
            <a:extLst xmlns:a="http://schemas.openxmlformats.org/drawingml/2006/main">
              <a:ext uri="{FF2B5EF4-FFF2-40B4-BE49-F238E27FC236}">
                <a16:creationId xmlns:a16="http://schemas.microsoft.com/office/drawing/2014/main" id="{B5207844-BA51-46D1-A60E-7B87B5C1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140" y="10709212"/>
            <a:ext cx="522675" cy="167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Assembly</a:t>
            </a:r>
          </a:p>
        </p:txBody>
      </p:sp>
      <p:sp>
        <p:nvSpPr>
          <p:cNvPr id="48" name="text-24 of">
            <a:extLst xmlns:a="http://schemas.openxmlformats.org/drawingml/2006/main">
              <a:ext uri="{FF2B5EF4-FFF2-40B4-BE49-F238E27FC236}">
                <a16:creationId xmlns:a16="http://schemas.microsoft.com/office/drawing/2014/main" id="{B9C142FE-E485-47FC-B964-5BFCC8FC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506" y="10708514"/>
            <a:ext cx="129772" cy="168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7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of</a:t>
            </a:r>
          </a:p>
        </p:txBody>
      </p:sp>
      <p:sp>
        <p:nvSpPr>
          <p:cNvPr id="49" name="text-24 men,">
            <a:extLst xmlns:a="http://schemas.openxmlformats.org/drawingml/2006/main">
              <a:ext uri="{FF2B5EF4-FFF2-40B4-BE49-F238E27FC236}">
                <a16:creationId xmlns:a16="http://schemas.microsoft.com/office/drawing/2014/main" id="{5A9D4171-A532-4941-B833-D1B76C18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832" y="10708914"/>
            <a:ext cx="281307" cy="167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men,</a:t>
            </a:r>
          </a:p>
        </p:txBody>
      </p:sp>
      <p:sp>
        <p:nvSpPr>
          <p:cNvPr id="50" name="text-24 the">
            <a:extLst xmlns:a="http://schemas.openxmlformats.org/drawingml/2006/main">
              <a:ext uri="{FF2B5EF4-FFF2-40B4-BE49-F238E27FC236}">
                <a16:creationId xmlns:a16="http://schemas.microsoft.com/office/drawing/2014/main" id="{B2FAFDDE-2A71-4898-BFCE-F5A3BF8F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1309" y="10708883"/>
            <a:ext cx="192750" cy="167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</a:t>
            </a:r>
          </a:p>
        </p:txBody>
      </p:sp>
      <p:sp>
        <p:nvSpPr>
          <p:cNvPr id="51" name="text-25 Soveraign">
            <a:extLst xmlns:a="http://schemas.openxmlformats.org/drawingml/2006/main">
              <a:ext uri="{FF2B5EF4-FFF2-40B4-BE49-F238E27FC236}">
                <a16:creationId xmlns:a16="http://schemas.microsoft.com/office/drawing/2014/main" id="{00BD6277-0202-4358-A5C8-4C237FCC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10852145"/>
            <a:ext cx="544272" cy="167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Soveraign</a:t>
            </a:r>
          </a:p>
        </p:txBody>
      </p:sp>
      <p:sp>
        <p:nvSpPr>
          <p:cNvPr id="52" name="text-26 Power">
            <a:extLst xmlns:a="http://schemas.openxmlformats.org/drawingml/2006/main">
              <a:ext uri="{FF2B5EF4-FFF2-40B4-BE49-F238E27FC236}">
                <a16:creationId xmlns:a16="http://schemas.microsoft.com/office/drawing/2014/main" id="{3B6EA383-DE39-4DFD-8221-1AC056C1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504" y="10851915"/>
            <a:ext cx="349702" cy="167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Power</a:t>
            </a:r>
          </a:p>
        </p:txBody>
      </p:sp>
      <p:sp>
        <p:nvSpPr>
          <p:cNvPr id="53" name="text-26 is">
            <a:extLst xmlns:a="http://schemas.openxmlformats.org/drawingml/2006/main">
              <a:ext uri="{FF2B5EF4-FFF2-40B4-BE49-F238E27FC236}">
                <a16:creationId xmlns:a16="http://schemas.microsoft.com/office/drawing/2014/main" id="{5262975D-C390-4814-BD1B-D59D66DB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9928" y="10852639"/>
            <a:ext cx="100775" cy="1668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8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8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38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is</a:t>
            </a:r>
          </a:p>
        </p:txBody>
      </p:sp>
      <p:sp>
        <p:nvSpPr>
          <p:cNvPr id="54" name="text-26 placed">
            <a:extLst xmlns:a="http://schemas.openxmlformats.org/drawingml/2006/main">
              <a:ext uri="{FF2B5EF4-FFF2-40B4-BE49-F238E27FC236}">
                <a16:creationId xmlns:a16="http://schemas.microsoft.com/office/drawing/2014/main" id="{AA087D62-A246-455D-A66E-C98C50D6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510" y="10851916"/>
            <a:ext cx="370417" cy="167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4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placed</a:t>
            </a:r>
          </a:p>
        </p:txBody>
      </p:sp>
      <p:sp>
        <p:nvSpPr>
          <p:cNvPr id="55" name="text-26 …">
            <a:extLst xmlns:a="http://schemas.openxmlformats.org/drawingml/2006/main">
              <a:ext uri="{FF2B5EF4-FFF2-40B4-BE49-F238E27FC236}">
                <a16:creationId xmlns:a16="http://schemas.microsoft.com/office/drawing/2014/main" id="{3A591F87-E0DF-4383-94E4-EF81D69E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9069" y="10852160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56" name="text-27 and">
            <a:extLst xmlns:a="http://schemas.openxmlformats.org/drawingml/2006/main">
              <a:ext uri="{FF2B5EF4-FFF2-40B4-BE49-F238E27FC236}">
                <a16:creationId xmlns:a16="http://schemas.microsoft.com/office/drawing/2014/main" id="{D8F64847-8981-4051-954E-50AF536D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39" y="10994426"/>
            <a:ext cx="221166" cy="16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5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and</a:t>
            </a:r>
          </a:p>
        </p:txBody>
      </p:sp>
      <p:sp>
        <p:nvSpPr>
          <p:cNvPr id="57" name="text-28 resideth">
            <a:extLst xmlns:a="http://schemas.openxmlformats.org/drawingml/2006/main">
              <a:ext uri="{FF2B5EF4-FFF2-40B4-BE49-F238E27FC236}">
                <a16:creationId xmlns:a16="http://schemas.microsoft.com/office/drawing/2014/main" id="{5BE6F0B6-D473-4DC1-A204-07D2919C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773" y="10994835"/>
            <a:ext cx="446446" cy="167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resideth</a:t>
            </a:r>
          </a:p>
        </p:txBody>
      </p:sp>
      <p:sp>
        <p:nvSpPr>
          <p:cNvPr id="58" name="text-29 .">
            <a:extLst xmlns:a="http://schemas.openxmlformats.org/drawingml/2006/main">
              <a:ext uri="{FF2B5EF4-FFF2-40B4-BE49-F238E27FC236}">
                <a16:creationId xmlns:a16="http://schemas.microsoft.com/office/drawing/2014/main" id="{92A0DCC9-F983-4385-A8D7-72B1BB78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149" y="10994797"/>
            <a:ext cx="47471" cy="167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.</a:t>
            </a:r>
          </a:p>
        </p:txBody>
      </p:sp>
      <p:sp>
        <p:nvSpPr>
          <p:cNvPr id="59" name="text-29 For">
            <a:extLst xmlns:a="http://schemas.openxmlformats.org/drawingml/2006/main">
              <a:ext uri="{FF2B5EF4-FFF2-40B4-BE49-F238E27FC236}">
                <a16:creationId xmlns:a16="http://schemas.microsoft.com/office/drawing/2014/main" id="{FC505668-ACB4-42C2-A07D-C3459AC6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564" y="10994400"/>
            <a:ext cx="192235" cy="168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6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6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6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For</a:t>
            </a:r>
          </a:p>
        </p:txBody>
      </p:sp>
      <p:sp>
        <p:nvSpPr>
          <p:cNvPr id="60" name="text-29 these">
            <a:extLst xmlns:a="http://schemas.openxmlformats.org/drawingml/2006/main">
              <a:ext uri="{FF2B5EF4-FFF2-40B4-BE49-F238E27FC236}">
                <a16:creationId xmlns:a16="http://schemas.microsoft.com/office/drawing/2014/main" id="{760DD6D0-BF14-4BA9-AAD8-CB566D50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483" y="10994861"/>
            <a:ext cx="305443" cy="167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these</a:t>
            </a:r>
          </a:p>
        </p:txBody>
      </p:sp>
      <p:sp>
        <p:nvSpPr>
          <p:cNvPr id="61" name="text-29 are">
            <a:extLst xmlns:a="http://schemas.openxmlformats.org/drawingml/2006/main">
              <a:ext uri="{FF2B5EF4-FFF2-40B4-BE49-F238E27FC236}">
                <a16:creationId xmlns:a16="http://schemas.microsoft.com/office/drawing/2014/main" id="{094EA433-2033-4D63-86B7-88A8C3FA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6614" y="10994255"/>
            <a:ext cx="187393" cy="168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7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7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are</a:t>
            </a:r>
          </a:p>
        </p:txBody>
      </p:sp>
      <p:sp>
        <p:nvSpPr>
          <p:cNvPr id="62" name="text-29 …">
            <a:extLst xmlns:a="http://schemas.openxmlformats.org/drawingml/2006/main">
              <a:ext uri="{FF2B5EF4-FFF2-40B4-BE49-F238E27FC236}">
                <a16:creationId xmlns:a16="http://schemas.microsoft.com/office/drawing/2014/main" id="{FD024B0C-B090-4B29-B64D-595A5E97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586" y="10994859"/>
            <a:ext cx="109184" cy="167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000000"/>
                </a:solidFill>
                <a:latin typeface="Gadugi"/>
                <a:ea typeface="Gadugi"/>
                <a:cs typeface="Gadugi"/>
              </a:defRPr>
            </a:pPr>
            <a:r>
              <a:rPr sz="942" b="0" i="0">
                <a:solidFill>
                  <a:srgbClr val="000000"/>
                </a:solidFill>
                <a:latin typeface="Gadugi"/>
                <a:ea typeface="Gadugi"/>
                <a:cs typeface="Gadugi"/>
              </a:rPr>
              <a:t>…</a:t>
            </a:r>
          </a:p>
        </p:txBody>
      </p:sp>
      <p:sp>
        <p:nvSpPr>
          <p:cNvPr id="63" name="path-30">
            <a:extLst xmlns:a="http://schemas.openxmlformats.org/drawingml/2006/main">
              <a:ext uri="{FF2B5EF4-FFF2-40B4-BE49-F238E27FC236}">
                <a16:creationId xmlns:a16="http://schemas.microsoft.com/office/drawing/2014/main" id="{2ADE9816-6C59-4521-92D3-73F2F6AC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09" y="8687260"/>
            <a:ext cx="1709656" cy="1121198"/>
          </a:xfrm>
          <a:custGeom xmlns:a="http://schemas.openxmlformats.org/drawingml/2006/main">
            <a:pathLst>
              <a:path w="1709656" h="1121198">
                <a:moveTo>
                  <a:pt x="0" y="0"/>
                </a:moveTo>
                <a:lnTo>
                  <a:pt x="1709656" y="0"/>
                </a:lnTo>
                <a:lnTo>
                  <a:pt x="1709656" y="1121198"/>
                </a:lnTo>
                <a:lnTo>
                  <a:pt x="0" y="1121198"/>
                </a:lnTo>
                <a:close/>
              </a:path>
            </a:pathLst>
          </a:custGeom>
          <a:solidFill xmlns:a="http://schemas.openxmlformats.org/drawingml/2006/main">
            <a:srgbClr val="FD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ext-31 Image">
            <a:extLst xmlns:a="http://schemas.openxmlformats.org/drawingml/2006/main">
              <a:ext uri="{FF2B5EF4-FFF2-40B4-BE49-F238E27FC236}">
                <a16:creationId xmlns:a16="http://schemas.microsoft.com/office/drawing/2014/main" id="{472AE5D7-AA7D-435E-AE74-7AE5D98B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830" y="8657984"/>
            <a:ext cx="682297" cy="317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Image</a:t>
            </a:r>
          </a:p>
        </p:txBody>
      </p:sp>
      <p:sp>
        <p:nvSpPr>
          <p:cNvPr id="65" name="path-32">
            <a:extLst xmlns:a="http://schemas.openxmlformats.org/drawingml/2006/main">
              <a:ext uri="{FF2B5EF4-FFF2-40B4-BE49-F238E27FC236}">
                <a16:creationId xmlns:a16="http://schemas.microsoft.com/office/drawing/2014/main" id="{1D7B3EB0-F5B5-4DE9-9A5B-0BD341E6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520" y="9384442"/>
            <a:ext cx="490609" cy="301703"/>
          </a:xfrm>
          <a:custGeom xmlns:a="http://schemas.openxmlformats.org/drawingml/2006/main">
            <a:pathLst>
              <a:path w="490609" h="301703">
                <a:moveTo>
                  <a:pt x="0" y="0"/>
                </a:moveTo>
                <a:lnTo>
                  <a:pt x="490609" y="0"/>
                </a:lnTo>
                <a:lnTo>
                  <a:pt x="490609" y="301703"/>
                </a:lnTo>
                <a:lnTo>
                  <a:pt x="0" y="301703"/>
                </a:lnTo>
                <a:close/>
              </a:path>
            </a:pathLst>
          </a:custGeom>
          <a:solidFill xmlns:a="http://schemas.openxmlformats.org/drawingml/2006/main">
            <a:srgbClr val="FD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-33 …">
            <a:extLst xmlns:a="http://schemas.openxmlformats.org/drawingml/2006/main">
              <a:ext uri="{FF2B5EF4-FFF2-40B4-BE49-F238E27FC236}">
                <a16:creationId xmlns:a16="http://schemas.microsoft.com/office/drawing/2014/main" id="{91F79CAF-C81A-49F3-AB19-52120C0E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4676" y="9420508"/>
            <a:ext cx="213297" cy="2531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B84170-6DDC-45E6-917F-BCBE4F1F32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9d7ea940549d9"/>
          <a:stretch xmlns:a="http://schemas.openxmlformats.org/drawingml/2006/main"/>
        </p:blipFill>
        <p:spPr>
          <a:xfrm xmlns:a="http://schemas.openxmlformats.org/drawingml/2006/main">
            <a:off x="12611100" y="8181975"/>
            <a:ext cx="733425" cy="733425"/>
          </a:xfrm>
          <a:prstGeom xmlns:a="http://schemas.openxmlformats.org/drawingml/2006/main" prst="rect">
            <a:avLst/>
          </a:prstGeom>
        </p:spPr>
      </p:pic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E3E473-3DEA-4D68-AC8A-6004D5FF05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cf0a8f80b4e4b"/>
          <a:stretch xmlns:a="http://schemas.openxmlformats.org/drawingml/2006/main"/>
        </p:blipFill>
        <p:spPr>
          <a:xfrm xmlns:a="http://schemas.openxmlformats.org/drawingml/2006/main">
            <a:off x="11563350" y="76485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69" name="text-36 Image">
            <a:extLst xmlns:a="http://schemas.openxmlformats.org/drawingml/2006/main">
              <a:ext uri="{FF2B5EF4-FFF2-40B4-BE49-F238E27FC236}">
                <a16:creationId xmlns:a16="http://schemas.microsoft.com/office/drawing/2014/main" id="{55B21610-8F79-4BCB-AB1C-29E719F0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8673" y="7990350"/>
            <a:ext cx="572637" cy="285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Image</a:t>
            </a:r>
          </a:p>
        </p:txBody>
      </p:sp>
      <p:pic>
        <p:nvPic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4F5D8B-180E-4093-A328-97CCF90250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e3bf01ee54e4d"/>
          <a:stretch xmlns:a="http://schemas.openxmlformats.org/drawingml/2006/main"/>
        </p:blipFill>
        <p:spPr>
          <a:xfrm xmlns:a="http://schemas.openxmlformats.org/drawingml/2006/main">
            <a:off x="11563350" y="828675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71" name="text-38 Video">
            <a:extLst xmlns:a="http://schemas.openxmlformats.org/drawingml/2006/main">
              <a:ext uri="{FF2B5EF4-FFF2-40B4-BE49-F238E27FC236}">
                <a16:creationId xmlns:a16="http://schemas.microsoft.com/office/drawing/2014/main" id="{4CC8400F-9A4C-48C7-A9E5-0DFB9689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2830" y="8639423"/>
            <a:ext cx="537564" cy="285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Video</a:t>
            </a:r>
          </a:p>
        </p:txBody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AC50401-72B9-4583-B61C-B2E2BDCDF3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0bb1ae6274911"/>
          <a:stretch xmlns:a="http://schemas.openxmlformats.org/drawingml/2006/main"/>
        </p:blipFill>
        <p:spPr>
          <a:xfrm xmlns:a="http://schemas.openxmlformats.org/drawingml/2006/main">
            <a:off x="11563350" y="895350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73" name="text-40 Text">
            <a:extLst xmlns:a="http://schemas.openxmlformats.org/drawingml/2006/main">
              <a:ext uri="{FF2B5EF4-FFF2-40B4-BE49-F238E27FC236}">
                <a16:creationId xmlns:a16="http://schemas.microsoft.com/office/drawing/2014/main" id="{7A9F07B2-CC62-437A-A19E-81572D7E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3261" y="9304296"/>
            <a:ext cx="405781" cy="285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Text</a:t>
            </a:r>
          </a:p>
        </p:txBody>
      </p:sp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1A2143-6209-4D97-A1D9-F9D1D1EA5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00d9d8b4546ba"/>
          <a:stretch xmlns:a="http://schemas.openxmlformats.org/drawingml/2006/main"/>
        </p:blipFill>
        <p:spPr>
          <a:xfrm xmlns:a="http://schemas.openxmlformats.org/drawingml/2006/main">
            <a:off x="11601450" y="96202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75" name="text-42 Audio">
            <a:extLst xmlns:a="http://schemas.openxmlformats.org/drawingml/2006/main">
              <a:ext uri="{FF2B5EF4-FFF2-40B4-BE49-F238E27FC236}">
                <a16:creationId xmlns:a16="http://schemas.microsoft.com/office/drawing/2014/main" id="{E183F969-819D-46CB-98A7-90A9CC07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2422" y="9984934"/>
            <a:ext cx="550964" cy="285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</a:t>
            </a:r>
          </a:p>
        </p:txBody>
      </p:sp>
      <p:sp>
        <p:nvSpPr>
          <p:cNvPr id="76" name="text-43 Mainstream">
            <a:extLst xmlns:a="http://schemas.openxmlformats.org/drawingml/2006/main">
              <a:ext uri="{FF2B5EF4-FFF2-40B4-BE49-F238E27FC236}">
                <a16:creationId xmlns:a16="http://schemas.microsoft.com/office/drawing/2014/main" id="{1FEC19AB-0CC9-4EFA-953F-4B18CD40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0500" y="8939824"/>
            <a:ext cx="1163869" cy="285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Mainstream</a:t>
            </a:r>
          </a:p>
        </p:txBody>
      </p:sp>
      <p:sp>
        <p:nvSpPr>
          <p:cNvPr id="77" name="text-44 models">
            <a:extLst xmlns:a="http://schemas.openxmlformats.org/drawingml/2006/main">
              <a:ext uri="{FF2B5EF4-FFF2-40B4-BE49-F238E27FC236}">
                <a16:creationId xmlns:a16="http://schemas.microsoft.com/office/drawing/2014/main" id="{1F950A60-1C9B-470B-8738-55149D45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2023" y="9184331"/>
            <a:ext cx="721290" cy="2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models</a:t>
            </a:r>
          </a:p>
        </p:txBody>
      </p:sp>
      <p:sp>
        <p:nvSpPr>
          <p:cNvPr id="78" name="text-45 (&gt;">
            <a:extLst xmlns:a="http://schemas.openxmlformats.org/drawingml/2006/main">
              <a:ext uri="{FF2B5EF4-FFF2-40B4-BE49-F238E27FC236}">
                <a16:creationId xmlns:a16="http://schemas.microsoft.com/office/drawing/2014/main" id="{0966A956-7D7B-4C57-B1B5-0D964B91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7742" y="9428954"/>
            <a:ext cx="240938" cy="285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(&gt;</a:t>
            </a:r>
          </a:p>
        </p:txBody>
      </p:sp>
      <p:sp>
        <p:nvSpPr>
          <p:cNvPr id="79" name="text-46 2">
            <a:extLst xmlns:a="http://schemas.openxmlformats.org/drawingml/2006/main">
              <a:ext uri="{FF2B5EF4-FFF2-40B4-BE49-F238E27FC236}">
                <a16:creationId xmlns:a16="http://schemas.microsoft.com/office/drawing/2014/main" id="{8427E52F-C406-493B-9426-4978ABD3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6445" y="9428969"/>
            <a:ext cx="157652" cy="285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80" name="text-47 5">
            <a:extLst xmlns:a="http://schemas.openxmlformats.org/drawingml/2006/main">
              <a:ext uri="{FF2B5EF4-FFF2-40B4-BE49-F238E27FC236}">
                <a16:creationId xmlns:a16="http://schemas.microsoft.com/office/drawing/2014/main" id="{C74B7337-5B26-4D49-A0A7-FA95B9C3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7398" y="9428969"/>
            <a:ext cx="157652" cy="285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81" name="text-48 )">
            <a:extLst xmlns:a="http://schemas.openxmlformats.org/drawingml/2006/main">
              <a:ext uri="{FF2B5EF4-FFF2-40B4-BE49-F238E27FC236}">
                <a16:creationId xmlns:a16="http://schemas.microsoft.com/office/drawing/2014/main" id="{CAEE6C54-DD8D-4EDD-ABCA-725BBA80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8351" y="9428830"/>
            <a:ext cx="120101" cy="286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82" name="path-49">
            <a:extLst xmlns:a="http://schemas.openxmlformats.org/drawingml/2006/main">
              <a:ext uri="{FF2B5EF4-FFF2-40B4-BE49-F238E27FC236}">
                <a16:creationId xmlns:a16="http://schemas.microsoft.com/office/drawing/2014/main" id="{A883303B-A426-485E-A15D-2185D8C5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5702" y="7807291"/>
            <a:ext cx="462069" cy="2800954"/>
          </a:xfrm>
          <a:custGeom xmlns:a="http://schemas.openxmlformats.org/drawingml/2006/main">
            <a:pathLst>
              <a:path w="462069" h="2800954">
                <a:moveTo>
                  <a:pt x="0" y="2800954"/>
                </a:moveTo>
                <a:cubicBezTo>
                  <a:pt x="127635" y="2800954"/>
                  <a:pt x="231034" y="2642401"/>
                  <a:pt x="231034" y="2446814"/>
                </a:cubicBezTo>
                <a:lnTo>
                  <a:pt x="231034" y="1618714"/>
                </a:lnTo>
                <a:cubicBezTo>
                  <a:pt x="231034" y="1423127"/>
                  <a:pt x="334433" y="1264574"/>
                  <a:pt x="462069" y="1264574"/>
                </a:cubicBezTo>
                <a:cubicBezTo>
                  <a:pt x="334433" y="1264574"/>
                  <a:pt x="231034" y="1106021"/>
                  <a:pt x="231034" y="910434"/>
                </a:cubicBezTo>
                <a:lnTo>
                  <a:pt x="231034" y="354138"/>
                </a:lnTo>
                <a:cubicBezTo>
                  <a:pt x="231034" y="158553"/>
                  <a:pt x="127635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0070C0"/>
            </a:solidFill>
            <a:prstDash val="dash"/>
          </a:ln>
        </p:spPr>
      </p:sp>
      <p:sp>
        <p:nvSpPr>
          <p:cNvPr id="83" name="path-50">
            <a:extLst xmlns:a="http://schemas.openxmlformats.org/drawingml/2006/main">
              <a:ext uri="{FF2B5EF4-FFF2-40B4-BE49-F238E27FC236}">
                <a16:creationId xmlns:a16="http://schemas.microsoft.com/office/drawing/2014/main" id="{D11F98C2-65FE-4806-ACE0-8FF1EBDC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6573" y="8500394"/>
            <a:ext cx="451198" cy="1282922"/>
          </a:xfrm>
          <a:custGeom xmlns:a="http://schemas.openxmlformats.org/drawingml/2006/main">
            <a:pathLst>
              <a:path w="451198" h="1282922">
                <a:moveTo>
                  <a:pt x="0" y="1282922"/>
                </a:moveTo>
                <a:cubicBezTo>
                  <a:pt x="124578" y="1282922"/>
                  <a:pt x="225600" y="1153248"/>
                  <a:pt x="225600" y="993335"/>
                </a:cubicBezTo>
                <a:lnTo>
                  <a:pt x="225600" y="868758"/>
                </a:lnTo>
                <a:cubicBezTo>
                  <a:pt x="225600" y="708846"/>
                  <a:pt x="326620" y="579172"/>
                  <a:pt x="451198" y="579172"/>
                </a:cubicBezTo>
                <a:cubicBezTo>
                  <a:pt x="326620" y="579172"/>
                  <a:pt x="225600" y="449499"/>
                  <a:pt x="225600" y="289586"/>
                </a:cubicBezTo>
                <a:cubicBezTo>
                  <a:pt x="225600" y="129674"/>
                  <a:pt x="124578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0070C0"/>
            </a:solidFill>
            <a:prstDash val="dash"/>
          </a:ln>
        </p:spPr>
      </p:sp>
      <p:sp>
        <p:nvSpPr>
          <p:cNvPr id="84" name="path-51">
            <a:extLst xmlns:a="http://schemas.openxmlformats.org/drawingml/2006/main">
              <a:ext uri="{FF2B5EF4-FFF2-40B4-BE49-F238E27FC236}">
                <a16:creationId xmlns:a16="http://schemas.microsoft.com/office/drawing/2014/main" id="{BAFA95DE-093A-448E-8CED-6C32DF75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396" y="9079340"/>
            <a:ext cx="381320" cy="73387"/>
          </a:xfrm>
          <a:custGeom xmlns:a="http://schemas.openxmlformats.org/drawingml/2006/main">
            <a:pathLst>
              <a:path w="381320" h="73387">
                <a:moveTo>
                  <a:pt x="0" y="73387"/>
                </a:moveTo>
                <a:cubicBezTo>
                  <a:pt x="92526" y="73387"/>
                  <a:pt x="185054" y="55040"/>
                  <a:pt x="185054" y="36694"/>
                </a:cubicBezTo>
                <a:cubicBezTo>
                  <a:pt x="185054" y="18346"/>
                  <a:pt x="283131" y="0"/>
                  <a:pt x="38132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0070C0"/>
            </a:solidFill>
            <a:prstDash val="dash"/>
          </a:ln>
        </p:spPr>
      </p:sp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08A42A-53A7-4DC8-8C97-B68F6E002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197a583c14710"/>
          <a:stretch xmlns:a="http://schemas.openxmlformats.org/drawingml/2006/main"/>
        </p:blipFill>
        <p:spPr>
          <a:xfrm xmlns:a="http://schemas.openxmlformats.org/drawingml/2006/main">
            <a:off x="12220575" y="96488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6" name="path-53">
            <a:extLst xmlns:a="http://schemas.openxmlformats.org/drawingml/2006/main">
              <a:ext uri="{FF2B5EF4-FFF2-40B4-BE49-F238E27FC236}">
                <a16:creationId xmlns:a16="http://schemas.microsoft.com/office/drawing/2014/main" id="{CEF7AC7C-8709-4C4C-8BAB-518729C0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6535" y="8087249"/>
            <a:ext cx="462068" cy="2250550"/>
          </a:xfrm>
          <a:custGeom xmlns:a="http://schemas.openxmlformats.org/drawingml/2006/main">
            <a:pathLst>
              <a:path w="462068" h="2250550">
                <a:moveTo>
                  <a:pt x="462068" y="0"/>
                </a:moveTo>
                <a:cubicBezTo>
                  <a:pt x="334432" y="0"/>
                  <a:pt x="231032" y="158553"/>
                  <a:pt x="231032" y="354140"/>
                </a:cubicBezTo>
                <a:lnTo>
                  <a:pt x="231032" y="674418"/>
                </a:lnTo>
                <a:cubicBezTo>
                  <a:pt x="231032" y="870005"/>
                  <a:pt x="127633" y="1028558"/>
                  <a:pt x="0" y="1028558"/>
                </a:cubicBezTo>
                <a:cubicBezTo>
                  <a:pt x="127633" y="1028558"/>
                  <a:pt x="231032" y="1187111"/>
                  <a:pt x="231032" y="1382698"/>
                </a:cubicBezTo>
                <a:lnTo>
                  <a:pt x="231032" y="1896409"/>
                </a:lnTo>
                <a:cubicBezTo>
                  <a:pt x="231032" y="2091996"/>
                  <a:pt x="334432" y="2250550"/>
                  <a:pt x="462068" y="22505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0070C0"/>
            </a:solidFill>
            <a:prstDash val="dash"/>
          </a:ln>
        </p:spPr>
      </p:sp>
      <p:sp>
        <p:nvSpPr>
          <p:cNvPr id="87" name="text-54 …">
            <a:extLst xmlns:a="http://schemas.openxmlformats.org/drawingml/2006/main">
              <a:ext uri="{FF2B5EF4-FFF2-40B4-BE49-F238E27FC236}">
                <a16:creationId xmlns:a16="http://schemas.microsoft.com/office/drawing/2014/main" id="{6AB32404-1EB1-49C4-BBC0-FAC9D5FF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7373" y="9990453"/>
            <a:ext cx="240568" cy="285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88" name="text-55 Accuracy">
            <a:extLst xmlns:a="http://schemas.openxmlformats.org/drawingml/2006/main">
              <a:ext uri="{FF2B5EF4-FFF2-40B4-BE49-F238E27FC236}">
                <a16:creationId xmlns:a16="http://schemas.microsoft.com/office/drawing/2014/main" id="{CE4B26E1-46DF-464E-920A-D6B72B30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3483" y="8303990"/>
            <a:ext cx="826164" cy="285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Accuracy</a:t>
            </a:r>
          </a:p>
        </p:txBody>
      </p:sp>
      <p:sp>
        <p:nvSpPr>
          <p:cNvPr id="89" name="text-56 Recall">
            <a:extLst xmlns:a="http://schemas.openxmlformats.org/drawingml/2006/main">
              <a:ext uri="{FF2B5EF4-FFF2-40B4-BE49-F238E27FC236}">
                <a16:creationId xmlns:a16="http://schemas.microsoft.com/office/drawing/2014/main" id="{E3DB1418-38AF-4F66-96F3-47F3A76F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6907" y="9064750"/>
            <a:ext cx="557555" cy="28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1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1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1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Recall</a:t>
            </a:r>
          </a:p>
        </p:txBody>
      </p:sp>
      <p:sp>
        <p:nvSpPr>
          <p:cNvPr id="90" name="text-57 GPT">
            <a:extLst xmlns:a="http://schemas.openxmlformats.org/drawingml/2006/main">
              <a:ext uri="{FF2B5EF4-FFF2-40B4-BE49-F238E27FC236}">
                <a16:creationId xmlns:a16="http://schemas.microsoft.com/office/drawing/2014/main" id="{1033E889-6682-4985-9577-A4B91312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2022" y="9782703"/>
            <a:ext cx="397905" cy="285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GPT</a:t>
            </a:r>
          </a:p>
        </p:txBody>
      </p:sp>
      <p:sp>
        <p:nvSpPr>
          <p:cNvPr id="91" name="text-58 -">
            <a:extLst xmlns:a="http://schemas.openxmlformats.org/drawingml/2006/main">
              <a:ext uri="{FF2B5EF4-FFF2-40B4-BE49-F238E27FC236}">
                <a16:creationId xmlns:a16="http://schemas.microsoft.com/office/drawing/2014/main" id="{F7715F5F-6AF6-48C1-9984-09E083ED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3525" y="9782685"/>
            <a:ext cx="104412" cy="285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92" name="text-59 Eval">
            <a:extLst xmlns:a="http://schemas.openxmlformats.org/drawingml/2006/main">
              <a:ext uri="{FF2B5EF4-FFF2-40B4-BE49-F238E27FC236}">
                <a16:creationId xmlns:a16="http://schemas.microsoft.com/office/drawing/2014/main" id="{A313B56A-845A-4336-AA2D-0D65879A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1476" y="9782583"/>
            <a:ext cx="403576" cy="285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Eval</a:t>
            </a:r>
          </a:p>
        </p:txBody>
      </p:sp>
      <p:sp>
        <p:nvSpPr>
          <p:cNvPr id="93" name="text-60 Score">
            <a:extLst xmlns:a="http://schemas.openxmlformats.org/drawingml/2006/main">
              <a:ext uri="{FF2B5EF4-FFF2-40B4-BE49-F238E27FC236}">
                <a16:creationId xmlns:a16="http://schemas.microsoft.com/office/drawing/2014/main" id="{AC45885E-D494-404B-B0D8-680F7C9E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9670" y="10027422"/>
            <a:ext cx="516537" cy="285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Score</a:t>
            </a:r>
          </a:p>
        </p:txBody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1C3B137-3D04-4722-9CDA-D8EC4182B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6927918854c48"/>
          <a:stretch xmlns:a="http://schemas.openxmlformats.org/drawingml/2006/main"/>
        </p:blipFill>
        <p:spPr>
          <a:xfrm xmlns:a="http://schemas.openxmlformats.org/drawingml/2006/main">
            <a:off x="2076450" y="8934450"/>
            <a:ext cx="1924050" cy="485775"/>
          </a:xfrm>
          <a:prstGeom xmlns:a="http://schemas.openxmlformats.org/drawingml/2006/main" prst="rect">
            <a:avLst/>
          </a:prstGeom>
        </p:spPr>
      </p:pic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BEE1282-F9BB-4405-9F97-676F12AFD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2e9af18d04455"/>
          <a:stretch xmlns:a="http://schemas.openxmlformats.org/drawingml/2006/main"/>
        </p:blipFill>
        <p:spPr>
          <a:xfrm xmlns:a="http://schemas.openxmlformats.org/drawingml/2006/main">
            <a:off x="2076450" y="9344025"/>
            <a:ext cx="1924050" cy="485775"/>
          </a:xfrm>
          <a:prstGeom xmlns:a="http://schemas.openxmlformats.org/drawingml/2006/main" prst="rect">
            <a:avLst/>
          </a:prstGeom>
        </p:spPr>
      </p:pic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FFE6139-3D9D-4A1C-8365-03C7F1F55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1642923614bc3"/>
          <a:stretch xmlns:a="http://schemas.openxmlformats.org/drawingml/2006/main"/>
        </p:blipFill>
        <p:spPr>
          <a:xfrm xmlns:a="http://schemas.openxmlformats.org/drawingml/2006/main">
            <a:off x="12611100" y="9658350"/>
            <a:ext cx="676275" cy="257175"/>
          </a:xfrm>
          <a:prstGeom xmlns:a="http://schemas.openxmlformats.org/drawingml/2006/main" prst="rect">
            <a:avLst/>
          </a:prstGeom>
        </p:spPr>
      </p:pic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603CCB1-DBF0-44C1-807B-5FCF453C96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d3d70755540f0"/>
          <a:stretch xmlns:a="http://schemas.openxmlformats.org/drawingml/2006/main"/>
        </p:blipFill>
        <p:spPr>
          <a:xfrm xmlns:a="http://schemas.openxmlformats.org/drawingml/2006/main">
            <a:off x="13373100" y="9677400"/>
            <a:ext cx="314325" cy="314325"/>
          </a:xfrm>
          <a:prstGeom xmlns:a="http://schemas.openxmlformats.org/drawingml/2006/main" prst="rect">
            <a:avLst/>
          </a:prstGeom>
        </p:spPr>
      </p:pic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30E1FDF-0D93-492E-8629-209222050A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99eb9538141b7"/>
          <a:stretch xmlns:a="http://schemas.openxmlformats.org/drawingml/2006/main"/>
        </p:blipFill>
        <p:spPr>
          <a:xfrm xmlns:a="http://schemas.openxmlformats.org/drawingml/2006/main">
            <a:off x="12763500" y="999172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27F533B-47E3-4BE1-B125-E1FEBBC161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b703027cf40be"/>
          <a:stretch xmlns:a="http://schemas.openxmlformats.org/drawingml/2006/main"/>
        </p:blipFill>
        <p:spPr>
          <a:xfrm xmlns:a="http://schemas.openxmlformats.org/drawingml/2006/main">
            <a:off x="12192000" y="10039350"/>
            <a:ext cx="619125" cy="257175"/>
          </a:xfrm>
          <a:prstGeom xmlns:a="http://schemas.openxmlformats.org/drawingml/2006/main" prst="rect">
            <a:avLst/>
          </a:prstGeom>
        </p:spPr>
      </p:pic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5D49EB-9D00-4644-8953-1C9E248806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f322f3d274d0c"/>
          <a:stretch xmlns:a="http://schemas.openxmlformats.org/drawingml/2006/main"/>
        </p:blipFill>
        <p:spPr>
          <a:xfrm xmlns:a="http://schemas.openxmlformats.org/drawingml/2006/main">
            <a:off x="13039725" y="10058400"/>
            <a:ext cx="238125" cy="228600"/>
          </a:xfrm>
          <a:prstGeom xmlns:a="http://schemas.openxmlformats.org/drawingml/2006/main" prst="rect">
            <a:avLst/>
          </a:prstGeom>
        </p:spPr>
      </p:pic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F99A8B3-BB96-43F9-9F9D-F93E2CBC7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c99cd970a4110"/>
          <a:stretch xmlns:a="http://schemas.openxmlformats.org/drawingml/2006/main"/>
        </p:blipFill>
        <p:spPr>
          <a:xfrm xmlns:a="http://schemas.openxmlformats.org/drawingml/2006/main">
            <a:off x="13287375" y="10039350"/>
            <a:ext cx="295275" cy="276225"/>
          </a:xfrm>
          <a:prstGeom xmlns:a="http://schemas.openxmlformats.org/drawingml/2006/main" prst="rect">
            <a:avLst/>
          </a:prstGeom>
        </p:spPr>
      </p:pic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5EB0187-E38E-4EEF-AF62-D5365C0FFF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2553015044c02"/>
          <a:stretch xmlns:a="http://schemas.openxmlformats.org/drawingml/2006/main"/>
        </p:blipFill>
        <p:spPr>
          <a:xfrm xmlns:a="http://schemas.openxmlformats.org/drawingml/2006/main">
            <a:off x="4048125" y="7477125"/>
            <a:ext cx="428625" cy="419100"/>
          </a:xfrm>
          <a:prstGeom xmlns:a="http://schemas.openxmlformats.org/drawingml/2006/main" prst="rect">
            <a:avLst/>
          </a:prstGeom>
        </p:spPr>
      </p:pic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199997F-F7C1-4306-BF18-FB9294539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ff029bb9a4f06"/>
          <a:stretch xmlns:a="http://schemas.openxmlformats.org/drawingml/2006/main"/>
        </p:blipFill>
        <p:spPr>
          <a:xfrm xmlns:a="http://schemas.openxmlformats.org/drawingml/2006/main">
            <a:off x="4591050" y="7496175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04" name="text-71 Scenery">
            <a:extLst xmlns:a="http://schemas.openxmlformats.org/drawingml/2006/main">
              <a:ext uri="{FF2B5EF4-FFF2-40B4-BE49-F238E27FC236}">
                <a16:creationId xmlns:a16="http://schemas.microsoft.com/office/drawing/2014/main" id="{DD89FF9D-0E28-45DC-9C44-3A96D731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619" y="7528905"/>
            <a:ext cx="726702" cy="28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Scenery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8118CA-DA44-4F86-B909-B47E8A522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84d8ec772447d"/>
          <a:stretch xmlns:a="http://schemas.openxmlformats.org/drawingml/2006/main"/>
        </p:blipFill>
        <p:spPr>
          <a:xfrm xmlns:a="http://schemas.openxmlformats.org/drawingml/2006/main">
            <a:off x="5867400" y="7505700"/>
            <a:ext cx="285750" cy="276225"/>
          </a:xfrm>
          <a:prstGeom xmlns:a="http://schemas.openxmlformats.org/drawingml/2006/main" prst="rect">
            <a:avLst/>
          </a:prstGeom>
        </p:spPr>
      </p:pic>
      <p:sp>
        <p:nvSpPr>
          <p:cNvPr id="106" name="text-73 Human">
            <a:extLst xmlns:a="http://schemas.openxmlformats.org/drawingml/2006/main">
              <a:ext uri="{FF2B5EF4-FFF2-40B4-BE49-F238E27FC236}">
                <a16:creationId xmlns:a16="http://schemas.microsoft.com/office/drawing/2014/main" id="{4D96A9FE-A32E-4AAB-AD6C-46A37041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160" y="7529044"/>
            <a:ext cx="672145" cy="285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Human</a:t>
            </a:r>
          </a:p>
        </p:txBody>
      </p:sp>
      <p:sp>
        <p:nvSpPr>
          <p:cNvPr id="107" name="text-74 Video">
            <a:extLst xmlns:a="http://schemas.openxmlformats.org/drawingml/2006/main">
              <a:ext uri="{FF2B5EF4-FFF2-40B4-BE49-F238E27FC236}">
                <a16:creationId xmlns:a16="http://schemas.microsoft.com/office/drawing/2014/main" id="{73412EA0-F218-4203-8868-F1D9372D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8463" y="7864420"/>
            <a:ext cx="575417" cy="28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Video</a:t>
            </a:r>
          </a:p>
        </p:txBody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1816E0E-0ECE-4766-8B65-AD6A6E24BF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3bc90c0a9462d"/>
          <a:stretch xmlns:a="http://schemas.openxmlformats.org/drawingml/2006/main"/>
        </p:blipFill>
        <p:spPr>
          <a:xfrm xmlns:a="http://schemas.openxmlformats.org/drawingml/2006/main">
            <a:off x="4543425" y="98393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9" name="text-76 Singing">
            <a:extLst xmlns:a="http://schemas.openxmlformats.org/drawingml/2006/main">
              <a:ext uri="{FF2B5EF4-FFF2-40B4-BE49-F238E27FC236}">
                <a16:creationId xmlns:a16="http://schemas.microsoft.com/office/drawing/2014/main" id="{F797A104-5916-4D84-AE44-AF254148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9440" y="9869807"/>
            <a:ext cx="680968" cy="285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Singing</a:t>
            </a:r>
          </a:p>
        </p:txBody>
      </p:sp>
      <p:sp>
        <p:nvSpPr>
          <p:cNvPr id="110" name="text-76 Voice">
            <a:extLst xmlns:a="http://schemas.openxmlformats.org/drawingml/2006/main">
              <a:ext uri="{FF2B5EF4-FFF2-40B4-BE49-F238E27FC236}">
                <a16:creationId xmlns:a16="http://schemas.microsoft.com/office/drawing/2014/main" id="{299E9F77-A47A-418B-8123-DA547917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5613" y="9869325"/>
            <a:ext cx="501797" cy="286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2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Voice</a:t>
            </a:r>
          </a:p>
        </p:txBody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9A9D665-11AD-4FBE-A2E8-A0D4F0949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7034637be486b"/>
          <a:stretch xmlns:a="http://schemas.openxmlformats.org/drawingml/2006/main"/>
        </p:blipFill>
        <p:spPr>
          <a:xfrm xmlns:a="http://schemas.openxmlformats.org/drawingml/2006/main">
            <a:off x="4048125" y="9848850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AF8772F-4414-44B4-9E06-8D1E418E7A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2807e7a1b4a13"/>
          <a:stretch xmlns:a="http://schemas.openxmlformats.org/drawingml/2006/main"/>
        </p:blipFill>
        <p:spPr>
          <a:xfrm xmlns:a="http://schemas.openxmlformats.org/drawingml/2006/main">
            <a:off x="6096000" y="98393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13" name="text-79 Music">
            <a:extLst xmlns:a="http://schemas.openxmlformats.org/drawingml/2006/main">
              <a:ext uri="{FF2B5EF4-FFF2-40B4-BE49-F238E27FC236}">
                <a16:creationId xmlns:a16="http://schemas.microsoft.com/office/drawing/2014/main" id="{96CFE281-04D1-4D5C-AC25-A50AECA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244" y="9874712"/>
            <a:ext cx="548716" cy="285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Music</a:t>
            </a:r>
          </a:p>
        </p:txBody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A965961-B8E2-494C-86EA-B1EAD9A5D9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f5c8980a3412d"/>
          <a:stretch xmlns:a="http://schemas.openxmlformats.org/drawingml/2006/main"/>
        </p:blipFill>
        <p:spPr>
          <a:xfrm xmlns:a="http://schemas.openxmlformats.org/drawingml/2006/main">
            <a:off x="4552950" y="1015365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115" name="text-81 Environmental">
            <a:extLst xmlns:a="http://schemas.openxmlformats.org/drawingml/2006/main">
              <a:ext uri="{FF2B5EF4-FFF2-40B4-BE49-F238E27FC236}">
                <a16:creationId xmlns:a16="http://schemas.microsoft.com/office/drawing/2014/main" id="{797F7138-4867-49D8-8CDE-27E838FA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8308" y="10166580"/>
            <a:ext cx="1335217" cy="28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Environmental</a:t>
            </a:r>
          </a:p>
        </p:txBody>
      </p:sp>
      <p:sp>
        <p:nvSpPr>
          <p:cNvPr id="116" name="text-81 Sound">
            <a:extLst xmlns:a="http://schemas.openxmlformats.org/drawingml/2006/main">
              <a:ext uri="{FF2B5EF4-FFF2-40B4-BE49-F238E27FC236}">
                <a16:creationId xmlns:a16="http://schemas.microsoft.com/office/drawing/2014/main" id="{E6FFBE7E-B75B-416C-9E91-B059586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9057" y="10166917"/>
            <a:ext cx="585422" cy="285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Sound</a:t>
            </a:r>
          </a:p>
        </p:txBody>
      </p:sp>
      <p:sp>
        <p:nvSpPr>
          <p:cNvPr id="117" name="text-82 …">
            <a:extLst xmlns:a="http://schemas.openxmlformats.org/drawingml/2006/main">
              <a:ext uri="{FF2B5EF4-FFF2-40B4-BE49-F238E27FC236}">
                <a16:creationId xmlns:a16="http://schemas.microsoft.com/office/drawing/2014/main" id="{8ADF0637-9DED-4BBF-AE30-B972C211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1572" y="10170410"/>
            <a:ext cx="240568" cy="285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18" name="text-83 Audio">
            <a:extLst xmlns:a="http://schemas.openxmlformats.org/drawingml/2006/main">
              <a:ext uri="{FF2B5EF4-FFF2-40B4-BE49-F238E27FC236}">
                <a16:creationId xmlns:a16="http://schemas.microsoft.com/office/drawing/2014/main" id="{D16FBF8F-F2B9-4167-AE3E-0E212907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3581" y="10193242"/>
            <a:ext cx="590462" cy="286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</a:t>
            </a:r>
          </a:p>
        </p:txBody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34E11BC-9AFD-43FA-8228-AD4ED9656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4faa73075455c"/>
          <a:stretch xmlns:a="http://schemas.openxmlformats.org/drawingml/2006/main"/>
        </p:blipFill>
        <p:spPr>
          <a:xfrm xmlns:a="http://schemas.openxmlformats.org/drawingml/2006/main">
            <a:off x="4581525" y="9401175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text-85 News">
            <a:extLst xmlns:a="http://schemas.openxmlformats.org/drawingml/2006/main">
              <a:ext uri="{FF2B5EF4-FFF2-40B4-BE49-F238E27FC236}">
                <a16:creationId xmlns:a16="http://schemas.microsoft.com/office/drawing/2014/main" id="{C683D5CB-858B-4FC8-B2FC-77EE9E2D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5544" y="9379241"/>
            <a:ext cx="519212" cy="285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News</a:t>
            </a:r>
          </a:p>
        </p:txBody>
      </p:sp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618B48-4045-4F3D-AEC8-805C561BDF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2afbf1d01447f"/>
          <a:stretch xmlns:a="http://schemas.openxmlformats.org/drawingml/2006/main"/>
        </p:blipFill>
        <p:spPr>
          <a:xfrm xmlns:a="http://schemas.openxmlformats.org/drawingml/2006/main">
            <a:off x="4029075" y="9058275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122" name="text-87 Scientific">
            <a:extLst xmlns:a="http://schemas.openxmlformats.org/drawingml/2006/main">
              <a:ext uri="{FF2B5EF4-FFF2-40B4-BE49-F238E27FC236}">
                <a16:creationId xmlns:a16="http://schemas.microsoft.com/office/drawing/2014/main" id="{C7DA32D2-6037-4688-A18B-D3C25735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0128" y="9056781"/>
            <a:ext cx="831528" cy="28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Scientific</a:t>
            </a:r>
          </a:p>
        </p:txBody>
      </p:sp>
      <p:sp>
        <p:nvSpPr>
          <p:cNvPr id="123" name="text-87 Papers">
            <a:extLst xmlns:a="http://schemas.openxmlformats.org/drawingml/2006/main">
              <a:ext uri="{FF2B5EF4-FFF2-40B4-BE49-F238E27FC236}">
                <a16:creationId xmlns:a16="http://schemas.microsoft.com/office/drawing/2014/main" id="{84DC41DF-D589-4BBF-AD7D-FD4E256E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8377" y="9057157"/>
            <a:ext cx="631637" cy="285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Papers</a:t>
            </a:r>
          </a:p>
        </p:txBody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60EB2B6-63E7-49A2-8ADA-E8E71B1D2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01e42cc164f95"/>
          <a:stretch xmlns:a="http://schemas.openxmlformats.org/drawingml/2006/main"/>
        </p:blipFill>
        <p:spPr>
          <a:xfrm xmlns:a="http://schemas.openxmlformats.org/drawingml/2006/main">
            <a:off x="5762625" y="9048750"/>
            <a:ext cx="247650" cy="238125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AB8761F-27EE-4BE4-8182-4330D3305E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7052cf6444657"/>
          <a:stretch xmlns:a="http://schemas.openxmlformats.org/drawingml/2006/main"/>
        </p:blipFill>
        <p:spPr>
          <a:xfrm xmlns:a="http://schemas.openxmlformats.org/drawingml/2006/main">
            <a:off x="5486400" y="9391650"/>
            <a:ext cx="276225" cy="276225"/>
          </a:xfrm>
          <a:prstGeom xmlns:a="http://schemas.openxmlformats.org/drawingml/2006/main" prst="rect">
            <a:avLst/>
          </a:prstGeom>
        </p:spPr>
      </p:pic>
      <p:sp>
        <p:nvSpPr>
          <p:cNvPr id="126" name="text-90 Philosophy">
            <a:extLst xmlns:a="http://schemas.openxmlformats.org/drawingml/2006/main">
              <a:ext uri="{FF2B5EF4-FFF2-40B4-BE49-F238E27FC236}">
                <a16:creationId xmlns:a16="http://schemas.microsoft.com/office/drawing/2014/main" id="{E1532795-00FA-4702-A5CB-F0302CD9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7292" y="9409443"/>
            <a:ext cx="1006250" cy="285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Philosophy</a:t>
            </a:r>
          </a:p>
        </p:txBody>
      </p:sp>
      <p:sp>
        <p:nvSpPr>
          <p:cNvPr id="127" name="text-91 Wikipedia">
            <a:extLst xmlns:a="http://schemas.openxmlformats.org/drawingml/2006/main">
              <a:ext uri="{FF2B5EF4-FFF2-40B4-BE49-F238E27FC236}">
                <a16:creationId xmlns:a16="http://schemas.microsoft.com/office/drawing/2014/main" id="{230E62BC-38C6-48DB-989B-600AABA7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514" y="9055500"/>
            <a:ext cx="926583" cy="285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Wikipedia</a:t>
            </a:r>
          </a:p>
        </p:txBody>
      </p:sp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919A4D2-9B7F-4156-8876-7CBA7D963E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f18257c4c4785"/>
          <a:stretch xmlns:a="http://schemas.openxmlformats.org/drawingml/2006/main"/>
        </p:blipFill>
        <p:spPr>
          <a:xfrm xmlns:a="http://schemas.openxmlformats.org/drawingml/2006/main">
            <a:off x="4533900" y="9039225"/>
            <a:ext cx="266700" cy="276225"/>
          </a:xfrm>
          <a:prstGeom xmlns:a="http://schemas.openxmlformats.org/drawingml/2006/main" prst="rect">
            <a:avLst/>
          </a:prstGeom>
        </p:spPr>
      </p:pic>
      <p:sp>
        <p:nvSpPr>
          <p:cNvPr id="129" name="text-93 …">
            <a:extLst xmlns:a="http://schemas.openxmlformats.org/drawingml/2006/main">
              <a:ext uri="{FF2B5EF4-FFF2-40B4-BE49-F238E27FC236}">
                <a16:creationId xmlns:a16="http://schemas.microsoft.com/office/drawing/2014/main" id="{46100931-5275-4C9D-B5F8-FA5D491F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2952" y="9362325"/>
            <a:ext cx="240886" cy="285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30" name="text-94 Text">
            <a:extLst xmlns:a="http://schemas.openxmlformats.org/drawingml/2006/main">
              <a:ext uri="{FF2B5EF4-FFF2-40B4-BE49-F238E27FC236}">
                <a16:creationId xmlns:a16="http://schemas.microsoft.com/office/drawing/2014/main" id="{B15E2863-B6B3-4E5D-9C38-C9E0A562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0514" y="9450834"/>
            <a:ext cx="435557" cy="285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Text</a:t>
            </a:r>
          </a:p>
        </p:txBody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4173D5A-4796-4C3B-BDBD-AC722E0F6E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075e62c144a30"/>
          <a:stretch xmlns:a="http://schemas.openxmlformats.org/drawingml/2006/main"/>
        </p:blipFill>
        <p:spPr>
          <a:xfrm xmlns:a="http://schemas.openxmlformats.org/drawingml/2006/main">
            <a:off x="5924550" y="86010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32" name="text-96 Satellite">
            <a:extLst xmlns:a="http://schemas.openxmlformats.org/drawingml/2006/main">
              <a:ext uri="{FF2B5EF4-FFF2-40B4-BE49-F238E27FC236}">
                <a16:creationId xmlns:a16="http://schemas.microsoft.com/office/drawing/2014/main" id="{A4543F13-EA65-4466-ABAC-83BF19C8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9667" y="8613005"/>
            <a:ext cx="739859" cy="286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0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Satellite</a:t>
            </a:r>
          </a:p>
        </p:txBody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556E5D4-8CFF-482F-BED1-9D2EE1EBB9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34963a8a64f33"/>
          <a:stretch xmlns:a="http://schemas.openxmlformats.org/drawingml/2006/main"/>
        </p:blipFill>
        <p:spPr>
          <a:xfrm xmlns:a="http://schemas.openxmlformats.org/drawingml/2006/main">
            <a:off x="4038600" y="8324850"/>
            <a:ext cx="447675" cy="447675"/>
          </a:xfrm>
          <a:prstGeom xmlns:a="http://schemas.openxmlformats.org/drawingml/2006/main" prst="rect">
            <a:avLst/>
          </a:prstGeom>
        </p:spPr>
      </p:pic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33289EC-087C-473E-A266-29799767C7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0909935fd425a"/>
          <a:stretch xmlns:a="http://schemas.openxmlformats.org/drawingml/2006/main"/>
        </p:blipFill>
        <p:spPr>
          <a:xfrm xmlns:a="http://schemas.openxmlformats.org/drawingml/2006/main">
            <a:off x="4581525" y="82867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35" name="text-99 Portrait">
            <a:extLst xmlns:a="http://schemas.openxmlformats.org/drawingml/2006/main">
              <a:ext uri="{FF2B5EF4-FFF2-40B4-BE49-F238E27FC236}">
                <a16:creationId xmlns:a16="http://schemas.microsoft.com/office/drawing/2014/main" id="{0F95DA2D-B208-4B20-810E-306200B8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5624" y="8284459"/>
            <a:ext cx="715599" cy="285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Portrait</a:t>
            </a: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BA6D3BA-CE5A-403B-A6C1-15120AA86C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f2475465f4001"/>
          <a:stretch xmlns:a="http://schemas.openxmlformats.org/drawingml/2006/main"/>
        </p:blipFill>
        <p:spPr>
          <a:xfrm xmlns:a="http://schemas.openxmlformats.org/drawingml/2006/main">
            <a:off x="5534025" y="824865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37" name="text-101 Scenery">
            <a:extLst xmlns:a="http://schemas.openxmlformats.org/drawingml/2006/main">
              <a:ext uri="{FF2B5EF4-FFF2-40B4-BE49-F238E27FC236}">
                <a16:creationId xmlns:a16="http://schemas.microsoft.com/office/drawing/2014/main" id="{808A9530-99E2-4D6C-AECB-192D9540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3557" y="8289167"/>
            <a:ext cx="726703" cy="285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Scenery</a:t>
            </a:r>
          </a:p>
        </p:txBody>
      </p:sp>
      <p:sp>
        <p:nvSpPr>
          <p:cNvPr id="138" name="text-102 …">
            <a:extLst xmlns:a="http://schemas.openxmlformats.org/drawingml/2006/main">
              <a:ext uri="{FF2B5EF4-FFF2-40B4-BE49-F238E27FC236}">
                <a16:creationId xmlns:a16="http://schemas.microsoft.com/office/drawing/2014/main" id="{3E9FE58B-3AC4-4758-9BC6-6F720C45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390" y="8590882"/>
            <a:ext cx="240568" cy="285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39" name="text-103 Image">
            <a:extLst xmlns:a="http://schemas.openxmlformats.org/drawingml/2006/main">
              <a:ext uri="{FF2B5EF4-FFF2-40B4-BE49-F238E27FC236}">
                <a16:creationId xmlns:a16="http://schemas.microsoft.com/office/drawing/2014/main" id="{484E714A-22B9-475F-8509-FF0C3A64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203" y="8704649"/>
            <a:ext cx="612542" cy="285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Image</a:t>
            </a:r>
          </a:p>
        </p:txBody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8803181-AEB3-492F-89A1-0D42D649C5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fab2d8d9d4985"/>
          <a:stretch xmlns:a="http://schemas.openxmlformats.org/drawingml/2006/main"/>
        </p:blipFill>
        <p:spPr>
          <a:xfrm xmlns:a="http://schemas.openxmlformats.org/drawingml/2006/main">
            <a:off x="4591050" y="8610600"/>
            <a:ext cx="228600" cy="238125"/>
          </a:xfrm>
          <a:prstGeom xmlns:a="http://schemas.openxmlformats.org/drawingml/2006/main" prst="rect">
            <a:avLst/>
          </a:prstGeom>
        </p:spPr>
      </p:pic>
      <p:sp>
        <p:nvSpPr>
          <p:cNvPr id="141" name="text-105 Documents">
            <a:extLst xmlns:a="http://schemas.openxmlformats.org/drawingml/2006/main">
              <a:ext uri="{FF2B5EF4-FFF2-40B4-BE49-F238E27FC236}">
                <a16:creationId xmlns:a16="http://schemas.microsoft.com/office/drawing/2014/main" id="{0833EED4-A187-48B0-B84D-3493CFFB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4265" y="8610080"/>
            <a:ext cx="1022519" cy="285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Documents</a:t>
            </a:r>
          </a:p>
        </p:txBody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D156968-CC6D-4046-9101-5F89BE18D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0930b6d4d47db"/>
          <a:stretch xmlns:a="http://schemas.openxmlformats.org/drawingml/2006/main"/>
        </p:blipFill>
        <p:spPr>
          <a:xfrm xmlns:a="http://schemas.openxmlformats.org/drawingml/2006/main">
            <a:off x="8963025" y="8505825"/>
            <a:ext cx="228600" cy="219075"/>
          </a:xfrm>
          <a:prstGeom xmlns:a="http://schemas.openxmlformats.org/drawingml/2006/main" prst="rect">
            <a:avLst/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F213BFE-56C7-49FC-A9E0-F50F473CBC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5b4f0b2a345a0"/>
          <a:stretch xmlns:a="http://schemas.openxmlformats.org/drawingml/2006/main"/>
        </p:blipFill>
        <p:spPr>
          <a:xfrm xmlns:a="http://schemas.openxmlformats.org/drawingml/2006/main">
            <a:off x="9601200" y="85058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44" name="text-108 Yes">
            <a:extLst xmlns:a="http://schemas.openxmlformats.org/drawingml/2006/main">
              <a:ext uri="{FF2B5EF4-FFF2-40B4-BE49-F238E27FC236}">
                <a16:creationId xmlns:a16="http://schemas.microsoft.com/office/drawing/2014/main" id="{3418642E-F1A0-4275-9DEB-F605121B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5123" y="8485421"/>
            <a:ext cx="344842" cy="286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Yes</a:t>
            </a:r>
          </a:p>
        </p:txBody>
      </p:sp>
      <p:sp>
        <p:nvSpPr>
          <p:cNvPr id="145" name="path-109">
            <a:extLst xmlns:a="http://schemas.openxmlformats.org/drawingml/2006/main">
              <a:ext uri="{FF2B5EF4-FFF2-40B4-BE49-F238E27FC236}">
                <a16:creationId xmlns:a16="http://schemas.microsoft.com/office/drawing/2014/main" id="{82DA0527-8557-4596-B468-9908528F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329" y="8700058"/>
            <a:ext cx="308499" cy="14950"/>
          </a:xfrm>
          <a:custGeom xmlns:a="http://schemas.openxmlformats.org/drawingml/2006/main">
            <a:pathLst>
              <a:path w="308499" h="14950">
                <a:moveTo>
                  <a:pt x="0" y="0"/>
                </a:moveTo>
                <a:lnTo>
                  <a:pt x="77125" y="0"/>
                </a:lnTo>
                <a:lnTo>
                  <a:pt x="154249" y="0"/>
                </a:lnTo>
                <a:lnTo>
                  <a:pt x="231375" y="0"/>
                </a:lnTo>
                <a:lnTo>
                  <a:pt x="308499" y="0"/>
                </a:lnTo>
                <a:lnTo>
                  <a:pt x="308499" y="14950"/>
                </a:lnTo>
                <a:lnTo>
                  <a:pt x="231375" y="14950"/>
                </a:lnTo>
                <a:lnTo>
                  <a:pt x="154249" y="14950"/>
                </a:lnTo>
                <a:lnTo>
                  <a:pt x="77125" y="14950"/>
                </a:lnTo>
                <a:lnTo>
                  <a:pt x="0" y="149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text-110 No">
            <a:extLst xmlns:a="http://schemas.openxmlformats.org/drawingml/2006/main">
              <a:ext uri="{FF2B5EF4-FFF2-40B4-BE49-F238E27FC236}">
                <a16:creationId xmlns:a16="http://schemas.microsoft.com/office/drawing/2014/main" id="{DFEB0B88-4A45-43CE-8C4D-C14BDDC1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9041" y="8483535"/>
            <a:ext cx="283674" cy="285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No</a:t>
            </a:r>
          </a:p>
        </p:txBody>
      </p:sp>
      <p:sp>
        <p:nvSpPr>
          <p:cNvPr id="147" name="text-111 Judgement">
            <a:extLst xmlns:a="http://schemas.openxmlformats.org/drawingml/2006/main">
              <a:ext uri="{FF2B5EF4-FFF2-40B4-BE49-F238E27FC236}">
                <a16:creationId xmlns:a16="http://schemas.microsoft.com/office/drawing/2014/main" id="{7A5B287A-C2F9-4729-AB90-285EEA7F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9037" y="8476497"/>
            <a:ext cx="1028052" cy="285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Judgement</a:t>
            </a:r>
          </a:p>
        </p:txBody>
      </p:sp>
      <p:sp>
        <p:nvSpPr>
          <p:cNvPr id="148" name="text-112 &lt;A&gt;">
            <a:extLst xmlns:a="http://schemas.openxmlformats.org/drawingml/2006/main">
              <a:ext uri="{FF2B5EF4-FFF2-40B4-BE49-F238E27FC236}">
                <a16:creationId xmlns:a16="http://schemas.microsoft.com/office/drawing/2014/main" id="{38BC1690-8FF5-4EFB-8042-35DA7AC0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2201" y="8845908"/>
            <a:ext cx="388918" cy="285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&lt;A&gt;</a:t>
            </a:r>
          </a:p>
        </p:txBody>
      </p:sp>
      <p:sp>
        <p:nvSpPr>
          <p:cNvPr id="149" name="text-113 &lt;B&gt;">
            <a:extLst xmlns:a="http://schemas.openxmlformats.org/drawingml/2006/main">
              <a:ext uri="{FF2B5EF4-FFF2-40B4-BE49-F238E27FC236}">
                <a16:creationId xmlns:a16="http://schemas.microsoft.com/office/drawing/2014/main" id="{2262B4EA-EFCD-4C83-995D-77235C1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7576" y="8852908"/>
            <a:ext cx="411505" cy="2859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&lt;B&gt;</a:t>
            </a:r>
          </a:p>
        </p:txBody>
      </p:sp>
      <p:sp>
        <p:nvSpPr>
          <p:cNvPr id="150" name="path-114">
            <a:extLst xmlns:a="http://schemas.openxmlformats.org/drawingml/2006/main">
              <a:ext uri="{FF2B5EF4-FFF2-40B4-BE49-F238E27FC236}">
                <a16:creationId xmlns:a16="http://schemas.microsoft.com/office/drawing/2014/main" id="{6011BE74-BA1D-4212-9F89-C9A0B7DF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6784" y="9067221"/>
            <a:ext cx="375092" cy="14950"/>
          </a:xfrm>
          <a:custGeom xmlns:a="http://schemas.openxmlformats.org/drawingml/2006/main">
            <a:pathLst>
              <a:path w="375092" h="14950">
                <a:moveTo>
                  <a:pt x="0" y="0"/>
                </a:moveTo>
                <a:lnTo>
                  <a:pt x="125030" y="0"/>
                </a:lnTo>
                <a:lnTo>
                  <a:pt x="250062" y="0"/>
                </a:lnTo>
                <a:lnTo>
                  <a:pt x="375092" y="0"/>
                </a:lnTo>
                <a:lnTo>
                  <a:pt x="375092" y="14950"/>
                </a:lnTo>
                <a:lnTo>
                  <a:pt x="250062" y="14950"/>
                </a:lnTo>
                <a:lnTo>
                  <a:pt x="125030" y="14950"/>
                </a:lnTo>
                <a:lnTo>
                  <a:pt x="0" y="1495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text-115 Multiple">
            <a:extLst xmlns:a="http://schemas.openxmlformats.org/drawingml/2006/main">
              <a:ext uri="{FF2B5EF4-FFF2-40B4-BE49-F238E27FC236}">
                <a16:creationId xmlns:a16="http://schemas.microsoft.com/office/drawing/2014/main" id="{54B2F7A0-0DF8-4E92-BCAF-A60BCD4D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6501" y="8826636"/>
            <a:ext cx="799531" cy="286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10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Multiple</a:t>
            </a:r>
          </a:p>
        </p:txBody>
      </p:sp>
      <p:sp>
        <p:nvSpPr>
          <p:cNvPr id="152" name="text-115 Choice">
            <a:extLst xmlns:a="http://schemas.openxmlformats.org/drawingml/2006/main">
              <a:ext uri="{FF2B5EF4-FFF2-40B4-BE49-F238E27FC236}">
                <a16:creationId xmlns:a16="http://schemas.microsoft.com/office/drawing/2014/main" id="{53DF5C35-E1F6-4A1D-A4DC-3ED9C0C0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2949" y="8827199"/>
            <a:ext cx="631658" cy="28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Choice</a:t>
            </a:r>
          </a:p>
        </p:txBody>
      </p:sp>
      <p:sp>
        <p:nvSpPr>
          <p:cNvPr id="153" name="text-116 Abnormal">
            <a:extLst xmlns:a="http://schemas.openxmlformats.org/drawingml/2006/main">
              <a:ext uri="{FF2B5EF4-FFF2-40B4-BE49-F238E27FC236}">
                <a16:creationId xmlns:a16="http://schemas.microsoft.com/office/drawing/2014/main" id="{33A3EA06-F5E3-4810-AF64-05620085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1370" y="10553136"/>
            <a:ext cx="949287" cy="285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Abnormal</a:t>
            </a:r>
          </a:p>
        </p:txBody>
      </p:sp>
      <p:sp>
        <p:nvSpPr>
          <p:cNvPr id="154" name="text-116 Explanation">
            <a:extLst xmlns:a="http://schemas.openxmlformats.org/drawingml/2006/main">
              <a:ext uri="{FF2B5EF4-FFF2-40B4-BE49-F238E27FC236}">
                <a16:creationId xmlns:a16="http://schemas.microsoft.com/office/drawing/2014/main" id="{8716B1B1-F70A-459C-B3CC-44748EE3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0503" y="10552958"/>
            <a:ext cx="1142690" cy="28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1" i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Explanation</a:t>
            </a:r>
          </a:p>
        </p:txBody>
      </p:sp>
      <p:sp>
        <p:nvSpPr>
          <p:cNvPr id="155" name="text-117 &lt;Answer&gt;">
            <a:extLst xmlns:a="http://schemas.openxmlformats.org/drawingml/2006/main">
              <a:ext uri="{FF2B5EF4-FFF2-40B4-BE49-F238E27FC236}">
                <a16:creationId xmlns:a16="http://schemas.microsoft.com/office/drawing/2014/main" id="{BD92D8B5-A578-4AC6-AC22-5E415361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8992" y="10838818"/>
            <a:ext cx="1032604" cy="317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&lt;Answer&gt;</a:t>
            </a:r>
          </a:p>
        </p:txBody>
      </p:sp>
      <p:sp>
        <p:nvSpPr>
          <p:cNvPr id="156" name="text-117 ...">
            <a:extLst xmlns:a="http://schemas.openxmlformats.org/drawingml/2006/main">
              <a:ext uri="{FF2B5EF4-FFF2-40B4-BE49-F238E27FC236}">
                <a16:creationId xmlns:a16="http://schemas.microsoft.com/office/drawing/2014/main" id="{FAB56079-61F1-4778-9BAA-3C08A564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067" y="10839385"/>
            <a:ext cx="179793" cy="316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1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...</a:t>
            </a:r>
          </a:p>
        </p:txBody>
      </p:sp>
      <p:sp>
        <p:nvSpPr>
          <p:cNvPr id="157" name="path-118">
            <a:extLst xmlns:a="http://schemas.openxmlformats.org/drawingml/2006/main">
              <a:ext uri="{FF2B5EF4-FFF2-40B4-BE49-F238E27FC236}">
                <a16:creationId xmlns:a16="http://schemas.microsoft.com/office/drawing/2014/main" id="{7D7AD89C-7472-479E-8C1D-BC52C38D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6" y="8976733"/>
            <a:ext cx="381887" cy="381887"/>
          </a:xfrm>
          <a:custGeom xmlns:a="http://schemas.openxmlformats.org/drawingml/2006/main">
            <a:pathLst>
              <a:path w="381887" h="381887">
                <a:moveTo>
                  <a:pt x="0" y="0"/>
                </a:moveTo>
                <a:lnTo>
                  <a:pt x="381887" y="0"/>
                </a:lnTo>
                <a:lnTo>
                  <a:pt x="381887" y="381887"/>
                </a:lnTo>
                <a:lnTo>
                  <a:pt x="0" y="381887"/>
                </a:lnTo>
                <a:close/>
              </a:path>
            </a:pathLst>
          </a:custGeom>
          <a:solidFill xmlns:a="http://schemas.openxmlformats.org/drawingml/2006/main">
            <a:srgbClr val="FDF5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BDD85AD-D002-45FA-A52E-223C36917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3494f7b5f4a18"/>
          <a:stretch xmlns:a="http://schemas.openxmlformats.org/drawingml/2006/main"/>
        </p:blipFill>
        <p:spPr>
          <a:xfrm xmlns:a="http://schemas.openxmlformats.org/drawingml/2006/main">
            <a:off x="466725" y="8972550"/>
            <a:ext cx="400050" cy="390525"/>
          </a:xfrm>
          <a:prstGeom xmlns:a="http://schemas.openxmlformats.org/drawingml/2006/main" prst="rect">
            <a:avLst/>
          </a:prstGeom>
        </p:spPr>
      </p:pic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E6D2053-A28F-43EB-AE99-0A372711D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7abb469e04c3a"/>
          <a:stretch xmlns:a="http://schemas.openxmlformats.org/drawingml/2006/main"/>
        </p:blipFill>
        <p:spPr>
          <a:xfrm xmlns:a="http://schemas.openxmlformats.org/drawingml/2006/main">
            <a:off x="1276350" y="9372600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3301405-C6A0-4295-B104-77EB87EBDF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dd26292224e54"/>
          <a:stretch xmlns:a="http://schemas.openxmlformats.org/drawingml/2006/main"/>
        </p:blipFill>
        <p:spPr>
          <a:xfrm xmlns:a="http://schemas.openxmlformats.org/drawingml/2006/main">
            <a:off x="876300" y="9372600"/>
            <a:ext cx="381000" cy="390525"/>
          </a:xfrm>
          <a:prstGeom xmlns:a="http://schemas.openxmlformats.org/drawingml/2006/main" prst="rect">
            <a:avLst/>
          </a:prstGeom>
        </p:spPr>
      </p:pic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49332AA-236C-4BA5-B0DF-58C85E3F8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412732850449f"/>
          <a:stretch xmlns:a="http://schemas.openxmlformats.org/drawingml/2006/main"/>
        </p:blipFill>
        <p:spPr>
          <a:xfrm xmlns:a="http://schemas.openxmlformats.org/drawingml/2006/main">
            <a:off x="876300" y="8972550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CF57CA3-D560-4549-997D-FFE7E36D2C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ae1ecbdf7418f"/>
          <a:stretch xmlns:a="http://schemas.openxmlformats.org/drawingml/2006/main"/>
        </p:blipFill>
        <p:spPr>
          <a:xfrm xmlns:a="http://schemas.openxmlformats.org/drawingml/2006/main">
            <a:off x="1685925" y="8972550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40BDC5F-93A2-4F5D-AE42-0CDE36C95A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04318f41642c9"/>
          <a:stretch xmlns:a="http://schemas.openxmlformats.org/drawingml/2006/main"/>
        </p:blipFill>
        <p:spPr>
          <a:xfrm xmlns:a="http://schemas.openxmlformats.org/drawingml/2006/main">
            <a:off x="1276350" y="8972550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2E1DB0F-CB89-42F6-886F-9DB19D4A9C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6f68683084ea5"/>
          <a:stretch xmlns:a="http://schemas.openxmlformats.org/drawingml/2006/main"/>
        </p:blipFill>
        <p:spPr>
          <a:xfrm xmlns:a="http://schemas.openxmlformats.org/drawingml/2006/main">
            <a:off x="466725" y="9372600"/>
            <a:ext cx="400050" cy="390525"/>
          </a:xfrm>
          <a:prstGeom xmlns:a="http://schemas.openxmlformats.org/drawingml/2006/main" prst="rect">
            <a:avLst/>
          </a:prstGeom>
        </p:spPr>
      </p:pic>
      <p:sp>
        <p:nvSpPr>
          <p:cNvPr id="165" name="text-126 3D">
            <a:extLst xmlns:a="http://schemas.openxmlformats.org/drawingml/2006/main">
              <a:ext uri="{FF2B5EF4-FFF2-40B4-BE49-F238E27FC236}">
                <a16:creationId xmlns:a16="http://schemas.microsoft.com/office/drawing/2014/main" id="{8636F682-3168-489F-A89A-A436DF0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0130" y="10969716"/>
            <a:ext cx="267524" cy="25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427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3D</a:t>
            </a:r>
          </a:p>
        </p:txBody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C0867C6-D49B-4ED4-93E0-DF99E1DE3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08f6d26ad4844"/>
          <a:stretch xmlns:a="http://schemas.openxmlformats.org/drawingml/2006/main"/>
        </p:blipFill>
        <p:spPr>
          <a:xfrm xmlns:a="http://schemas.openxmlformats.org/drawingml/2006/main">
            <a:off x="4038600" y="1057275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167" name="text-128 &lt;A&gt;">
            <a:extLst xmlns:a="http://schemas.openxmlformats.org/drawingml/2006/main">
              <a:ext uri="{FF2B5EF4-FFF2-40B4-BE49-F238E27FC236}">
                <a16:creationId xmlns:a16="http://schemas.microsoft.com/office/drawing/2014/main" id="{9AF40781-4A71-4FFC-ADC5-13E036E3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6682" y="9855127"/>
            <a:ext cx="432927" cy="317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&lt;A&gt;</a:t>
            </a:r>
          </a:p>
        </p:txBody>
      </p:sp>
      <p:sp>
        <p:nvSpPr>
          <p:cNvPr id="168" name="text-128 ...">
            <a:extLst xmlns:a="http://schemas.openxmlformats.org/drawingml/2006/main">
              <a:ext uri="{FF2B5EF4-FFF2-40B4-BE49-F238E27FC236}">
                <a16:creationId xmlns:a16="http://schemas.microsoft.com/office/drawing/2014/main" id="{77E28B05-4ED2-416F-8CEC-9E1EB243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9705" y="9854801"/>
            <a:ext cx="180465" cy="317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...</a:t>
            </a:r>
          </a:p>
        </p:txBody>
      </p:sp>
      <p:sp>
        <p:nvSpPr>
          <p:cNvPr id="169" name="text-129 &lt;B&gt;">
            <a:extLst xmlns:a="http://schemas.openxmlformats.org/drawingml/2006/main">
              <a:ext uri="{FF2B5EF4-FFF2-40B4-BE49-F238E27FC236}">
                <a16:creationId xmlns:a16="http://schemas.microsoft.com/office/drawing/2014/main" id="{43891185-F283-49B3-A362-B98EC207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1797" y="9855161"/>
            <a:ext cx="430197" cy="31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&lt;B&gt;</a:t>
            </a:r>
          </a:p>
        </p:txBody>
      </p:sp>
      <p:sp>
        <p:nvSpPr>
          <p:cNvPr id="170" name="text-129 …">
            <a:extLst xmlns:a="http://schemas.openxmlformats.org/drawingml/2006/main">
              <a:ext uri="{FF2B5EF4-FFF2-40B4-BE49-F238E27FC236}">
                <a16:creationId xmlns:a16="http://schemas.microsoft.com/office/drawing/2014/main" id="{0F758F5E-88CE-4DCE-A480-585EF147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2094" y="9854800"/>
            <a:ext cx="211530" cy="31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…</a:t>
            </a:r>
          </a:p>
        </p:txBody>
      </p:sp>
      <p:sp>
        <p:nvSpPr>
          <p:cNvPr id="171" name="text-130 &lt;C&gt;">
            <a:extLst xmlns:a="http://schemas.openxmlformats.org/drawingml/2006/main">
              <a:ext uri="{FF2B5EF4-FFF2-40B4-BE49-F238E27FC236}">
                <a16:creationId xmlns:a16="http://schemas.microsoft.com/office/drawing/2014/main" id="{0604AEC9-DC7A-44D3-B3C8-C0AF4EE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8451" y="10176939"/>
            <a:ext cx="419318" cy="31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&lt;C&gt;</a:t>
            </a:r>
          </a:p>
        </p:txBody>
      </p:sp>
      <p:sp>
        <p:nvSpPr>
          <p:cNvPr id="172" name="text-130 …">
            <a:extLst xmlns:a="http://schemas.openxmlformats.org/drawingml/2006/main">
              <a:ext uri="{FF2B5EF4-FFF2-40B4-BE49-F238E27FC236}">
                <a16:creationId xmlns:a16="http://schemas.microsoft.com/office/drawing/2014/main" id="{EA4099DD-5124-4312-A4D1-B7646BA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855" y="10176662"/>
            <a:ext cx="211530" cy="31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…</a:t>
            </a:r>
          </a:p>
        </p:txBody>
      </p:sp>
      <p:sp>
        <p:nvSpPr>
          <p:cNvPr id="173" name="text-131 &lt;D&gt;">
            <a:extLst xmlns:a="http://schemas.openxmlformats.org/drawingml/2006/main">
              <a:ext uri="{FF2B5EF4-FFF2-40B4-BE49-F238E27FC236}">
                <a16:creationId xmlns:a16="http://schemas.microsoft.com/office/drawing/2014/main" id="{3882411C-3AC8-4BA6-94ED-09DD6398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3564" y="10184908"/>
            <a:ext cx="441037" cy="316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&lt;D&gt;</a:t>
            </a:r>
          </a:p>
        </p:txBody>
      </p:sp>
      <p:sp>
        <p:nvSpPr>
          <p:cNvPr id="174" name="text-131 …">
            <a:extLst xmlns:a="http://schemas.openxmlformats.org/drawingml/2006/main">
              <a:ext uri="{FF2B5EF4-FFF2-40B4-BE49-F238E27FC236}">
                <a16:creationId xmlns:a16="http://schemas.microsoft.com/office/drawing/2014/main" id="{CDA759EC-D1B4-4906-AFD0-7DA4AD2B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4754" y="10184251"/>
            <a:ext cx="211530" cy="317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78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…</a:t>
            </a:r>
          </a:p>
        </p:txBody>
      </p:sp>
      <p:sp>
        <p:nvSpPr>
          <p:cNvPr id="175" name="text-132 “Synthesis">
            <a:extLst xmlns:a="http://schemas.openxmlformats.org/drawingml/2006/main">
              <a:ext uri="{FF2B5EF4-FFF2-40B4-BE49-F238E27FC236}">
                <a16:creationId xmlns:a16="http://schemas.microsoft.com/office/drawing/2014/main" id="{EF2E84FB-DA96-4F2B-91EB-BEE993E6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4878" y="9034418"/>
            <a:ext cx="673328" cy="17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“Synthesis</a:t>
            </a:r>
          </a:p>
        </p:txBody>
      </p:sp>
      <p:sp>
        <p:nvSpPr>
          <p:cNvPr id="176" name="text-132 Audio”">
            <a:extLst xmlns:a="http://schemas.openxmlformats.org/drawingml/2006/main">
              <a:ext uri="{FF2B5EF4-FFF2-40B4-BE49-F238E27FC236}">
                <a16:creationId xmlns:a16="http://schemas.microsoft.com/office/drawing/2014/main" id="{74452A04-5E46-4E40-B1C5-46D0B33F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3174" y="9034503"/>
            <a:ext cx="455247" cy="174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98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Audio”</a:t>
            </a:r>
          </a:p>
        </p:txBody>
      </p:sp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485B72F-F6E1-49AE-B270-FEC1DF85AF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8fe8d72eb4bc4"/>
          <a:stretch xmlns:a="http://schemas.openxmlformats.org/drawingml/2006/main"/>
        </p:blipFill>
        <p:spPr>
          <a:xfrm xmlns:a="http://schemas.openxmlformats.org/drawingml/2006/main">
            <a:off x="10220325" y="8248650"/>
            <a:ext cx="1152525" cy="581025"/>
          </a:xfrm>
          <a:prstGeom xmlns:a="http://schemas.openxmlformats.org/drawingml/2006/main" prst="rect">
            <a:avLst/>
          </a:prstGeom>
        </p:spPr>
      </p:pic>
      <p:sp>
        <p:nvSpPr>
          <p:cNvPr id="178" name="path-134">
            <a:extLst xmlns:a="http://schemas.openxmlformats.org/drawingml/2006/main">
              <a:ext uri="{FF2B5EF4-FFF2-40B4-BE49-F238E27FC236}">
                <a16:creationId xmlns:a16="http://schemas.microsoft.com/office/drawing/2014/main" id="{B02DC851-1B3B-4FAA-B4F9-14B8091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062" y="8246709"/>
            <a:ext cx="1154267" cy="586194"/>
          </a:xfrm>
          <a:custGeom xmlns:a="http://schemas.openxmlformats.org/drawingml/2006/main">
            <a:pathLst>
              <a:path w="1154267" h="586194">
                <a:moveTo>
                  <a:pt x="0" y="0"/>
                </a:moveTo>
                <a:lnTo>
                  <a:pt x="1154267" y="0"/>
                </a:lnTo>
                <a:lnTo>
                  <a:pt x="1154267" y="586194"/>
                </a:lnTo>
                <a:lnTo>
                  <a:pt x="0" y="5861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25">
            <a:solidFill>
              <a:srgbClr val="000000"/>
            </a:solidFill>
            <a:prstDash val="solid"/>
          </a:ln>
        </p:spPr>
      </p:sp>
      <p:sp>
        <p:nvSpPr>
          <p:cNvPr id="179" name="path-135">
            <a:extLst xmlns:a="http://schemas.openxmlformats.org/drawingml/2006/main">
              <a:ext uri="{FF2B5EF4-FFF2-40B4-BE49-F238E27FC236}">
                <a16:creationId xmlns:a16="http://schemas.microsoft.com/office/drawing/2014/main" id="{4CE64434-19F6-464D-A88F-24B87532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212" y="8834035"/>
            <a:ext cx="1156533" cy="133185"/>
          </a:xfrm>
          <a:custGeom xmlns:a="http://schemas.openxmlformats.org/drawingml/2006/main">
            <a:pathLst>
              <a:path w="1156533" h="133185">
                <a:moveTo>
                  <a:pt x="0" y="0"/>
                </a:moveTo>
                <a:lnTo>
                  <a:pt x="1156533" y="0"/>
                </a:lnTo>
                <a:lnTo>
                  <a:pt x="1156533" y="133185"/>
                </a:lnTo>
                <a:lnTo>
                  <a:pt x="0" y="133185"/>
                </a:lnTo>
                <a:close/>
              </a:path>
            </a:pathLst>
          </a:custGeom>
          <a:solidFill xmlns:a="http://schemas.openxmlformats.org/drawingml/2006/main">
            <a:srgbClr val="F8FBF4"/>
          </a:solidFill>
          <a:ln xmlns:a="http://schemas.openxmlformats.org/drawingml/2006/main" w="11325">
            <a:solidFill>
              <a:srgbClr val="000000"/>
            </a:solidFill>
            <a:prstDash val="solid"/>
          </a:ln>
        </p:spPr>
      </p:sp>
      <p:sp>
        <p:nvSpPr>
          <p:cNvPr id="180" name="path-136">
            <a:extLst xmlns:a="http://schemas.openxmlformats.org/drawingml/2006/main">
              <a:ext uri="{FF2B5EF4-FFF2-40B4-BE49-F238E27FC236}">
                <a16:creationId xmlns:a16="http://schemas.microsoft.com/office/drawing/2014/main" id="{8CEBFA86-220B-4184-9906-BCE8ACCF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0783" y="8853061"/>
            <a:ext cx="191" cy="95246"/>
          </a:xfrm>
          <a:custGeom xmlns:a="http://schemas.openxmlformats.org/drawingml/2006/main">
            <a:pathLst>
              <a:path w="191" h="95246">
                <a:moveTo>
                  <a:pt x="0" y="0"/>
                </a:moveTo>
                <a:lnTo>
                  <a:pt x="0" y="95246"/>
                </a:lnTo>
              </a:path>
            </a:pathLst>
          </a:custGeom>
          <a:noFill xmlns:a="http://schemas.openxmlformats.org/drawingml/2006/main"/>
          <a:ln xmlns:a="http://schemas.openxmlformats.org/drawingml/2006/main" w="8494">
            <a:solidFill>
              <a:srgbClr val="7F7F7F"/>
            </a:solidFill>
            <a:prstDash val="solid"/>
          </a:ln>
        </p:spPr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99204C3-4713-44BF-BC84-8867908E7A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fb6342f0c4322"/>
          <a:stretch xmlns:a="http://schemas.openxmlformats.org/drawingml/2006/main"/>
        </p:blipFill>
        <p:spPr>
          <a:xfrm xmlns:a="http://schemas.openxmlformats.org/drawingml/2006/main">
            <a:off x="10239375" y="8848725"/>
            <a:ext cx="114300" cy="104775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294C4EA-B6BE-43C9-9C2C-01028F13E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4faa2502a4559"/>
          <a:stretch xmlns:a="http://schemas.openxmlformats.org/drawingml/2006/main"/>
        </p:blipFill>
        <p:spPr>
          <a:xfrm xmlns:a="http://schemas.openxmlformats.org/drawingml/2006/main">
            <a:off x="10382250" y="8858250"/>
            <a:ext cx="952500" cy="95250"/>
          </a:xfrm>
          <a:prstGeom xmlns:a="http://schemas.openxmlformats.org/drawingml/2006/main" prst="rect">
            <a:avLst/>
          </a:prstGeom>
        </p:spPr>
      </p:pic>
      <p:sp>
        <p:nvSpPr>
          <p:cNvPr id="183" name="path-139">
            <a:extLst xmlns:a="http://schemas.openxmlformats.org/drawingml/2006/main">
              <a:ext uri="{FF2B5EF4-FFF2-40B4-BE49-F238E27FC236}">
                <a16:creationId xmlns:a16="http://schemas.microsoft.com/office/drawing/2014/main" id="{14ABC729-E095-4C77-99A7-C958ED52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7314" y="8865293"/>
            <a:ext cx="25821" cy="77463"/>
          </a:xfrm>
          <a:custGeom xmlns:a="http://schemas.openxmlformats.org/drawingml/2006/main">
            <a:pathLst>
              <a:path w="25821" h="77463">
                <a:moveTo>
                  <a:pt x="0" y="0"/>
                </a:moveTo>
                <a:lnTo>
                  <a:pt x="25821" y="0"/>
                </a:lnTo>
                <a:lnTo>
                  <a:pt x="25821" y="77463"/>
                </a:lnTo>
                <a:lnTo>
                  <a:pt x="0" y="774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0E7DABD-0845-4E81-A2E6-55A246F25C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19bf4fcca4b8d"/>
          <a:stretch xmlns:a="http://schemas.openxmlformats.org/drawingml/2006/main"/>
        </p:blipFill>
        <p:spPr>
          <a:xfrm xmlns:a="http://schemas.openxmlformats.org/drawingml/2006/main">
            <a:off x="14106525" y="7877175"/>
            <a:ext cx="542925" cy="533400"/>
          </a:xfrm>
          <a:prstGeom xmlns:a="http://schemas.openxmlformats.org/drawingml/2006/main" prst="rect">
            <a:avLst/>
          </a:prstGeom>
        </p:spPr>
      </p:pic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53B4486-E550-4DBD-871E-00B2B46D3F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56a71bfe34421"/>
          <a:stretch xmlns:a="http://schemas.openxmlformats.org/drawingml/2006/main"/>
        </p:blipFill>
        <p:spPr>
          <a:xfrm xmlns:a="http://schemas.openxmlformats.org/drawingml/2006/main">
            <a:off x="14192250" y="8686800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EC68425-C639-44F5-B54D-2D75CA36F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d0041a01946f3"/>
          <a:stretch xmlns:a="http://schemas.openxmlformats.org/drawingml/2006/main"/>
        </p:blipFill>
        <p:spPr>
          <a:xfrm xmlns:a="http://schemas.openxmlformats.org/drawingml/2006/main">
            <a:off x="14163675" y="9344025"/>
            <a:ext cx="447675" cy="457200"/>
          </a:xfrm>
          <a:prstGeom xmlns:a="http://schemas.openxmlformats.org/drawingml/2006/main" prst="rect">
            <a:avLst/>
          </a:prstGeom>
        </p:spPr>
      </p:pic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9FD7760-9BE7-4F75-8482-4DC5385E5F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7c194b22d4998"/>
          <a:stretch xmlns:a="http://schemas.openxmlformats.org/drawingml/2006/main"/>
        </p:blipFill>
        <p:spPr>
          <a:xfrm xmlns:a="http://schemas.openxmlformats.org/drawingml/2006/main">
            <a:off x="485775" y="7848600"/>
            <a:ext cx="3352800" cy="600075"/>
          </a:xfrm>
          <a:prstGeom xmlns:a="http://schemas.openxmlformats.org/drawingml/2006/main" prst="rect">
            <a:avLst/>
          </a:prstGeom>
        </p:spPr>
      </p:pic>
      <p:sp>
        <p:nvSpPr>
          <p:cNvPr id="188" name="path-144">
            <a:extLst xmlns:a="http://schemas.openxmlformats.org/drawingml/2006/main">
              <a:ext uri="{FF2B5EF4-FFF2-40B4-BE49-F238E27FC236}">
                <a16:creationId xmlns:a16="http://schemas.microsoft.com/office/drawing/2014/main" id="{C9A93B10-4051-4C92-BAA5-3F67694F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49" y="7837189"/>
            <a:ext cx="3378541" cy="626511"/>
          </a:xfrm>
          <a:custGeom xmlns:a="http://schemas.openxmlformats.org/drawingml/2006/main">
            <a:pathLst>
              <a:path w="3378541" h="626511">
                <a:moveTo>
                  <a:pt x="0" y="0"/>
                </a:moveTo>
                <a:lnTo>
                  <a:pt x="3378541" y="0"/>
                </a:lnTo>
                <a:lnTo>
                  <a:pt x="3378541" y="626511"/>
                </a:lnTo>
                <a:lnTo>
                  <a:pt x="0" y="6265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595959"/>
            </a:solidFill>
            <a:prstDash val="solid"/>
          </a:ln>
        </p:spPr>
      </p:sp>
      <p:sp>
        <p:nvSpPr>
          <p:cNvPr id="189" name="path-145">
            <a:extLst xmlns:a="http://schemas.openxmlformats.org/drawingml/2006/main">
              <a:ext uri="{FF2B5EF4-FFF2-40B4-BE49-F238E27FC236}">
                <a16:creationId xmlns:a16="http://schemas.microsoft.com/office/drawing/2014/main" id="{9245B16C-82FB-440C-AB71-5FB521D7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01" y="7837189"/>
            <a:ext cx="191" cy="634213"/>
          </a:xfrm>
          <a:custGeom xmlns:a="http://schemas.openxmlformats.org/drawingml/2006/main">
            <a:pathLst>
              <a:path w="191" h="634213">
                <a:moveTo>
                  <a:pt x="0" y="0"/>
                </a:moveTo>
                <a:lnTo>
                  <a:pt x="0" y="634213"/>
                </a:ln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595959"/>
            </a:solidFill>
            <a:prstDash val="solid"/>
          </a:ln>
        </p:spPr>
      </p:sp>
      <p:sp>
        <p:nvSpPr>
          <p:cNvPr id="190" name="path-146">
            <a:extLst xmlns:a="http://schemas.openxmlformats.org/drawingml/2006/main">
              <a:ext uri="{FF2B5EF4-FFF2-40B4-BE49-F238E27FC236}">
                <a16:creationId xmlns:a16="http://schemas.microsoft.com/office/drawing/2014/main" id="{AFA01A66-A688-4B69-80EE-97C0B4AF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220" y="7838548"/>
            <a:ext cx="191" cy="634213"/>
          </a:xfrm>
          <a:custGeom xmlns:a="http://schemas.openxmlformats.org/drawingml/2006/main">
            <a:pathLst>
              <a:path w="191" h="634213">
                <a:moveTo>
                  <a:pt x="0" y="0"/>
                </a:moveTo>
                <a:lnTo>
                  <a:pt x="0" y="634213"/>
                </a:ln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595959"/>
            </a:solidFill>
            <a:prstDash val="solid"/>
          </a:ln>
        </p:spPr>
      </p:sp>
      <p:sp>
        <p:nvSpPr>
          <p:cNvPr id="191" name="path-147">
            <a:extLst xmlns:a="http://schemas.openxmlformats.org/drawingml/2006/main">
              <a:ext uri="{FF2B5EF4-FFF2-40B4-BE49-F238E27FC236}">
                <a16:creationId xmlns:a16="http://schemas.microsoft.com/office/drawing/2014/main" id="{C01B965B-3D75-4684-B8BA-3D54A7B2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790" y="7837189"/>
            <a:ext cx="191" cy="634213"/>
          </a:xfrm>
          <a:custGeom xmlns:a="http://schemas.openxmlformats.org/drawingml/2006/main">
            <a:pathLst>
              <a:path w="191" h="634213">
                <a:moveTo>
                  <a:pt x="0" y="0"/>
                </a:moveTo>
                <a:lnTo>
                  <a:pt x="0" y="634213"/>
                </a:lnTo>
              </a:path>
            </a:pathLst>
          </a:custGeom>
          <a:noFill xmlns:a="http://schemas.openxmlformats.org/drawingml/2006/main"/>
          <a:ln xmlns:a="http://schemas.openxmlformats.org/drawingml/2006/main" w="33976">
            <a:solidFill>
              <a:srgbClr val="595959"/>
            </a:solidFill>
            <a:prstDash val="solid"/>
          </a:ln>
        </p:spPr>
      </p:sp>
      <p:sp>
        <p:nvSpPr>
          <p:cNvPr id="192" name="path-148">
            <a:extLst xmlns:a="http://schemas.openxmlformats.org/drawingml/2006/main">
              <a:ext uri="{FF2B5EF4-FFF2-40B4-BE49-F238E27FC236}">
                <a16:creationId xmlns:a16="http://schemas.microsoft.com/office/drawing/2014/main" id="{B0EB4D8E-DF75-492C-B2B0-90E26B1D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16" y="7731864"/>
            <a:ext cx="3397568" cy="127749"/>
          </a:xfrm>
          <a:custGeom xmlns:a="http://schemas.openxmlformats.org/drawingml/2006/main">
            <a:pathLst>
              <a:path w="3397568" h="127749">
                <a:moveTo>
                  <a:pt x="0" y="0"/>
                </a:moveTo>
                <a:lnTo>
                  <a:pt x="3397568" y="0"/>
                </a:lnTo>
                <a:lnTo>
                  <a:pt x="3397568" y="127749"/>
                </a:lnTo>
                <a:lnTo>
                  <a:pt x="0" y="12774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1325">
            <a:solidFill>
              <a:srgbClr val="595959"/>
            </a:solidFill>
            <a:prstDash val="solid"/>
          </a:ln>
        </p:spPr>
      </p:sp>
      <p:sp>
        <p:nvSpPr>
          <p:cNvPr id="193" name="path-149">
            <a:extLst xmlns:a="http://schemas.openxmlformats.org/drawingml/2006/main">
              <a:ext uri="{FF2B5EF4-FFF2-40B4-BE49-F238E27FC236}">
                <a16:creationId xmlns:a16="http://schemas.microsoft.com/office/drawing/2014/main" id="{04EE72A5-B8CB-43AF-ABA8-4753C3BC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32" y="7764481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4" name="path-150">
            <a:extLst xmlns:a="http://schemas.openxmlformats.org/drawingml/2006/main">
              <a:ext uri="{FF2B5EF4-FFF2-40B4-BE49-F238E27FC236}">
                <a16:creationId xmlns:a16="http://schemas.microsoft.com/office/drawing/2014/main" id="{E9400E4B-BECA-4013-9438-09D5B931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41" y="7764481"/>
            <a:ext cx="99208" cy="63874"/>
          </a:xfrm>
          <a:custGeom xmlns:a="http://schemas.openxmlformats.org/drawingml/2006/main">
            <a:pathLst>
              <a:path w="99208" h="63874">
                <a:moveTo>
                  <a:pt x="0" y="0"/>
                </a:moveTo>
                <a:lnTo>
                  <a:pt x="99208" y="0"/>
                </a:lnTo>
                <a:lnTo>
                  <a:pt x="99208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5" name="path-151">
            <a:extLst xmlns:a="http://schemas.openxmlformats.org/drawingml/2006/main">
              <a:ext uri="{FF2B5EF4-FFF2-40B4-BE49-F238E27FC236}">
                <a16:creationId xmlns:a16="http://schemas.microsoft.com/office/drawing/2014/main" id="{C987C0BA-F0E4-4D26-9A86-9A220E7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49" y="7764481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6" name="path-152">
            <a:extLst xmlns:a="http://schemas.openxmlformats.org/drawingml/2006/main">
              <a:ext uri="{FF2B5EF4-FFF2-40B4-BE49-F238E27FC236}">
                <a16:creationId xmlns:a16="http://schemas.microsoft.com/office/drawing/2014/main" id="{57FBEBEC-7790-4801-8262-75C0388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857" y="7764481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7" name="path-153">
            <a:extLst xmlns:a="http://schemas.openxmlformats.org/drawingml/2006/main">
              <a:ext uri="{FF2B5EF4-FFF2-40B4-BE49-F238E27FC236}">
                <a16:creationId xmlns:a16="http://schemas.microsoft.com/office/drawing/2014/main" id="{299BE138-9511-49E6-9F8D-CA359042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865" y="7764481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8" name="path-154">
            <a:extLst xmlns:a="http://schemas.openxmlformats.org/drawingml/2006/main">
              <a:ext uri="{FF2B5EF4-FFF2-40B4-BE49-F238E27FC236}">
                <a16:creationId xmlns:a16="http://schemas.microsoft.com/office/drawing/2014/main" id="{FAFE5D09-E415-4B82-BB49-D1D79656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873" y="7764481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199" name="path-155">
            <a:extLst xmlns:a="http://schemas.openxmlformats.org/drawingml/2006/main">
              <a:ext uri="{FF2B5EF4-FFF2-40B4-BE49-F238E27FC236}">
                <a16:creationId xmlns:a16="http://schemas.microsoft.com/office/drawing/2014/main" id="{AD853CEB-EB5D-4D98-89A3-DDED391A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881" y="7764481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0" name="path-156">
            <a:extLst xmlns:a="http://schemas.openxmlformats.org/drawingml/2006/main">
              <a:ext uri="{FF2B5EF4-FFF2-40B4-BE49-F238E27FC236}">
                <a16:creationId xmlns:a16="http://schemas.microsoft.com/office/drawing/2014/main" id="{95C757E0-E8BD-4262-A704-148AEA84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889" y="7764481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1" name="path-157">
            <a:extLst xmlns:a="http://schemas.openxmlformats.org/drawingml/2006/main">
              <a:ext uri="{FF2B5EF4-FFF2-40B4-BE49-F238E27FC236}">
                <a16:creationId xmlns:a16="http://schemas.microsoft.com/office/drawing/2014/main" id="{07F2DDBF-D98C-473C-BDC2-AB1AEF4F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97" y="7764481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2" name="path-158">
            <a:extLst xmlns:a="http://schemas.openxmlformats.org/drawingml/2006/main">
              <a:ext uri="{FF2B5EF4-FFF2-40B4-BE49-F238E27FC236}">
                <a16:creationId xmlns:a16="http://schemas.microsoft.com/office/drawing/2014/main" id="{31585916-12E2-4BF1-A422-96ABB32C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906" y="7764481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3" name="path-159">
            <a:extLst xmlns:a="http://schemas.openxmlformats.org/drawingml/2006/main">
              <a:ext uri="{FF2B5EF4-FFF2-40B4-BE49-F238E27FC236}">
                <a16:creationId xmlns:a16="http://schemas.microsoft.com/office/drawing/2014/main" id="{B01DFF2A-59AB-45CA-88AC-E2E23439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914" y="7764481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4" name="path-160">
            <a:extLst xmlns:a="http://schemas.openxmlformats.org/drawingml/2006/main">
              <a:ext uri="{FF2B5EF4-FFF2-40B4-BE49-F238E27FC236}">
                <a16:creationId xmlns:a16="http://schemas.microsoft.com/office/drawing/2014/main" id="{195566A8-83D5-42DB-896C-E3A7B50A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64" y="7764481"/>
            <a:ext cx="99208" cy="63874"/>
          </a:xfrm>
          <a:custGeom xmlns:a="http://schemas.openxmlformats.org/drawingml/2006/main">
            <a:pathLst>
              <a:path w="99208" h="63874">
                <a:moveTo>
                  <a:pt x="0" y="0"/>
                </a:moveTo>
                <a:lnTo>
                  <a:pt x="99208" y="0"/>
                </a:lnTo>
                <a:lnTo>
                  <a:pt x="99208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5" name="path-161">
            <a:extLst xmlns:a="http://schemas.openxmlformats.org/drawingml/2006/main">
              <a:ext uri="{FF2B5EF4-FFF2-40B4-BE49-F238E27FC236}">
                <a16:creationId xmlns:a16="http://schemas.microsoft.com/office/drawing/2014/main" id="{4F4601BE-5ABD-4451-ADB0-8AC59D0A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572" y="7764481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6" name="path-162">
            <a:extLst xmlns:a="http://schemas.openxmlformats.org/drawingml/2006/main">
              <a:ext uri="{FF2B5EF4-FFF2-40B4-BE49-F238E27FC236}">
                <a16:creationId xmlns:a16="http://schemas.microsoft.com/office/drawing/2014/main" id="{582EB9C5-0CA6-4A73-B4A3-9FB5B93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580" y="7764481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7" name="path-163">
            <a:extLst xmlns:a="http://schemas.openxmlformats.org/drawingml/2006/main">
              <a:ext uri="{FF2B5EF4-FFF2-40B4-BE49-F238E27FC236}">
                <a16:creationId xmlns:a16="http://schemas.microsoft.com/office/drawing/2014/main" id="{9F0E44FE-3839-4674-83BB-9F7DF9D8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588" y="7764481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8" name="path-164">
            <a:extLst xmlns:a="http://schemas.openxmlformats.org/drawingml/2006/main">
              <a:ext uri="{FF2B5EF4-FFF2-40B4-BE49-F238E27FC236}">
                <a16:creationId xmlns:a16="http://schemas.microsoft.com/office/drawing/2014/main" id="{69B706A1-EA30-45AA-89D2-6B4482E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96" y="7764481"/>
            <a:ext cx="99209" cy="63874"/>
          </a:xfrm>
          <a:custGeom xmlns:a="http://schemas.openxmlformats.org/drawingml/2006/main">
            <a:pathLst>
              <a:path w="99209" h="63874">
                <a:moveTo>
                  <a:pt x="0" y="0"/>
                </a:moveTo>
                <a:lnTo>
                  <a:pt x="99209" y="0"/>
                </a:lnTo>
                <a:lnTo>
                  <a:pt x="99209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09" name="path-165">
            <a:extLst xmlns:a="http://schemas.openxmlformats.org/drawingml/2006/main">
              <a:ext uri="{FF2B5EF4-FFF2-40B4-BE49-F238E27FC236}">
                <a16:creationId xmlns:a16="http://schemas.microsoft.com/office/drawing/2014/main" id="{B7207154-F016-40FE-A6D7-DD3B7D83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604" y="7764481"/>
            <a:ext cx="97850" cy="63874"/>
          </a:xfrm>
          <a:custGeom xmlns:a="http://schemas.openxmlformats.org/drawingml/2006/main">
            <a:pathLst>
              <a:path w="97850" h="63874">
                <a:moveTo>
                  <a:pt x="0" y="0"/>
                </a:moveTo>
                <a:lnTo>
                  <a:pt x="97850" y="0"/>
                </a:lnTo>
                <a:lnTo>
                  <a:pt x="97850" y="63874"/>
                </a:lnTo>
                <a:lnTo>
                  <a:pt x="0" y="63874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0" name="path-166">
            <a:extLst xmlns:a="http://schemas.openxmlformats.org/drawingml/2006/main">
              <a:ext uri="{FF2B5EF4-FFF2-40B4-BE49-F238E27FC236}">
                <a16:creationId xmlns:a16="http://schemas.microsoft.com/office/drawing/2014/main" id="{124A02DD-2C66-43B5-B670-B7D036D5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80" y="8448072"/>
            <a:ext cx="3398926" cy="127748"/>
          </a:xfrm>
          <a:custGeom xmlns:a="http://schemas.openxmlformats.org/drawingml/2006/main">
            <a:pathLst>
              <a:path w="3398926" h="127748">
                <a:moveTo>
                  <a:pt x="0" y="0"/>
                </a:moveTo>
                <a:lnTo>
                  <a:pt x="3398926" y="0"/>
                </a:lnTo>
                <a:lnTo>
                  <a:pt x="3398926" y="127748"/>
                </a:lnTo>
                <a:lnTo>
                  <a:pt x="0" y="12774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1325">
            <a:solidFill>
              <a:srgbClr val="595959"/>
            </a:solidFill>
            <a:prstDash val="solid"/>
          </a:ln>
        </p:spPr>
      </p:sp>
      <p:sp>
        <p:nvSpPr>
          <p:cNvPr id="211" name="path-167">
            <a:extLst xmlns:a="http://schemas.openxmlformats.org/drawingml/2006/main">
              <a:ext uri="{FF2B5EF4-FFF2-40B4-BE49-F238E27FC236}">
                <a16:creationId xmlns:a16="http://schemas.microsoft.com/office/drawing/2014/main" id="{548531F0-F396-4777-A4E5-C1D62E0E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55" y="8479328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2" name="path-168">
            <a:extLst xmlns:a="http://schemas.openxmlformats.org/drawingml/2006/main">
              <a:ext uri="{FF2B5EF4-FFF2-40B4-BE49-F238E27FC236}">
                <a16:creationId xmlns:a16="http://schemas.microsoft.com/office/drawing/2014/main" id="{D53167D0-04EB-4C20-825F-5D5EF42D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3" y="8479328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3" name="path-169">
            <a:extLst xmlns:a="http://schemas.openxmlformats.org/drawingml/2006/main">
              <a:ext uri="{FF2B5EF4-FFF2-40B4-BE49-F238E27FC236}">
                <a16:creationId xmlns:a16="http://schemas.microsoft.com/office/drawing/2014/main" id="{6C8B3703-C953-4843-ABB4-A4D48B88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71" y="8479328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4" name="path-170">
            <a:extLst xmlns:a="http://schemas.openxmlformats.org/drawingml/2006/main">
              <a:ext uri="{FF2B5EF4-FFF2-40B4-BE49-F238E27FC236}">
                <a16:creationId xmlns:a16="http://schemas.microsoft.com/office/drawing/2014/main" id="{679C3FF4-AECF-4003-97AD-A23FB956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79" y="8479328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5" name="path-171">
            <a:extLst xmlns:a="http://schemas.openxmlformats.org/drawingml/2006/main">
              <a:ext uri="{FF2B5EF4-FFF2-40B4-BE49-F238E27FC236}">
                <a16:creationId xmlns:a16="http://schemas.microsoft.com/office/drawing/2014/main" id="{545714E6-D14E-48C5-99A1-BB57B44B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788" y="8479328"/>
            <a:ext cx="97849" cy="63875"/>
          </a:xfrm>
          <a:custGeom xmlns:a="http://schemas.openxmlformats.org/drawingml/2006/main">
            <a:pathLst>
              <a:path w="97849" h="63875">
                <a:moveTo>
                  <a:pt x="0" y="0"/>
                </a:moveTo>
                <a:lnTo>
                  <a:pt x="97849" y="0"/>
                </a:lnTo>
                <a:lnTo>
                  <a:pt x="9784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6" name="path-172">
            <a:extLst xmlns:a="http://schemas.openxmlformats.org/drawingml/2006/main">
              <a:ext uri="{FF2B5EF4-FFF2-40B4-BE49-F238E27FC236}">
                <a16:creationId xmlns:a16="http://schemas.microsoft.com/office/drawing/2014/main" id="{0EFEC3FB-2992-4D59-9677-B2E972C1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796" y="8479328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7" name="path-173">
            <a:extLst xmlns:a="http://schemas.openxmlformats.org/drawingml/2006/main">
              <a:ext uri="{FF2B5EF4-FFF2-40B4-BE49-F238E27FC236}">
                <a16:creationId xmlns:a16="http://schemas.microsoft.com/office/drawing/2014/main" id="{431D2CC4-DB10-4AE1-BBC6-90A1A505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446" y="8479328"/>
            <a:ext cx="99208" cy="63875"/>
          </a:xfrm>
          <a:custGeom xmlns:a="http://schemas.openxmlformats.org/drawingml/2006/main">
            <a:pathLst>
              <a:path w="99208" h="63875">
                <a:moveTo>
                  <a:pt x="0" y="0"/>
                </a:moveTo>
                <a:lnTo>
                  <a:pt x="99208" y="0"/>
                </a:lnTo>
                <a:lnTo>
                  <a:pt x="99208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8" name="path-174">
            <a:extLst xmlns:a="http://schemas.openxmlformats.org/drawingml/2006/main">
              <a:ext uri="{FF2B5EF4-FFF2-40B4-BE49-F238E27FC236}">
                <a16:creationId xmlns:a16="http://schemas.microsoft.com/office/drawing/2014/main" id="{018D85D7-6062-4CF9-B340-A573A2CD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53" y="8479328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19" name="path-175">
            <a:extLst xmlns:a="http://schemas.openxmlformats.org/drawingml/2006/main">
              <a:ext uri="{FF2B5EF4-FFF2-40B4-BE49-F238E27FC236}">
                <a16:creationId xmlns:a16="http://schemas.microsoft.com/office/drawing/2014/main" id="{87B999C6-4441-4B3C-A43F-4153FA81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462" y="8479328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0" name="path-176">
            <a:extLst xmlns:a="http://schemas.openxmlformats.org/drawingml/2006/main">
              <a:ext uri="{FF2B5EF4-FFF2-40B4-BE49-F238E27FC236}">
                <a16:creationId xmlns:a16="http://schemas.microsoft.com/office/drawing/2014/main" id="{D8C8C59B-2840-4EA9-9CA7-6DE9CB67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470" y="8479328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1" name="path-177">
            <a:extLst xmlns:a="http://schemas.openxmlformats.org/drawingml/2006/main">
              <a:ext uri="{FF2B5EF4-FFF2-40B4-BE49-F238E27FC236}">
                <a16:creationId xmlns:a16="http://schemas.microsoft.com/office/drawing/2014/main" id="{E8C69F33-4944-4F0D-AEF4-B39D7AD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478" y="8479328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2" name="path-178">
            <a:extLst xmlns:a="http://schemas.openxmlformats.org/drawingml/2006/main">
              <a:ext uri="{FF2B5EF4-FFF2-40B4-BE49-F238E27FC236}">
                <a16:creationId xmlns:a16="http://schemas.microsoft.com/office/drawing/2014/main" id="{41458B7F-BC39-49C7-A81C-D30356B2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486" y="8479328"/>
            <a:ext cx="99209" cy="63875"/>
          </a:xfrm>
          <a:custGeom xmlns:a="http://schemas.openxmlformats.org/drawingml/2006/main">
            <a:pathLst>
              <a:path w="99209" h="63875">
                <a:moveTo>
                  <a:pt x="0" y="0"/>
                </a:moveTo>
                <a:lnTo>
                  <a:pt x="99209" y="0"/>
                </a:lnTo>
                <a:lnTo>
                  <a:pt x="99209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3" name="path-179">
            <a:extLst xmlns:a="http://schemas.openxmlformats.org/drawingml/2006/main">
              <a:ext uri="{FF2B5EF4-FFF2-40B4-BE49-F238E27FC236}">
                <a16:creationId xmlns:a16="http://schemas.microsoft.com/office/drawing/2014/main" id="{AA8770C8-E5B8-4B9D-8E75-9E860041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494" y="8479328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4" name="path-180">
            <a:extLst xmlns:a="http://schemas.openxmlformats.org/drawingml/2006/main">
              <a:ext uri="{FF2B5EF4-FFF2-40B4-BE49-F238E27FC236}">
                <a16:creationId xmlns:a16="http://schemas.microsoft.com/office/drawing/2014/main" id="{0AEF29F7-14F1-42DC-836C-727E226E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502" y="8479328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5" name="path-181">
            <a:extLst xmlns:a="http://schemas.openxmlformats.org/drawingml/2006/main">
              <a:ext uri="{FF2B5EF4-FFF2-40B4-BE49-F238E27FC236}">
                <a16:creationId xmlns:a16="http://schemas.microsoft.com/office/drawing/2014/main" id="{F881504A-8798-49DD-8DD6-D92FAD54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511" y="8479328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6" name="path-182">
            <a:extLst xmlns:a="http://schemas.openxmlformats.org/drawingml/2006/main">
              <a:ext uri="{FF2B5EF4-FFF2-40B4-BE49-F238E27FC236}">
                <a16:creationId xmlns:a16="http://schemas.microsoft.com/office/drawing/2014/main" id="{FA7C9278-6CCA-4E0A-B8E6-1F1B61DB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519" y="8479328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7" name="path-183">
            <a:extLst xmlns:a="http://schemas.openxmlformats.org/drawingml/2006/main">
              <a:ext uri="{FF2B5EF4-FFF2-40B4-BE49-F238E27FC236}">
                <a16:creationId xmlns:a16="http://schemas.microsoft.com/office/drawing/2014/main" id="{18B276FE-111E-4A64-928A-8548BD60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27" y="8479328"/>
            <a:ext cx="97850" cy="63875"/>
          </a:xfrm>
          <a:custGeom xmlns:a="http://schemas.openxmlformats.org/drawingml/2006/main">
            <a:pathLst>
              <a:path w="97850" h="63875">
                <a:moveTo>
                  <a:pt x="0" y="0"/>
                </a:moveTo>
                <a:lnTo>
                  <a:pt x="97850" y="0"/>
                </a:lnTo>
                <a:lnTo>
                  <a:pt x="97850" y="63875"/>
                </a:lnTo>
                <a:lnTo>
                  <a:pt x="0" y="63875"/>
                </a:lnTo>
                <a:close/>
              </a:path>
            </a:pathLst>
          </a:custGeom>
          <a:solidFill xmlns:a="http://schemas.openxmlformats.org/drawingml/2006/main">
            <a:srgbClr val="FDF2E3"/>
          </a:solidFill>
          <a:ln xmlns:a="http://schemas.openxmlformats.org/drawingml/2006/main" w="11325">
            <a:solidFill>
              <a:srgbClr val="FDF2E3"/>
            </a:solidFill>
            <a:prstDash val="solid"/>
          </a:ln>
        </p:spPr>
      </p:sp>
      <p:sp>
        <p:nvSpPr>
          <p:cNvPr id="228" name="text-184 Diverse">
            <a:extLst xmlns:a="http://schemas.openxmlformats.org/drawingml/2006/main">
              <a:ext uri="{FF2B5EF4-FFF2-40B4-BE49-F238E27FC236}">
                <a16:creationId xmlns:a16="http://schemas.microsoft.com/office/drawing/2014/main" id="{BF0ECD2B-59B1-43D5-BA16-4659AACB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271" y="6934647"/>
            <a:ext cx="993934" cy="380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Diverse</a:t>
            </a:r>
          </a:p>
        </p:txBody>
      </p:sp>
      <p:sp>
        <p:nvSpPr>
          <p:cNvPr id="229" name="text-184 Modalities">
            <a:extLst xmlns:a="http://schemas.openxmlformats.org/drawingml/2006/main">
              <a:ext uri="{FF2B5EF4-FFF2-40B4-BE49-F238E27FC236}">
                <a16:creationId xmlns:a16="http://schemas.microsoft.com/office/drawing/2014/main" id="{7B49FB8B-3BF0-4372-9714-982365DA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5135" y="6934804"/>
            <a:ext cx="1363622" cy="380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9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39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Modalities</a:t>
            </a:r>
          </a:p>
        </p:txBody>
      </p:sp>
      <p:sp>
        <p:nvSpPr>
          <p:cNvPr id="230" name="text-185 Heterogeneous">
            <a:extLst xmlns:a="http://schemas.openxmlformats.org/drawingml/2006/main">
              <a:ext uri="{FF2B5EF4-FFF2-40B4-BE49-F238E27FC236}">
                <a16:creationId xmlns:a16="http://schemas.microsoft.com/office/drawing/2014/main" id="{6B069207-406F-4F86-A7D4-E4F2E586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0755" y="6913403"/>
            <a:ext cx="1939270" cy="380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3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Heterogeneous</a:t>
            </a:r>
          </a:p>
        </p:txBody>
      </p:sp>
      <p:sp>
        <p:nvSpPr>
          <p:cNvPr id="231" name="text-185 Domain">
            <a:extLst xmlns:a="http://schemas.openxmlformats.org/drawingml/2006/main">
              <a:ext uri="{FF2B5EF4-FFF2-40B4-BE49-F238E27FC236}">
                <a16:creationId xmlns:a16="http://schemas.microsoft.com/office/drawing/2014/main" id="{BAFFF86A-0BD4-48E4-9557-AAB1F779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3311" y="6912933"/>
            <a:ext cx="1032938" cy="38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2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2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2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Domain</a:t>
            </a:r>
          </a:p>
        </p:txBody>
      </p:sp>
      <p:sp>
        <p:nvSpPr>
          <p:cNvPr id="232" name="text-186 Multi">
            <a:extLst xmlns:a="http://schemas.openxmlformats.org/drawingml/2006/main">
              <a:ext uri="{FF2B5EF4-FFF2-40B4-BE49-F238E27FC236}">
                <a16:creationId xmlns:a16="http://schemas.microsoft.com/office/drawing/2014/main" id="{7F887DFE-D0B5-40E6-B67A-B3598C37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2926" y="6914650"/>
            <a:ext cx="708657" cy="38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3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3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37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Multi</a:t>
            </a:r>
          </a:p>
        </p:txBody>
      </p:sp>
      <p:sp>
        <p:nvSpPr>
          <p:cNvPr id="233" name="text-187 -">
            <a:extLst xmlns:a="http://schemas.openxmlformats.org/drawingml/2006/main">
              <a:ext uri="{FF2B5EF4-FFF2-40B4-BE49-F238E27FC236}">
                <a16:creationId xmlns:a16="http://schemas.microsoft.com/office/drawing/2014/main" id="{B69BEA39-5EB6-4AAB-8A33-8A29AE01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3415" y="6914181"/>
            <a:ext cx="140520" cy="380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234" name="text-188 level">
            <a:extLst xmlns:a="http://schemas.openxmlformats.org/drawingml/2006/main">
              <a:ext uri="{FF2B5EF4-FFF2-40B4-BE49-F238E27FC236}">
                <a16:creationId xmlns:a16="http://schemas.microsoft.com/office/drawing/2014/main" id="{8E1F303D-3B06-4A2F-9C81-2583094C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4471" y="6914143"/>
            <a:ext cx="637168" cy="380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level</a:t>
            </a:r>
          </a:p>
        </p:txBody>
      </p:sp>
      <p:sp>
        <p:nvSpPr>
          <p:cNvPr id="235" name="text-188 Annotations">
            <a:extLst xmlns:a="http://schemas.openxmlformats.org/drawingml/2006/main">
              <a:ext uri="{FF2B5EF4-FFF2-40B4-BE49-F238E27FC236}">
                <a16:creationId xmlns:a16="http://schemas.microsoft.com/office/drawing/2014/main" id="{53BE84F6-2814-4D3C-A40F-8660AA2A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1367" y="6914162"/>
            <a:ext cx="1582472" cy="380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Annotations</a:t>
            </a:r>
          </a:p>
        </p:txBody>
      </p:sp>
      <p:sp>
        <p:nvSpPr>
          <p:cNvPr id="236" name="text-189 Synthetic">
            <a:extLst xmlns:a="http://schemas.openxmlformats.org/drawingml/2006/main">
              <a:ext uri="{FF2B5EF4-FFF2-40B4-BE49-F238E27FC236}">
                <a16:creationId xmlns:a16="http://schemas.microsoft.com/office/drawing/2014/main" id="{26215A98-E4C5-410C-91EF-6697E417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2667" y="6746603"/>
            <a:ext cx="1208916" cy="38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Synthetic</a:t>
            </a:r>
          </a:p>
        </p:txBody>
      </p:sp>
      <p:sp>
        <p:nvSpPr>
          <p:cNvPr id="237" name="text-189 Detection">
            <a:extLst xmlns:a="http://schemas.openxmlformats.org/drawingml/2006/main">
              <a:ext uri="{FF2B5EF4-FFF2-40B4-BE49-F238E27FC236}">
                <a16:creationId xmlns:a16="http://schemas.microsoft.com/office/drawing/2014/main" id="{A0AF0AE8-86CC-4086-9489-8B4B8042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2528" y="6746552"/>
            <a:ext cx="1255343" cy="380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Detection</a:t>
            </a:r>
          </a:p>
        </p:txBody>
      </p:sp>
      <p:sp>
        <p:nvSpPr>
          <p:cNvPr id="238" name="text-190 Evaluation">
            <a:extLst xmlns:a="http://schemas.openxmlformats.org/drawingml/2006/main">
              <a:ext uri="{FF2B5EF4-FFF2-40B4-BE49-F238E27FC236}">
                <a16:creationId xmlns:a16="http://schemas.microsoft.com/office/drawing/2014/main" id="{9D360D49-E84B-4FC9-A06F-EEEBEBDA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8711" y="7072625"/>
            <a:ext cx="1379843" cy="380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1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Evaluation</a:t>
            </a:r>
          </a:p>
        </p:txBody>
      </p:sp>
      <p:sp>
        <p:nvSpPr>
          <p:cNvPr id="239" name="text-190 Framework">
            <a:extLst xmlns:a="http://schemas.openxmlformats.org/drawingml/2006/main">
              <a:ext uri="{FF2B5EF4-FFF2-40B4-BE49-F238E27FC236}">
                <a16:creationId xmlns:a16="http://schemas.microsoft.com/office/drawing/2014/main" id="{EDC84949-FA00-421D-9521-F0B894F1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8722" y="7072795"/>
            <a:ext cx="1492687" cy="380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2140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Framework</a:t>
            </a:r>
          </a:p>
        </p:txBody>
      </p:sp>
      <p:sp>
        <p:nvSpPr>
          <p:cNvPr id="240" name="LOKI exact word-mark outline with native gradient and shadow">
            <a:extLst xmlns:a="http://schemas.openxmlformats.org/drawingml/2006/main">
              <a:ext uri="{FF2B5EF4-FFF2-40B4-BE49-F238E27FC236}">
                <a16:creationId xmlns:a16="http://schemas.microsoft.com/office/drawing/2014/main" id="{64EE7DBC-3B31-4DE5-BFEF-D8FD0572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106" y="2568468"/>
            <a:ext cx="8528461" cy="3499834"/>
          </a:xfrm>
          <a:custGeom xmlns:a="http://schemas.openxmlformats.org/drawingml/2006/main">
            <a:pathLst>
              <a:path w="8528461" h="3499834">
                <a:moveTo>
                  <a:pt x="3207077" y="732629"/>
                </a:moveTo>
                <a:cubicBezTo>
                  <a:pt x="3076271" y="752335"/>
                  <a:pt x="2975250" y="816662"/>
                  <a:pt x="2904241" y="925950"/>
                </a:cubicBezTo>
                <a:cubicBezTo>
                  <a:pt x="2833118" y="1035126"/>
                  <a:pt x="2788837" y="1177710"/>
                  <a:pt x="2771396" y="1353591"/>
                </a:cubicBezTo>
                <a:cubicBezTo>
                  <a:pt x="2753955" y="1529472"/>
                  <a:pt x="2760184" y="1727323"/>
                  <a:pt x="2790082" y="1947146"/>
                </a:cubicBezTo>
                <a:cubicBezTo>
                  <a:pt x="2819755" y="2169120"/>
                  <a:pt x="2866414" y="2362782"/>
                  <a:pt x="2929836" y="2528130"/>
                </a:cubicBezTo>
                <a:cubicBezTo>
                  <a:pt x="2993370" y="2693592"/>
                  <a:pt x="3073893" y="2819302"/>
                  <a:pt x="3171290" y="2905486"/>
                </a:cubicBezTo>
                <a:cubicBezTo>
                  <a:pt x="3268686" y="2991671"/>
                  <a:pt x="3383071" y="3026780"/>
                  <a:pt x="3514444" y="3010924"/>
                </a:cubicBezTo>
                <a:cubicBezTo>
                  <a:pt x="3644344" y="2991558"/>
                  <a:pt x="3744912" y="2927457"/>
                  <a:pt x="3816035" y="2818509"/>
                </a:cubicBezTo>
                <a:cubicBezTo>
                  <a:pt x="3887157" y="2709673"/>
                  <a:pt x="3931665" y="2566975"/>
                  <a:pt x="3949559" y="2390642"/>
                </a:cubicBezTo>
                <a:cubicBezTo>
                  <a:pt x="3967340" y="2214195"/>
                  <a:pt x="3961224" y="2015097"/>
                  <a:pt x="3931099" y="1793236"/>
                </a:cubicBezTo>
                <a:cubicBezTo>
                  <a:pt x="3901653" y="1573414"/>
                  <a:pt x="3854880" y="1380998"/>
                  <a:pt x="3791119" y="1215989"/>
                </a:cubicBezTo>
                <a:cubicBezTo>
                  <a:pt x="3727245" y="1051094"/>
                  <a:pt x="3646496" y="925384"/>
                  <a:pt x="3548986" y="838973"/>
                </a:cubicBezTo>
                <a:cubicBezTo>
                  <a:pt x="3451476" y="752448"/>
                  <a:pt x="3337544" y="717000"/>
                  <a:pt x="3207077" y="732629"/>
                </a:cubicBezTo>
                <a:close/>
                <a:moveTo>
                  <a:pt x="7075095" y="152551"/>
                </a:moveTo>
                <a:lnTo>
                  <a:pt x="8205692" y="0"/>
                </a:lnTo>
                <a:lnTo>
                  <a:pt x="8220301" y="108609"/>
                </a:lnTo>
                <a:lnTo>
                  <a:pt x="7938643" y="172596"/>
                </a:lnTo>
                <a:cubicBezTo>
                  <a:pt x="7957669" y="336472"/>
                  <a:pt x="7977941" y="501368"/>
                  <a:pt x="7999686" y="667396"/>
                </a:cubicBezTo>
                <a:cubicBezTo>
                  <a:pt x="8021430" y="833310"/>
                  <a:pt x="8043515" y="999564"/>
                  <a:pt x="8066165" y="1166272"/>
                </a:cubicBezTo>
                <a:lnTo>
                  <a:pt x="8084738" y="1303986"/>
                </a:lnTo>
                <a:cubicBezTo>
                  <a:pt x="8106823" y="1468882"/>
                  <a:pt x="8129360" y="1633777"/>
                  <a:pt x="8152237" y="1798672"/>
                </a:cubicBezTo>
                <a:cubicBezTo>
                  <a:pt x="8175227" y="1963454"/>
                  <a:pt x="8199350" y="2128123"/>
                  <a:pt x="8224605" y="2292679"/>
                </a:cubicBezTo>
                <a:lnTo>
                  <a:pt x="8513738" y="2283052"/>
                </a:lnTo>
                <a:lnTo>
                  <a:pt x="8528461" y="2392567"/>
                </a:lnTo>
                <a:lnTo>
                  <a:pt x="7397863" y="2545118"/>
                </a:lnTo>
                <a:lnTo>
                  <a:pt x="7383141" y="2435603"/>
                </a:lnTo>
                <a:lnTo>
                  <a:pt x="7667630" y="2367765"/>
                </a:lnTo>
                <a:cubicBezTo>
                  <a:pt x="7650303" y="2205361"/>
                  <a:pt x="7631163" y="2041825"/>
                  <a:pt x="7609985" y="1877156"/>
                </a:cubicBezTo>
                <a:cubicBezTo>
                  <a:pt x="7588694" y="1712374"/>
                  <a:pt x="7566836" y="1546686"/>
                  <a:pt x="7544072" y="1380205"/>
                </a:cubicBezTo>
                <a:lnTo>
                  <a:pt x="7525159" y="1239206"/>
                </a:lnTo>
                <a:cubicBezTo>
                  <a:pt x="7502848" y="1072725"/>
                  <a:pt x="7480085" y="906924"/>
                  <a:pt x="7456755" y="741802"/>
                </a:cubicBezTo>
                <a:cubicBezTo>
                  <a:pt x="7433538" y="576680"/>
                  <a:pt x="7408396" y="412012"/>
                  <a:pt x="7381555" y="247796"/>
                </a:cubicBezTo>
                <a:lnTo>
                  <a:pt x="7089817" y="261046"/>
                </a:lnTo>
                <a:close/>
                <a:moveTo>
                  <a:pt x="4560102" y="491855"/>
                </a:moveTo>
                <a:lnTo>
                  <a:pt x="5668275" y="342362"/>
                </a:lnTo>
                <a:lnTo>
                  <a:pt x="5683111" y="452103"/>
                </a:lnTo>
                <a:lnTo>
                  <a:pt x="5398622" y="519828"/>
                </a:lnTo>
                <a:cubicBezTo>
                  <a:pt x="5418894" y="681892"/>
                  <a:pt x="5440072" y="845655"/>
                  <a:pt x="5462043" y="1011003"/>
                </a:cubicBezTo>
                <a:cubicBezTo>
                  <a:pt x="5484014" y="1176464"/>
                  <a:pt x="5506211" y="1342266"/>
                  <a:pt x="5528748" y="1508520"/>
                </a:cubicBezTo>
                <a:lnTo>
                  <a:pt x="5555929" y="1710335"/>
                </a:lnTo>
                <a:lnTo>
                  <a:pt x="6320155" y="410539"/>
                </a:lnTo>
                <a:lnTo>
                  <a:pt x="5993649" y="408954"/>
                </a:lnTo>
                <a:lnTo>
                  <a:pt x="5979039" y="300458"/>
                </a:lnTo>
                <a:lnTo>
                  <a:pt x="6812010" y="187999"/>
                </a:lnTo>
                <a:lnTo>
                  <a:pt x="6826619" y="296608"/>
                </a:lnTo>
                <a:lnTo>
                  <a:pt x="6502718" y="385850"/>
                </a:lnTo>
                <a:lnTo>
                  <a:pt x="6060468" y="1097754"/>
                </a:lnTo>
                <a:lnTo>
                  <a:pt x="7052897" y="2457234"/>
                </a:lnTo>
                <a:lnTo>
                  <a:pt x="7280194" y="2449533"/>
                </a:lnTo>
                <a:lnTo>
                  <a:pt x="7295030" y="2558935"/>
                </a:lnTo>
                <a:lnTo>
                  <a:pt x="6253789" y="2699481"/>
                </a:lnTo>
                <a:lnTo>
                  <a:pt x="6238953" y="2589966"/>
                </a:lnTo>
                <a:lnTo>
                  <a:pt x="6460248" y="2537190"/>
                </a:lnTo>
                <a:lnTo>
                  <a:pt x="5771108" y="1563900"/>
                </a:lnTo>
                <a:lnTo>
                  <a:pt x="5578013" y="1873645"/>
                </a:lnTo>
                <a:cubicBezTo>
                  <a:pt x="5594095" y="1993919"/>
                  <a:pt x="5610969" y="2117704"/>
                  <a:pt x="5628524" y="2245113"/>
                </a:cubicBezTo>
                <a:cubicBezTo>
                  <a:pt x="5646078" y="2372521"/>
                  <a:pt x="5664538" y="2502535"/>
                  <a:pt x="5684017" y="2635380"/>
                </a:cubicBezTo>
                <a:lnTo>
                  <a:pt x="5940987" y="2630170"/>
                </a:lnTo>
                <a:lnTo>
                  <a:pt x="5955823" y="2739572"/>
                </a:lnTo>
                <a:lnTo>
                  <a:pt x="4882871" y="2884422"/>
                </a:lnTo>
                <a:lnTo>
                  <a:pt x="4868148" y="2774907"/>
                </a:lnTo>
                <a:lnTo>
                  <a:pt x="5152638" y="2707069"/>
                </a:lnTo>
                <a:cubicBezTo>
                  <a:pt x="5135423" y="2544665"/>
                  <a:pt x="5116170" y="2381129"/>
                  <a:pt x="5094992" y="2216347"/>
                </a:cubicBezTo>
                <a:cubicBezTo>
                  <a:pt x="5073701" y="2051678"/>
                  <a:pt x="5051843" y="1885990"/>
                  <a:pt x="5029079" y="1719396"/>
                </a:cubicBezTo>
                <a:lnTo>
                  <a:pt x="5010166" y="1578510"/>
                </a:lnTo>
                <a:cubicBezTo>
                  <a:pt x="4987856" y="1412029"/>
                  <a:pt x="4965092" y="1246228"/>
                  <a:pt x="4941762" y="1081106"/>
                </a:cubicBezTo>
                <a:cubicBezTo>
                  <a:pt x="4918545" y="915984"/>
                  <a:pt x="4893403" y="751315"/>
                  <a:pt x="4866562" y="587100"/>
                </a:cubicBezTo>
                <a:lnTo>
                  <a:pt x="4574825" y="600350"/>
                </a:lnTo>
                <a:close/>
                <a:moveTo>
                  <a:pt x="0" y="1107041"/>
                </a:moveTo>
                <a:lnTo>
                  <a:pt x="1159590" y="950526"/>
                </a:lnTo>
                <a:lnTo>
                  <a:pt x="1174426" y="1060381"/>
                </a:lnTo>
                <a:lnTo>
                  <a:pt x="864228" y="1131616"/>
                </a:lnTo>
                <a:cubicBezTo>
                  <a:pt x="883028" y="1294700"/>
                  <a:pt x="902847" y="1455631"/>
                  <a:pt x="923572" y="1614637"/>
                </a:cubicBezTo>
                <a:cubicBezTo>
                  <a:pt x="944411" y="1773643"/>
                  <a:pt x="964569" y="1925515"/>
                  <a:pt x="984275" y="2070138"/>
                </a:cubicBezTo>
                <a:lnTo>
                  <a:pt x="1012362" y="2278409"/>
                </a:lnTo>
                <a:cubicBezTo>
                  <a:pt x="1033653" y="2437302"/>
                  <a:pt x="1055737" y="2599252"/>
                  <a:pt x="1078728" y="2764148"/>
                </a:cubicBezTo>
                <a:cubicBezTo>
                  <a:pt x="1101605" y="2929043"/>
                  <a:pt x="1125841" y="3094731"/>
                  <a:pt x="1151436" y="3261212"/>
                </a:cubicBezTo>
                <a:lnTo>
                  <a:pt x="1818152" y="3171290"/>
                </a:lnTo>
                <a:lnTo>
                  <a:pt x="1898447" y="2556896"/>
                </a:lnTo>
                <a:lnTo>
                  <a:pt x="2071044" y="2533566"/>
                </a:lnTo>
                <a:lnTo>
                  <a:pt x="2174217" y="3250113"/>
                </a:lnTo>
                <a:lnTo>
                  <a:pt x="322882" y="3499834"/>
                </a:lnTo>
                <a:lnTo>
                  <a:pt x="311217" y="3389640"/>
                </a:lnTo>
                <a:lnTo>
                  <a:pt x="592536" y="3322255"/>
                </a:lnTo>
                <a:cubicBezTo>
                  <a:pt x="575321" y="3160078"/>
                  <a:pt x="556748" y="3001751"/>
                  <a:pt x="536929" y="2847162"/>
                </a:cubicBezTo>
                <a:cubicBezTo>
                  <a:pt x="517110" y="2692685"/>
                  <a:pt x="498423" y="2550667"/>
                  <a:pt x="480756" y="2421107"/>
                </a:cubicBezTo>
                <a:lnTo>
                  <a:pt x="450064" y="2193696"/>
                </a:lnTo>
                <a:cubicBezTo>
                  <a:pt x="427754" y="2027215"/>
                  <a:pt x="404990" y="1861414"/>
                  <a:pt x="381660" y="1696292"/>
                </a:cubicBezTo>
                <a:cubicBezTo>
                  <a:pt x="358443" y="1531170"/>
                  <a:pt x="333301" y="1366502"/>
                  <a:pt x="306461" y="1202286"/>
                </a:cubicBezTo>
                <a:lnTo>
                  <a:pt x="14723" y="1215536"/>
                </a:lnTo>
                <a:close/>
                <a:moveTo>
                  <a:pt x="3190769" y="611336"/>
                </a:moveTo>
                <a:cubicBezTo>
                  <a:pt x="3394396" y="584042"/>
                  <a:pt x="3588058" y="606126"/>
                  <a:pt x="3771640" y="677475"/>
                </a:cubicBezTo>
                <a:cubicBezTo>
                  <a:pt x="3955222" y="748937"/>
                  <a:pt x="4111510" y="870910"/>
                  <a:pt x="4240617" y="1043619"/>
                </a:cubicBezTo>
                <a:cubicBezTo>
                  <a:pt x="4369725" y="1216216"/>
                  <a:pt x="4454324" y="1440795"/>
                  <a:pt x="4494529" y="1717244"/>
                </a:cubicBezTo>
                <a:cubicBezTo>
                  <a:pt x="4529184" y="1995505"/>
                  <a:pt x="4507440" y="2235146"/>
                  <a:pt x="4429295" y="2436282"/>
                </a:cubicBezTo>
                <a:cubicBezTo>
                  <a:pt x="4351038" y="2637305"/>
                  <a:pt x="4232916" y="2796651"/>
                  <a:pt x="4074816" y="2914320"/>
                </a:cubicBezTo>
                <a:cubicBezTo>
                  <a:pt x="3916829" y="3031876"/>
                  <a:pt x="3735512" y="3104584"/>
                  <a:pt x="3530865" y="3132331"/>
                </a:cubicBezTo>
                <a:cubicBezTo>
                  <a:pt x="3327125" y="3159738"/>
                  <a:pt x="3133237" y="3137880"/>
                  <a:pt x="2949202" y="3066871"/>
                </a:cubicBezTo>
                <a:cubicBezTo>
                  <a:pt x="2765167" y="2995862"/>
                  <a:pt x="2608313" y="2873776"/>
                  <a:pt x="2478639" y="2700840"/>
                </a:cubicBezTo>
                <a:cubicBezTo>
                  <a:pt x="2348965" y="2527790"/>
                  <a:pt x="2263912" y="2302078"/>
                  <a:pt x="2223481" y="2023591"/>
                </a:cubicBezTo>
                <a:cubicBezTo>
                  <a:pt x="2189166" y="1747369"/>
                  <a:pt x="2211816" y="1508860"/>
                  <a:pt x="2291433" y="1307950"/>
                </a:cubicBezTo>
                <a:cubicBezTo>
                  <a:pt x="2371049" y="1107154"/>
                  <a:pt x="2490190" y="947695"/>
                  <a:pt x="2648857" y="829686"/>
                </a:cubicBezTo>
                <a:cubicBezTo>
                  <a:pt x="2807410" y="711677"/>
                  <a:pt x="2988047" y="638856"/>
                  <a:pt x="3190769" y="611336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FFF4D8"/>
              </a:gs>
              <a:gs pos="25000">
                <a:srgbClr val="FDEDD7"/>
              </a:gs>
              <a:gs pos="50000">
                <a:srgbClr val="EFEAD7"/>
              </a:gs>
              <a:gs pos="75000">
                <a:srgbClr val="D6E9EA"/>
              </a:gs>
              <a:gs pos="100000">
                <a:srgbClr val="CBE5F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1" name="path-192">
            <a:extLst xmlns:a="http://schemas.openxmlformats.org/drawingml/2006/main">
              <a:ext uri="{FF2B5EF4-FFF2-40B4-BE49-F238E27FC236}">
                <a16:creationId xmlns:a16="http://schemas.microsoft.com/office/drawing/2014/main" id="{818C368E-8D1A-4B0E-98FF-9F0088AB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4382" y="4736228"/>
            <a:ext cx="2137184" cy="523679"/>
          </a:xfrm>
          <a:custGeom xmlns:a="http://schemas.openxmlformats.org/drawingml/2006/main">
            <a:pathLst>
              <a:path w="2137184" h="523679">
                <a:moveTo>
                  <a:pt x="0" y="278487"/>
                </a:moveTo>
                <a:lnTo>
                  <a:pt x="2104680" y="0"/>
                </a:lnTo>
                <a:lnTo>
                  <a:pt x="2137184" y="245305"/>
                </a:lnTo>
                <a:lnTo>
                  <a:pt x="32390" y="523679"/>
                </a:lnTo>
                <a:lnTo>
                  <a:pt x="0" y="27848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193">
            <a:extLst xmlns:a="http://schemas.openxmlformats.org/drawingml/2006/main">
              <a:ext uri="{FF2B5EF4-FFF2-40B4-BE49-F238E27FC236}">
                <a16:creationId xmlns:a16="http://schemas.microsoft.com/office/drawing/2014/main" id="{C944725A-8D85-4C7B-B241-C8A2FA0D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85" y="4318441"/>
            <a:ext cx="1176013" cy="403177"/>
          </a:xfrm>
          <a:custGeom xmlns:a="http://schemas.openxmlformats.org/drawingml/2006/main">
            <a:pathLst>
              <a:path w="1176013" h="403177">
                <a:moveTo>
                  <a:pt x="0" y="153344"/>
                </a:moveTo>
                <a:lnTo>
                  <a:pt x="1142490" y="0"/>
                </a:lnTo>
                <a:lnTo>
                  <a:pt x="1176013" y="249722"/>
                </a:lnTo>
                <a:lnTo>
                  <a:pt x="33637" y="403177"/>
                </a:lnTo>
                <a:lnTo>
                  <a:pt x="0" y="15334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194">
            <a:extLst xmlns:a="http://schemas.openxmlformats.org/drawingml/2006/main">
              <a:ext uri="{FF2B5EF4-FFF2-40B4-BE49-F238E27FC236}">
                <a16:creationId xmlns:a16="http://schemas.microsoft.com/office/drawing/2014/main" id="{2A5CD2CE-4FC3-4A69-8BE3-B6D67ACE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2627" y="4047315"/>
            <a:ext cx="1918720" cy="510201"/>
          </a:xfrm>
          <a:custGeom xmlns:a="http://schemas.openxmlformats.org/drawingml/2006/main">
            <a:pathLst>
              <a:path w="1918720" h="510201">
                <a:moveTo>
                  <a:pt x="0" y="253006"/>
                </a:moveTo>
                <a:lnTo>
                  <a:pt x="1884179" y="0"/>
                </a:lnTo>
                <a:lnTo>
                  <a:pt x="1918720" y="257082"/>
                </a:lnTo>
                <a:lnTo>
                  <a:pt x="34541" y="510201"/>
                </a:lnTo>
                <a:lnTo>
                  <a:pt x="0" y="25300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195">
            <a:extLst xmlns:a="http://schemas.openxmlformats.org/drawingml/2006/main">
              <a:ext uri="{FF2B5EF4-FFF2-40B4-BE49-F238E27FC236}">
                <a16:creationId xmlns:a16="http://schemas.microsoft.com/office/drawing/2014/main" id="{5DA00971-BC3C-4FB9-B5B2-AD437C1E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07" y="1970269"/>
            <a:ext cx="14746802" cy="9397672"/>
          </a:xfrm>
          <a:custGeom xmlns:a="http://schemas.openxmlformats.org/drawingml/2006/main">
            <a:pathLst>
              <a:path w="14746802" h="9397672">
                <a:moveTo>
                  <a:pt x="0" y="403405"/>
                </a:moveTo>
                <a:cubicBezTo>
                  <a:pt x="0" y="180637"/>
                  <a:pt x="180626" y="0"/>
                  <a:pt x="403438" y="0"/>
                </a:cubicBezTo>
                <a:lnTo>
                  <a:pt x="14343398" y="0"/>
                </a:lnTo>
                <a:cubicBezTo>
                  <a:pt x="14566163" y="0"/>
                  <a:pt x="14746802" y="180637"/>
                  <a:pt x="14746802" y="403405"/>
                </a:cubicBezTo>
                <a:lnTo>
                  <a:pt x="14746802" y="8994233"/>
                </a:lnTo>
                <a:cubicBezTo>
                  <a:pt x="14746802" y="9217045"/>
                  <a:pt x="14566163" y="9397672"/>
                  <a:pt x="14343398" y="9397672"/>
                </a:cubicBezTo>
                <a:lnTo>
                  <a:pt x="403438" y="9397672"/>
                </a:lnTo>
                <a:cubicBezTo>
                  <a:pt x="180626" y="9397672"/>
                  <a:pt x="0" y="9217045"/>
                  <a:pt x="0" y="8994233"/>
                </a:cubicBezTo>
                <a:lnTo>
                  <a:pt x="0" y="403405"/>
                </a:lnTo>
              </a:path>
            </a:pathLst>
          </a:custGeom>
          <a:noFill xmlns:a="http://schemas.openxmlformats.org/drawingml/2006/main"/>
          <a:ln xmlns:a="http://schemas.openxmlformats.org/drawingml/2006/main" w="226505">
            <a:solidFill>
              <a:srgbClr val="FFFFFF"/>
            </a:solidFill>
            <a:prstDash val="solid"/>
          </a:ln>
        </p:spPr>
      </p:sp>
      <p:pic>
        <p:nvPic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56AAE2A-2CF8-44E9-9AA3-817CA6BD21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d06a83b924b2d"/>
          <a:stretch xmlns:a="http://schemas.openxmlformats.org/drawingml/2006/main"/>
        </p:blipFill>
        <p:spPr>
          <a:xfrm xmlns:a="http://schemas.openxmlformats.org/drawingml/2006/main">
            <a:off x="10153650" y="9972675"/>
            <a:ext cx="1171575" cy="1171575"/>
          </a:xfrm>
          <a:prstGeom xmlns:a="http://schemas.openxmlformats.org/drawingml/2006/main" prst="rect">
            <a:avLst/>
          </a:prstGeom>
        </p:spPr>
      </p:pic>
      <p:sp>
        <p:nvSpPr>
          <p:cNvPr id="246" name="path-197">
            <a:extLst xmlns:a="http://schemas.openxmlformats.org/drawingml/2006/main">
              <a:ext uri="{FF2B5EF4-FFF2-40B4-BE49-F238E27FC236}">
                <a16:creationId xmlns:a16="http://schemas.microsoft.com/office/drawing/2014/main" id="{6B5955F7-F1B8-4439-B14C-6211AF82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803" y="10337799"/>
            <a:ext cx="558559" cy="627870"/>
          </a:xfrm>
          <a:custGeom xmlns:a="http://schemas.openxmlformats.org/drawingml/2006/main">
            <a:pathLst>
              <a:path w="558559" h="627870">
                <a:moveTo>
                  <a:pt x="0" y="0"/>
                </a:moveTo>
                <a:lnTo>
                  <a:pt x="558559" y="0"/>
                </a:lnTo>
                <a:lnTo>
                  <a:pt x="558559" y="627870"/>
                </a:lnTo>
                <a:lnTo>
                  <a:pt x="0" y="6278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88">
            <a:solidFill>
              <a:srgbClr val="F96808"/>
            </a:solidFill>
            <a:prstDash val="solid"/>
          </a:ln>
        </p:spPr>
      </p:sp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B7664A1-1222-453D-B703-C49FEE7C84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edde43bf84fa2"/>
          <a:stretch xmlns:a="http://schemas.openxmlformats.org/drawingml/2006/main"/>
        </p:blipFill>
        <p:spPr>
          <a:xfrm xmlns:a="http://schemas.openxmlformats.org/drawingml/2006/main">
            <a:off x="2209800" y="10153650"/>
            <a:ext cx="1628775" cy="971550"/>
          </a:xfrm>
          <a:prstGeom xmlns:a="http://schemas.openxmlformats.org/drawingml/2006/main" prst="rect">
            <a:avLst/>
          </a:prstGeom>
        </p:spPr>
      </p:pic>
      <p:pic>
        <p:nvPic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4EF9CA8-9174-414C-87A6-A65C94AAF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2abbd53f3479d"/>
          <a:stretch xmlns:a="http://schemas.openxmlformats.org/drawingml/2006/main"/>
        </p:blipFill>
        <p:spPr>
          <a:xfrm xmlns:a="http://schemas.openxmlformats.org/drawingml/2006/main">
            <a:off x="11601450" y="10391775"/>
            <a:ext cx="400050" cy="409575"/>
          </a:xfrm>
          <a:prstGeom xmlns:a="http://schemas.openxmlformats.org/drawingml/2006/main" prst="rect">
            <a:avLst/>
          </a:prstGeom>
        </p:spPr>
      </p:pic>
      <p:sp>
        <p:nvSpPr>
          <p:cNvPr id="249" name="text-200 3D">
            <a:extLst xmlns:a="http://schemas.openxmlformats.org/drawingml/2006/main">
              <a:ext uri="{FF2B5EF4-FFF2-40B4-BE49-F238E27FC236}">
                <a16:creationId xmlns:a16="http://schemas.microsoft.com/office/drawing/2014/main" id="{6D8C69F5-1044-43BC-9F7F-ACA46388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4655" y="10786665"/>
            <a:ext cx="284371" cy="285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3D</a:t>
            </a:r>
          </a:p>
        </p:txBody>
      </p:sp>
      <p:sp>
        <p:nvSpPr>
          <p:cNvPr id="250" name="path-201">
            <a:extLst xmlns:a="http://schemas.openxmlformats.org/drawingml/2006/main">
              <a:ext uri="{FF2B5EF4-FFF2-40B4-BE49-F238E27FC236}">
                <a16:creationId xmlns:a16="http://schemas.microsoft.com/office/drawing/2014/main" id="{0CE8FAEF-44A0-48F0-A6C3-5B684A7A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403" y="7934472"/>
            <a:ext cx="612694" cy="144623"/>
          </a:xfrm>
          <a:custGeom xmlns:a="http://schemas.openxmlformats.org/drawingml/2006/main">
            <a:pathLst>
              <a:path w="612694" h="144623">
                <a:moveTo>
                  <a:pt x="78597" y="142359"/>
                </a:moveTo>
                <a:lnTo>
                  <a:pt x="78597" y="137489"/>
                </a:lnTo>
                <a:cubicBezTo>
                  <a:pt x="81995" y="136809"/>
                  <a:pt x="84373" y="136016"/>
                  <a:pt x="86070" y="135224"/>
                </a:cubicBezTo>
                <a:cubicBezTo>
                  <a:pt x="87657" y="134431"/>
                  <a:pt x="88902" y="133299"/>
                  <a:pt x="89695" y="131940"/>
                </a:cubicBezTo>
                <a:cubicBezTo>
                  <a:pt x="90489" y="130467"/>
                  <a:pt x="90829" y="128542"/>
                  <a:pt x="90829" y="126164"/>
                </a:cubicBezTo>
                <a:cubicBezTo>
                  <a:pt x="90829" y="123898"/>
                  <a:pt x="90602" y="121520"/>
                  <a:pt x="90149" y="118916"/>
                </a:cubicBezTo>
                <a:cubicBezTo>
                  <a:pt x="89582" y="116310"/>
                  <a:pt x="88788" y="113365"/>
                  <a:pt x="87771" y="110082"/>
                </a:cubicBezTo>
                <a:lnTo>
                  <a:pt x="84146" y="97285"/>
                </a:lnTo>
                <a:lnTo>
                  <a:pt x="37713" y="97171"/>
                </a:lnTo>
                <a:lnTo>
                  <a:pt x="34315" y="106911"/>
                </a:lnTo>
                <a:cubicBezTo>
                  <a:pt x="32617" y="111781"/>
                  <a:pt x="31484" y="115518"/>
                  <a:pt x="30917" y="118009"/>
                </a:cubicBezTo>
                <a:cubicBezTo>
                  <a:pt x="30465" y="120615"/>
                  <a:pt x="30125" y="122879"/>
                  <a:pt x="30125" y="124917"/>
                </a:cubicBezTo>
                <a:cubicBezTo>
                  <a:pt x="30125" y="128882"/>
                  <a:pt x="31143" y="131826"/>
                  <a:pt x="33183" y="133637"/>
                </a:cubicBezTo>
                <a:cubicBezTo>
                  <a:pt x="35222" y="135563"/>
                  <a:pt x="38280" y="136809"/>
                  <a:pt x="42468" y="137375"/>
                </a:cubicBezTo>
                <a:lnTo>
                  <a:pt x="42468" y="142246"/>
                </a:lnTo>
                <a:lnTo>
                  <a:pt x="0" y="142246"/>
                </a:lnTo>
                <a:lnTo>
                  <a:pt x="0" y="137375"/>
                </a:lnTo>
                <a:cubicBezTo>
                  <a:pt x="3738" y="136695"/>
                  <a:pt x="6908" y="134544"/>
                  <a:pt x="9739" y="130919"/>
                </a:cubicBezTo>
                <a:cubicBezTo>
                  <a:pt x="12457" y="127183"/>
                  <a:pt x="15175" y="121860"/>
                  <a:pt x="17781" y="114951"/>
                </a:cubicBezTo>
                <a:lnTo>
                  <a:pt x="59344" y="4870"/>
                </a:lnTo>
                <a:lnTo>
                  <a:pt x="75086" y="4870"/>
                </a:lnTo>
                <a:lnTo>
                  <a:pt x="108835" y="115858"/>
                </a:lnTo>
                <a:cubicBezTo>
                  <a:pt x="110421" y="121067"/>
                  <a:pt x="111780" y="125030"/>
                  <a:pt x="113025" y="127748"/>
                </a:cubicBezTo>
                <a:cubicBezTo>
                  <a:pt x="114271" y="130467"/>
                  <a:pt x="115743" y="132618"/>
                  <a:pt x="117442" y="134091"/>
                </a:cubicBezTo>
                <a:cubicBezTo>
                  <a:pt x="119141" y="135676"/>
                  <a:pt x="121519" y="136809"/>
                  <a:pt x="124463" y="137489"/>
                </a:cubicBezTo>
                <a:lnTo>
                  <a:pt x="124463" y="142359"/>
                </a:lnTo>
                <a:lnTo>
                  <a:pt x="78597" y="142359"/>
                </a:lnTo>
                <a:moveTo>
                  <a:pt x="40431" y="88564"/>
                </a:moveTo>
                <a:lnTo>
                  <a:pt x="82108" y="88564"/>
                </a:lnTo>
                <a:lnTo>
                  <a:pt x="63307" y="24350"/>
                </a:lnTo>
                <a:lnTo>
                  <a:pt x="40431" y="88564"/>
                </a:lnTo>
                <a:moveTo>
                  <a:pt x="159232" y="62855"/>
                </a:moveTo>
                <a:lnTo>
                  <a:pt x="159685" y="62969"/>
                </a:lnTo>
                <a:cubicBezTo>
                  <a:pt x="164329" y="58212"/>
                  <a:pt x="168179" y="54700"/>
                  <a:pt x="171237" y="52436"/>
                </a:cubicBezTo>
                <a:cubicBezTo>
                  <a:pt x="174408" y="50285"/>
                  <a:pt x="177579" y="48586"/>
                  <a:pt x="180864" y="47453"/>
                </a:cubicBezTo>
                <a:cubicBezTo>
                  <a:pt x="184149" y="46320"/>
                  <a:pt x="187772" y="45754"/>
                  <a:pt x="191622" y="45754"/>
                </a:cubicBezTo>
                <a:cubicBezTo>
                  <a:pt x="198758" y="45754"/>
                  <a:pt x="204873" y="47567"/>
                  <a:pt x="209856" y="51190"/>
                </a:cubicBezTo>
                <a:cubicBezTo>
                  <a:pt x="214952" y="54814"/>
                  <a:pt x="218917" y="60251"/>
                  <a:pt x="221635" y="67499"/>
                </a:cubicBezTo>
                <a:cubicBezTo>
                  <a:pt x="224353" y="74747"/>
                  <a:pt x="225712" y="83581"/>
                  <a:pt x="225712" y="94000"/>
                </a:cubicBezTo>
                <a:cubicBezTo>
                  <a:pt x="225712" y="104872"/>
                  <a:pt x="224012" y="114045"/>
                  <a:pt x="220728" y="121407"/>
                </a:cubicBezTo>
                <a:cubicBezTo>
                  <a:pt x="217443" y="128882"/>
                  <a:pt x="212574" y="134544"/>
                  <a:pt x="206232" y="138394"/>
                </a:cubicBezTo>
                <a:cubicBezTo>
                  <a:pt x="199777" y="142132"/>
                  <a:pt x="192189" y="144058"/>
                  <a:pt x="183468" y="144058"/>
                </a:cubicBezTo>
                <a:cubicBezTo>
                  <a:pt x="178486" y="144058"/>
                  <a:pt x="173841" y="143605"/>
                  <a:pt x="169538" y="142698"/>
                </a:cubicBezTo>
                <a:cubicBezTo>
                  <a:pt x="165234" y="141792"/>
                  <a:pt x="160592" y="140207"/>
                  <a:pt x="155835" y="137942"/>
                </a:cubicBezTo>
                <a:lnTo>
                  <a:pt x="148927" y="144058"/>
                </a:lnTo>
                <a:lnTo>
                  <a:pt x="142017" y="142359"/>
                </a:lnTo>
                <a:lnTo>
                  <a:pt x="142131" y="34203"/>
                </a:lnTo>
                <a:cubicBezTo>
                  <a:pt x="142244" y="27860"/>
                  <a:pt x="142131" y="23443"/>
                  <a:pt x="142017" y="20839"/>
                </a:cubicBezTo>
                <a:cubicBezTo>
                  <a:pt x="141904" y="18348"/>
                  <a:pt x="141677" y="16195"/>
                  <a:pt x="141224" y="14496"/>
                </a:cubicBezTo>
                <a:cubicBezTo>
                  <a:pt x="140885" y="12685"/>
                  <a:pt x="140207" y="11325"/>
                  <a:pt x="139526" y="10306"/>
                </a:cubicBezTo>
                <a:cubicBezTo>
                  <a:pt x="138733" y="9287"/>
                  <a:pt x="137714" y="8494"/>
                  <a:pt x="136355" y="7928"/>
                </a:cubicBezTo>
                <a:cubicBezTo>
                  <a:pt x="135109" y="7361"/>
                  <a:pt x="132730" y="6683"/>
                  <a:pt x="129334" y="6116"/>
                </a:cubicBezTo>
                <a:lnTo>
                  <a:pt x="129334" y="907"/>
                </a:lnTo>
                <a:lnTo>
                  <a:pt x="153456" y="0"/>
                </a:lnTo>
                <a:lnTo>
                  <a:pt x="159345" y="0"/>
                </a:lnTo>
                <a:lnTo>
                  <a:pt x="159232" y="62855"/>
                </a:lnTo>
                <a:moveTo>
                  <a:pt x="159232" y="106571"/>
                </a:moveTo>
                <a:cubicBezTo>
                  <a:pt x="159232" y="111668"/>
                  <a:pt x="159458" y="115744"/>
                  <a:pt x="159912" y="118802"/>
                </a:cubicBezTo>
                <a:cubicBezTo>
                  <a:pt x="160365" y="121860"/>
                  <a:pt x="161157" y="124351"/>
                  <a:pt x="162176" y="126277"/>
                </a:cubicBezTo>
                <a:cubicBezTo>
                  <a:pt x="163310" y="128315"/>
                  <a:pt x="164894" y="130127"/>
                  <a:pt x="166933" y="131826"/>
                </a:cubicBezTo>
                <a:cubicBezTo>
                  <a:pt x="169086" y="133412"/>
                  <a:pt x="171350" y="134544"/>
                  <a:pt x="173954" y="135224"/>
                </a:cubicBezTo>
                <a:cubicBezTo>
                  <a:pt x="176559" y="135903"/>
                  <a:pt x="179504" y="136130"/>
                  <a:pt x="182675" y="136243"/>
                </a:cubicBezTo>
                <a:cubicBezTo>
                  <a:pt x="190603" y="136243"/>
                  <a:pt x="196606" y="132958"/>
                  <a:pt x="200796" y="126502"/>
                </a:cubicBezTo>
                <a:cubicBezTo>
                  <a:pt x="204873" y="119935"/>
                  <a:pt x="207025" y="110195"/>
                  <a:pt x="207025" y="97171"/>
                </a:cubicBezTo>
                <a:cubicBezTo>
                  <a:pt x="207025" y="84033"/>
                  <a:pt x="205099" y="74180"/>
                  <a:pt x="201363" y="67612"/>
                </a:cubicBezTo>
                <a:cubicBezTo>
                  <a:pt x="197625" y="60929"/>
                  <a:pt x="191962" y="57646"/>
                  <a:pt x="184487" y="57646"/>
                </a:cubicBezTo>
                <a:cubicBezTo>
                  <a:pt x="180637" y="57646"/>
                  <a:pt x="177466" y="58212"/>
                  <a:pt x="174748" y="59345"/>
                </a:cubicBezTo>
                <a:cubicBezTo>
                  <a:pt x="172144" y="60591"/>
                  <a:pt x="169538" y="62403"/>
                  <a:pt x="166820" y="64781"/>
                </a:cubicBezTo>
                <a:cubicBezTo>
                  <a:pt x="164215" y="67272"/>
                  <a:pt x="162290" y="69650"/>
                  <a:pt x="161044" y="72029"/>
                </a:cubicBezTo>
                <a:cubicBezTo>
                  <a:pt x="159912" y="74407"/>
                  <a:pt x="159232" y="77125"/>
                  <a:pt x="159232" y="80183"/>
                </a:cubicBezTo>
                <a:lnTo>
                  <a:pt x="159232" y="106571"/>
                </a:lnTo>
                <a:moveTo>
                  <a:pt x="274184" y="8380"/>
                </a:moveTo>
                <a:lnTo>
                  <a:pt x="274184" y="27747"/>
                </a:lnTo>
                <a:lnTo>
                  <a:pt x="255836" y="27747"/>
                </a:lnTo>
                <a:lnTo>
                  <a:pt x="255836" y="8380"/>
                </a:lnTo>
                <a:lnTo>
                  <a:pt x="274184" y="8380"/>
                </a:lnTo>
                <a:moveTo>
                  <a:pt x="245532" y="137715"/>
                </a:moveTo>
                <a:cubicBezTo>
                  <a:pt x="248136" y="136922"/>
                  <a:pt x="249947" y="136130"/>
                  <a:pt x="251081" y="135563"/>
                </a:cubicBezTo>
                <a:cubicBezTo>
                  <a:pt x="252099" y="134998"/>
                  <a:pt x="253118" y="134204"/>
                  <a:pt x="253798" y="133072"/>
                </a:cubicBezTo>
                <a:cubicBezTo>
                  <a:pt x="254591" y="132053"/>
                  <a:pt x="255156" y="130467"/>
                  <a:pt x="255609" y="128201"/>
                </a:cubicBezTo>
                <a:cubicBezTo>
                  <a:pt x="256063" y="126050"/>
                  <a:pt x="256290" y="122652"/>
                  <a:pt x="256290" y="118009"/>
                </a:cubicBezTo>
                <a:lnTo>
                  <a:pt x="256403" y="74634"/>
                </a:lnTo>
                <a:cubicBezTo>
                  <a:pt x="256403" y="70330"/>
                  <a:pt x="256290" y="66932"/>
                  <a:pt x="256176" y="64327"/>
                </a:cubicBezTo>
                <a:cubicBezTo>
                  <a:pt x="256063" y="61723"/>
                  <a:pt x="255609" y="59684"/>
                  <a:pt x="254817" y="58098"/>
                </a:cubicBezTo>
                <a:cubicBezTo>
                  <a:pt x="254025" y="56514"/>
                  <a:pt x="252778" y="55380"/>
                  <a:pt x="251194" y="54588"/>
                </a:cubicBezTo>
                <a:cubicBezTo>
                  <a:pt x="249493" y="53795"/>
                  <a:pt x="247229" y="53229"/>
                  <a:pt x="244285" y="52662"/>
                </a:cubicBezTo>
                <a:lnTo>
                  <a:pt x="244285" y="47340"/>
                </a:lnTo>
                <a:lnTo>
                  <a:pt x="267388" y="46547"/>
                </a:lnTo>
                <a:lnTo>
                  <a:pt x="273504" y="46547"/>
                </a:lnTo>
                <a:lnTo>
                  <a:pt x="273390" y="117670"/>
                </a:lnTo>
                <a:cubicBezTo>
                  <a:pt x="273390" y="123446"/>
                  <a:pt x="273617" y="127409"/>
                  <a:pt x="274184" y="129562"/>
                </a:cubicBezTo>
                <a:cubicBezTo>
                  <a:pt x="274751" y="131826"/>
                  <a:pt x="275768" y="133525"/>
                  <a:pt x="277242" y="134657"/>
                </a:cubicBezTo>
                <a:cubicBezTo>
                  <a:pt x="278713" y="135790"/>
                  <a:pt x="281205" y="136809"/>
                  <a:pt x="284488" y="137715"/>
                </a:cubicBezTo>
                <a:lnTo>
                  <a:pt x="284488" y="142584"/>
                </a:lnTo>
                <a:lnTo>
                  <a:pt x="245532" y="142584"/>
                </a:lnTo>
                <a:lnTo>
                  <a:pt x="245532" y="137715"/>
                </a:lnTo>
                <a:moveTo>
                  <a:pt x="345871" y="144283"/>
                </a:moveTo>
                <a:cubicBezTo>
                  <a:pt x="332055" y="144283"/>
                  <a:pt x="321524" y="140207"/>
                  <a:pt x="314274" y="132053"/>
                </a:cubicBezTo>
                <a:cubicBezTo>
                  <a:pt x="307026" y="123898"/>
                  <a:pt x="303403" y="111894"/>
                  <a:pt x="303403" y="95924"/>
                </a:cubicBezTo>
                <a:cubicBezTo>
                  <a:pt x="303516" y="85053"/>
                  <a:pt x="305441" y="75766"/>
                  <a:pt x="309179" y="68179"/>
                </a:cubicBezTo>
                <a:cubicBezTo>
                  <a:pt x="313029" y="60591"/>
                  <a:pt x="318239" y="55040"/>
                  <a:pt x="324921" y="51304"/>
                </a:cubicBezTo>
                <a:cubicBezTo>
                  <a:pt x="331602" y="47680"/>
                  <a:pt x="339077" y="45868"/>
                  <a:pt x="347572" y="45868"/>
                </a:cubicBezTo>
                <a:cubicBezTo>
                  <a:pt x="361841" y="45868"/>
                  <a:pt x="372599" y="50058"/>
                  <a:pt x="379847" y="58325"/>
                </a:cubicBezTo>
                <a:cubicBezTo>
                  <a:pt x="387096" y="66592"/>
                  <a:pt x="390720" y="78370"/>
                  <a:pt x="390720" y="93887"/>
                </a:cubicBezTo>
                <a:cubicBezTo>
                  <a:pt x="390720" y="104872"/>
                  <a:pt x="388906" y="114159"/>
                  <a:pt x="385285" y="121747"/>
                </a:cubicBezTo>
                <a:cubicBezTo>
                  <a:pt x="381546" y="129335"/>
                  <a:pt x="376337" y="134998"/>
                  <a:pt x="369655" y="138734"/>
                </a:cubicBezTo>
                <a:cubicBezTo>
                  <a:pt x="362972" y="142471"/>
                  <a:pt x="355045" y="144283"/>
                  <a:pt x="345871" y="144283"/>
                </a:cubicBezTo>
                <a:moveTo>
                  <a:pt x="322316" y="93887"/>
                </a:moveTo>
                <a:cubicBezTo>
                  <a:pt x="322203" y="107589"/>
                  <a:pt x="324355" y="118009"/>
                  <a:pt x="328771" y="125370"/>
                </a:cubicBezTo>
                <a:cubicBezTo>
                  <a:pt x="333074" y="132732"/>
                  <a:pt x="339303" y="136357"/>
                  <a:pt x="347345" y="136468"/>
                </a:cubicBezTo>
                <a:cubicBezTo>
                  <a:pt x="351874" y="136468"/>
                  <a:pt x="355612" y="135336"/>
                  <a:pt x="358783" y="133185"/>
                </a:cubicBezTo>
                <a:cubicBezTo>
                  <a:pt x="361841" y="131033"/>
                  <a:pt x="364446" y="128201"/>
                  <a:pt x="366370" y="124465"/>
                </a:cubicBezTo>
                <a:cubicBezTo>
                  <a:pt x="368297" y="120840"/>
                  <a:pt x="369768" y="116650"/>
                  <a:pt x="370562" y="111781"/>
                </a:cubicBezTo>
                <a:cubicBezTo>
                  <a:pt x="371467" y="107024"/>
                  <a:pt x="371919" y="101927"/>
                  <a:pt x="371919" y="96718"/>
                </a:cubicBezTo>
                <a:cubicBezTo>
                  <a:pt x="371919" y="86977"/>
                  <a:pt x="370902" y="78937"/>
                  <a:pt x="368749" y="72481"/>
                </a:cubicBezTo>
                <a:cubicBezTo>
                  <a:pt x="366597" y="66026"/>
                  <a:pt x="363652" y="61270"/>
                  <a:pt x="359914" y="58212"/>
                </a:cubicBezTo>
                <a:cubicBezTo>
                  <a:pt x="356179" y="55267"/>
                  <a:pt x="351987" y="53681"/>
                  <a:pt x="347232" y="53681"/>
                </a:cubicBezTo>
                <a:cubicBezTo>
                  <a:pt x="339190" y="53681"/>
                  <a:pt x="332962" y="57193"/>
                  <a:pt x="328771" y="64101"/>
                </a:cubicBezTo>
                <a:cubicBezTo>
                  <a:pt x="324469" y="71124"/>
                  <a:pt x="322316" y="80976"/>
                  <a:pt x="322316" y="93887"/>
                </a:cubicBezTo>
                <a:moveTo>
                  <a:pt x="405443" y="52549"/>
                </a:moveTo>
                <a:cubicBezTo>
                  <a:pt x="408727" y="52096"/>
                  <a:pt x="411446" y="51190"/>
                  <a:pt x="413483" y="49831"/>
                </a:cubicBezTo>
                <a:cubicBezTo>
                  <a:pt x="415635" y="48472"/>
                  <a:pt x="417222" y="46773"/>
                  <a:pt x="418354" y="44736"/>
                </a:cubicBezTo>
                <a:cubicBezTo>
                  <a:pt x="419486" y="42583"/>
                  <a:pt x="420393" y="39979"/>
                  <a:pt x="421072" y="36807"/>
                </a:cubicBezTo>
                <a:cubicBezTo>
                  <a:pt x="421750" y="33636"/>
                  <a:pt x="422431" y="29106"/>
                  <a:pt x="423224" y="23103"/>
                </a:cubicBezTo>
                <a:lnTo>
                  <a:pt x="437380" y="23103"/>
                </a:lnTo>
                <a:lnTo>
                  <a:pt x="437267" y="47680"/>
                </a:lnTo>
                <a:lnTo>
                  <a:pt x="469431" y="47680"/>
                </a:lnTo>
                <a:lnTo>
                  <a:pt x="469431" y="57760"/>
                </a:lnTo>
                <a:lnTo>
                  <a:pt x="437267" y="57760"/>
                </a:lnTo>
                <a:lnTo>
                  <a:pt x="437267" y="102040"/>
                </a:lnTo>
                <a:cubicBezTo>
                  <a:pt x="437267" y="108496"/>
                  <a:pt x="437494" y="113592"/>
                  <a:pt x="438059" y="117330"/>
                </a:cubicBezTo>
                <a:cubicBezTo>
                  <a:pt x="438511" y="121180"/>
                  <a:pt x="439531" y="124238"/>
                  <a:pt x="441004" y="126391"/>
                </a:cubicBezTo>
                <a:cubicBezTo>
                  <a:pt x="442476" y="128542"/>
                  <a:pt x="444063" y="130014"/>
                  <a:pt x="445987" y="131033"/>
                </a:cubicBezTo>
                <a:cubicBezTo>
                  <a:pt x="447798" y="131940"/>
                  <a:pt x="450177" y="132393"/>
                  <a:pt x="453122" y="132393"/>
                </a:cubicBezTo>
                <a:cubicBezTo>
                  <a:pt x="455840" y="132393"/>
                  <a:pt x="458219" y="131826"/>
                  <a:pt x="460597" y="130806"/>
                </a:cubicBezTo>
                <a:cubicBezTo>
                  <a:pt x="462975" y="129674"/>
                  <a:pt x="465239" y="128088"/>
                  <a:pt x="467505" y="126050"/>
                </a:cubicBezTo>
                <a:lnTo>
                  <a:pt x="471922" y="131373"/>
                </a:lnTo>
                <a:cubicBezTo>
                  <a:pt x="467280" y="136016"/>
                  <a:pt x="462748" y="139300"/>
                  <a:pt x="458558" y="141339"/>
                </a:cubicBezTo>
                <a:cubicBezTo>
                  <a:pt x="454368" y="143378"/>
                  <a:pt x="449951" y="144397"/>
                  <a:pt x="445420" y="144397"/>
                </a:cubicBezTo>
                <a:cubicBezTo>
                  <a:pt x="436927" y="144397"/>
                  <a:pt x="430471" y="141906"/>
                  <a:pt x="426395" y="136809"/>
                </a:cubicBezTo>
                <a:cubicBezTo>
                  <a:pt x="422204" y="131713"/>
                  <a:pt x="420053" y="123785"/>
                  <a:pt x="420166" y="112913"/>
                </a:cubicBezTo>
                <a:lnTo>
                  <a:pt x="420166" y="57646"/>
                </a:lnTo>
                <a:lnTo>
                  <a:pt x="405443" y="57646"/>
                </a:lnTo>
                <a:lnTo>
                  <a:pt x="405443" y="52549"/>
                </a:lnTo>
                <a:moveTo>
                  <a:pt x="509294" y="8720"/>
                </a:moveTo>
                <a:lnTo>
                  <a:pt x="509294" y="28087"/>
                </a:lnTo>
                <a:lnTo>
                  <a:pt x="490948" y="27974"/>
                </a:lnTo>
                <a:lnTo>
                  <a:pt x="490948" y="8720"/>
                </a:lnTo>
                <a:lnTo>
                  <a:pt x="509294" y="8720"/>
                </a:lnTo>
                <a:moveTo>
                  <a:pt x="480642" y="138056"/>
                </a:moveTo>
                <a:cubicBezTo>
                  <a:pt x="483247" y="137262"/>
                  <a:pt x="485059" y="136468"/>
                  <a:pt x="486191" y="135903"/>
                </a:cubicBezTo>
                <a:cubicBezTo>
                  <a:pt x="487212" y="135336"/>
                  <a:pt x="488229" y="134544"/>
                  <a:pt x="488909" y="133412"/>
                </a:cubicBezTo>
                <a:cubicBezTo>
                  <a:pt x="489703" y="132393"/>
                  <a:pt x="490269" y="130694"/>
                  <a:pt x="490722" y="128542"/>
                </a:cubicBezTo>
                <a:cubicBezTo>
                  <a:pt x="491175" y="126391"/>
                  <a:pt x="491402" y="122992"/>
                  <a:pt x="491402" y="118349"/>
                </a:cubicBezTo>
                <a:lnTo>
                  <a:pt x="491515" y="74860"/>
                </a:lnTo>
                <a:cubicBezTo>
                  <a:pt x="491515" y="70670"/>
                  <a:pt x="491402" y="67272"/>
                  <a:pt x="491288" y="64668"/>
                </a:cubicBezTo>
                <a:cubicBezTo>
                  <a:pt x="491175" y="62063"/>
                  <a:pt x="490722" y="60024"/>
                  <a:pt x="489929" y="58438"/>
                </a:cubicBezTo>
                <a:cubicBezTo>
                  <a:pt x="489136" y="56853"/>
                  <a:pt x="487890" y="55720"/>
                  <a:pt x="486305" y="54927"/>
                </a:cubicBezTo>
                <a:cubicBezTo>
                  <a:pt x="484606" y="54135"/>
                  <a:pt x="482340" y="53569"/>
                  <a:pt x="479397" y="53003"/>
                </a:cubicBezTo>
                <a:lnTo>
                  <a:pt x="479397" y="47680"/>
                </a:lnTo>
                <a:lnTo>
                  <a:pt x="502500" y="46887"/>
                </a:lnTo>
                <a:lnTo>
                  <a:pt x="508614" y="46887"/>
                </a:lnTo>
                <a:lnTo>
                  <a:pt x="508502" y="118009"/>
                </a:lnTo>
                <a:cubicBezTo>
                  <a:pt x="508502" y="123785"/>
                  <a:pt x="508728" y="127748"/>
                  <a:pt x="509294" y="129901"/>
                </a:cubicBezTo>
                <a:cubicBezTo>
                  <a:pt x="509861" y="132166"/>
                  <a:pt x="510880" y="133864"/>
                  <a:pt x="512352" y="134998"/>
                </a:cubicBezTo>
                <a:cubicBezTo>
                  <a:pt x="513825" y="136130"/>
                  <a:pt x="516317" y="137149"/>
                  <a:pt x="519602" y="138056"/>
                </a:cubicBezTo>
                <a:lnTo>
                  <a:pt x="519602" y="142924"/>
                </a:lnTo>
                <a:lnTo>
                  <a:pt x="480642" y="142924"/>
                </a:lnTo>
                <a:lnTo>
                  <a:pt x="480642" y="138056"/>
                </a:lnTo>
                <a:moveTo>
                  <a:pt x="612015" y="50171"/>
                </a:moveTo>
                <a:lnTo>
                  <a:pt x="611902" y="71010"/>
                </a:lnTo>
                <a:lnTo>
                  <a:pt x="599330" y="71010"/>
                </a:lnTo>
                <a:cubicBezTo>
                  <a:pt x="598199" y="66705"/>
                  <a:pt x="596839" y="63309"/>
                  <a:pt x="595141" y="60816"/>
                </a:cubicBezTo>
                <a:cubicBezTo>
                  <a:pt x="593442" y="58325"/>
                  <a:pt x="591516" y="56514"/>
                  <a:pt x="589365" y="55494"/>
                </a:cubicBezTo>
                <a:cubicBezTo>
                  <a:pt x="587211" y="54588"/>
                  <a:pt x="584493" y="54021"/>
                  <a:pt x="581210" y="54021"/>
                </a:cubicBezTo>
                <a:cubicBezTo>
                  <a:pt x="576567" y="54021"/>
                  <a:pt x="572490" y="55494"/>
                  <a:pt x="568866" y="58438"/>
                </a:cubicBezTo>
                <a:cubicBezTo>
                  <a:pt x="565242" y="61496"/>
                  <a:pt x="562410" y="66026"/>
                  <a:pt x="560371" y="72142"/>
                </a:cubicBezTo>
                <a:cubicBezTo>
                  <a:pt x="558219" y="78257"/>
                  <a:pt x="557201" y="85733"/>
                  <a:pt x="557201" y="94567"/>
                </a:cubicBezTo>
                <a:cubicBezTo>
                  <a:pt x="557201" y="100116"/>
                  <a:pt x="557540" y="105325"/>
                  <a:pt x="558332" y="109969"/>
                </a:cubicBezTo>
                <a:cubicBezTo>
                  <a:pt x="559126" y="114726"/>
                  <a:pt x="560485" y="118689"/>
                  <a:pt x="562410" y="121972"/>
                </a:cubicBezTo>
                <a:cubicBezTo>
                  <a:pt x="564335" y="125257"/>
                  <a:pt x="566941" y="127861"/>
                  <a:pt x="570111" y="129787"/>
                </a:cubicBezTo>
                <a:cubicBezTo>
                  <a:pt x="573282" y="131600"/>
                  <a:pt x="577247" y="132505"/>
                  <a:pt x="581889" y="132618"/>
                </a:cubicBezTo>
                <a:cubicBezTo>
                  <a:pt x="586533" y="132618"/>
                  <a:pt x="590723" y="131713"/>
                  <a:pt x="594688" y="129901"/>
                </a:cubicBezTo>
                <a:cubicBezTo>
                  <a:pt x="598651" y="128088"/>
                  <a:pt x="602728" y="124917"/>
                  <a:pt x="607031" y="120501"/>
                </a:cubicBezTo>
                <a:lnTo>
                  <a:pt x="612694" y="127069"/>
                </a:lnTo>
                <a:cubicBezTo>
                  <a:pt x="609297" y="130694"/>
                  <a:pt x="606239" y="133637"/>
                  <a:pt x="603748" y="135676"/>
                </a:cubicBezTo>
                <a:cubicBezTo>
                  <a:pt x="601144" y="137602"/>
                  <a:pt x="598312" y="139300"/>
                  <a:pt x="595368" y="140660"/>
                </a:cubicBezTo>
                <a:cubicBezTo>
                  <a:pt x="592423" y="142019"/>
                  <a:pt x="589479" y="143038"/>
                  <a:pt x="586646" y="143718"/>
                </a:cubicBezTo>
                <a:cubicBezTo>
                  <a:pt x="583701" y="144283"/>
                  <a:pt x="580645" y="144623"/>
                  <a:pt x="577247" y="144623"/>
                </a:cubicBezTo>
                <a:cubicBezTo>
                  <a:pt x="564675" y="144623"/>
                  <a:pt x="555049" y="140433"/>
                  <a:pt x="548481" y="132053"/>
                </a:cubicBezTo>
                <a:cubicBezTo>
                  <a:pt x="541798" y="123785"/>
                  <a:pt x="538514" y="111668"/>
                  <a:pt x="538514" y="95924"/>
                </a:cubicBezTo>
                <a:cubicBezTo>
                  <a:pt x="538627" y="86185"/>
                  <a:pt x="540439" y="77465"/>
                  <a:pt x="544176" y="69877"/>
                </a:cubicBezTo>
                <a:cubicBezTo>
                  <a:pt x="547914" y="62290"/>
                  <a:pt x="553123" y="56401"/>
                  <a:pt x="559806" y="52322"/>
                </a:cubicBezTo>
                <a:cubicBezTo>
                  <a:pt x="566489" y="48246"/>
                  <a:pt x="574302" y="46206"/>
                  <a:pt x="583023" y="46206"/>
                </a:cubicBezTo>
                <a:cubicBezTo>
                  <a:pt x="588458" y="46206"/>
                  <a:pt x="593442" y="46547"/>
                  <a:pt x="598086" y="47113"/>
                </a:cubicBezTo>
                <a:cubicBezTo>
                  <a:pt x="602728" y="47794"/>
                  <a:pt x="607371" y="48812"/>
                  <a:pt x="612015" y="501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02">
            <a:extLst xmlns:a="http://schemas.openxmlformats.org/drawingml/2006/main">
              <a:ext uri="{FF2B5EF4-FFF2-40B4-BE49-F238E27FC236}">
                <a16:creationId xmlns:a16="http://schemas.microsoft.com/office/drawing/2014/main" id="{4A692DD8-D0C2-49DD-8FC5-CFCA6DAD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869" y="8027272"/>
            <a:ext cx="90416" cy="85781"/>
          </a:xfrm>
          <a:custGeom xmlns:a="http://schemas.openxmlformats.org/drawingml/2006/main">
            <a:pathLst>
              <a:path w="90416" h="85781">
                <a:moveTo>
                  <a:pt x="38764" y="74796"/>
                </a:moveTo>
                <a:cubicBezTo>
                  <a:pt x="27065" y="74070"/>
                  <a:pt x="15675" y="54880"/>
                  <a:pt x="10149" y="24334"/>
                </a:cubicBezTo>
                <a:cubicBezTo>
                  <a:pt x="6776" y="24799"/>
                  <a:pt x="3392" y="25179"/>
                  <a:pt x="0" y="25477"/>
                </a:cubicBezTo>
                <a:cubicBezTo>
                  <a:pt x="1328" y="33029"/>
                  <a:pt x="3016" y="40141"/>
                  <a:pt x="5068" y="46660"/>
                </a:cubicBezTo>
                <a:cubicBezTo>
                  <a:pt x="12598" y="70478"/>
                  <a:pt x="24328" y="84066"/>
                  <a:pt x="38134" y="84925"/>
                </a:cubicBezTo>
                <a:cubicBezTo>
                  <a:pt x="51917" y="85781"/>
                  <a:pt x="65247" y="73751"/>
                  <a:pt x="75668" y="51049"/>
                </a:cubicBezTo>
                <a:cubicBezTo>
                  <a:pt x="82207" y="36799"/>
                  <a:pt x="87226" y="19244"/>
                  <a:pt x="90416" y="0"/>
                </a:cubicBezTo>
                <a:cubicBezTo>
                  <a:pt x="86721" y="1743"/>
                  <a:pt x="82983" y="3408"/>
                  <a:pt x="79212" y="4995"/>
                </a:cubicBezTo>
                <a:cubicBezTo>
                  <a:pt x="70801" y="48388"/>
                  <a:pt x="53237" y="75696"/>
                  <a:pt x="38764" y="74796"/>
                </a:cubicBezTo>
              </a:path>
            </a:pathLst>
          </a:custGeom>
          <a:solidFill xmlns:a="http://schemas.openxmlformats.org/drawingml/2006/main">
            <a:srgbClr val="E72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03">
            <a:extLst xmlns:a="http://schemas.openxmlformats.org/drawingml/2006/main">
              <a:ext uri="{FF2B5EF4-FFF2-40B4-BE49-F238E27FC236}">
                <a16:creationId xmlns:a16="http://schemas.microsoft.com/office/drawing/2014/main" id="{C4181C8B-B303-4407-A2E4-0504A37B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992" y="7935251"/>
            <a:ext cx="71651" cy="31017"/>
          </a:xfrm>
          <a:custGeom xmlns:a="http://schemas.openxmlformats.org/drawingml/2006/main">
            <a:pathLst>
              <a:path w="71651" h="31017">
                <a:moveTo>
                  <a:pt x="71651" y="10050"/>
                </a:moveTo>
                <a:cubicBezTo>
                  <a:pt x="71151" y="6566"/>
                  <a:pt x="70581" y="3213"/>
                  <a:pt x="69930" y="0"/>
                </a:cubicBezTo>
                <a:cubicBezTo>
                  <a:pt x="53998" y="2231"/>
                  <a:pt x="36876" y="6418"/>
                  <a:pt x="19593" y="12382"/>
                </a:cubicBezTo>
                <a:cubicBezTo>
                  <a:pt x="13729" y="14412"/>
                  <a:pt x="7934" y="16617"/>
                  <a:pt x="2209" y="19009"/>
                </a:cubicBezTo>
                <a:cubicBezTo>
                  <a:pt x="1398" y="22885"/>
                  <a:pt x="650" y="26886"/>
                  <a:pt x="0" y="31017"/>
                </a:cubicBezTo>
                <a:cubicBezTo>
                  <a:pt x="7165" y="27815"/>
                  <a:pt x="14799" y="24788"/>
                  <a:pt x="22911" y="21986"/>
                </a:cubicBezTo>
                <a:cubicBezTo>
                  <a:pt x="39474" y="16256"/>
                  <a:pt x="56210" y="12216"/>
                  <a:pt x="71651" y="10050"/>
                </a:cubicBezTo>
              </a:path>
            </a:pathLst>
          </a:custGeom>
          <a:solidFill xmlns:a="http://schemas.openxmlformats.org/drawingml/2006/main">
            <a:srgbClr val="0028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04">
            <a:extLst xmlns:a="http://schemas.openxmlformats.org/drawingml/2006/main">
              <a:ext uri="{FF2B5EF4-FFF2-40B4-BE49-F238E27FC236}">
                <a16:creationId xmlns:a16="http://schemas.microsoft.com/office/drawing/2014/main" id="{D73F9440-A76D-49FA-AA6C-C4E7CA62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749" y="8024000"/>
            <a:ext cx="11719" cy="18646"/>
          </a:xfrm>
          <a:custGeom xmlns:a="http://schemas.openxmlformats.org/drawingml/2006/main">
            <a:pathLst>
              <a:path w="11719" h="18646">
                <a:moveTo>
                  <a:pt x="1602" y="18646"/>
                </a:moveTo>
                <a:cubicBezTo>
                  <a:pt x="4984" y="18364"/>
                  <a:pt x="8357" y="17990"/>
                  <a:pt x="11719" y="17524"/>
                </a:cubicBezTo>
                <a:cubicBezTo>
                  <a:pt x="11287" y="14204"/>
                  <a:pt x="10938" y="10762"/>
                  <a:pt x="10645" y="7232"/>
                </a:cubicBezTo>
                <a:cubicBezTo>
                  <a:pt x="6989" y="4879"/>
                  <a:pt x="3442" y="2458"/>
                  <a:pt x="0" y="0"/>
                </a:cubicBezTo>
                <a:cubicBezTo>
                  <a:pt x="315" y="6396"/>
                  <a:pt x="849" y="12639"/>
                  <a:pt x="1602" y="18646"/>
                </a:cubicBezTo>
              </a:path>
            </a:pathLst>
          </a:custGeom>
          <a:solidFill xmlns:a="http://schemas.openxmlformats.org/drawingml/2006/main">
            <a:srgbClr val="E72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05">
            <a:extLst xmlns:a="http://schemas.openxmlformats.org/drawingml/2006/main">
              <a:ext uri="{FF2B5EF4-FFF2-40B4-BE49-F238E27FC236}">
                <a16:creationId xmlns:a16="http://schemas.microsoft.com/office/drawing/2014/main" id="{DAA5E5E4-FFD2-469B-A9E8-13E8EDA7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318" y="7971554"/>
            <a:ext cx="119145" cy="97648"/>
          </a:xfrm>
          <a:custGeom xmlns:a="http://schemas.openxmlformats.org/drawingml/2006/main">
            <a:pathLst>
              <a:path w="119145" h="97648">
                <a:moveTo>
                  <a:pt x="58712" y="0"/>
                </a:moveTo>
                <a:cubicBezTo>
                  <a:pt x="58816" y="4176"/>
                  <a:pt x="58870" y="8398"/>
                  <a:pt x="58786" y="12684"/>
                </a:cubicBezTo>
                <a:cubicBezTo>
                  <a:pt x="66367" y="18457"/>
                  <a:pt x="73231" y="24389"/>
                  <a:pt x="79289" y="30408"/>
                </a:cubicBezTo>
                <a:cubicBezTo>
                  <a:pt x="82132" y="28481"/>
                  <a:pt x="84918" y="26478"/>
                  <a:pt x="87627" y="24374"/>
                </a:cubicBezTo>
                <a:cubicBezTo>
                  <a:pt x="79367" y="16043"/>
                  <a:pt x="69593" y="7812"/>
                  <a:pt x="58712" y="0"/>
                </a:cubicBezTo>
                <a:moveTo>
                  <a:pt x="95201" y="30048"/>
                </a:moveTo>
                <a:cubicBezTo>
                  <a:pt x="92518" y="32130"/>
                  <a:pt x="89779" y="34148"/>
                  <a:pt x="86985" y="36078"/>
                </a:cubicBezTo>
                <a:cubicBezTo>
                  <a:pt x="88246" y="37493"/>
                  <a:pt x="89458" y="38918"/>
                  <a:pt x="90598" y="40338"/>
                </a:cubicBezTo>
                <a:cubicBezTo>
                  <a:pt x="103348" y="56017"/>
                  <a:pt x="108025" y="69571"/>
                  <a:pt x="103456" y="77550"/>
                </a:cubicBezTo>
                <a:cubicBezTo>
                  <a:pt x="99692" y="84133"/>
                  <a:pt x="89322" y="87245"/>
                  <a:pt x="74293" y="86310"/>
                </a:cubicBezTo>
                <a:cubicBezTo>
                  <a:pt x="57302" y="85254"/>
                  <a:pt x="36495" y="79277"/>
                  <a:pt x="14941" y="69475"/>
                </a:cubicBezTo>
                <a:cubicBezTo>
                  <a:pt x="9922" y="70987"/>
                  <a:pt x="4926" y="72355"/>
                  <a:pt x="0" y="73551"/>
                </a:cubicBezTo>
                <a:cubicBezTo>
                  <a:pt x="26404" y="86905"/>
                  <a:pt x="52651" y="95137"/>
                  <a:pt x="73663" y="96443"/>
                </a:cubicBezTo>
                <a:cubicBezTo>
                  <a:pt x="93028" y="97648"/>
                  <a:pt x="106383" y="92858"/>
                  <a:pt x="112274" y="82597"/>
                </a:cubicBezTo>
                <a:cubicBezTo>
                  <a:pt x="119145" y="70608"/>
                  <a:pt x="114250" y="53334"/>
                  <a:pt x="98497" y="33937"/>
                </a:cubicBezTo>
                <a:cubicBezTo>
                  <a:pt x="97434" y="32642"/>
                  <a:pt x="96336" y="31345"/>
                  <a:pt x="95201" y="30048"/>
                </a:cubicBezTo>
              </a:path>
            </a:pathLst>
          </a:cu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06">
            <a:extLst xmlns:a="http://schemas.openxmlformats.org/drawingml/2006/main">
              <a:ext uri="{FF2B5EF4-FFF2-40B4-BE49-F238E27FC236}">
                <a16:creationId xmlns:a16="http://schemas.microsoft.com/office/drawing/2014/main" id="{678C282C-D26E-441A-9BDA-C9B58488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924" y="7933138"/>
            <a:ext cx="230918" cy="120461"/>
          </a:xfrm>
          <a:custGeom xmlns:a="http://schemas.openxmlformats.org/drawingml/2006/main">
            <a:pathLst>
              <a:path w="230918" h="120461">
                <a:moveTo>
                  <a:pt x="226405" y="21926"/>
                </a:moveTo>
                <a:cubicBezTo>
                  <a:pt x="222119" y="9515"/>
                  <a:pt x="207092" y="1894"/>
                  <a:pt x="184069" y="462"/>
                </a:cubicBezTo>
                <a:cubicBezTo>
                  <a:pt x="176633" y="0"/>
                  <a:pt x="168610" y="170"/>
                  <a:pt x="160175" y="921"/>
                </a:cubicBezTo>
                <a:cubicBezTo>
                  <a:pt x="160810" y="4195"/>
                  <a:pt x="161355" y="7572"/>
                  <a:pt x="161845" y="11018"/>
                </a:cubicBezTo>
                <a:cubicBezTo>
                  <a:pt x="169522" y="10341"/>
                  <a:pt x="176803" y="10174"/>
                  <a:pt x="183439" y="10587"/>
                </a:cubicBezTo>
                <a:cubicBezTo>
                  <a:pt x="201823" y="11730"/>
                  <a:pt x="213988" y="17082"/>
                  <a:pt x="216812" y="25244"/>
                </a:cubicBezTo>
                <a:cubicBezTo>
                  <a:pt x="219811" y="33928"/>
                  <a:pt x="212679" y="46372"/>
                  <a:pt x="197244" y="59382"/>
                </a:cubicBezTo>
                <a:cubicBezTo>
                  <a:pt x="195857" y="60559"/>
                  <a:pt x="194450" y="61687"/>
                  <a:pt x="193020" y="62790"/>
                </a:cubicBezTo>
                <a:cubicBezTo>
                  <a:pt x="190311" y="64894"/>
                  <a:pt x="187525" y="66897"/>
                  <a:pt x="184682" y="68824"/>
                </a:cubicBezTo>
                <a:cubicBezTo>
                  <a:pt x="177854" y="73433"/>
                  <a:pt x="170285" y="77862"/>
                  <a:pt x="162099" y="82008"/>
                </a:cubicBezTo>
                <a:cubicBezTo>
                  <a:pt x="158560" y="83794"/>
                  <a:pt x="154915" y="85525"/>
                  <a:pt x="151164" y="87188"/>
                </a:cubicBezTo>
                <a:cubicBezTo>
                  <a:pt x="143760" y="90508"/>
                  <a:pt x="135982" y="93597"/>
                  <a:pt x="127943" y="96376"/>
                </a:cubicBezTo>
                <a:cubicBezTo>
                  <a:pt x="120600" y="98910"/>
                  <a:pt x="113218" y="101097"/>
                  <a:pt x="105954" y="102954"/>
                </a:cubicBezTo>
                <a:cubicBezTo>
                  <a:pt x="100902" y="104245"/>
                  <a:pt x="95882" y="105382"/>
                  <a:pt x="90973" y="106331"/>
                </a:cubicBezTo>
                <a:cubicBezTo>
                  <a:pt x="86759" y="107146"/>
                  <a:pt x="82598" y="107836"/>
                  <a:pt x="78543" y="108386"/>
                </a:cubicBezTo>
                <a:cubicBezTo>
                  <a:pt x="75181" y="108852"/>
                  <a:pt x="71808" y="109226"/>
                  <a:pt x="68426" y="109508"/>
                </a:cubicBezTo>
                <a:cubicBezTo>
                  <a:pt x="60976" y="110137"/>
                  <a:pt x="53936" y="110278"/>
                  <a:pt x="47477" y="109877"/>
                </a:cubicBezTo>
                <a:cubicBezTo>
                  <a:pt x="29093" y="108733"/>
                  <a:pt x="16923" y="103395"/>
                  <a:pt x="14105" y="95230"/>
                </a:cubicBezTo>
                <a:cubicBezTo>
                  <a:pt x="9431" y="81691"/>
                  <a:pt x="30447" y="57909"/>
                  <a:pt x="69063" y="38365"/>
                </a:cubicBezTo>
                <a:cubicBezTo>
                  <a:pt x="69621" y="34219"/>
                  <a:pt x="70241" y="30148"/>
                  <a:pt x="70951" y="26144"/>
                </a:cubicBezTo>
                <a:cubicBezTo>
                  <a:pt x="53860" y="34198"/>
                  <a:pt x="38785" y="43486"/>
                  <a:pt x="27122" y="53325"/>
                </a:cubicBezTo>
                <a:cubicBezTo>
                  <a:pt x="8031" y="69426"/>
                  <a:pt x="0" y="85483"/>
                  <a:pt x="4511" y="98548"/>
                </a:cubicBezTo>
                <a:cubicBezTo>
                  <a:pt x="8799" y="110955"/>
                  <a:pt x="23837" y="118581"/>
                  <a:pt x="46845" y="120012"/>
                </a:cubicBezTo>
                <a:cubicBezTo>
                  <a:pt x="54052" y="120461"/>
                  <a:pt x="61799" y="120307"/>
                  <a:pt x="69945" y="119610"/>
                </a:cubicBezTo>
                <a:cubicBezTo>
                  <a:pt x="73270" y="119323"/>
                  <a:pt x="76649" y="118940"/>
                  <a:pt x="80094" y="118468"/>
                </a:cubicBezTo>
                <a:cubicBezTo>
                  <a:pt x="88061" y="117384"/>
                  <a:pt x="96328" y="115805"/>
                  <a:pt x="104760" y="113758"/>
                </a:cubicBezTo>
                <a:cubicBezTo>
                  <a:pt x="109697" y="112566"/>
                  <a:pt x="114682" y="111200"/>
                  <a:pt x="119699" y="109684"/>
                </a:cubicBezTo>
                <a:cubicBezTo>
                  <a:pt x="123552" y="108528"/>
                  <a:pt x="127385" y="107307"/>
                  <a:pt x="131249" y="105967"/>
                </a:cubicBezTo>
                <a:cubicBezTo>
                  <a:pt x="137288" y="103882"/>
                  <a:pt x="143265" y="101600"/>
                  <a:pt x="149157" y="99129"/>
                </a:cubicBezTo>
                <a:cubicBezTo>
                  <a:pt x="152928" y="97542"/>
                  <a:pt x="156666" y="95876"/>
                  <a:pt x="160361" y="94132"/>
                </a:cubicBezTo>
                <a:cubicBezTo>
                  <a:pt x="171898" y="88672"/>
                  <a:pt x="182508" y="82658"/>
                  <a:pt x="191756" y="76290"/>
                </a:cubicBezTo>
                <a:cubicBezTo>
                  <a:pt x="194551" y="74349"/>
                  <a:pt x="197289" y="72343"/>
                  <a:pt x="199960" y="70249"/>
                </a:cubicBezTo>
                <a:cubicBezTo>
                  <a:pt x="201276" y="69224"/>
                  <a:pt x="202569" y="68185"/>
                  <a:pt x="203800" y="67144"/>
                </a:cubicBezTo>
                <a:cubicBezTo>
                  <a:pt x="222892" y="51043"/>
                  <a:pt x="230918" y="34985"/>
                  <a:pt x="226405" y="21926"/>
                </a:cubicBezTo>
              </a:path>
            </a:pathLst>
          </a:custGeom>
          <a:solidFill xmlns:a="http://schemas.openxmlformats.org/drawingml/2006/main">
            <a:srgbClr val="0028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07">
            <a:extLst xmlns:a="http://schemas.openxmlformats.org/drawingml/2006/main">
              <a:ext uri="{FF2B5EF4-FFF2-40B4-BE49-F238E27FC236}">
                <a16:creationId xmlns:a16="http://schemas.microsoft.com/office/drawing/2014/main" id="{E91C6ECA-EAB4-4692-B8DE-3F6A639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027" y="7932683"/>
            <a:ext cx="68957" cy="44215"/>
          </a:xfrm>
          <a:custGeom xmlns:a="http://schemas.openxmlformats.org/drawingml/2006/main">
            <a:pathLst>
              <a:path w="68957" h="44215">
                <a:moveTo>
                  <a:pt x="68957" y="44215"/>
                </a:moveTo>
                <a:cubicBezTo>
                  <a:pt x="68907" y="39932"/>
                  <a:pt x="68765" y="35767"/>
                  <a:pt x="68519" y="31703"/>
                </a:cubicBezTo>
                <a:cubicBezTo>
                  <a:pt x="63822" y="28639"/>
                  <a:pt x="59020" y="25714"/>
                  <a:pt x="54146" y="22932"/>
                </a:cubicBezTo>
                <a:cubicBezTo>
                  <a:pt x="36879" y="13020"/>
                  <a:pt x="19323" y="5216"/>
                  <a:pt x="2870" y="0"/>
                </a:cubicBezTo>
                <a:cubicBezTo>
                  <a:pt x="1852" y="3097"/>
                  <a:pt x="900" y="6344"/>
                  <a:pt x="0" y="9717"/>
                </a:cubicBezTo>
                <a:cubicBezTo>
                  <a:pt x="15668" y="14716"/>
                  <a:pt x="32491" y="22205"/>
                  <a:pt x="49102" y="31735"/>
                </a:cubicBezTo>
                <a:cubicBezTo>
                  <a:pt x="56027" y="35704"/>
                  <a:pt x="62672" y="39886"/>
                  <a:pt x="68957" y="44215"/>
                </a:cubicBezTo>
              </a:path>
            </a:pathLst>
          </a:cu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08">
            <a:extLst xmlns:a="http://schemas.openxmlformats.org/drawingml/2006/main">
              <a:ext uri="{FF2B5EF4-FFF2-40B4-BE49-F238E27FC236}">
                <a16:creationId xmlns:a16="http://schemas.microsoft.com/office/drawing/2014/main" id="{9E035CDD-3398-43E2-AD53-E8D6CA4A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400" y="7877048"/>
            <a:ext cx="97788" cy="143278"/>
          </a:xfrm>
          <a:custGeom xmlns:a="http://schemas.openxmlformats.org/drawingml/2006/main">
            <a:pathLst>
              <a:path w="97788" h="143278">
                <a:moveTo>
                  <a:pt x="97703" y="107190"/>
                </a:moveTo>
                <a:cubicBezTo>
                  <a:pt x="97788" y="102904"/>
                  <a:pt x="97734" y="98681"/>
                  <a:pt x="97629" y="94506"/>
                </a:cubicBezTo>
                <a:cubicBezTo>
                  <a:pt x="97346" y="84993"/>
                  <a:pt x="96606" y="75780"/>
                  <a:pt x="95369" y="67108"/>
                </a:cubicBezTo>
                <a:cubicBezTo>
                  <a:pt x="94879" y="63662"/>
                  <a:pt x="94334" y="60284"/>
                  <a:pt x="93699" y="57011"/>
                </a:cubicBezTo>
                <a:cubicBezTo>
                  <a:pt x="92464" y="50686"/>
                  <a:pt x="90976" y="44696"/>
                  <a:pt x="89218" y="39128"/>
                </a:cubicBezTo>
                <a:cubicBezTo>
                  <a:pt x="81691" y="15307"/>
                  <a:pt x="69954" y="1715"/>
                  <a:pt x="56171" y="858"/>
                </a:cubicBezTo>
                <a:cubicBezTo>
                  <a:pt x="42365" y="0"/>
                  <a:pt x="29042" y="12033"/>
                  <a:pt x="18620" y="34739"/>
                </a:cubicBezTo>
                <a:cubicBezTo>
                  <a:pt x="16076" y="40282"/>
                  <a:pt x="13755" y="46339"/>
                  <a:pt x="11698" y="52801"/>
                </a:cubicBezTo>
                <a:cubicBezTo>
                  <a:pt x="10659" y="56018"/>
                  <a:pt x="9704" y="59265"/>
                  <a:pt x="8837" y="62530"/>
                </a:cubicBezTo>
                <a:cubicBezTo>
                  <a:pt x="7152" y="68820"/>
                  <a:pt x="5694" y="75415"/>
                  <a:pt x="4475" y="82233"/>
                </a:cubicBezTo>
                <a:cubicBezTo>
                  <a:pt x="3766" y="86237"/>
                  <a:pt x="3145" y="90308"/>
                  <a:pt x="2586" y="94455"/>
                </a:cubicBezTo>
                <a:cubicBezTo>
                  <a:pt x="1700" y="101160"/>
                  <a:pt x="1007" y="108022"/>
                  <a:pt x="574" y="114997"/>
                </a:cubicBezTo>
                <a:cubicBezTo>
                  <a:pt x="173" y="121440"/>
                  <a:pt x="0" y="127812"/>
                  <a:pt x="13" y="134086"/>
                </a:cubicBezTo>
                <a:cubicBezTo>
                  <a:pt x="3373" y="136653"/>
                  <a:pt x="6800" y="139128"/>
                  <a:pt x="10287" y="141519"/>
                </a:cubicBezTo>
                <a:cubicBezTo>
                  <a:pt x="10033" y="133310"/>
                  <a:pt x="10156" y="124651"/>
                  <a:pt x="10717" y="115628"/>
                </a:cubicBezTo>
                <a:cubicBezTo>
                  <a:pt x="11293" y="106364"/>
                  <a:pt x="12281" y="97538"/>
                  <a:pt x="13592" y="89220"/>
                </a:cubicBezTo>
                <a:cubicBezTo>
                  <a:pt x="14242" y="85089"/>
                  <a:pt x="14990" y="81088"/>
                  <a:pt x="15801" y="77212"/>
                </a:cubicBezTo>
                <a:cubicBezTo>
                  <a:pt x="16631" y="73240"/>
                  <a:pt x="17575" y="69273"/>
                  <a:pt x="18627" y="65352"/>
                </a:cubicBezTo>
                <a:cubicBezTo>
                  <a:pt x="19526" y="61979"/>
                  <a:pt x="20478" y="58732"/>
                  <a:pt x="21497" y="55635"/>
                </a:cubicBezTo>
                <a:cubicBezTo>
                  <a:pt x="30744" y="27154"/>
                  <a:pt x="44108" y="10283"/>
                  <a:pt x="55542" y="10995"/>
                </a:cubicBezTo>
                <a:cubicBezTo>
                  <a:pt x="66792" y="11694"/>
                  <a:pt x="77790" y="29543"/>
                  <a:pt x="83524" y="58190"/>
                </a:cubicBezTo>
                <a:cubicBezTo>
                  <a:pt x="84174" y="61416"/>
                  <a:pt x="84743" y="64769"/>
                  <a:pt x="85243" y="68253"/>
                </a:cubicBezTo>
                <a:cubicBezTo>
                  <a:pt x="86111" y="74253"/>
                  <a:pt x="86772" y="80627"/>
                  <a:pt x="87146" y="87338"/>
                </a:cubicBezTo>
                <a:cubicBezTo>
                  <a:pt x="87391" y="91401"/>
                  <a:pt x="87534" y="95567"/>
                  <a:pt x="87583" y="99850"/>
                </a:cubicBezTo>
                <a:cubicBezTo>
                  <a:pt x="87644" y="106698"/>
                  <a:pt x="87473" y="113544"/>
                  <a:pt x="87048" y="120375"/>
                </a:cubicBezTo>
                <a:cubicBezTo>
                  <a:pt x="86553" y="128356"/>
                  <a:pt x="85749" y="136000"/>
                  <a:pt x="84688" y="143278"/>
                </a:cubicBezTo>
                <a:cubicBezTo>
                  <a:pt x="88439" y="141602"/>
                  <a:pt x="92084" y="139884"/>
                  <a:pt x="95624" y="138098"/>
                </a:cubicBezTo>
                <a:cubicBezTo>
                  <a:pt x="96305" y="132415"/>
                  <a:pt x="96818" y="126707"/>
                  <a:pt x="97173" y="121004"/>
                </a:cubicBezTo>
                <a:cubicBezTo>
                  <a:pt x="97462" y="116366"/>
                  <a:pt x="97651" y="111746"/>
                  <a:pt x="97703" y="107190"/>
                </a:cubicBezTo>
              </a:path>
            </a:pathLst>
          </a:custGeom>
          <a:solidFill xmlns:a="http://schemas.openxmlformats.org/drawingml/2006/main">
            <a:srgbClr val="E72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09">
            <a:extLst xmlns:a="http://schemas.openxmlformats.org/drawingml/2006/main">
              <a:ext uri="{FF2B5EF4-FFF2-40B4-BE49-F238E27FC236}">
                <a16:creationId xmlns:a16="http://schemas.microsoft.com/office/drawing/2014/main" id="{85AA09D1-BCD2-4FA2-A5B1-BDCA4CA7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410" y="7924181"/>
            <a:ext cx="99469" cy="115288"/>
          </a:xfrm>
          <a:custGeom xmlns:a="http://schemas.openxmlformats.org/drawingml/2006/main">
            <a:pathLst>
              <a:path w="99469" h="115288">
                <a:moveTo>
                  <a:pt x="89698" y="106578"/>
                </a:moveTo>
                <a:cubicBezTo>
                  <a:pt x="82796" y="102613"/>
                  <a:pt x="76302" y="98536"/>
                  <a:pt x="70278" y="94388"/>
                </a:cubicBezTo>
                <a:cubicBezTo>
                  <a:pt x="66791" y="91996"/>
                  <a:pt x="63364" y="89521"/>
                  <a:pt x="60004" y="86954"/>
                </a:cubicBezTo>
                <a:cubicBezTo>
                  <a:pt x="25073" y="60309"/>
                  <a:pt x="8486" y="32642"/>
                  <a:pt x="15676" y="20105"/>
                </a:cubicBezTo>
                <a:cubicBezTo>
                  <a:pt x="19455" y="13506"/>
                  <a:pt x="29812" y="10395"/>
                  <a:pt x="44852" y="11329"/>
                </a:cubicBezTo>
                <a:cubicBezTo>
                  <a:pt x="52199" y="11787"/>
                  <a:pt x="60290" y="13177"/>
                  <a:pt x="68827" y="15397"/>
                </a:cubicBezTo>
                <a:cubicBezTo>
                  <a:pt x="69695" y="12133"/>
                  <a:pt x="70650" y="8886"/>
                  <a:pt x="71689" y="5668"/>
                </a:cubicBezTo>
                <a:cubicBezTo>
                  <a:pt x="62371" y="3241"/>
                  <a:pt x="53539" y="1706"/>
                  <a:pt x="45481" y="1205"/>
                </a:cubicBezTo>
                <a:cubicBezTo>
                  <a:pt x="26100" y="0"/>
                  <a:pt x="12752" y="4787"/>
                  <a:pt x="6864" y="15047"/>
                </a:cubicBezTo>
                <a:cubicBezTo>
                  <a:pt x="0" y="27032"/>
                  <a:pt x="4894" y="44320"/>
                  <a:pt x="20644" y="63694"/>
                </a:cubicBezTo>
                <a:cubicBezTo>
                  <a:pt x="30627" y="75985"/>
                  <a:pt x="44297" y="88373"/>
                  <a:pt x="60339" y="99821"/>
                </a:cubicBezTo>
                <a:cubicBezTo>
                  <a:pt x="63780" y="102277"/>
                  <a:pt x="67329" y="104699"/>
                  <a:pt x="70984" y="107053"/>
                </a:cubicBezTo>
                <a:cubicBezTo>
                  <a:pt x="75410" y="109921"/>
                  <a:pt x="79912" y="112666"/>
                  <a:pt x="84488" y="115288"/>
                </a:cubicBezTo>
                <a:cubicBezTo>
                  <a:pt x="89397" y="114339"/>
                  <a:pt x="94417" y="113202"/>
                  <a:pt x="99469" y="111912"/>
                </a:cubicBezTo>
                <a:cubicBezTo>
                  <a:pt x="96171" y="110201"/>
                  <a:pt x="92914" y="108424"/>
                  <a:pt x="89698" y="106578"/>
                </a:cubicBezTo>
              </a:path>
            </a:pathLst>
          </a:custGeom>
          <a:solidFill xmlns:a="http://schemas.openxmlformats.org/drawingml/2006/main">
            <a:srgbClr val="27AE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10">
            <a:extLst xmlns:a="http://schemas.openxmlformats.org/drawingml/2006/main">
              <a:ext uri="{FF2B5EF4-FFF2-40B4-BE49-F238E27FC236}">
                <a16:creationId xmlns:a16="http://schemas.microsoft.com/office/drawing/2014/main" id="{776C1DCD-2CF7-4647-9965-4F6F7947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440" y="7954895"/>
            <a:ext cx="221104" cy="140798"/>
          </a:xfrm>
          <a:custGeom xmlns:a="http://schemas.openxmlformats.org/drawingml/2006/main">
            <a:pathLst>
              <a:path w="221104" h="140798">
                <a:moveTo>
                  <a:pt x="220651" y="25991"/>
                </a:moveTo>
                <a:cubicBezTo>
                  <a:pt x="220199" y="33257"/>
                  <a:pt x="213935" y="38788"/>
                  <a:pt x="206644" y="38335"/>
                </a:cubicBezTo>
                <a:cubicBezTo>
                  <a:pt x="199377" y="37883"/>
                  <a:pt x="193846" y="31619"/>
                  <a:pt x="194298" y="24352"/>
                </a:cubicBezTo>
                <a:cubicBezTo>
                  <a:pt x="194751" y="17075"/>
                  <a:pt x="201015" y="11543"/>
                  <a:pt x="208282" y="11995"/>
                </a:cubicBezTo>
                <a:cubicBezTo>
                  <a:pt x="215573" y="12448"/>
                  <a:pt x="221104" y="18713"/>
                  <a:pt x="220651" y="25991"/>
                </a:cubicBezTo>
                <a:moveTo>
                  <a:pt x="142834" y="127992"/>
                </a:moveTo>
                <a:cubicBezTo>
                  <a:pt x="142382" y="135268"/>
                  <a:pt x="136118" y="140798"/>
                  <a:pt x="128826" y="140345"/>
                </a:cubicBezTo>
                <a:cubicBezTo>
                  <a:pt x="121561" y="139893"/>
                  <a:pt x="116029" y="133630"/>
                  <a:pt x="116481" y="126354"/>
                </a:cubicBezTo>
                <a:cubicBezTo>
                  <a:pt x="116935" y="119074"/>
                  <a:pt x="123199" y="113541"/>
                  <a:pt x="130466" y="113993"/>
                </a:cubicBezTo>
                <a:cubicBezTo>
                  <a:pt x="137756" y="114447"/>
                  <a:pt x="143288" y="120712"/>
                  <a:pt x="142834" y="127992"/>
                </a:cubicBezTo>
                <a:moveTo>
                  <a:pt x="26807" y="14448"/>
                </a:moveTo>
                <a:cubicBezTo>
                  <a:pt x="26354" y="21727"/>
                  <a:pt x="20087" y="27245"/>
                  <a:pt x="12810" y="26793"/>
                </a:cubicBezTo>
                <a:cubicBezTo>
                  <a:pt x="5536" y="26340"/>
                  <a:pt x="0" y="20087"/>
                  <a:pt x="452" y="12810"/>
                </a:cubicBezTo>
                <a:cubicBezTo>
                  <a:pt x="905" y="5532"/>
                  <a:pt x="7174" y="0"/>
                  <a:pt x="14448" y="453"/>
                </a:cubicBezTo>
                <a:cubicBezTo>
                  <a:pt x="21724" y="905"/>
                  <a:pt x="27260" y="7170"/>
                  <a:pt x="26807" y="14448"/>
                </a:cubicBezTo>
                <a:moveTo>
                  <a:pt x="129998" y="44073"/>
                </a:moveTo>
                <a:cubicBezTo>
                  <a:pt x="129232" y="56401"/>
                  <a:pt x="118619" y="65771"/>
                  <a:pt x="106303" y="65005"/>
                </a:cubicBezTo>
                <a:cubicBezTo>
                  <a:pt x="93962" y="64237"/>
                  <a:pt x="84591" y="53626"/>
                  <a:pt x="85358" y="41297"/>
                </a:cubicBezTo>
                <a:cubicBezTo>
                  <a:pt x="86124" y="28981"/>
                  <a:pt x="96737" y="19611"/>
                  <a:pt x="109078" y="20378"/>
                </a:cubicBezTo>
                <a:cubicBezTo>
                  <a:pt x="121394" y="21144"/>
                  <a:pt x="130764" y="31757"/>
                  <a:pt x="129998" y="44073"/>
                </a:cubicBezTo>
              </a:path>
            </a:pathLst>
          </a:custGeom>
          <a:solidFill xmlns:a="http://schemas.openxmlformats.org/drawingml/2006/main">
            <a:srgbClr val="F1C4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11">
            <a:extLst xmlns:a="http://schemas.openxmlformats.org/drawingml/2006/main">
              <a:ext uri="{FF2B5EF4-FFF2-40B4-BE49-F238E27FC236}">
                <a16:creationId xmlns:a16="http://schemas.microsoft.com/office/drawing/2014/main" id="{1FFAD64C-F7B0-433D-BFBA-0DC009BE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347" y="7958049"/>
            <a:ext cx="205823" cy="133886"/>
          </a:xfrm>
          <a:custGeom xmlns:a="http://schemas.openxmlformats.org/drawingml/2006/main">
            <a:pathLst>
              <a:path w="205823" h="133886">
                <a:moveTo>
                  <a:pt x="94459" y="39169"/>
                </a:moveTo>
                <a:cubicBezTo>
                  <a:pt x="93285" y="47887"/>
                  <a:pt x="102713" y="51511"/>
                  <a:pt x="103244" y="52955"/>
                </a:cubicBezTo>
                <a:cubicBezTo>
                  <a:pt x="104142" y="55917"/>
                  <a:pt x="86489" y="54940"/>
                  <a:pt x="87301" y="38736"/>
                </a:cubicBezTo>
                <a:cubicBezTo>
                  <a:pt x="88490" y="22557"/>
                  <a:pt x="106140" y="23763"/>
                  <a:pt x="104882" y="26603"/>
                </a:cubicBezTo>
                <a:cubicBezTo>
                  <a:pt x="104177" y="27969"/>
                  <a:pt x="94374" y="30399"/>
                  <a:pt x="94459" y="39169"/>
                </a:cubicBezTo>
                <a:moveTo>
                  <a:pt x="4862" y="10111"/>
                </a:moveTo>
                <a:cubicBezTo>
                  <a:pt x="4144" y="15415"/>
                  <a:pt x="9870" y="17606"/>
                  <a:pt x="10194" y="18490"/>
                </a:cubicBezTo>
                <a:cubicBezTo>
                  <a:pt x="10741" y="20287"/>
                  <a:pt x="0" y="19692"/>
                  <a:pt x="507" y="9840"/>
                </a:cubicBezTo>
                <a:cubicBezTo>
                  <a:pt x="1225" y="0"/>
                  <a:pt x="11956" y="741"/>
                  <a:pt x="11190" y="2468"/>
                </a:cubicBezTo>
                <a:cubicBezTo>
                  <a:pt x="10761" y="3292"/>
                  <a:pt x="4805" y="4770"/>
                  <a:pt x="4862" y="10111"/>
                </a:cubicBezTo>
                <a:moveTo>
                  <a:pt x="121689" y="123705"/>
                </a:moveTo>
                <a:cubicBezTo>
                  <a:pt x="120971" y="129001"/>
                  <a:pt x="126706" y="131207"/>
                  <a:pt x="127016" y="132079"/>
                </a:cubicBezTo>
                <a:cubicBezTo>
                  <a:pt x="127561" y="133886"/>
                  <a:pt x="116837" y="133290"/>
                  <a:pt x="117329" y="123433"/>
                </a:cubicBezTo>
                <a:cubicBezTo>
                  <a:pt x="118063" y="113595"/>
                  <a:pt x="128776" y="114335"/>
                  <a:pt x="128013" y="116047"/>
                </a:cubicBezTo>
                <a:cubicBezTo>
                  <a:pt x="127595" y="116882"/>
                  <a:pt x="121632" y="118362"/>
                  <a:pt x="121689" y="123705"/>
                </a:cubicBezTo>
                <a:moveTo>
                  <a:pt x="198723" y="21192"/>
                </a:moveTo>
                <a:cubicBezTo>
                  <a:pt x="198017" y="26485"/>
                  <a:pt x="203739" y="28689"/>
                  <a:pt x="204063" y="29561"/>
                </a:cubicBezTo>
                <a:cubicBezTo>
                  <a:pt x="204607" y="31369"/>
                  <a:pt x="193872" y="30774"/>
                  <a:pt x="194375" y="20922"/>
                </a:cubicBezTo>
                <a:cubicBezTo>
                  <a:pt x="195096" y="11084"/>
                  <a:pt x="205823" y="11810"/>
                  <a:pt x="205059" y="13538"/>
                </a:cubicBezTo>
                <a:cubicBezTo>
                  <a:pt x="204630" y="14374"/>
                  <a:pt x="198678" y="15841"/>
                  <a:pt x="198723" y="21192"/>
                </a:cubicBezTo>
              </a:path>
            </a:pathLst>
          </a:custGeom>
          <a:solidFill xmlns:a="http://schemas.openxmlformats.org/drawingml/2006/main">
            <a:srgbClr val="FFFE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12">
            <a:extLst xmlns:a="http://schemas.openxmlformats.org/drawingml/2006/main">
              <a:ext uri="{FF2B5EF4-FFF2-40B4-BE49-F238E27FC236}">
                <a16:creationId xmlns:a16="http://schemas.microsoft.com/office/drawing/2014/main" id="{BD562C57-B2E3-4B41-9657-C14D97CE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543" y="7912388"/>
            <a:ext cx="729797" cy="162291"/>
          </a:xfrm>
          <a:custGeom xmlns:a="http://schemas.openxmlformats.org/drawingml/2006/main">
            <a:pathLst>
              <a:path w="729797" h="162291">
                <a:moveTo>
                  <a:pt x="46887" y="123333"/>
                </a:moveTo>
                <a:cubicBezTo>
                  <a:pt x="39865" y="123333"/>
                  <a:pt x="33409" y="122087"/>
                  <a:pt x="27633" y="119708"/>
                </a:cubicBezTo>
                <a:cubicBezTo>
                  <a:pt x="21858" y="117330"/>
                  <a:pt x="16875" y="113705"/>
                  <a:pt x="12798" y="108836"/>
                </a:cubicBezTo>
                <a:cubicBezTo>
                  <a:pt x="8720" y="103853"/>
                  <a:pt x="5436" y="97510"/>
                  <a:pt x="3285" y="89923"/>
                </a:cubicBezTo>
                <a:cubicBezTo>
                  <a:pt x="1020" y="82222"/>
                  <a:pt x="0" y="73048"/>
                  <a:pt x="0" y="62402"/>
                </a:cubicBezTo>
                <a:cubicBezTo>
                  <a:pt x="113" y="49266"/>
                  <a:pt x="2152" y="38053"/>
                  <a:pt x="6229" y="28654"/>
                </a:cubicBezTo>
                <a:cubicBezTo>
                  <a:pt x="10193" y="19253"/>
                  <a:pt x="15969" y="12118"/>
                  <a:pt x="23443" y="7248"/>
                </a:cubicBezTo>
                <a:cubicBezTo>
                  <a:pt x="30918" y="2379"/>
                  <a:pt x="39525" y="0"/>
                  <a:pt x="49379" y="0"/>
                </a:cubicBezTo>
                <a:cubicBezTo>
                  <a:pt x="59911" y="113"/>
                  <a:pt x="68631" y="2379"/>
                  <a:pt x="75766" y="7135"/>
                </a:cubicBezTo>
                <a:cubicBezTo>
                  <a:pt x="82900" y="11778"/>
                  <a:pt x="88224" y="18574"/>
                  <a:pt x="91848" y="27520"/>
                </a:cubicBezTo>
                <a:cubicBezTo>
                  <a:pt x="95359" y="36581"/>
                  <a:pt x="97171" y="47453"/>
                  <a:pt x="97058" y="60364"/>
                </a:cubicBezTo>
                <a:cubicBezTo>
                  <a:pt x="97058" y="74180"/>
                  <a:pt x="94906" y="85732"/>
                  <a:pt x="90715" y="95246"/>
                </a:cubicBezTo>
                <a:cubicBezTo>
                  <a:pt x="86525" y="104646"/>
                  <a:pt x="80749" y="111668"/>
                  <a:pt x="73161" y="116425"/>
                </a:cubicBezTo>
                <a:cubicBezTo>
                  <a:pt x="65686" y="121067"/>
                  <a:pt x="56966" y="123333"/>
                  <a:pt x="46887" y="123333"/>
                </a:cubicBezTo>
                <a:moveTo>
                  <a:pt x="18234" y="60024"/>
                </a:moveTo>
                <a:cubicBezTo>
                  <a:pt x="18121" y="78145"/>
                  <a:pt x="20725" y="91848"/>
                  <a:pt x="25935" y="101362"/>
                </a:cubicBezTo>
                <a:cubicBezTo>
                  <a:pt x="31145" y="110761"/>
                  <a:pt x="38733" y="115518"/>
                  <a:pt x="48926" y="115518"/>
                </a:cubicBezTo>
                <a:cubicBezTo>
                  <a:pt x="55267" y="115631"/>
                  <a:pt x="60818" y="113592"/>
                  <a:pt x="65234" y="109515"/>
                </a:cubicBezTo>
                <a:cubicBezTo>
                  <a:pt x="69763" y="105438"/>
                  <a:pt x="73161" y="99436"/>
                  <a:pt x="75426" y="91621"/>
                </a:cubicBezTo>
                <a:cubicBezTo>
                  <a:pt x="77691" y="83694"/>
                  <a:pt x="78824" y="74520"/>
                  <a:pt x="78937" y="63987"/>
                </a:cubicBezTo>
                <a:cubicBezTo>
                  <a:pt x="78937" y="51190"/>
                  <a:pt x="77691" y="40545"/>
                  <a:pt x="75087" y="32052"/>
                </a:cubicBezTo>
                <a:cubicBezTo>
                  <a:pt x="72595" y="23557"/>
                  <a:pt x="68971" y="17442"/>
                  <a:pt x="64554" y="13591"/>
                </a:cubicBezTo>
                <a:cubicBezTo>
                  <a:pt x="60024" y="9741"/>
                  <a:pt x="54702" y="7815"/>
                  <a:pt x="48699" y="7815"/>
                </a:cubicBezTo>
                <a:cubicBezTo>
                  <a:pt x="43489" y="7815"/>
                  <a:pt x="38846" y="8947"/>
                  <a:pt x="35108" y="11440"/>
                </a:cubicBezTo>
                <a:cubicBezTo>
                  <a:pt x="31258" y="13931"/>
                  <a:pt x="28087" y="17329"/>
                  <a:pt x="25596" y="21971"/>
                </a:cubicBezTo>
                <a:cubicBezTo>
                  <a:pt x="23104" y="26501"/>
                  <a:pt x="21179" y="31938"/>
                  <a:pt x="20046" y="38393"/>
                </a:cubicBezTo>
                <a:cubicBezTo>
                  <a:pt x="18800" y="44961"/>
                  <a:pt x="18234" y="52097"/>
                  <a:pt x="18234" y="60024"/>
                </a:cubicBezTo>
                <a:moveTo>
                  <a:pt x="140207" y="52662"/>
                </a:moveTo>
                <a:lnTo>
                  <a:pt x="141452" y="52889"/>
                </a:lnTo>
                <a:cubicBezTo>
                  <a:pt x="144623" y="49039"/>
                  <a:pt x="147681" y="45868"/>
                  <a:pt x="150513" y="43603"/>
                </a:cubicBezTo>
                <a:cubicBezTo>
                  <a:pt x="153230" y="41451"/>
                  <a:pt x="156288" y="39639"/>
                  <a:pt x="159460" y="38393"/>
                </a:cubicBezTo>
                <a:cubicBezTo>
                  <a:pt x="162631" y="37261"/>
                  <a:pt x="166254" y="36581"/>
                  <a:pt x="170332" y="36694"/>
                </a:cubicBezTo>
                <a:cubicBezTo>
                  <a:pt x="173729" y="36694"/>
                  <a:pt x="176901" y="36807"/>
                  <a:pt x="179618" y="37261"/>
                </a:cubicBezTo>
                <a:lnTo>
                  <a:pt x="179505" y="57533"/>
                </a:lnTo>
                <a:lnTo>
                  <a:pt x="169539" y="57419"/>
                </a:lnTo>
                <a:cubicBezTo>
                  <a:pt x="168180" y="54248"/>
                  <a:pt x="166708" y="51984"/>
                  <a:pt x="165122" y="50511"/>
                </a:cubicBezTo>
                <a:cubicBezTo>
                  <a:pt x="163537" y="49039"/>
                  <a:pt x="161272" y="48359"/>
                  <a:pt x="158554" y="48359"/>
                </a:cubicBezTo>
                <a:cubicBezTo>
                  <a:pt x="156402" y="48359"/>
                  <a:pt x="154363" y="48926"/>
                  <a:pt x="152212" y="50171"/>
                </a:cubicBezTo>
                <a:cubicBezTo>
                  <a:pt x="150173" y="51417"/>
                  <a:pt x="148135" y="53116"/>
                  <a:pt x="146209" y="55494"/>
                </a:cubicBezTo>
                <a:cubicBezTo>
                  <a:pt x="144170" y="57873"/>
                  <a:pt x="142811" y="60024"/>
                  <a:pt x="142132" y="62063"/>
                </a:cubicBezTo>
                <a:cubicBezTo>
                  <a:pt x="141339" y="64101"/>
                  <a:pt x="140999" y="66593"/>
                  <a:pt x="140999" y="69425"/>
                </a:cubicBezTo>
                <a:lnTo>
                  <a:pt x="140773" y="100341"/>
                </a:lnTo>
                <a:cubicBezTo>
                  <a:pt x="140773" y="105665"/>
                  <a:pt x="141113" y="109402"/>
                  <a:pt x="141792" y="111441"/>
                </a:cubicBezTo>
                <a:cubicBezTo>
                  <a:pt x="142358" y="113367"/>
                  <a:pt x="143491" y="114951"/>
                  <a:pt x="144964" y="115858"/>
                </a:cubicBezTo>
                <a:cubicBezTo>
                  <a:pt x="146436" y="116763"/>
                  <a:pt x="148700" y="117557"/>
                  <a:pt x="151645" y="118122"/>
                </a:cubicBezTo>
                <a:lnTo>
                  <a:pt x="151645" y="122426"/>
                </a:lnTo>
                <a:lnTo>
                  <a:pt x="116084" y="122200"/>
                </a:lnTo>
                <a:lnTo>
                  <a:pt x="116084" y="117895"/>
                </a:lnTo>
                <a:cubicBezTo>
                  <a:pt x="118349" y="117217"/>
                  <a:pt x="119935" y="116651"/>
                  <a:pt x="120954" y="116084"/>
                </a:cubicBezTo>
                <a:cubicBezTo>
                  <a:pt x="121860" y="115518"/>
                  <a:pt x="122766" y="114839"/>
                  <a:pt x="123446" y="113932"/>
                </a:cubicBezTo>
                <a:cubicBezTo>
                  <a:pt x="124125" y="112913"/>
                  <a:pt x="124692" y="111554"/>
                  <a:pt x="125031" y="109628"/>
                </a:cubicBezTo>
                <a:cubicBezTo>
                  <a:pt x="125484" y="107591"/>
                  <a:pt x="125597" y="104646"/>
                  <a:pt x="125597" y="100455"/>
                </a:cubicBezTo>
                <a:lnTo>
                  <a:pt x="125824" y="62063"/>
                </a:lnTo>
                <a:cubicBezTo>
                  <a:pt x="125824" y="58213"/>
                  <a:pt x="125824" y="55268"/>
                  <a:pt x="125710" y="52889"/>
                </a:cubicBezTo>
                <a:cubicBezTo>
                  <a:pt x="125597" y="50623"/>
                  <a:pt x="125144" y="48812"/>
                  <a:pt x="124465" y="47453"/>
                </a:cubicBezTo>
                <a:cubicBezTo>
                  <a:pt x="123785" y="45981"/>
                  <a:pt x="122766" y="44961"/>
                  <a:pt x="121293" y="44282"/>
                </a:cubicBezTo>
                <a:cubicBezTo>
                  <a:pt x="119821" y="43603"/>
                  <a:pt x="117783" y="43037"/>
                  <a:pt x="115178" y="42583"/>
                </a:cubicBezTo>
                <a:lnTo>
                  <a:pt x="115178" y="37940"/>
                </a:lnTo>
                <a:lnTo>
                  <a:pt x="135790" y="37147"/>
                </a:lnTo>
                <a:lnTo>
                  <a:pt x="141225" y="37261"/>
                </a:lnTo>
                <a:lnTo>
                  <a:pt x="140207" y="52662"/>
                </a:lnTo>
                <a:moveTo>
                  <a:pt x="268975" y="47567"/>
                </a:moveTo>
                <a:lnTo>
                  <a:pt x="252553" y="46887"/>
                </a:lnTo>
                <a:lnTo>
                  <a:pt x="251760" y="47792"/>
                </a:lnTo>
                <a:cubicBezTo>
                  <a:pt x="253572" y="49605"/>
                  <a:pt x="255044" y="52097"/>
                  <a:pt x="256064" y="55268"/>
                </a:cubicBezTo>
                <a:cubicBezTo>
                  <a:pt x="257083" y="58438"/>
                  <a:pt x="257649" y="61836"/>
                  <a:pt x="257649" y="65460"/>
                </a:cubicBezTo>
                <a:cubicBezTo>
                  <a:pt x="257537" y="75087"/>
                  <a:pt x="254591" y="82448"/>
                  <a:pt x="248703" y="87657"/>
                </a:cubicBezTo>
                <a:cubicBezTo>
                  <a:pt x="242700" y="92868"/>
                  <a:pt x="234319" y="95359"/>
                  <a:pt x="223447" y="95359"/>
                </a:cubicBezTo>
                <a:cubicBezTo>
                  <a:pt x="218577" y="95359"/>
                  <a:pt x="214273" y="94679"/>
                  <a:pt x="210763" y="93433"/>
                </a:cubicBezTo>
                <a:cubicBezTo>
                  <a:pt x="206346" y="96831"/>
                  <a:pt x="204081" y="100115"/>
                  <a:pt x="204081" y="103399"/>
                </a:cubicBezTo>
                <a:cubicBezTo>
                  <a:pt x="204081" y="105665"/>
                  <a:pt x="204421" y="107251"/>
                  <a:pt x="205326" y="108383"/>
                </a:cubicBezTo>
                <a:cubicBezTo>
                  <a:pt x="206120" y="109515"/>
                  <a:pt x="207592" y="110309"/>
                  <a:pt x="209517" y="110761"/>
                </a:cubicBezTo>
                <a:cubicBezTo>
                  <a:pt x="211442" y="111328"/>
                  <a:pt x="214500" y="111554"/>
                  <a:pt x="218463" y="111554"/>
                </a:cubicBezTo>
                <a:lnTo>
                  <a:pt x="239642" y="111668"/>
                </a:lnTo>
                <a:cubicBezTo>
                  <a:pt x="245872" y="111668"/>
                  <a:pt x="250967" y="112686"/>
                  <a:pt x="254931" y="114612"/>
                </a:cubicBezTo>
                <a:cubicBezTo>
                  <a:pt x="258896" y="116651"/>
                  <a:pt x="261613" y="119256"/>
                  <a:pt x="263311" y="122539"/>
                </a:cubicBezTo>
                <a:cubicBezTo>
                  <a:pt x="265011" y="125824"/>
                  <a:pt x="265804" y="129560"/>
                  <a:pt x="265804" y="133979"/>
                </a:cubicBezTo>
                <a:cubicBezTo>
                  <a:pt x="265690" y="139528"/>
                  <a:pt x="264105" y="144397"/>
                  <a:pt x="260933" y="148700"/>
                </a:cubicBezTo>
                <a:cubicBezTo>
                  <a:pt x="257762" y="153004"/>
                  <a:pt x="253120" y="156402"/>
                  <a:pt x="247117" y="158780"/>
                </a:cubicBezTo>
                <a:cubicBezTo>
                  <a:pt x="241115" y="161159"/>
                  <a:pt x="234093" y="162291"/>
                  <a:pt x="226052" y="162291"/>
                </a:cubicBezTo>
                <a:cubicBezTo>
                  <a:pt x="220162" y="162178"/>
                  <a:pt x="214727" y="161838"/>
                  <a:pt x="209744" y="161159"/>
                </a:cubicBezTo>
                <a:cubicBezTo>
                  <a:pt x="204874" y="160365"/>
                  <a:pt x="200683" y="159120"/>
                  <a:pt x="197173" y="157421"/>
                </a:cubicBezTo>
                <a:cubicBezTo>
                  <a:pt x="193661" y="155835"/>
                  <a:pt x="191057" y="153571"/>
                  <a:pt x="189132" y="150853"/>
                </a:cubicBezTo>
                <a:cubicBezTo>
                  <a:pt x="187207" y="148021"/>
                  <a:pt x="186300" y="144623"/>
                  <a:pt x="186300" y="140547"/>
                </a:cubicBezTo>
                <a:cubicBezTo>
                  <a:pt x="186300" y="136810"/>
                  <a:pt x="187547" y="133412"/>
                  <a:pt x="190038" y="130467"/>
                </a:cubicBezTo>
                <a:cubicBezTo>
                  <a:pt x="192529" y="127409"/>
                  <a:pt x="196040" y="124805"/>
                  <a:pt x="200571" y="122539"/>
                </a:cubicBezTo>
                <a:cubicBezTo>
                  <a:pt x="197852" y="121407"/>
                  <a:pt x="195700" y="119708"/>
                  <a:pt x="194115" y="117557"/>
                </a:cubicBezTo>
                <a:cubicBezTo>
                  <a:pt x="192529" y="115291"/>
                  <a:pt x="191737" y="112800"/>
                  <a:pt x="191737" y="109855"/>
                </a:cubicBezTo>
                <a:cubicBezTo>
                  <a:pt x="191737" y="106457"/>
                  <a:pt x="192756" y="103399"/>
                  <a:pt x="194568" y="100568"/>
                </a:cubicBezTo>
                <a:cubicBezTo>
                  <a:pt x="196493" y="97850"/>
                  <a:pt x="199890" y="94679"/>
                  <a:pt x="204647" y="91055"/>
                </a:cubicBezTo>
                <a:cubicBezTo>
                  <a:pt x="200457" y="88563"/>
                  <a:pt x="197173" y="85280"/>
                  <a:pt x="195021" y="80976"/>
                </a:cubicBezTo>
                <a:cubicBezTo>
                  <a:pt x="192869" y="76785"/>
                  <a:pt x="191737" y="71916"/>
                  <a:pt x="191737" y="66480"/>
                </a:cubicBezTo>
                <a:cubicBezTo>
                  <a:pt x="191849" y="61383"/>
                  <a:pt x="192642" y="57079"/>
                  <a:pt x="194341" y="53343"/>
                </a:cubicBezTo>
                <a:cubicBezTo>
                  <a:pt x="196040" y="49605"/>
                  <a:pt x="198418" y="46548"/>
                  <a:pt x="201363" y="44055"/>
                </a:cubicBezTo>
                <a:cubicBezTo>
                  <a:pt x="204421" y="41678"/>
                  <a:pt x="207932" y="39865"/>
                  <a:pt x="212009" y="38620"/>
                </a:cubicBezTo>
                <a:cubicBezTo>
                  <a:pt x="215972" y="37488"/>
                  <a:pt x="220389" y="36921"/>
                  <a:pt x="225146" y="36921"/>
                </a:cubicBezTo>
                <a:cubicBezTo>
                  <a:pt x="229336" y="36921"/>
                  <a:pt x="233526" y="37488"/>
                  <a:pt x="237717" y="38506"/>
                </a:cubicBezTo>
                <a:lnTo>
                  <a:pt x="268975" y="38620"/>
                </a:lnTo>
                <a:lnTo>
                  <a:pt x="268975" y="47567"/>
                </a:lnTo>
                <a:moveTo>
                  <a:pt x="207592" y="65121"/>
                </a:moveTo>
                <a:cubicBezTo>
                  <a:pt x="207592" y="72482"/>
                  <a:pt x="209064" y="78258"/>
                  <a:pt x="212009" y="82222"/>
                </a:cubicBezTo>
                <a:cubicBezTo>
                  <a:pt x="214953" y="86185"/>
                  <a:pt x="219257" y="88224"/>
                  <a:pt x="224919" y="88338"/>
                </a:cubicBezTo>
                <a:cubicBezTo>
                  <a:pt x="227977" y="88338"/>
                  <a:pt x="230468" y="87771"/>
                  <a:pt x="232621" y="86639"/>
                </a:cubicBezTo>
                <a:cubicBezTo>
                  <a:pt x="234772" y="85506"/>
                  <a:pt x="236471" y="83921"/>
                  <a:pt x="237830" y="81882"/>
                </a:cubicBezTo>
                <a:cubicBezTo>
                  <a:pt x="239189" y="79956"/>
                  <a:pt x="240095" y="77578"/>
                  <a:pt x="240775" y="74974"/>
                </a:cubicBezTo>
                <a:cubicBezTo>
                  <a:pt x="241454" y="72369"/>
                  <a:pt x="241681" y="69651"/>
                  <a:pt x="241793" y="66707"/>
                </a:cubicBezTo>
                <a:cubicBezTo>
                  <a:pt x="241793" y="61610"/>
                  <a:pt x="241001" y="57193"/>
                  <a:pt x="239642" y="53795"/>
                </a:cubicBezTo>
                <a:cubicBezTo>
                  <a:pt x="238170" y="50285"/>
                  <a:pt x="236131" y="47680"/>
                  <a:pt x="233640" y="46095"/>
                </a:cubicBezTo>
                <a:cubicBezTo>
                  <a:pt x="231149" y="44509"/>
                  <a:pt x="228204" y="43603"/>
                  <a:pt x="224919" y="43603"/>
                </a:cubicBezTo>
                <a:cubicBezTo>
                  <a:pt x="219370" y="43603"/>
                  <a:pt x="215067" y="45414"/>
                  <a:pt x="212122" y="49153"/>
                </a:cubicBezTo>
                <a:cubicBezTo>
                  <a:pt x="209178" y="52776"/>
                  <a:pt x="207592" y="58213"/>
                  <a:pt x="207592" y="65121"/>
                </a:cubicBezTo>
                <a:moveTo>
                  <a:pt x="209517" y="124125"/>
                </a:moveTo>
                <a:cubicBezTo>
                  <a:pt x="206460" y="126391"/>
                  <a:pt x="204194" y="128655"/>
                  <a:pt x="202722" y="131148"/>
                </a:cubicBezTo>
                <a:cubicBezTo>
                  <a:pt x="201249" y="133752"/>
                  <a:pt x="200457" y="136583"/>
                  <a:pt x="200457" y="139755"/>
                </a:cubicBezTo>
                <a:cubicBezTo>
                  <a:pt x="200344" y="144964"/>
                  <a:pt x="202495" y="148927"/>
                  <a:pt x="206686" y="151420"/>
                </a:cubicBezTo>
                <a:cubicBezTo>
                  <a:pt x="210877" y="153911"/>
                  <a:pt x="217331" y="155270"/>
                  <a:pt x="225938" y="155270"/>
                </a:cubicBezTo>
                <a:cubicBezTo>
                  <a:pt x="231262" y="155270"/>
                  <a:pt x="235792" y="154589"/>
                  <a:pt x="239529" y="153230"/>
                </a:cubicBezTo>
                <a:cubicBezTo>
                  <a:pt x="243380" y="151872"/>
                  <a:pt x="246324" y="149832"/>
                  <a:pt x="248249" y="147228"/>
                </a:cubicBezTo>
                <a:cubicBezTo>
                  <a:pt x="250288" y="144510"/>
                  <a:pt x="251307" y="141452"/>
                  <a:pt x="251307" y="137942"/>
                </a:cubicBezTo>
                <a:cubicBezTo>
                  <a:pt x="251307" y="136243"/>
                  <a:pt x="251194" y="134657"/>
                  <a:pt x="250741" y="133072"/>
                </a:cubicBezTo>
                <a:cubicBezTo>
                  <a:pt x="250401" y="131600"/>
                  <a:pt x="249608" y="130127"/>
                  <a:pt x="248476" y="128882"/>
                </a:cubicBezTo>
                <a:cubicBezTo>
                  <a:pt x="247344" y="127636"/>
                  <a:pt x="245645" y="126729"/>
                  <a:pt x="243606" y="125937"/>
                </a:cubicBezTo>
                <a:cubicBezTo>
                  <a:pt x="241454" y="125145"/>
                  <a:pt x="238736" y="124805"/>
                  <a:pt x="235225" y="124805"/>
                </a:cubicBezTo>
                <a:lnTo>
                  <a:pt x="222088" y="124692"/>
                </a:lnTo>
                <a:cubicBezTo>
                  <a:pt x="217331" y="124692"/>
                  <a:pt x="213141" y="124465"/>
                  <a:pt x="209517" y="124125"/>
                </a:cubicBezTo>
                <a:moveTo>
                  <a:pt x="328772" y="110649"/>
                </a:moveTo>
                <a:lnTo>
                  <a:pt x="327525" y="110309"/>
                </a:lnTo>
                <a:cubicBezTo>
                  <a:pt x="322316" y="115518"/>
                  <a:pt x="317447" y="119256"/>
                  <a:pt x="313029" y="121407"/>
                </a:cubicBezTo>
                <a:cubicBezTo>
                  <a:pt x="308500" y="123558"/>
                  <a:pt x="303743" y="124578"/>
                  <a:pt x="298646" y="124578"/>
                </a:cubicBezTo>
                <a:cubicBezTo>
                  <a:pt x="294117" y="124578"/>
                  <a:pt x="290266" y="123671"/>
                  <a:pt x="286868" y="121974"/>
                </a:cubicBezTo>
                <a:cubicBezTo>
                  <a:pt x="283358" y="120161"/>
                  <a:pt x="280753" y="117670"/>
                  <a:pt x="279054" y="114499"/>
                </a:cubicBezTo>
                <a:cubicBezTo>
                  <a:pt x="277242" y="111441"/>
                  <a:pt x="276336" y="107704"/>
                  <a:pt x="276336" y="103626"/>
                </a:cubicBezTo>
                <a:cubicBezTo>
                  <a:pt x="276336" y="95019"/>
                  <a:pt x="280640" y="88450"/>
                  <a:pt x="289134" y="83807"/>
                </a:cubicBezTo>
                <a:cubicBezTo>
                  <a:pt x="297741" y="79164"/>
                  <a:pt x="310424" y="76559"/>
                  <a:pt x="327525" y="75879"/>
                </a:cubicBezTo>
                <a:lnTo>
                  <a:pt x="327525" y="70103"/>
                </a:lnTo>
                <a:cubicBezTo>
                  <a:pt x="327525" y="63987"/>
                  <a:pt x="326960" y="59118"/>
                  <a:pt x="325827" y="55607"/>
                </a:cubicBezTo>
                <a:cubicBezTo>
                  <a:pt x="324694" y="52097"/>
                  <a:pt x="322770" y="49491"/>
                  <a:pt x="320278" y="47792"/>
                </a:cubicBezTo>
                <a:cubicBezTo>
                  <a:pt x="317787" y="46208"/>
                  <a:pt x="314389" y="45301"/>
                  <a:pt x="310198" y="45301"/>
                </a:cubicBezTo>
                <a:cubicBezTo>
                  <a:pt x="305555" y="45301"/>
                  <a:pt x="301817" y="46435"/>
                  <a:pt x="299099" y="48812"/>
                </a:cubicBezTo>
                <a:cubicBezTo>
                  <a:pt x="296268" y="51304"/>
                  <a:pt x="294117" y="54815"/>
                  <a:pt x="292645" y="59684"/>
                </a:cubicBezTo>
                <a:lnTo>
                  <a:pt x="281092" y="59570"/>
                </a:lnTo>
                <a:lnTo>
                  <a:pt x="281205" y="48132"/>
                </a:lnTo>
                <a:cubicBezTo>
                  <a:pt x="286868" y="45188"/>
                  <a:pt x="291511" y="43150"/>
                  <a:pt x="295363" y="41791"/>
                </a:cubicBezTo>
                <a:cubicBezTo>
                  <a:pt x="299099" y="40319"/>
                  <a:pt x="302838" y="39298"/>
                  <a:pt x="306688" y="38506"/>
                </a:cubicBezTo>
                <a:cubicBezTo>
                  <a:pt x="310424" y="37714"/>
                  <a:pt x="314276" y="37374"/>
                  <a:pt x="318126" y="37374"/>
                </a:cubicBezTo>
                <a:cubicBezTo>
                  <a:pt x="323902" y="37374"/>
                  <a:pt x="328659" y="38393"/>
                  <a:pt x="332170" y="40205"/>
                </a:cubicBezTo>
                <a:cubicBezTo>
                  <a:pt x="335680" y="42130"/>
                  <a:pt x="338285" y="44961"/>
                  <a:pt x="340097" y="48812"/>
                </a:cubicBezTo>
                <a:cubicBezTo>
                  <a:pt x="341796" y="52662"/>
                  <a:pt x="342701" y="58438"/>
                  <a:pt x="342588" y="66140"/>
                </a:cubicBezTo>
                <a:lnTo>
                  <a:pt x="342475" y="96831"/>
                </a:lnTo>
                <a:cubicBezTo>
                  <a:pt x="342475" y="101135"/>
                  <a:pt x="342475" y="104306"/>
                  <a:pt x="342475" y="106005"/>
                </a:cubicBezTo>
                <a:cubicBezTo>
                  <a:pt x="342588" y="107818"/>
                  <a:pt x="342701" y="109515"/>
                  <a:pt x="343042" y="110987"/>
                </a:cubicBezTo>
                <a:cubicBezTo>
                  <a:pt x="343268" y="112573"/>
                  <a:pt x="343722" y="113819"/>
                  <a:pt x="344287" y="114726"/>
                </a:cubicBezTo>
                <a:cubicBezTo>
                  <a:pt x="344854" y="115631"/>
                  <a:pt x="345759" y="116425"/>
                  <a:pt x="346892" y="117103"/>
                </a:cubicBezTo>
                <a:cubicBezTo>
                  <a:pt x="348024" y="117670"/>
                  <a:pt x="349950" y="118349"/>
                  <a:pt x="352442" y="119142"/>
                </a:cubicBezTo>
                <a:lnTo>
                  <a:pt x="352442" y="123444"/>
                </a:lnTo>
                <a:lnTo>
                  <a:pt x="328319" y="123333"/>
                </a:lnTo>
                <a:lnTo>
                  <a:pt x="328772" y="110649"/>
                </a:lnTo>
                <a:moveTo>
                  <a:pt x="327412" y="83014"/>
                </a:moveTo>
                <a:cubicBezTo>
                  <a:pt x="315521" y="83127"/>
                  <a:pt x="306574" y="84713"/>
                  <a:pt x="300572" y="87657"/>
                </a:cubicBezTo>
                <a:cubicBezTo>
                  <a:pt x="294569" y="90715"/>
                  <a:pt x="291625" y="95359"/>
                  <a:pt x="291625" y="101475"/>
                </a:cubicBezTo>
                <a:cubicBezTo>
                  <a:pt x="291625" y="104873"/>
                  <a:pt x="292191" y="107477"/>
                  <a:pt x="293550" y="109515"/>
                </a:cubicBezTo>
                <a:cubicBezTo>
                  <a:pt x="294909" y="111441"/>
                  <a:pt x="296608" y="112800"/>
                  <a:pt x="298646" y="113480"/>
                </a:cubicBezTo>
                <a:cubicBezTo>
                  <a:pt x="300685" y="114272"/>
                  <a:pt x="303176" y="114612"/>
                  <a:pt x="306009" y="114612"/>
                </a:cubicBezTo>
                <a:cubicBezTo>
                  <a:pt x="309972" y="114612"/>
                  <a:pt x="313596" y="113705"/>
                  <a:pt x="316880" y="111780"/>
                </a:cubicBezTo>
                <a:cubicBezTo>
                  <a:pt x="320165" y="109855"/>
                  <a:pt x="322770" y="107364"/>
                  <a:pt x="324580" y="104419"/>
                </a:cubicBezTo>
                <a:cubicBezTo>
                  <a:pt x="326393" y="101475"/>
                  <a:pt x="327412" y="98417"/>
                  <a:pt x="327412" y="95472"/>
                </a:cubicBezTo>
                <a:lnTo>
                  <a:pt x="327412" y="83014"/>
                </a:lnTo>
                <a:moveTo>
                  <a:pt x="451990" y="123898"/>
                </a:moveTo>
                <a:lnTo>
                  <a:pt x="417222" y="123785"/>
                </a:lnTo>
                <a:lnTo>
                  <a:pt x="417222" y="119483"/>
                </a:lnTo>
                <a:cubicBezTo>
                  <a:pt x="419601" y="118802"/>
                  <a:pt x="421185" y="118122"/>
                  <a:pt x="422205" y="117670"/>
                </a:cubicBezTo>
                <a:cubicBezTo>
                  <a:pt x="423224" y="117103"/>
                  <a:pt x="424016" y="116311"/>
                  <a:pt x="424696" y="115404"/>
                </a:cubicBezTo>
                <a:cubicBezTo>
                  <a:pt x="425377" y="114499"/>
                  <a:pt x="425942" y="113027"/>
                  <a:pt x="426395" y="111101"/>
                </a:cubicBezTo>
                <a:cubicBezTo>
                  <a:pt x="426734" y="109062"/>
                  <a:pt x="426961" y="106117"/>
                  <a:pt x="426961" y="102155"/>
                </a:cubicBezTo>
                <a:lnTo>
                  <a:pt x="427074" y="78937"/>
                </a:lnTo>
                <a:cubicBezTo>
                  <a:pt x="427074" y="74860"/>
                  <a:pt x="426961" y="71122"/>
                  <a:pt x="426847" y="67726"/>
                </a:cubicBezTo>
                <a:cubicBezTo>
                  <a:pt x="426621" y="64441"/>
                  <a:pt x="426169" y="61610"/>
                  <a:pt x="425602" y="59457"/>
                </a:cubicBezTo>
                <a:cubicBezTo>
                  <a:pt x="425150" y="57306"/>
                  <a:pt x="424470" y="55720"/>
                  <a:pt x="423676" y="54475"/>
                </a:cubicBezTo>
                <a:cubicBezTo>
                  <a:pt x="422884" y="53229"/>
                  <a:pt x="421865" y="52210"/>
                  <a:pt x="420845" y="51417"/>
                </a:cubicBezTo>
                <a:cubicBezTo>
                  <a:pt x="419714" y="50511"/>
                  <a:pt x="418467" y="49831"/>
                  <a:pt x="417108" y="49266"/>
                </a:cubicBezTo>
                <a:cubicBezTo>
                  <a:pt x="415636" y="48812"/>
                  <a:pt x="413824" y="48586"/>
                  <a:pt x="411559" y="48586"/>
                </a:cubicBezTo>
                <a:cubicBezTo>
                  <a:pt x="409293" y="48586"/>
                  <a:pt x="407029" y="48926"/>
                  <a:pt x="404991" y="49831"/>
                </a:cubicBezTo>
                <a:cubicBezTo>
                  <a:pt x="402952" y="50737"/>
                  <a:pt x="400686" y="52322"/>
                  <a:pt x="398195" y="54588"/>
                </a:cubicBezTo>
                <a:cubicBezTo>
                  <a:pt x="395704" y="56739"/>
                  <a:pt x="393892" y="59005"/>
                  <a:pt x="392759" y="61156"/>
                </a:cubicBezTo>
                <a:cubicBezTo>
                  <a:pt x="391627" y="63309"/>
                  <a:pt x="391060" y="65800"/>
                  <a:pt x="391060" y="68631"/>
                </a:cubicBezTo>
                <a:lnTo>
                  <a:pt x="390834" y="101588"/>
                </a:lnTo>
                <a:cubicBezTo>
                  <a:pt x="390834" y="106684"/>
                  <a:pt x="391060" y="110195"/>
                  <a:pt x="391514" y="112120"/>
                </a:cubicBezTo>
                <a:cubicBezTo>
                  <a:pt x="391966" y="114045"/>
                  <a:pt x="392873" y="115631"/>
                  <a:pt x="394232" y="116651"/>
                </a:cubicBezTo>
                <a:cubicBezTo>
                  <a:pt x="395477" y="117670"/>
                  <a:pt x="397628" y="118576"/>
                  <a:pt x="400686" y="119369"/>
                </a:cubicBezTo>
                <a:lnTo>
                  <a:pt x="400686" y="123671"/>
                </a:lnTo>
                <a:lnTo>
                  <a:pt x="366031" y="123558"/>
                </a:lnTo>
                <a:lnTo>
                  <a:pt x="366031" y="119142"/>
                </a:lnTo>
                <a:cubicBezTo>
                  <a:pt x="368409" y="118462"/>
                  <a:pt x="369996" y="117895"/>
                  <a:pt x="371015" y="117330"/>
                </a:cubicBezTo>
                <a:cubicBezTo>
                  <a:pt x="371921" y="116877"/>
                  <a:pt x="372828" y="116084"/>
                  <a:pt x="373506" y="115178"/>
                </a:cubicBezTo>
                <a:cubicBezTo>
                  <a:pt x="374185" y="114272"/>
                  <a:pt x="374638" y="112800"/>
                  <a:pt x="375092" y="110874"/>
                </a:cubicBezTo>
                <a:cubicBezTo>
                  <a:pt x="375432" y="108948"/>
                  <a:pt x="375659" y="105892"/>
                  <a:pt x="375659" y="101815"/>
                </a:cubicBezTo>
                <a:lnTo>
                  <a:pt x="375884" y="63309"/>
                </a:lnTo>
                <a:cubicBezTo>
                  <a:pt x="375884" y="59457"/>
                  <a:pt x="375884" y="56514"/>
                  <a:pt x="375772" y="54135"/>
                </a:cubicBezTo>
                <a:cubicBezTo>
                  <a:pt x="375659" y="51870"/>
                  <a:pt x="375205" y="50058"/>
                  <a:pt x="374525" y="48699"/>
                </a:cubicBezTo>
                <a:cubicBezTo>
                  <a:pt x="373846" y="47227"/>
                  <a:pt x="372828" y="46208"/>
                  <a:pt x="371354" y="45528"/>
                </a:cubicBezTo>
                <a:cubicBezTo>
                  <a:pt x="369883" y="44849"/>
                  <a:pt x="367844" y="44282"/>
                  <a:pt x="365238" y="43829"/>
                </a:cubicBezTo>
                <a:lnTo>
                  <a:pt x="365238" y="39185"/>
                </a:lnTo>
                <a:lnTo>
                  <a:pt x="385850" y="38393"/>
                </a:lnTo>
                <a:lnTo>
                  <a:pt x="391287" y="38506"/>
                </a:lnTo>
                <a:lnTo>
                  <a:pt x="390268" y="52889"/>
                </a:lnTo>
                <a:lnTo>
                  <a:pt x="391514" y="53229"/>
                </a:lnTo>
                <a:cubicBezTo>
                  <a:pt x="395817" y="48812"/>
                  <a:pt x="399327" y="45641"/>
                  <a:pt x="402045" y="43829"/>
                </a:cubicBezTo>
                <a:cubicBezTo>
                  <a:pt x="404765" y="41904"/>
                  <a:pt x="407482" y="40545"/>
                  <a:pt x="410200" y="39525"/>
                </a:cubicBezTo>
                <a:cubicBezTo>
                  <a:pt x="412918" y="38506"/>
                  <a:pt x="415863" y="37940"/>
                  <a:pt x="418921" y="37940"/>
                </a:cubicBezTo>
                <a:cubicBezTo>
                  <a:pt x="422092" y="38053"/>
                  <a:pt x="424923" y="38393"/>
                  <a:pt x="427414" y="39185"/>
                </a:cubicBezTo>
                <a:cubicBezTo>
                  <a:pt x="429905" y="39865"/>
                  <a:pt x="432171" y="40997"/>
                  <a:pt x="433984" y="42583"/>
                </a:cubicBezTo>
                <a:cubicBezTo>
                  <a:pt x="435908" y="44055"/>
                  <a:pt x="437494" y="45981"/>
                  <a:pt x="438739" y="48246"/>
                </a:cubicBezTo>
                <a:cubicBezTo>
                  <a:pt x="439986" y="50511"/>
                  <a:pt x="440892" y="53229"/>
                  <a:pt x="441457" y="56514"/>
                </a:cubicBezTo>
                <a:cubicBezTo>
                  <a:pt x="442024" y="59684"/>
                  <a:pt x="442364" y="63649"/>
                  <a:pt x="442364" y="68518"/>
                </a:cubicBezTo>
                <a:lnTo>
                  <a:pt x="442137" y="101815"/>
                </a:lnTo>
                <a:cubicBezTo>
                  <a:pt x="442137" y="105892"/>
                  <a:pt x="442251" y="108836"/>
                  <a:pt x="442477" y="110649"/>
                </a:cubicBezTo>
                <a:cubicBezTo>
                  <a:pt x="442704" y="112460"/>
                  <a:pt x="443044" y="113932"/>
                  <a:pt x="443723" y="114951"/>
                </a:cubicBezTo>
                <a:cubicBezTo>
                  <a:pt x="444288" y="115858"/>
                  <a:pt x="445082" y="116763"/>
                  <a:pt x="446214" y="117443"/>
                </a:cubicBezTo>
                <a:cubicBezTo>
                  <a:pt x="447346" y="118122"/>
                  <a:pt x="449272" y="118802"/>
                  <a:pt x="451990" y="119594"/>
                </a:cubicBezTo>
                <a:lnTo>
                  <a:pt x="451990" y="123898"/>
                </a:lnTo>
                <a:moveTo>
                  <a:pt x="492422" y="5210"/>
                </a:moveTo>
                <a:lnTo>
                  <a:pt x="492422" y="22311"/>
                </a:lnTo>
                <a:lnTo>
                  <a:pt x="476112" y="22198"/>
                </a:lnTo>
                <a:lnTo>
                  <a:pt x="476225" y="5097"/>
                </a:lnTo>
                <a:lnTo>
                  <a:pt x="492422" y="5210"/>
                </a:lnTo>
                <a:moveTo>
                  <a:pt x="466599" y="119708"/>
                </a:moveTo>
                <a:cubicBezTo>
                  <a:pt x="468979" y="119029"/>
                  <a:pt x="470563" y="118349"/>
                  <a:pt x="471583" y="117895"/>
                </a:cubicBezTo>
                <a:cubicBezTo>
                  <a:pt x="472489" y="117330"/>
                  <a:pt x="473394" y="116651"/>
                  <a:pt x="474074" y="115631"/>
                </a:cubicBezTo>
                <a:cubicBezTo>
                  <a:pt x="474754" y="114726"/>
                  <a:pt x="475206" y="113253"/>
                  <a:pt x="475660" y="111328"/>
                </a:cubicBezTo>
                <a:cubicBezTo>
                  <a:pt x="475999" y="109402"/>
                  <a:pt x="476225" y="106344"/>
                  <a:pt x="476225" y="102267"/>
                </a:cubicBezTo>
                <a:lnTo>
                  <a:pt x="476452" y="63762"/>
                </a:lnTo>
                <a:cubicBezTo>
                  <a:pt x="476452" y="60024"/>
                  <a:pt x="476452" y="56966"/>
                  <a:pt x="476339" y="54702"/>
                </a:cubicBezTo>
                <a:cubicBezTo>
                  <a:pt x="476225" y="52436"/>
                  <a:pt x="475773" y="50511"/>
                  <a:pt x="475093" y="49153"/>
                </a:cubicBezTo>
                <a:cubicBezTo>
                  <a:pt x="474414" y="47792"/>
                  <a:pt x="473394" y="46773"/>
                  <a:pt x="471923" y="46095"/>
                </a:cubicBezTo>
                <a:cubicBezTo>
                  <a:pt x="470449" y="45414"/>
                  <a:pt x="468412" y="44849"/>
                  <a:pt x="465807" y="44282"/>
                </a:cubicBezTo>
                <a:lnTo>
                  <a:pt x="465807" y="39639"/>
                </a:lnTo>
                <a:lnTo>
                  <a:pt x="486419" y="38958"/>
                </a:lnTo>
                <a:lnTo>
                  <a:pt x="491742" y="38958"/>
                </a:lnTo>
                <a:lnTo>
                  <a:pt x="491402" y="102042"/>
                </a:lnTo>
                <a:cubicBezTo>
                  <a:pt x="491402" y="107137"/>
                  <a:pt x="491628" y="110649"/>
                  <a:pt x="492082" y="112573"/>
                </a:cubicBezTo>
                <a:cubicBezTo>
                  <a:pt x="492535" y="114612"/>
                  <a:pt x="493441" y="116084"/>
                  <a:pt x="494800" y="117103"/>
                </a:cubicBezTo>
                <a:cubicBezTo>
                  <a:pt x="496045" y="118122"/>
                  <a:pt x="498198" y="119142"/>
                  <a:pt x="501256" y="119821"/>
                </a:cubicBezTo>
                <a:lnTo>
                  <a:pt x="501256" y="124238"/>
                </a:lnTo>
                <a:lnTo>
                  <a:pt x="466599" y="124011"/>
                </a:lnTo>
                <a:lnTo>
                  <a:pt x="466599" y="119708"/>
                </a:lnTo>
                <a:moveTo>
                  <a:pt x="576341" y="59570"/>
                </a:moveTo>
                <a:lnTo>
                  <a:pt x="567848" y="59457"/>
                </a:lnTo>
                <a:cubicBezTo>
                  <a:pt x="566601" y="55947"/>
                  <a:pt x="565130" y="53116"/>
                  <a:pt x="563317" y="51077"/>
                </a:cubicBezTo>
                <a:cubicBezTo>
                  <a:pt x="561618" y="49039"/>
                  <a:pt x="559579" y="47680"/>
                  <a:pt x="557315" y="46773"/>
                </a:cubicBezTo>
                <a:cubicBezTo>
                  <a:pt x="555162" y="45981"/>
                  <a:pt x="552444" y="45528"/>
                  <a:pt x="549160" y="45528"/>
                </a:cubicBezTo>
                <a:cubicBezTo>
                  <a:pt x="544404" y="45528"/>
                  <a:pt x="540666" y="46548"/>
                  <a:pt x="537948" y="48812"/>
                </a:cubicBezTo>
                <a:cubicBezTo>
                  <a:pt x="535117" y="50963"/>
                  <a:pt x="533645" y="54021"/>
                  <a:pt x="533645" y="57760"/>
                </a:cubicBezTo>
                <a:cubicBezTo>
                  <a:pt x="533645" y="60477"/>
                  <a:pt x="534212" y="62742"/>
                  <a:pt x="535344" y="64554"/>
                </a:cubicBezTo>
                <a:cubicBezTo>
                  <a:pt x="536363" y="66253"/>
                  <a:pt x="538175" y="67952"/>
                  <a:pt x="540439" y="69538"/>
                </a:cubicBezTo>
                <a:cubicBezTo>
                  <a:pt x="542819" y="71010"/>
                  <a:pt x="547009" y="73048"/>
                  <a:pt x="552898" y="75654"/>
                </a:cubicBezTo>
                <a:cubicBezTo>
                  <a:pt x="558900" y="78258"/>
                  <a:pt x="563544" y="80636"/>
                  <a:pt x="566714" y="82900"/>
                </a:cubicBezTo>
                <a:cubicBezTo>
                  <a:pt x="569999" y="85053"/>
                  <a:pt x="572603" y="87544"/>
                  <a:pt x="574416" y="90490"/>
                </a:cubicBezTo>
                <a:cubicBezTo>
                  <a:pt x="576228" y="93433"/>
                  <a:pt x="577135" y="96831"/>
                  <a:pt x="577135" y="100795"/>
                </a:cubicBezTo>
                <a:cubicBezTo>
                  <a:pt x="577135" y="105438"/>
                  <a:pt x="576341" y="109402"/>
                  <a:pt x="574642" y="112573"/>
                </a:cubicBezTo>
                <a:cubicBezTo>
                  <a:pt x="573057" y="115744"/>
                  <a:pt x="570792" y="118349"/>
                  <a:pt x="567961" y="120275"/>
                </a:cubicBezTo>
                <a:cubicBezTo>
                  <a:pt x="565016" y="122314"/>
                  <a:pt x="561618" y="123671"/>
                  <a:pt x="557655" y="124578"/>
                </a:cubicBezTo>
                <a:cubicBezTo>
                  <a:pt x="553691" y="125370"/>
                  <a:pt x="549273" y="125824"/>
                  <a:pt x="544631" y="125824"/>
                </a:cubicBezTo>
                <a:cubicBezTo>
                  <a:pt x="539647" y="125824"/>
                  <a:pt x="534890" y="125370"/>
                  <a:pt x="530248" y="124692"/>
                </a:cubicBezTo>
                <a:cubicBezTo>
                  <a:pt x="525605" y="123898"/>
                  <a:pt x="521074" y="122879"/>
                  <a:pt x="516657" y="121747"/>
                </a:cubicBezTo>
                <a:lnTo>
                  <a:pt x="516771" y="103286"/>
                </a:lnTo>
                <a:lnTo>
                  <a:pt x="525378" y="103286"/>
                </a:lnTo>
                <a:cubicBezTo>
                  <a:pt x="526963" y="108723"/>
                  <a:pt x="529341" y="112686"/>
                  <a:pt x="532399" y="115178"/>
                </a:cubicBezTo>
                <a:cubicBezTo>
                  <a:pt x="535457" y="117557"/>
                  <a:pt x="539761" y="118802"/>
                  <a:pt x="545310" y="118802"/>
                </a:cubicBezTo>
                <a:cubicBezTo>
                  <a:pt x="547349" y="118916"/>
                  <a:pt x="549500" y="118689"/>
                  <a:pt x="551539" y="118236"/>
                </a:cubicBezTo>
                <a:cubicBezTo>
                  <a:pt x="553578" y="117782"/>
                  <a:pt x="555389" y="117103"/>
                  <a:pt x="556975" y="116084"/>
                </a:cubicBezTo>
                <a:cubicBezTo>
                  <a:pt x="558560" y="115064"/>
                  <a:pt x="559806" y="113592"/>
                  <a:pt x="560711" y="111893"/>
                </a:cubicBezTo>
                <a:cubicBezTo>
                  <a:pt x="561732" y="110082"/>
                  <a:pt x="562185" y="107929"/>
                  <a:pt x="562185" y="105212"/>
                </a:cubicBezTo>
                <a:cubicBezTo>
                  <a:pt x="562185" y="102267"/>
                  <a:pt x="561618" y="99776"/>
                  <a:pt x="560486" y="97963"/>
                </a:cubicBezTo>
                <a:cubicBezTo>
                  <a:pt x="559241" y="96039"/>
                  <a:pt x="557428" y="94340"/>
                  <a:pt x="555049" y="92755"/>
                </a:cubicBezTo>
                <a:cubicBezTo>
                  <a:pt x="552558" y="91169"/>
                  <a:pt x="548254" y="89016"/>
                  <a:pt x="542027" y="86412"/>
                </a:cubicBezTo>
                <a:cubicBezTo>
                  <a:pt x="536589" y="84147"/>
                  <a:pt x="532399" y="81882"/>
                  <a:pt x="529115" y="79731"/>
                </a:cubicBezTo>
                <a:cubicBezTo>
                  <a:pt x="525943" y="77578"/>
                  <a:pt x="523339" y="75087"/>
                  <a:pt x="521528" y="72256"/>
                </a:cubicBezTo>
                <a:cubicBezTo>
                  <a:pt x="519715" y="69311"/>
                  <a:pt x="518810" y="65913"/>
                  <a:pt x="518810" y="61950"/>
                </a:cubicBezTo>
                <a:cubicBezTo>
                  <a:pt x="518810" y="57193"/>
                  <a:pt x="520167" y="53003"/>
                  <a:pt x="522772" y="49379"/>
                </a:cubicBezTo>
                <a:cubicBezTo>
                  <a:pt x="525491" y="45868"/>
                  <a:pt x="529228" y="43150"/>
                  <a:pt x="534212" y="41338"/>
                </a:cubicBezTo>
                <a:cubicBezTo>
                  <a:pt x="539082" y="39412"/>
                  <a:pt x="544971" y="38506"/>
                  <a:pt x="551539" y="38620"/>
                </a:cubicBezTo>
                <a:cubicBezTo>
                  <a:pt x="555502" y="38620"/>
                  <a:pt x="559241" y="38846"/>
                  <a:pt x="562864" y="39185"/>
                </a:cubicBezTo>
                <a:cubicBezTo>
                  <a:pt x="566489" y="39639"/>
                  <a:pt x="571019" y="40319"/>
                  <a:pt x="576455" y="41564"/>
                </a:cubicBezTo>
                <a:lnTo>
                  <a:pt x="576341" y="59570"/>
                </a:lnTo>
                <a:moveTo>
                  <a:pt x="618584" y="54021"/>
                </a:moveTo>
                <a:lnTo>
                  <a:pt x="619830" y="54362"/>
                </a:lnTo>
                <a:cubicBezTo>
                  <a:pt x="623341" y="50850"/>
                  <a:pt x="626286" y="48246"/>
                  <a:pt x="628550" y="46435"/>
                </a:cubicBezTo>
                <a:cubicBezTo>
                  <a:pt x="630815" y="44622"/>
                  <a:pt x="632967" y="43150"/>
                  <a:pt x="635120" y="42130"/>
                </a:cubicBezTo>
                <a:cubicBezTo>
                  <a:pt x="637271" y="40997"/>
                  <a:pt x="639196" y="40319"/>
                  <a:pt x="641122" y="39865"/>
                </a:cubicBezTo>
                <a:cubicBezTo>
                  <a:pt x="642933" y="39298"/>
                  <a:pt x="644859" y="39072"/>
                  <a:pt x="646785" y="39185"/>
                </a:cubicBezTo>
                <a:cubicBezTo>
                  <a:pt x="652674" y="39185"/>
                  <a:pt x="657429" y="40545"/>
                  <a:pt x="661167" y="43263"/>
                </a:cubicBezTo>
                <a:cubicBezTo>
                  <a:pt x="664791" y="45981"/>
                  <a:pt x="667397" y="50171"/>
                  <a:pt x="668754" y="55720"/>
                </a:cubicBezTo>
                <a:cubicBezTo>
                  <a:pt x="673173" y="51304"/>
                  <a:pt x="676796" y="48019"/>
                  <a:pt x="679514" y="45868"/>
                </a:cubicBezTo>
                <a:cubicBezTo>
                  <a:pt x="682232" y="43829"/>
                  <a:pt x="685063" y="42243"/>
                  <a:pt x="687896" y="41111"/>
                </a:cubicBezTo>
                <a:cubicBezTo>
                  <a:pt x="690839" y="39979"/>
                  <a:pt x="693897" y="39412"/>
                  <a:pt x="697181" y="39412"/>
                </a:cubicBezTo>
                <a:cubicBezTo>
                  <a:pt x="701145" y="39412"/>
                  <a:pt x="704543" y="39979"/>
                  <a:pt x="707374" y="41111"/>
                </a:cubicBezTo>
                <a:cubicBezTo>
                  <a:pt x="710205" y="42356"/>
                  <a:pt x="712583" y="44055"/>
                  <a:pt x="714622" y="46548"/>
                </a:cubicBezTo>
                <a:cubicBezTo>
                  <a:pt x="716548" y="48926"/>
                  <a:pt x="717907" y="51870"/>
                  <a:pt x="718812" y="55494"/>
                </a:cubicBezTo>
                <a:cubicBezTo>
                  <a:pt x="719719" y="59118"/>
                  <a:pt x="720171" y="63875"/>
                  <a:pt x="720171" y="69991"/>
                </a:cubicBezTo>
                <a:lnTo>
                  <a:pt x="719944" y="103174"/>
                </a:lnTo>
                <a:cubicBezTo>
                  <a:pt x="719944" y="107704"/>
                  <a:pt x="720058" y="110761"/>
                  <a:pt x="720398" y="112460"/>
                </a:cubicBezTo>
                <a:cubicBezTo>
                  <a:pt x="720625" y="114159"/>
                  <a:pt x="721077" y="115518"/>
                  <a:pt x="721643" y="116425"/>
                </a:cubicBezTo>
                <a:cubicBezTo>
                  <a:pt x="722210" y="117443"/>
                  <a:pt x="723004" y="118236"/>
                  <a:pt x="724135" y="118916"/>
                </a:cubicBezTo>
                <a:cubicBezTo>
                  <a:pt x="725268" y="119594"/>
                  <a:pt x="727079" y="120275"/>
                  <a:pt x="729797" y="121067"/>
                </a:cubicBezTo>
                <a:lnTo>
                  <a:pt x="729797" y="125370"/>
                </a:lnTo>
                <a:lnTo>
                  <a:pt x="695029" y="125145"/>
                </a:lnTo>
                <a:lnTo>
                  <a:pt x="695142" y="120840"/>
                </a:lnTo>
                <a:cubicBezTo>
                  <a:pt x="697408" y="120161"/>
                  <a:pt x="698994" y="119594"/>
                  <a:pt x="700013" y="119029"/>
                </a:cubicBezTo>
                <a:cubicBezTo>
                  <a:pt x="701031" y="118462"/>
                  <a:pt x="701938" y="117782"/>
                  <a:pt x="702617" y="116877"/>
                </a:cubicBezTo>
                <a:cubicBezTo>
                  <a:pt x="703297" y="115858"/>
                  <a:pt x="703749" y="114385"/>
                  <a:pt x="704203" y="112460"/>
                </a:cubicBezTo>
                <a:cubicBezTo>
                  <a:pt x="704543" y="110535"/>
                  <a:pt x="704769" y="107477"/>
                  <a:pt x="704769" y="103513"/>
                </a:cubicBezTo>
                <a:lnTo>
                  <a:pt x="704883" y="80409"/>
                </a:lnTo>
                <a:cubicBezTo>
                  <a:pt x="704996" y="75427"/>
                  <a:pt x="704883" y="71235"/>
                  <a:pt x="704543" y="67952"/>
                </a:cubicBezTo>
                <a:cubicBezTo>
                  <a:pt x="704316" y="64668"/>
                  <a:pt x="703976" y="62063"/>
                  <a:pt x="703411" y="60137"/>
                </a:cubicBezTo>
                <a:cubicBezTo>
                  <a:pt x="702844" y="58213"/>
                  <a:pt x="702165" y="56739"/>
                  <a:pt x="701371" y="55607"/>
                </a:cubicBezTo>
                <a:cubicBezTo>
                  <a:pt x="700579" y="54475"/>
                  <a:pt x="699672" y="53456"/>
                  <a:pt x="698654" y="52662"/>
                </a:cubicBezTo>
                <a:cubicBezTo>
                  <a:pt x="697747" y="51757"/>
                  <a:pt x="696501" y="51190"/>
                  <a:pt x="695142" y="50623"/>
                </a:cubicBezTo>
                <a:cubicBezTo>
                  <a:pt x="693783" y="50171"/>
                  <a:pt x="692084" y="49945"/>
                  <a:pt x="689820" y="49945"/>
                </a:cubicBezTo>
                <a:cubicBezTo>
                  <a:pt x="687442" y="49945"/>
                  <a:pt x="685290" y="50398"/>
                  <a:pt x="683250" y="51304"/>
                </a:cubicBezTo>
                <a:cubicBezTo>
                  <a:pt x="681213" y="52210"/>
                  <a:pt x="678948" y="53795"/>
                  <a:pt x="676569" y="56061"/>
                </a:cubicBezTo>
                <a:cubicBezTo>
                  <a:pt x="674191" y="58325"/>
                  <a:pt x="672492" y="60477"/>
                  <a:pt x="671359" y="62742"/>
                </a:cubicBezTo>
                <a:cubicBezTo>
                  <a:pt x="670340" y="65008"/>
                  <a:pt x="669775" y="67726"/>
                  <a:pt x="669775" y="70783"/>
                </a:cubicBezTo>
                <a:lnTo>
                  <a:pt x="669548" y="102947"/>
                </a:lnTo>
                <a:cubicBezTo>
                  <a:pt x="669548" y="107477"/>
                  <a:pt x="669661" y="110535"/>
                  <a:pt x="670001" y="112233"/>
                </a:cubicBezTo>
                <a:cubicBezTo>
                  <a:pt x="670228" y="113932"/>
                  <a:pt x="670680" y="115291"/>
                  <a:pt x="671247" y="116198"/>
                </a:cubicBezTo>
                <a:cubicBezTo>
                  <a:pt x="671812" y="117217"/>
                  <a:pt x="672606" y="118009"/>
                  <a:pt x="673738" y="118689"/>
                </a:cubicBezTo>
                <a:cubicBezTo>
                  <a:pt x="674870" y="119369"/>
                  <a:pt x="676683" y="120048"/>
                  <a:pt x="679400" y="120727"/>
                </a:cubicBezTo>
                <a:lnTo>
                  <a:pt x="679400" y="125145"/>
                </a:lnTo>
                <a:lnTo>
                  <a:pt x="644632" y="124918"/>
                </a:lnTo>
                <a:lnTo>
                  <a:pt x="644746" y="120613"/>
                </a:lnTo>
                <a:cubicBezTo>
                  <a:pt x="647010" y="119935"/>
                  <a:pt x="648596" y="119256"/>
                  <a:pt x="649616" y="118802"/>
                </a:cubicBezTo>
                <a:cubicBezTo>
                  <a:pt x="650635" y="118236"/>
                  <a:pt x="651540" y="117557"/>
                  <a:pt x="652220" y="116538"/>
                </a:cubicBezTo>
                <a:cubicBezTo>
                  <a:pt x="652901" y="115631"/>
                  <a:pt x="653353" y="114159"/>
                  <a:pt x="653806" y="112233"/>
                </a:cubicBezTo>
                <a:cubicBezTo>
                  <a:pt x="654145" y="110195"/>
                  <a:pt x="654371" y="107251"/>
                  <a:pt x="654371" y="103286"/>
                </a:cubicBezTo>
                <a:lnTo>
                  <a:pt x="654485" y="80183"/>
                </a:lnTo>
                <a:cubicBezTo>
                  <a:pt x="654598" y="74860"/>
                  <a:pt x="654371" y="70670"/>
                  <a:pt x="654145" y="67272"/>
                </a:cubicBezTo>
                <a:cubicBezTo>
                  <a:pt x="653919" y="63987"/>
                  <a:pt x="653466" y="61383"/>
                  <a:pt x="652787" y="59345"/>
                </a:cubicBezTo>
                <a:cubicBezTo>
                  <a:pt x="652220" y="57419"/>
                  <a:pt x="651427" y="55720"/>
                  <a:pt x="650408" y="54475"/>
                </a:cubicBezTo>
                <a:cubicBezTo>
                  <a:pt x="649503" y="53229"/>
                  <a:pt x="648482" y="52322"/>
                  <a:pt x="647463" y="51644"/>
                </a:cubicBezTo>
                <a:cubicBezTo>
                  <a:pt x="646558" y="51077"/>
                  <a:pt x="645311" y="50511"/>
                  <a:pt x="643953" y="50171"/>
                </a:cubicBezTo>
                <a:cubicBezTo>
                  <a:pt x="642593" y="49831"/>
                  <a:pt x="641122" y="49718"/>
                  <a:pt x="639423" y="49718"/>
                </a:cubicBezTo>
                <a:cubicBezTo>
                  <a:pt x="637044" y="49718"/>
                  <a:pt x="634780" y="50171"/>
                  <a:pt x="632627" y="51304"/>
                </a:cubicBezTo>
                <a:cubicBezTo>
                  <a:pt x="630476" y="52322"/>
                  <a:pt x="628324" y="53908"/>
                  <a:pt x="626059" y="55947"/>
                </a:cubicBezTo>
                <a:cubicBezTo>
                  <a:pt x="623907" y="57986"/>
                  <a:pt x="622208" y="60137"/>
                  <a:pt x="621075" y="62402"/>
                </a:cubicBezTo>
                <a:cubicBezTo>
                  <a:pt x="619943" y="64668"/>
                  <a:pt x="619376" y="67047"/>
                  <a:pt x="619376" y="69651"/>
                </a:cubicBezTo>
                <a:lnTo>
                  <a:pt x="619150" y="102720"/>
                </a:lnTo>
                <a:cubicBezTo>
                  <a:pt x="619150" y="106117"/>
                  <a:pt x="619263" y="108610"/>
                  <a:pt x="619376" y="110422"/>
                </a:cubicBezTo>
                <a:cubicBezTo>
                  <a:pt x="619603" y="112120"/>
                  <a:pt x="619830" y="113592"/>
                  <a:pt x="620283" y="114499"/>
                </a:cubicBezTo>
                <a:cubicBezTo>
                  <a:pt x="620623" y="115518"/>
                  <a:pt x="621075" y="116311"/>
                  <a:pt x="621642" y="116990"/>
                </a:cubicBezTo>
                <a:cubicBezTo>
                  <a:pt x="622321" y="117557"/>
                  <a:pt x="623115" y="118236"/>
                  <a:pt x="624133" y="118802"/>
                </a:cubicBezTo>
                <a:cubicBezTo>
                  <a:pt x="625266" y="119369"/>
                  <a:pt x="626851" y="119935"/>
                  <a:pt x="629117" y="120501"/>
                </a:cubicBezTo>
                <a:lnTo>
                  <a:pt x="629004" y="124805"/>
                </a:lnTo>
                <a:lnTo>
                  <a:pt x="594462" y="124692"/>
                </a:lnTo>
                <a:lnTo>
                  <a:pt x="594462" y="120388"/>
                </a:lnTo>
                <a:cubicBezTo>
                  <a:pt x="596727" y="119594"/>
                  <a:pt x="598312" y="119029"/>
                  <a:pt x="599331" y="118462"/>
                </a:cubicBezTo>
                <a:cubicBezTo>
                  <a:pt x="600238" y="118009"/>
                  <a:pt x="601144" y="117217"/>
                  <a:pt x="601822" y="116311"/>
                </a:cubicBezTo>
                <a:cubicBezTo>
                  <a:pt x="602502" y="115404"/>
                  <a:pt x="603069" y="113932"/>
                  <a:pt x="603408" y="112006"/>
                </a:cubicBezTo>
                <a:cubicBezTo>
                  <a:pt x="603748" y="110082"/>
                  <a:pt x="603975" y="107024"/>
                  <a:pt x="603975" y="102947"/>
                </a:cubicBezTo>
                <a:lnTo>
                  <a:pt x="604201" y="64441"/>
                </a:lnTo>
                <a:cubicBezTo>
                  <a:pt x="604201" y="60704"/>
                  <a:pt x="604201" y="57646"/>
                  <a:pt x="604088" y="55382"/>
                </a:cubicBezTo>
                <a:cubicBezTo>
                  <a:pt x="603975" y="53003"/>
                  <a:pt x="603521" y="51190"/>
                  <a:pt x="602843" y="49831"/>
                </a:cubicBezTo>
                <a:cubicBezTo>
                  <a:pt x="602162" y="48472"/>
                  <a:pt x="601144" y="47340"/>
                  <a:pt x="599671" y="46660"/>
                </a:cubicBezTo>
                <a:cubicBezTo>
                  <a:pt x="598199" y="45981"/>
                  <a:pt x="596160" y="45414"/>
                  <a:pt x="593555" y="44961"/>
                </a:cubicBezTo>
                <a:lnTo>
                  <a:pt x="593555" y="40319"/>
                </a:lnTo>
                <a:lnTo>
                  <a:pt x="614167" y="39639"/>
                </a:lnTo>
                <a:lnTo>
                  <a:pt x="619603" y="39639"/>
                </a:lnTo>
                <a:lnTo>
                  <a:pt x="618584" y="54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13">
            <a:extLst xmlns:a="http://schemas.openxmlformats.org/drawingml/2006/main">
              <a:ext uri="{FF2B5EF4-FFF2-40B4-BE49-F238E27FC236}">
                <a16:creationId xmlns:a16="http://schemas.microsoft.com/office/drawing/2014/main" id="{A1BD043B-E5E4-4B86-95A7-D5A40322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467" y="7922526"/>
            <a:ext cx="184487" cy="193611"/>
          </a:xfrm>
          <a:custGeom xmlns:a="http://schemas.openxmlformats.org/drawingml/2006/main">
            <a:pathLst>
              <a:path w="184487" h="193611">
                <a:moveTo>
                  <a:pt x="1058" y="23225"/>
                </a:moveTo>
                <a:lnTo>
                  <a:pt x="0" y="38880"/>
                </a:lnTo>
                <a:lnTo>
                  <a:pt x="2505" y="52259"/>
                </a:lnTo>
                <a:lnTo>
                  <a:pt x="8643" y="63254"/>
                </a:lnTo>
                <a:lnTo>
                  <a:pt x="18482" y="71755"/>
                </a:lnTo>
                <a:lnTo>
                  <a:pt x="28796" y="76470"/>
                </a:lnTo>
                <a:lnTo>
                  <a:pt x="40330" y="78344"/>
                </a:lnTo>
                <a:lnTo>
                  <a:pt x="54065" y="77515"/>
                </a:lnTo>
                <a:lnTo>
                  <a:pt x="70981" y="74117"/>
                </a:lnTo>
                <a:lnTo>
                  <a:pt x="92056" y="68290"/>
                </a:lnTo>
                <a:lnTo>
                  <a:pt x="101202" y="65560"/>
                </a:lnTo>
                <a:lnTo>
                  <a:pt x="106550" y="64017"/>
                </a:lnTo>
                <a:lnTo>
                  <a:pt x="127431" y="58782"/>
                </a:lnTo>
                <a:lnTo>
                  <a:pt x="142654" y="56824"/>
                </a:lnTo>
                <a:lnTo>
                  <a:pt x="153572" y="58198"/>
                </a:lnTo>
                <a:lnTo>
                  <a:pt x="161537" y="62957"/>
                </a:lnTo>
                <a:lnTo>
                  <a:pt x="167135" y="72009"/>
                </a:lnTo>
                <a:lnTo>
                  <a:pt x="168756" y="84783"/>
                </a:lnTo>
                <a:lnTo>
                  <a:pt x="166493" y="101046"/>
                </a:lnTo>
                <a:lnTo>
                  <a:pt x="160442" y="120563"/>
                </a:lnTo>
                <a:lnTo>
                  <a:pt x="156770" y="129750"/>
                </a:lnTo>
                <a:lnTo>
                  <a:pt x="152526" y="139282"/>
                </a:lnTo>
                <a:lnTo>
                  <a:pt x="147728" y="149171"/>
                </a:lnTo>
                <a:lnTo>
                  <a:pt x="145038" y="154421"/>
                </a:lnTo>
                <a:lnTo>
                  <a:pt x="142931" y="158441"/>
                </a:lnTo>
                <a:lnTo>
                  <a:pt x="139357" y="165037"/>
                </a:lnTo>
                <a:lnTo>
                  <a:pt x="135209" y="172430"/>
                </a:lnTo>
                <a:lnTo>
                  <a:pt x="129908" y="181695"/>
                </a:lnTo>
                <a:lnTo>
                  <a:pt x="128847" y="185715"/>
                </a:lnTo>
                <a:lnTo>
                  <a:pt x="129897" y="189610"/>
                </a:lnTo>
                <a:lnTo>
                  <a:pt x="132836" y="192552"/>
                </a:lnTo>
                <a:lnTo>
                  <a:pt x="136857" y="193611"/>
                </a:lnTo>
                <a:lnTo>
                  <a:pt x="140754" y="192561"/>
                </a:lnTo>
                <a:lnTo>
                  <a:pt x="143697" y="189624"/>
                </a:lnTo>
                <a:lnTo>
                  <a:pt x="150237" y="178165"/>
                </a:lnTo>
                <a:lnTo>
                  <a:pt x="152713" y="173758"/>
                </a:lnTo>
                <a:lnTo>
                  <a:pt x="155306" y="169020"/>
                </a:lnTo>
                <a:lnTo>
                  <a:pt x="157781" y="164378"/>
                </a:lnTo>
                <a:lnTo>
                  <a:pt x="160333" y="159469"/>
                </a:lnTo>
                <a:lnTo>
                  <a:pt x="166011" y="147974"/>
                </a:lnTo>
                <a:lnTo>
                  <a:pt x="171020" y="136877"/>
                </a:lnTo>
                <a:lnTo>
                  <a:pt x="175333" y="126149"/>
                </a:lnTo>
                <a:lnTo>
                  <a:pt x="181451" y="106939"/>
                </a:lnTo>
                <a:lnTo>
                  <a:pt x="184487" y="89723"/>
                </a:lnTo>
                <a:lnTo>
                  <a:pt x="184169" y="74630"/>
                </a:lnTo>
                <a:lnTo>
                  <a:pt x="180225" y="61791"/>
                </a:lnTo>
                <a:lnTo>
                  <a:pt x="172381" y="51334"/>
                </a:lnTo>
                <a:lnTo>
                  <a:pt x="161871" y="44513"/>
                </a:lnTo>
                <a:lnTo>
                  <a:pt x="149136" y="41382"/>
                </a:lnTo>
                <a:lnTo>
                  <a:pt x="134142" y="41585"/>
                </a:lnTo>
                <a:lnTo>
                  <a:pt x="132273" y="41806"/>
                </a:lnTo>
                <a:lnTo>
                  <a:pt x="130311" y="42064"/>
                </a:lnTo>
                <a:lnTo>
                  <a:pt x="121584" y="43612"/>
                </a:lnTo>
                <a:lnTo>
                  <a:pt x="111433" y="46092"/>
                </a:lnTo>
                <a:lnTo>
                  <a:pt x="98342" y="49817"/>
                </a:lnTo>
                <a:lnTo>
                  <a:pt x="85806" y="53559"/>
                </a:lnTo>
                <a:lnTo>
                  <a:pt x="82209" y="54603"/>
                </a:lnTo>
                <a:lnTo>
                  <a:pt x="62161" y="59798"/>
                </a:lnTo>
                <a:lnTo>
                  <a:pt x="47025" y="62148"/>
                </a:lnTo>
                <a:lnTo>
                  <a:pt x="35635" y="61629"/>
                </a:lnTo>
                <a:lnTo>
                  <a:pt x="26823" y="58215"/>
                </a:lnTo>
                <a:lnTo>
                  <a:pt x="18039" y="48153"/>
                </a:lnTo>
                <a:lnTo>
                  <a:pt x="15889" y="32392"/>
                </a:lnTo>
                <a:lnTo>
                  <a:pt x="20697" y="10425"/>
                </a:lnTo>
                <a:lnTo>
                  <a:pt x="20995" y="6276"/>
                </a:lnTo>
                <a:lnTo>
                  <a:pt x="19243" y="2642"/>
                </a:lnTo>
                <a:lnTo>
                  <a:pt x="15812" y="297"/>
                </a:lnTo>
                <a:lnTo>
                  <a:pt x="11666" y="0"/>
                </a:lnTo>
                <a:lnTo>
                  <a:pt x="8033" y="1752"/>
                </a:lnTo>
                <a:lnTo>
                  <a:pt x="5685" y="5184"/>
                </a:lnTo>
                <a:lnTo>
                  <a:pt x="5660" y="5257"/>
                </a:lnTo>
                <a:lnTo>
                  <a:pt x="5635" y="5332"/>
                </a:lnTo>
                <a:lnTo>
                  <a:pt x="5611" y="5404"/>
                </a:lnTo>
                <a:lnTo>
                  <a:pt x="1058" y="23225"/>
                </a:lnTo>
                <a:close/>
              </a:path>
            </a:pathLst>
          </a:custGeom>
          <a:solidFill xmlns:a="http://schemas.openxmlformats.org/drawingml/2006/main">
            <a:srgbClr val="2F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14">
            <a:extLst xmlns:a="http://schemas.openxmlformats.org/drawingml/2006/main">
              <a:ext uri="{FF2B5EF4-FFF2-40B4-BE49-F238E27FC236}">
                <a16:creationId xmlns:a16="http://schemas.microsoft.com/office/drawing/2014/main" id="{C71C685E-DC67-4DB5-8E96-ED2DECBE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765" y="7882305"/>
            <a:ext cx="185348" cy="196514"/>
          </a:xfrm>
          <a:custGeom xmlns:a="http://schemas.openxmlformats.org/drawingml/2006/main">
            <a:pathLst>
              <a:path w="185348" h="196514">
                <a:moveTo>
                  <a:pt x="6686" y="7998"/>
                </a:moveTo>
                <a:cubicBezTo>
                  <a:pt x="38849" y="0"/>
                  <a:pt x="61367" y="5562"/>
                  <a:pt x="71853" y="25956"/>
                </a:cubicBezTo>
                <a:cubicBezTo>
                  <a:pt x="80674" y="43122"/>
                  <a:pt x="77481" y="60331"/>
                  <a:pt x="63450" y="97118"/>
                </a:cubicBezTo>
                <a:lnTo>
                  <a:pt x="59954" y="106204"/>
                </a:lnTo>
                <a:cubicBezTo>
                  <a:pt x="46014" y="142653"/>
                  <a:pt x="43585" y="157313"/>
                  <a:pt x="52038" y="167900"/>
                </a:cubicBezTo>
                <a:cubicBezTo>
                  <a:pt x="60698" y="178762"/>
                  <a:pt x="80737" y="179604"/>
                  <a:pt x="109554" y="171261"/>
                </a:cubicBezTo>
                <a:cubicBezTo>
                  <a:pt x="118808" y="168584"/>
                  <a:pt x="128631" y="165066"/>
                  <a:pt x="139060" y="160787"/>
                </a:cubicBezTo>
                <a:lnTo>
                  <a:pt x="142204" y="159483"/>
                </a:lnTo>
                <a:cubicBezTo>
                  <a:pt x="152020" y="155367"/>
                  <a:pt x="158516" y="152373"/>
                  <a:pt x="172866" y="145536"/>
                </a:cubicBezTo>
                <a:cubicBezTo>
                  <a:pt x="176821" y="143647"/>
                  <a:pt x="181570" y="145328"/>
                  <a:pt x="183459" y="149293"/>
                </a:cubicBezTo>
                <a:cubicBezTo>
                  <a:pt x="185348" y="153257"/>
                  <a:pt x="183668" y="158002"/>
                  <a:pt x="179702" y="159890"/>
                </a:cubicBezTo>
                <a:lnTo>
                  <a:pt x="170421" y="164289"/>
                </a:lnTo>
                <a:lnTo>
                  <a:pt x="164820" y="166898"/>
                </a:lnTo>
                <a:cubicBezTo>
                  <a:pt x="159383" y="169418"/>
                  <a:pt x="153891" y="171837"/>
                  <a:pt x="148351" y="174149"/>
                </a:cubicBezTo>
                <a:cubicBezTo>
                  <a:pt x="136223" y="179235"/>
                  <a:pt x="124798" y="183403"/>
                  <a:pt x="113979" y="186537"/>
                </a:cubicBezTo>
                <a:cubicBezTo>
                  <a:pt x="79497" y="196514"/>
                  <a:pt x="53653" y="195427"/>
                  <a:pt x="39607" y="177819"/>
                </a:cubicBezTo>
                <a:cubicBezTo>
                  <a:pt x="31843" y="168090"/>
                  <a:pt x="29968" y="155740"/>
                  <a:pt x="32562" y="140526"/>
                </a:cubicBezTo>
                <a:lnTo>
                  <a:pt x="32846" y="138945"/>
                </a:lnTo>
                <a:lnTo>
                  <a:pt x="33228" y="136983"/>
                </a:lnTo>
                <a:cubicBezTo>
                  <a:pt x="35207" y="127260"/>
                  <a:pt x="38198" y="118438"/>
                  <a:pt x="45149" y="100375"/>
                </a:cubicBezTo>
                <a:lnTo>
                  <a:pt x="48510" y="91667"/>
                </a:lnTo>
                <a:lnTo>
                  <a:pt x="50461" y="86474"/>
                </a:lnTo>
                <a:cubicBezTo>
                  <a:pt x="61054" y="57874"/>
                  <a:pt x="63257" y="44037"/>
                  <a:pt x="57709" y="33226"/>
                </a:cubicBezTo>
                <a:cubicBezTo>
                  <a:pt x="51269" y="20702"/>
                  <a:pt x="36334" y="17011"/>
                  <a:pt x="10525" y="23435"/>
                </a:cubicBezTo>
                <a:cubicBezTo>
                  <a:pt x="6249" y="24432"/>
                  <a:pt x="1974" y="21769"/>
                  <a:pt x="977" y="17495"/>
                </a:cubicBezTo>
                <a:cubicBezTo>
                  <a:pt x="0" y="13310"/>
                  <a:pt x="2530" y="9101"/>
                  <a:pt x="6686" y="7998"/>
                </a:cubicBezTo>
              </a:path>
            </a:pathLst>
          </a:custGeom>
          <a:solidFill xmlns:a="http://schemas.openxmlformats.org/drawingml/2006/main">
            <a:srgbClr val="2F2F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15">
            <a:extLst xmlns:a="http://schemas.openxmlformats.org/drawingml/2006/main">
              <a:ext uri="{FF2B5EF4-FFF2-40B4-BE49-F238E27FC236}">
                <a16:creationId xmlns:a16="http://schemas.microsoft.com/office/drawing/2014/main" id="{69D94E54-4674-4660-BF21-A0428F31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859" y="7911574"/>
            <a:ext cx="133173" cy="141980"/>
          </a:xfrm>
          <a:custGeom xmlns:a="http://schemas.openxmlformats.org/drawingml/2006/main">
            <a:pathLst>
              <a:path w="133173" h="141980">
                <a:moveTo>
                  <a:pt x="14219" y="40290"/>
                </a:moveTo>
                <a:lnTo>
                  <a:pt x="41777" y="14783"/>
                </a:lnTo>
                <a:cubicBezTo>
                  <a:pt x="45050" y="11855"/>
                  <a:pt x="45333" y="6831"/>
                  <a:pt x="42407" y="3554"/>
                </a:cubicBezTo>
                <a:cubicBezTo>
                  <a:pt x="39480" y="285"/>
                  <a:pt x="34454" y="0"/>
                  <a:pt x="31180" y="2927"/>
                </a:cubicBezTo>
                <a:cubicBezTo>
                  <a:pt x="31111" y="2985"/>
                  <a:pt x="31043" y="3054"/>
                  <a:pt x="30978" y="3112"/>
                </a:cubicBezTo>
                <a:lnTo>
                  <a:pt x="3416" y="28617"/>
                </a:lnTo>
                <a:cubicBezTo>
                  <a:pt x="193" y="31607"/>
                  <a:pt x="0" y="36636"/>
                  <a:pt x="2984" y="39855"/>
                </a:cubicBezTo>
                <a:cubicBezTo>
                  <a:pt x="5966" y="43085"/>
                  <a:pt x="10998" y="43279"/>
                  <a:pt x="14219" y="40290"/>
                </a:cubicBezTo>
                <a:moveTo>
                  <a:pt x="80881" y="118747"/>
                </a:moveTo>
                <a:lnTo>
                  <a:pt x="108440" y="93244"/>
                </a:lnTo>
                <a:cubicBezTo>
                  <a:pt x="111660" y="90255"/>
                  <a:pt x="111854" y="85226"/>
                  <a:pt x="108865" y="82007"/>
                </a:cubicBezTo>
                <a:cubicBezTo>
                  <a:pt x="105885" y="78787"/>
                  <a:pt x="100856" y="78593"/>
                  <a:pt x="97637" y="81572"/>
                </a:cubicBezTo>
                <a:lnTo>
                  <a:pt x="70078" y="107079"/>
                </a:lnTo>
                <a:cubicBezTo>
                  <a:pt x="66848" y="110063"/>
                  <a:pt x="66664" y="115093"/>
                  <a:pt x="69644" y="118315"/>
                </a:cubicBezTo>
                <a:cubicBezTo>
                  <a:pt x="72623" y="121536"/>
                  <a:pt x="77652" y="121729"/>
                  <a:pt x="80881" y="118747"/>
                </a:cubicBezTo>
                <a:moveTo>
                  <a:pt x="33860" y="61504"/>
                </a:moveTo>
                <a:lnTo>
                  <a:pt x="61417" y="36007"/>
                </a:lnTo>
                <a:cubicBezTo>
                  <a:pt x="64640" y="33027"/>
                  <a:pt x="64835" y="27990"/>
                  <a:pt x="61853" y="24770"/>
                </a:cubicBezTo>
                <a:cubicBezTo>
                  <a:pt x="58870" y="21550"/>
                  <a:pt x="53840" y="21356"/>
                  <a:pt x="50617" y="24336"/>
                </a:cubicBezTo>
                <a:lnTo>
                  <a:pt x="23057" y="49841"/>
                </a:lnTo>
                <a:cubicBezTo>
                  <a:pt x="19835" y="52822"/>
                  <a:pt x="19641" y="57860"/>
                  <a:pt x="22624" y="61079"/>
                </a:cubicBezTo>
                <a:cubicBezTo>
                  <a:pt x="25607" y="64298"/>
                  <a:pt x="30637" y="64493"/>
                  <a:pt x="33860" y="61514"/>
                </a:cubicBezTo>
                <a:lnTo>
                  <a:pt x="33860" y="61504"/>
                </a:lnTo>
                <a:moveTo>
                  <a:pt x="102071" y="138996"/>
                </a:moveTo>
                <a:lnTo>
                  <a:pt x="129620" y="113487"/>
                </a:lnTo>
                <a:cubicBezTo>
                  <a:pt x="132898" y="110560"/>
                  <a:pt x="133173" y="105534"/>
                  <a:pt x="130246" y="102257"/>
                </a:cubicBezTo>
                <a:cubicBezTo>
                  <a:pt x="127329" y="98990"/>
                  <a:pt x="122294" y="98703"/>
                  <a:pt x="119026" y="101630"/>
                </a:cubicBezTo>
                <a:cubicBezTo>
                  <a:pt x="118953" y="101689"/>
                  <a:pt x="118890" y="101757"/>
                  <a:pt x="118817" y="101815"/>
                </a:cubicBezTo>
                <a:lnTo>
                  <a:pt x="91258" y="127328"/>
                </a:lnTo>
                <a:cubicBezTo>
                  <a:pt x="88038" y="130312"/>
                  <a:pt x="87843" y="135343"/>
                  <a:pt x="90833" y="138566"/>
                </a:cubicBezTo>
                <a:cubicBezTo>
                  <a:pt x="93813" y="141788"/>
                  <a:pt x="98841" y="141980"/>
                  <a:pt x="102071" y="138996"/>
                </a:cubicBezTo>
              </a:path>
            </a:pathLst>
          </a:custGeom>
          <a:solidFill xmlns:a="http://schemas.openxmlformats.org/drawingml/2006/main">
            <a:srgbClr val="35A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text-216 Nerf">
            <a:extLst xmlns:a="http://schemas.openxmlformats.org/drawingml/2006/main">
              <a:ext uri="{FF2B5EF4-FFF2-40B4-BE49-F238E27FC236}">
                <a16:creationId xmlns:a16="http://schemas.microsoft.com/office/drawing/2014/main" id="{DC330153-71B3-4985-B346-BCA6DC5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979" y="10550756"/>
            <a:ext cx="420805" cy="285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Nerf</a:t>
            </a:r>
          </a:p>
        </p:txBody>
      </p:sp>
      <p:sp>
        <p:nvSpPr>
          <p:cNvPr id="266" name="text-217 -">
            <a:extLst xmlns:a="http://schemas.openxmlformats.org/drawingml/2006/main">
              <a:ext uri="{FF2B5EF4-FFF2-40B4-BE49-F238E27FC236}">
                <a16:creationId xmlns:a16="http://schemas.microsoft.com/office/drawing/2014/main" id="{2E48EBB9-35CD-4046-B46B-A282158F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5224" y="10550325"/>
            <a:ext cx="104548" cy="286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9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267" name="text-218 based">
            <a:extLst xmlns:a="http://schemas.openxmlformats.org/drawingml/2006/main">
              <a:ext uri="{FF2B5EF4-FFF2-40B4-BE49-F238E27FC236}">
                <a16:creationId xmlns:a16="http://schemas.microsoft.com/office/drawing/2014/main" id="{9AD697FC-0F98-454B-8C5D-1EE35186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3176" y="10550977"/>
            <a:ext cx="547109" cy="285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based</a:t>
            </a:r>
          </a:p>
        </p:txBody>
      </p:sp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8E5F1B5-F7E6-472C-BC6A-B296CAB040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6c6e89ce541f3"/>
          <a:stretch xmlns:a="http://schemas.openxmlformats.org/drawingml/2006/main"/>
        </p:blipFill>
        <p:spPr>
          <a:xfrm xmlns:a="http://schemas.openxmlformats.org/drawingml/2006/main">
            <a:off x="4562475" y="10553700"/>
            <a:ext cx="361950" cy="228600"/>
          </a:xfrm>
          <a:prstGeom xmlns:a="http://schemas.openxmlformats.org/drawingml/2006/main" prst="rect">
            <a:avLst/>
          </a:prstGeom>
        </p:spPr>
      </p:pic>
      <p:sp>
        <p:nvSpPr>
          <p:cNvPr id="269" name="path-220">
            <a:extLst xmlns:a="http://schemas.openxmlformats.org/drawingml/2006/main">
              <a:ext uri="{FF2B5EF4-FFF2-40B4-BE49-F238E27FC236}">
                <a16:creationId xmlns:a16="http://schemas.microsoft.com/office/drawing/2014/main" id="{FDF5FADF-D5E8-4D26-8A1B-56BD53FA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975" y="10568673"/>
            <a:ext cx="266463" cy="217102"/>
          </a:xfrm>
          <a:custGeom xmlns:a="http://schemas.openxmlformats.org/drawingml/2006/main">
            <a:pathLst>
              <a:path w="266463" h="217102">
                <a:moveTo>
                  <a:pt x="36023" y="165529"/>
                </a:moveTo>
                <a:lnTo>
                  <a:pt x="231922" y="165529"/>
                </a:lnTo>
                <a:lnTo>
                  <a:pt x="257580" y="196962"/>
                </a:lnTo>
                <a:cubicBezTo>
                  <a:pt x="266463" y="208261"/>
                  <a:pt x="262514" y="217102"/>
                  <a:pt x="247712" y="217102"/>
                </a:cubicBezTo>
                <a:lnTo>
                  <a:pt x="18258" y="217102"/>
                </a:lnTo>
                <a:cubicBezTo>
                  <a:pt x="3947" y="217102"/>
                  <a:pt x="0" y="208261"/>
                  <a:pt x="8882" y="197453"/>
                </a:cubicBezTo>
                <a:lnTo>
                  <a:pt x="36023" y="165529"/>
                </a:lnTo>
                <a:moveTo>
                  <a:pt x="113493" y="0"/>
                </a:moveTo>
                <a:cubicBezTo>
                  <a:pt x="126322" y="0"/>
                  <a:pt x="130271" y="8350"/>
                  <a:pt x="130271" y="14245"/>
                </a:cubicBezTo>
                <a:lnTo>
                  <a:pt x="130271" y="82027"/>
                </a:lnTo>
                <a:cubicBezTo>
                  <a:pt x="130271" y="87921"/>
                  <a:pt x="122869" y="94305"/>
                  <a:pt x="116454" y="94305"/>
                </a:cubicBezTo>
                <a:lnTo>
                  <a:pt x="45397" y="94305"/>
                </a:lnTo>
                <a:cubicBezTo>
                  <a:pt x="38983" y="94305"/>
                  <a:pt x="34049" y="87921"/>
                  <a:pt x="34049" y="82027"/>
                </a:cubicBezTo>
                <a:lnTo>
                  <a:pt x="34047" y="10806"/>
                </a:lnTo>
                <a:cubicBezTo>
                  <a:pt x="34047" y="4912"/>
                  <a:pt x="38983" y="0"/>
                  <a:pt x="45397" y="0"/>
                </a:cubicBezTo>
                <a:lnTo>
                  <a:pt x="113493" y="0"/>
                </a:lnTo>
              </a:path>
            </a:pathLst>
          </a:custGeom>
          <a:solidFill xmlns:a="http://schemas.openxmlformats.org/drawingml/2006/main">
            <a:srgbClr val="DA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21">
            <a:extLst xmlns:a="http://schemas.openxmlformats.org/drawingml/2006/main">
              <a:ext uri="{FF2B5EF4-FFF2-40B4-BE49-F238E27FC236}">
                <a16:creationId xmlns:a16="http://schemas.microsoft.com/office/drawing/2014/main" id="{A5C3C4AD-EBF2-41BB-B3AF-3F466897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398" y="10673785"/>
            <a:ext cx="193926" cy="92342"/>
          </a:xfrm>
          <a:custGeom xmlns:a="http://schemas.openxmlformats.org/drawingml/2006/main">
            <a:pathLst>
              <a:path w="193926" h="92342">
                <a:moveTo>
                  <a:pt x="176655" y="0"/>
                </a:moveTo>
                <a:cubicBezTo>
                  <a:pt x="189978" y="0"/>
                  <a:pt x="193926" y="8841"/>
                  <a:pt x="193926" y="14245"/>
                </a:cubicBezTo>
                <a:lnTo>
                  <a:pt x="193926" y="82027"/>
                </a:lnTo>
                <a:cubicBezTo>
                  <a:pt x="193926" y="87431"/>
                  <a:pt x="189486" y="92342"/>
                  <a:pt x="183563" y="92342"/>
                </a:cubicBezTo>
                <a:lnTo>
                  <a:pt x="115468" y="92342"/>
                </a:lnTo>
                <a:cubicBezTo>
                  <a:pt x="110040" y="92342"/>
                  <a:pt x="105106" y="87922"/>
                  <a:pt x="105106" y="82027"/>
                </a:cubicBezTo>
                <a:lnTo>
                  <a:pt x="105106" y="14245"/>
                </a:lnTo>
                <a:cubicBezTo>
                  <a:pt x="105106" y="8841"/>
                  <a:pt x="109546" y="3930"/>
                  <a:pt x="115467" y="3930"/>
                </a:cubicBezTo>
                <a:lnTo>
                  <a:pt x="176655" y="0"/>
                </a:lnTo>
                <a:moveTo>
                  <a:pt x="71057" y="0"/>
                </a:moveTo>
                <a:cubicBezTo>
                  <a:pt x="85861" y="1474"/>
                  <a:pt x="88822" y="8841"/>
                  <a:pt x="88822" y="14245"/>
                </a:cubicBezTo>
                <a:lnTo>
                  <a:pt x="88822" y="82027"/>
                </a:lnTo>
                <a:cubicBezTo>
                  <a:pt x="88822" y="87431"/>
                  <a:pt x="84380" y="92342"/>
                  <a:pt x="78459" y="92342"/>
                </a:cubicBezTo>
                <a:lnTo>
                  <a:pt x="10363" y="92342"/>
                </a:lnTo>
                <a:cubicBezTo>
                  <a:pt x="4936" y="92342"/>
                  <a:pt x="0" y="87922"/>
                  <a:pt x="0" y="82027"/>
                </a:cubicBezTo>
                <a:lnTo>
                  <a:pt x="0" y="14245"/>
                </a:lnTo>
                <a:cubicBezTo>
                  <a:pt x="0" y="8841"/>
                  <a:pt x="4442" y="3930"/>
                  <a:pt x="10363" y="3930"/>
                </a:cubicBezTo>
                <a:lnTo>
                  <a:pt x="71057" y="0"/>
                </a:lnTo>
              </a:path>
            </a:pathLst>
          </a:custGeom>
          <a:solidFill xmlns:a="http://schemas.openxmlformats.org/drawingml/2006/main">
            <a:srgbClr val="DA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22">
            <a:extLst xmlns:a="http://schemas.openxmlformats.org/drawingml/2006/main">
              <a:ext uri="{FF2B5EF4-FFF2-40B4-BE49-F238E27FC236}">
                <a16:creationId xmlns:a16="http://schemas.microsoft.com/office/drawing/2014/main" id="{D4C15CD5-25D5-4027-8DB3-94063D96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8530" y="10568673"/>
            <a:ext cx="193926" cy="192542"/>
          </a:xfrm>
          <a:custGeom xmlns:a="http://schemas.openxmlformats.org/drawingml/2006/main">
            <a:pathLst>
              <a:path w="193926" h="192542">
                <a:moveTo>
                  <a:pt x="78952" y="0"/>
                </a:moveTo>
                <a:cubicBezTo>
                  <a:pt x="84380" y="0"/>
                  <a:pt x="89314" y="4421"/>
                  <a:pt x="89314" y="10315"/>
                </a:cubicBezTo>
                <a:lnTo>
                  <a:pt x="89314" y="78097"/>
                </a:lnTo>
                <a:cubicBezTo>
                  <a:pt x="89314" y="83499"/>
                  <a:pt x="84873" y="88412"/>
                  <a:pt x="78952" y="88412"/>
                </a:cubicBezTo>
                <a:lnTo>
                  <a:pt x="10363" y="88412"/>
                </a:lnTo>
                <a:cubicBezTo>
                  <a:pt x="4934" y="88412"/>
                  <a:pt x="0" y="83991"/>
                  <a:pt x="0" y="78097"/>
                </a:cubicBezTo>
                <a:lnTo>
                  <a:pt x="0" y="10315"/>
                </a:lnTo>
                <a:cubicBezTo>
                  <a:pt x="0" y="4912"/>
                  <a:pt x="4440" y="0"/>
                  <a:pt x="10363" y="0"/>
                </a:cubicBezTo>
                <a:lnTo>
                  <a:pt x="78952" y="0"/>
                </a:lnTo>
                <a:moveTo>
                  <a:pt x="183563" y="104129"/>
                </a:moveTo>
                <a:cubicBezTo>
                  <a:pt x="188991" y="104129"/>
                  <a:pt x="193926" y="108550"/>
                  <a:pt x="193926" y="114444"/>
                </a:cubicBezTo>
                <a:lnTo>
                  <a:pt x="193926" y="182227"/>
                </a:lnTo>
                <a:cubicBezTo>
                  <a:pt x="193926" y="187631"/>
                  <a:pt x="189484" y="192542"/>
                  <a:pt x="183563" y="192542"/>
                </a:cubicBezTo>
                <a:lnTo>
                  <a:pt x="115467" y="192542"/>
                </a:lnTo>
                <a:cubicBezTo>
                  <a:pt x="110040" y="192542"/>
                  <a:pt x="105106" y="188121"/>
                  <a:pt x="105106" y="182227"/>
                </a:cubicBezTo>
                <a:lnTo>
                  <a:pt x="105104" y="114444"/>
                </a:lnTo>
                <a:cubicBezTo>
                  <a:pt x="105104" y="109041"/>
                  <a:pt x="109546" y="104129"/>
                  <a:pt x="115467" y="104129"/>
                </a:cubicBezTo>
                <a:lnTo>
                  <a:pt x="183563" y="104129"/>
                </a:lnTo>
                <a:moveTo>
                  <a:pt x="78952" y="104129"/>
                </a:moveTo>
                <a:cubicBezTo>
                  <a:pt x="84380" y="104129"/>
                  <a:pt x="89314" y="108550"/>
                  <a:pt x="89314" y="114444"/>
                </a:cubicBezTo>
                <a:lnTo>
                  <a:pt x="89314" y="182227"/>
                </a:lnTo>
                <a:cubicBezTo>
                  <a:pt x="89314" y="187631"/>
                  <a:pt x="84873" y="192542"/>
                  <a:pt x="78952" y="192542"/>
                </a:cubicBezTo>
                <a:lnTo>
                  <a:pt x="10363" y="192542"/>
                </a:lnTo>
                <a:cubicBezTo>
                  <a:pt x="4934" y="192542"/>
                  <a:pt x="0" y="188121"/>
                  <a:pt x="0" y="182227"/>
                </a:cubicBezTo>
                <a:lnTo>
                  <a:pt x="0" y="114444"/>
                </a:lnTo>
                <a:cubicBezTo>
                  <a:pt x="0" y="109041"/>
                  <a:pt x="4442" y="104129"/>
                  <a:pt x="10363" y="104129"/>
                </a:cubicBezTo>
                <a:lnTo>
                  <a:pt x="78952" y="104129"/>
                </a:lnTo>
              </a:path>
            </a:pathLst>
          </a:custGeom>
          <a:solidFill xmlns:a="http://schemas.openxmlformats.org/drawingml/2006/main">
            <a:srgbClr val="388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23">
            <a:extLst xmlns:a="http://schemas.openxmlformats.org/drawingml/2006/main">
              <a:ext uri="{FF2B5EF4-FFF2-40B4-BE49-F238E27FC236}">
                <a16:creationId xmlns:a16="http://schemas.microsoft.com/office/drawing/2014/main" id="{33D2C1B6-EED7-471C-9426-3B2FAAC7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21" y="10554921"/>
            <a:ext cx="115961" cy="121320"/>
          </a:xfrm>
          <a:custGeom xmlns:a="http://schemas.openxmlformats.org/drawingml/2006/main">
            <a:pathLst>
              <a:path w="115961" h="121320">
                <a:moveTo>
                  <a:pt x="108066" y="32417"/>
                </a:moveTo>
                <a:lnTo>
                  <a:pt x="51812" y="2946"/>
                </a:lnTo>
                <a:cubicBezTo>
                  <a:pt x="46878" y="0"/>
                  <a:pt x="31088" y="1964"/>
                  <a:pt x="28620" y="7367"/>
                </a:cubicBezTo>
                <a:lnTo>
                  <a:pt x="2468" y="71711"/>
                </a:lnTo>
                <a:cubicBezTo>
                  <a:pt x="0" y="76623"/>
                  <a:pt x="1481" y="83008"/>
                  <a:pt x="6909" y="85956"/>
                </a:cubicBezTo>
                <a:lnTo>
                  <a:pt x="60201" y="116407"/>
                </a:lnTo>
                <a:cubicBezTo>
                  <a:pt x="72538" y="121320"/>
                  <a:pt x="79940" y="115916"/>
                  <a:pt x="82406" y="111005"/>
                </a:cubicBezTo>
                <a:lnTo>
                  <a:pt x="113000" y="53046"/>
                </a:lnTo>
                <a:cubicBezTo>
                  <a:pt x="115961" y="47644"/>
                  <a:pt x="115961" y="36347"/>
                  <a:pt x="108066" y="32417"/>
                </a:cubicBezTo>
              </a:path>
            </a:pathLst>
          </a:custGeom>
          <a:solidFill xmlns:a="http://schemas.openxmlformats.org/drawingml/2006/main">
            <a:srgbClr val="FF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24">
            <a:extLst xmlns:a="http://schemas.openxmlformats.org/drawingml/2006/main">
              <a:ext uri="{FF2B5EF4-FFF2-40B4-BE49-F238E27FC236}">
                <a16:creationId xmlns:a16="http://schemas.microsoft.com/office/drawing/2014/main" id="{CB08DB3B-0EE2-4FBF-B6DF-DB2AD665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752" y="10555902"/>
            <a:ext cx="115961" cy="115426"/>
          </a:xfrm>
          <a:custGeom xmlns:a="http://schemas.openxmlformats.org/drawingml/2006/main">
            <a:pathLst>
              <a:path w="115961" h="115426">
                <a:moveTo>
                  <a:pt x="109053" y="34383"/>
                </a:moveTo>
                <a:lnTo>
                  <a:pt x="48358" y="2456"/>
                </a:lnTo>
                <a:cubicBezTo>
                  <a:pt x="43423" y="0"/>
                  <a:pt x="37009" y="1965"/>
                  <a:pt x="34541" y="6877"/>
                </a:cubicBezTo>
                <a:lnTo>
                  <a:pt x="2468" y="67291"/>
                </a:lnTo>
                <a:cubicBezTo>
                  <a:pt x="0" y="72203"/>
                  <a:pt x="1974" y="78588"/>
                  <a:pt x="6908" y="81044"/>
                </a:cubicBezTo>
                <a:lnTo>
                  <a:pt x="67603" y="112971"/>
                </a:lnTo>
                <a:cubicBezTo>
                  <a:pt x="72538" y="115426"/>
                  <a:pt x="78952" y="113463"/>
                  <a:pt x="81419" y="108550"/>
                </a:cubicBezTo>
                <a:lnTo>
                  <a:pt x="113493" y="48135"/>
                </a:lnTo>
                <a:cubicBezTo>
                  <a:pt x="115961" y="43224"/>
                  <a:pt x="113987" y="37331"/>
                  <a:pt x="109053" y="34383"/>
                </a:cubicBezTo>
              </a:path>
            </a:pathLst>
          </a:custGeom>
          <a:solidFill xmlns:a="http://schemas.openxmlformats.org/drawingml/2006/main">
            <a:srgbClr val="FB56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text-225 Others">
            <a:extLst xmlns:a="http://schemas.openxmlformats.org/drawingml/2006/main">
              <a:ext uri="{FF2B5EF4-FFF2-40B4-BE49-F238E27FC236}">
                <a16:creationId xmlns:a16="http://schemas.microsoft.com/office/drawing/2014/main" id="{74E033F1-8B3B-425F-BFD2-8C5A339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7677" y="10552606"/>
            <a:ext cx="623382" cy="285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Others</a:t>
            </a:r>
          </a:p>
        </p:txBody>
      </p:sp>
      <p:sp>
        <p:nvSpPr>
          <p:cNvPr id="275" name="text-226 Gaussian">
            <a:extLst xmlns:a="http://schemas.openxmlformats.org/drawingml/2006/main">
              <a:ext uri="{FF2B5EF4-FFF2-40B4-BE49-F238E27FC236}">
                <a16:creationId xmlns:a16="http://schemas.microsoft.com/office/drawing/2014/main" id="{2700CB15-1B2A-412A-8ECD-4008162F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2036" y="10874026"/>
            <a:ext cx="817663" cy="28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Gaussian</a:t>
            </a:r>
          </a:p>
        </p:txBody>
      </p:sp>
      <p:sp>
        <p:nvSpPr>
          <p:cNvPr id="276" name="text-227 -">
            <a:extLst xmlns:a="http://schemas.openxmlformats.org/drawingml/2006/main">
              <a:ext uri="{FF2B5EF4-FFF2-40B4-BE49-F238E27FC236}">
                <a16:creationId xmlns:a16="http://schemas.microsoft.com/office/drawing/2014/main" id="{2A32225B-5B5D-4422-8123-67C3094A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3476" y="10873758"/>
            <a:ext cx="104412" cy="285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277" name="text-228 based">
            <a:extLst xmlns:a="http://schemas.openxmlformats.org/drawingml/2006/main">
              <a:ext uri="{FF2B5EF4-FFF2-40B4-BE49-F238E27FC236}">
                <a16:creationId xmlns:a16="http://schemas.microsoft.com/office/drawing/2014/main" id="{C8235A4D-DAA5-4A7F-A635-8FAE0CEA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427" y="10874229"/>
            <a:ext cx="546825" cy="284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based</a:t>
            </a:r>
          </a:p>
        </p:txBody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2B96F05-AE1E-46FF-9CB6-FB8C85E7A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4375af53546a7"/>
          <a:stretch xmlns:a="http://schemas.openxmlformats.org/drawingml/2006/main"/>
        </p:blipFill>
        <p:spPr>
          <a:xfrm xmlns:a="http://schemas.openxmlformats.org/drawingml/2006/main">
            <a:off x="4543425" y="10820400"/>
            <a:ext cx="361950" cy="285750"/>
          </a:xfrm>
          <a:prstGeom xmlns:a="http://schemas.openxmlformats.org/drawingml/2006/main" prst="rect">
            <a:avLst/>
          </a:prstGeom>
        </p:spPr>
      </p:pic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49D0185-FE51-4F16-8D20-1772DB5A6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82dd463854c94"/>
          <a:stretch xmlns:a="http://schemas.openxmlformats.org/drawingml/2006/main"/>
        </p:blipFill>
        <p:spPr>
          <a:xfrm xmlns:a="http://schemas.openxmlformats.org/drawingml/2006/main">
            <a:off x="6534150" y="8248650"/>
            <a:ext cx="276225" cy="285750"/>
          </a:xfrm>
          <a:prstGeom xmlns:a="http://schemas.openxmlformats.org/drawingml/2006/main" prst="rect">
            <a:avLst/>
          </a:prstGeom>
        </p:spPr>
      </p:pic>
      <p:sp>
        <p:nvSpPr>
          <p:cNvPr id="280" name="text-231 Animals">
            <a:extLst xmlns:a="http://schemas.openxmlformats.org/drawingml/2006/main">
              <a:ext uri="{FF2B5EF4-FFF2-40B4-BE49-F238E27FC236}">
                <a16:creationId xmlns:a16="http://schemas.microsoft.com/office/drawing/2014/main" id="{4AFFCBDD-F9DE-4B7B-9932-F0CD322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3054" y="8283443"/>
            <a:ext cx="746613" cy="285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Animals</a:t>
            </a:r>
          </a:p>
        </p:txBody>
      </p:sp>
      <p:sp>
        <p:nvSpPr>
          <p:cNvPr id="281" name="path-232">
            <a:extLst xmlns:a="http://schemas.openxmlformats.org/drawingml/2006/main">
              <a:ext uri="{FF2B5EF4-FFF2-40B4-BE49-F238E27FC236}">
                <a16:creationId xmlns:a16="http://schemas.microsoft.com/office/drawing/2014/main" id="{9C7FC5C1-5410-4E95-96D4-4D186F1C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256" y="9505734"/>
            <a:ext cx="3367669" cy="12232"/>
          </a:xfrm>
          <a:custGeom xmlns:a="http://schemas.openxmlformats.org/drawingml/2006/main">
            <a:pathLst>
              <a:path w="3367669" h="12232">
                <a:moveTo>
                  <a:pt x="0" y="0"/>
                </a:moveTo>
                <a:lnTo>
                  <a:pt x="841920" y="0"/>
                </a:lnTo>
                <a:lnTo>
                  <a:pt x="1683836" y="0"/>
                </a:lnTo>
                <a:lnTo>
                  <a:pt x="2525753" y="0"/>
                </a:lnTo>
                <a:lnTo>
                  <a:pt x="3367669" y="0"/>
                </a:lnTo>
                <a:lnTo>
                  <a:pt x="3367669" y="12232"/>
                </a:lnTo>
                <a:lnTo>
                  <a:pt x="2525753" y="12232"/>
                </a:lnTo>
                <a:lnTo>
                  <a:pt x="1683836" y="12232"/>
                </a:lnTo>
                <a:lnTo>
                  <a:pt x="841920" y="12232"/>
                </a:lnTo>
                <a:lnTo>
                  <a:pt x="0" y="1223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text-233 Fine">
            <a:extLst xmlns:a="http://schemas.openxmlformats.org/drawingml/2006/main">
              <a:ext uri="{FF2B5EF4-FFF2-40B4-BE49-F238E27FC236}">
                <a16:creationId xmlns:a16="http://schemas.microsoft.com/office/drawing/2014/main" id="{2E43E2D7-D88A-41A0-BFDD-06FFADFE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4937" y="9268527"/>
            <a:ext cx="445038" cy="28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Fine</a:t>
            </a:r>
          </a:p>
        </p:txBody>
      </p:sp>
      <p:sp>
        <p:nvSpPr>
          <p:cNvPr id="283" name="text-234 -">
            <a:extLst xmlns:a="http://schemas.openxmlformats.org/drawingml/2006/main">
              <a:ext uri="{FF2B5EF4-FFF2-40B4-BE49-F238E27FC236}">
                <a16:creationId xmlns:a16="http://schemas.microsoft.com/office/drawing/2014/main" id="{C93919BE-C363-486C-997F-CAFE88C9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005" y="9268904"/>
            <a:ext cx="105379" cy="285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-</a:t>
            </a:r>
          </a:p>
        </p:txBody>
      </p:sp>
      <p:sp>
        <p:nvSpPr>
          <p:cNvPr id="284" name="text-235 grained">
            <a:extLst xmlns:a="http://schemas.openxmlformats.org/drawingml/2006/main">
              <a:ext uri="{FF2B5EF4-FFF2-40B4-BE49-F238E27FC236}">
                <a16:creationId xmlns:a16="http://schemas.microsoft.com/office/drawing/2014/main" id="{8EEF97BE-FF27-443F-A1F9-A004977F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3314" y="9269063"/>
            <a:ext cx="758550" cy="28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grained</a:t>
            </a:r>
          </a:p>
        </p:txBody>
      </p:sp>
      <p:sp>
        <p:nvSpPr>
          <p:cNvPr id="285" name="text-236 Anomaly">
            <a:extLst xmlns:a="http://schemas.openxmlformats.org/drawingml/2006/main">
              <a:ext uri="{FF2B5EF4-FFF2-40B4-BE49-F238E27FC236}">
                <a16:creationId xmlns:a16="http://schemas.microsoft.com/office/drawing/2014/main" id="{AA7BF1D4-5041-4F38-877F-5BFF2B06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2163" y="9268804"/>
            <a:ext cx="864926" cy="285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Anomaly</a:t>
            </a:r>
          </a:p>
        </p:txBody>
      </p:sp>
      <p:sp>
        <p:nvSpPr>
          <p:cNvPr id="286" name="text-237 A">
            <a:extLst xmlns:a="http://schemas.openxmlformats.org/drawingml/2006/main">
              <a:ext uri="{FF2B5EF4-FFF2-40B4-BE49-F238E27FC236}">
                <a16:creationId xmlns:a16="http://schemas.microsoft.com/office/drawing/2014/main" id="{9825DEA6-BF71-4C58-8757-920FB067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657" y="9268764"/>
            <a:ext cx="169605" cy="285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287" name="text-238 nnotations">
            <a:extLst xmlns:a="http://schemas.openxmlformats.org/drawingml/2006/main">
              <a:ext uri="{FF2B5EF4-FFF2-40B4-BE49-F238E27FC236}">
                <a16:creationId xmlns:a16="http://schemas.microsoft.com/office/drawing/2014/main" id="{BD14CCF3-A8ED-4925-8874-43BB7EFE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7843" y="9268823"/>
            <a:ext cx="1053532" cy="285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nnotations</a:t>
            </a:r>
          </a:p>
        </p:txBody>
      </p:sp>
      <p:sp>
        <p:nvSpPr>
          <p:cNvPr id="288" name="text-239 :">
            <a:extLst xmlns:a="http://schemas.openxmlformats.org/drawingml/2006/main">
              <a:ext uri="{FF2B5EF4-FFF2-40B4-BE49-F238E27FC236}">
                <a16:creationId xmlns:a16="http://schemas.microsoft.com/office/drawing/2014/main" id="{5638D283-77AD-4EF2-8A54-1E6CD599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5753" y="9268651"/>
            <a:ext cx="93779" cy="285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1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:</a:t>
            </a:r>
          </a:p>
        </p:txBody>
      </p:sp>
      <p:sp>
        <p:nvSpPr>
          <p:cNvPr id="289" name="text-240 “Is">
            <a:extLst xmlns:a="http://schemas.openxmlformats.org/drawingml/2006/main">
              <a:ext uri="{FF2B5EF4-FFF2-40B4-BE49-F238E27FC236}">
                <a16:creationId xmlns:a16="http://schemas.microsoft.com/office/drawing/2014/main" id="{3453609D-0D13-4C24-BA23-5E72B0E4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069" y="7816157"/>
            <a:ext cx="266776" cy="285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“Is</a:t>
            </a:r>
          </a:p>
        </p:txBody>
      </p:sp>
      <p:sp>
        <p:nvSpPr>
          <p:cNvPr id="290" name="text-240 the">
            <a:extLst xmlns:a="http://schemas.openxmlformats.org/drawingml/2006/main">
              <a:ext uri="{FF2B5EF4-FFF2-40B4-BE49-F238E27FC236}">
                <a16:creationId xmlns:a16="http://schemas.microsoft.com/office/drawing/2014/main" id="{0757A6F3-E80D-4C07-AFD7-DAD851C9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8680" y="7815707"/>
            <a:ext cx="318045" cy="28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the</a:t>
            </a:r>
          </a:p>
        </p:txBody>
      </p:sp>
      <p:sp>
        <p:nvSpPr>
          <p:cNvPr id="291" name="text-240 given">
            <a:extLst xmlns:a="http://schemas.openxmlformats.org/drawingml/2006/main">
              <a:ext uri="{FF2B5EF4-FFF2-40B4-BE49-F238E27FC236}">
                <a16:creationId xmlns:a16="http://schemas.microsoft.com/office/drawing/2014/main" id="{348E6223-80F9-4B0F-A54A-C5476FA4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4846" y="7815766"/>
            <a:ext cx="502587" cy="285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8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given</a:t>
            </a:r>
          </a:p>
        </p:txBody>
      </p:sp>
      <p:sp>
        <p:nvSpPr>
          <p:cNvPr id="292" name="text-240 audio">
            <a:extLst xmlns:a="http://schemas.openxmlformats.org/drawingml/2006/main">
              <a:ext uri="{FF2B5EF4-FFF2-40B4-BE49-F238E27FC236}">
                <a16:creationId xmlns:a16="http://schemas.microsoft.com/office/drawing/2014/main" id="{3A9022A2-A88E-44DB-A726-C971204B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4279" y="7816023"/>
            <a:ext cx="526730" cy="285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</a:t>
            </a:r>
          </a:p>
        </p:txBody>
      </p:sp>
      <p:sp>
        <p:nvSpPr>
          <p:cNvPr id="293" name="text-240 a">
            <a:extLst xmlns:a="http://schemas.openxmlformats.org/drawingml/2006/main">
              <a:ext uri="{FF2B5EF4-FFF2-40B4-BE49-F238E27FC236}">
                <a16:creationId xmlns:a16="http://schemas.microsoft.com/office/drawing/2014/main" id="{BCA445B5-B1AC-4FEC-96BC-EEA51D62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191" y="7815927"/>
            <a:ext cx="136267" cy="28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294" name="text-240 generated">
            <a:extLst xmlns:a="http://schemas.openxmlformats.org/drawingml/2006/main">
              <a:ext uri="{FF2B5EF4-FFF2-40B4-BE49-F238E27FC236}">
                <a16:creationId xmlns:a16="http://schemas.microsoft.com/office/drawing/2014/main" id="{8F26D6CC-5D99-41B7-A60D-26E4C87A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3521" y="7816058"/>
            <a:ext cx="909955" cy="28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generated</a:t>
            </a:r>
          </a:p>
        </p:txBody>
      </p:sp>
      <p:sp>
        <p:nvSpPr>
          <p:cNvPr id="295" name="text-240 audio?">
            <a:extLst xmlns:a="http://schemas.openxmlformats.org/drawingml/2006/main">
              <a:ext uri="{FF2B5EF4-FFF2-40B4-BE49-F238E27FC236}">
                <a16:creationId xmlns:a16="http://schemas.microsoft.com/office/drawing/2014/main" id="{9AFEA49A-EF7A-459A-9EFC-A50DFD7B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1068" y="7815990"/>
            <a:ext cx="612885" cy="28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audio?</a:t>
            </a:r>
          </a:p>
        </p:txBody>
      </p:sp>
      <p:sp>
        <p:nvSpPr>
          <p:cNvPr id="296" name="text-240 /">
            <a:extLst xmlns:a="http://schemas.openxmlformats.org/drawingml/2006/main">
              <a:ext uri="{FF2B5EF4-FFF2-40B4-BE49-F238E27FC236}">
                <a16:creationId xmlns:a16="http://schemas.microsoft.com/office/drawing/2014/main" id="{E74E98F0-BA89-4D28-9A20-3F7683B6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3230" y="7816087"/>
            <a:ext cx="136636" cy="285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/</a:t>
            </a:r>
          </a:p>
        </p:txBody>
      </p:sp>
      <p:sp>
        <p:nvSpPr>
          <p:cNvPr id="297" name="text-241 Please">
            <a:extLst xmlns:a="http://schemas.openxmlformats.org/drawingml/2006/main">
              <a:ext uri="{FF2B5EF4-FFF2-40B4-BE49-F238E27FC236}">
                <a16:creationId xmlns:a16="http://schemas.microsoft.com/office/drawing/2014/main" id="{7EEDA4C9-07A5-4C0D-B754-239DF44C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069" y="8061027"/>
            <a:ext cx="592716" cy="285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3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Please</a:t>
            </a:r>
          </a:p>
        </p:txBody>
      </p:sp>
      <p:sp>
        <p:nvSpPr>
          <p:cNvPr id="298" name="text-241 select">
            <a:extLst xmlns:a="http://schemas.openxmlformats.org/drawingml/2006/main">
              <a:ext uri="{FF2B5EF4-FFF2-40B4-BE49-F238E27FC236}">
                <a16:creationId xmlns:a16="http://schemas.microsoft.com/office/drawing/2014/main" id="{323AA9DC-434A-44F2-A802-810CD495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4846" y="8060876"/>
            <a:ext cx="536802" cy="285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4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select</a:t>
            </a:r>
          </a:p>
        </p:txBody>
      </p:sp>
      <p:sp>
        <p:nvSpPr>
          <p:cNvPr id="299" name="text-241 a">
            <a:extLst xmlns:a="http://schemas.openxmlformats.org/drawingml/2006/main">
              <a:ext uri="{FF2B5EF4-FFF2-40B4-BE49-F238E27FC236}">
                <a16:creationId xmlns:a16="http://schemas.microsoft.com/office/drawing/2014/main" id="{B14F641E-7AA7-459C-816E-07C240EF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9747" y="8060551"/>
            <a:ext cx="136267" cy="285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</a:t>
            </a:r>
          </a:p>
        </p:txBody>
      </p:sp>
      <p:sp>
        <p:nvSpPr>
          <p:cNvPr id="300" name="text-241 real">
            <a:extLst xmlns:a="http://schemas.openxmlformats.org/drawingml/2006/main">
              <a:ext uri="{FF2B5EF4-FFF2-40B4-BE49-F238E27FC236}">
                <a16:creationId xmlns:a16="http://schemas.microsoft.com/office/drawing/2014/main" id="{7C6450FE-7CE5-45EC-A495-55996876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4076" y="8060645"/>
            <a:ext cx="372355" cy="2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6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real</a:t>
            </a:r>
          </a:p>
        </p:txBody>
      </p:sp>
      <p:sp>
        <p:nvSpPr>
          <p:cNvPr id="301" name="text-241 audio.”">
            <a:extLst xmlns:a="http://schemas.openxmlformats.org/drawingml/2006/main">
              <a:ext uri="{FF2B5EF4-FFF2-40B4-BE49-F238E27FC236}">
                <a16:creationId xmlns:a16="http://schemas.microsoft.com/office/drawing/2014/main" id="{8335D3CC-36B7-4D82-8E06-C1D76EE7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4468" y="8060495"/>
            <a:ext cx="629647" cy="285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7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audio.”</a:t>
            </a:r>
          </a:p>
        </p:txBody>
      </p:sp>
      <p:sp>
        <p:nvSpPr>
          <p:cNvPr id="302" name="text-242 …">
            <a:extLst xmlns:a="http://schemas.openxmlformats.org/drawingml/2006/main">
              <a:ext uri="{FF2B5EF4-FFF2-40B4-BE49-F238E27FC236}">
                <a16:creationId xmlns:a16="http://schemas.microsoft.com/office/drawing/2014/main" id="{FD476FF9-9AFE-4EEF-9FE4-1EA7989B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1211" y="10139355"/>
            <a:ext cx="373676" cy="443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9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303" name="text-243 Metric">
            <a:extLst xmlns:a="http://schemas.openxmlformats.org/drawingml/2006/main">
              <a:ext uri="{FF2B5EF4-FFF2-40B4-BE49-F238E27FC236}">
                <a16:creationId xmlns:a16="http://schemas.microsoft.com/office/drawing/2014/main" id="{D6B3E7AF-BED3-4466-872D-3CDF5F12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7359" y="10611078"/>
            <a:ext cx="601970" cy="28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05" b="0" i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Metric</a:t>
            </a:r>
          </a:p>
        </p:txBody>
      </p:sp>
    </p:spTree>
    <p:extLst>
      <p:ext uri="{BB962C8B-B14F-4D97-AF65-F5344CB8AC3E}">
        <p14:creationId xmlns:p14="http://schemas.microsoft.com/office/powerpoint/2010/main" val="549228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0" name="path-1">
            <a:extLst xmlns:a="http://schemas.openxmlformats.org/drawingml/2006/main">
              <a:ext uri="{FF2B5EF4-FFF2-40B4-BE49-F238E27FC236}">
                <a16:creationId xmlns:a16="http://schemas.microsoft.com/office/drawing/2014/main" id="{75325A9C-C1EF-4BA5-8C96-5E695B4E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2" y="1885948"/>
            <a:ext cx="15087574" cy="9285414"/>
          </a:xfrm>
          <a:custGeom xmlns:a="http://schemas.openxmlformats.org/drawingml/2006/main">
            <a:pathLst>
              <a:path w="15087574" h="9285414">
                <a:moveTo>
                  <a:pt x="15087574" y="0"/>
                </a:moveTo>
                <a:lnTo>
                  <a:pt x="0" y="0"/>
                </a:lnTo>
                <a:lnTo>
                  <a:pt x="0" y="9285414"/>
                </a:lnTo>
                <a:lnTo>
                  <a:pt x="15087574" y="9285414"/>
                </a:lnTo>
                <a:lnTo>
                  <a:pt x="1508757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0158503F-D187-48EC-9A10-89C207B2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" y="6584336"/>
            <a:ext cx="7891786" cy="4426540"/>
          </a:xfrm>
          <a:custGeom xmlns:a="http://schemas.openxmlformats.org/drawingml/2006/main">
            <a:pathLst>
              <a:path w="7891786" h="4426540">
                <a:moveTo>
                  <a:pt x="0" y="321524"/>
                </a:moveTo>
                <a:cubicBezTo>
                  <a:pt x="0" y="143976"/>
                  <a:pt x="143935" y="0"/>
                  <a:pt x="321496" y="0"/>
                </a:cubicBezTo>
                <a:lnTo>
                  <a:pt x="7570261" y="0"/>
                </a:lnTo>
                <a:cubicBezTo>
                  <a:pt x="7747810" y="0"/>
                  <a:pt x="7891786" y="143976"/>
                  <a:pt x="7891786" y="321524"/>
                </a:cubicBezTo>
                <a:lnTo>
                  <a:pt x="7891786" y="4105044"/>
                </a:lnTo>
                <a:cubicBezTo>
                  <a:pt x="7891786" y="4282606"/>
                  <a:pt x="7747810" y="4426540"/>
                  <a:pt x="7570261" y="4426540"/>
                </a:cubicBezTo>
                <a:lnTo>
                  <a:pt x="321496" y="4426540"/>
                </a:lnTo>
                <a:cubicBezTo>
                  <a:pt x="143935" y="4426540"/>
                  <a:pt x="0" y="4282606"/>
                  <a:pt x="0" y="4105044"/>
                </a:cubicBezTo>
                <a:lnTo>
                  <a:pt x="0" y="321524"/>
                </a:lnTo>
              </a:path>
            </a:pathLst>
          </a:custGeom>
          <a:solidFill xmlns:a="http://schemas.openxmlformats.org/drawingml/2006/main">
            <a:srgbClr val="FF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12792801-BF8D-4455-A3A9-0F827B7E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920" y="9468219"/>
            <a:ext cx="2417156" cy="1208579"/>
          </a:xfrm>
          <a:custGeom xmlns:a="http://schemas.openxmlformats.org/drawingml/2006/main">
            <a:pathLst>
              <a:path w="2417156" h="1208579">
                <a:moveTo>
                  <a:pt x="0" y="87750"/>
                </a:moveTo>
                <a:cubicBezTo>
                  <a:pt x="0" y="39304"/>
                  <a:pt x="39303" y="0"/>
                  <a:pt x="87750" y="0"/>
                </a:cubicBezTo>
                <a:lnTo>
                  <a:pt x="2329406" y="0"/>
                </a:lnTo>
                <a:cubicBezTo>
                  <a:pt x="2377852" y="0"/>
                  <a:pt x="2417156" y="39304"/>
                  <a:pt x="2417156" y="87750"/>
                </a:cubicBezTo>
                <a:lnTo>
                  <a:pt x="2417156" y="1120801"/>
                </a:lnTo>
                <a:cubicBezTo>
                  <a:pt x="2417156" y="1169275"/>
                  <a:pt x="2377852" y="1208579"/>
                  <a:pt x="2329406" y="1208579"/>
                </a:cubicBezTo>
                <a:lnTo>
                  <a:pt x="87750" y="1208579"/>
                </a:lnTo>
                <a:cubicBezTo>
                  <a:pt x="39303" y="1208579"/>
                  <a:pt x="0" y="1169275"/>
                  <a:pt x="0" y="1120801"/>
                </a:cubicBezTo>
                <a:lnTo>
                  <a:pt x="0" y="87750"/>
                </a:lnTo>
              </a:path>
            </a:pathLst>
          </a:custGeom>
          <a:solidFill xmlns:a="http://schemas.openxmlformats.org/drawingml/2006/main">
            <a:srgbClr val="FFF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06F5B0BB-071F-4407-86C0-338F4DD9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342" y="6584336"/>
            <a:ext cx="6876448" cy="4426540"/>
          </a:xfrm>
          <a:custGeom xmlns:a="http://schemas.openxmlformats.org/drawingml/2006/main">
            <a:pathLst>
              <a:path w="6876448" h="4426540">
                <a:moveTo>
                  <a:pt x="0" y="321524"/>
                </a:moveTo>
                <a:cubicBezTo>
                  <a:pt x="0" y="143976"/>
                  <a:pt x="143976" y="0"/>
                  <a:pt x="321523" y="0"/>
                </a:cubicBezTo>
                <a:lnTo>
                  <a:pt x="6554924" y="0"/>
                </a:lnTo>
                <a:cubicBezTo>
                  <a:pt x="6732473" y="0"/>
                  <a:pt x="6876448" y="143976"/>
                  <a:pt x="6876448" y="321524"/>
                </a:cubicBezTo>
                <a:lnTo>
                  <a:pt x="6876448" y="4105031"/>
                </a:lnTo>
                <a:cubicBezTo>
                  <a:pt x="6876448" y="4282591"/>
                  <a:pt x="6732473" y="4426540"/>
                  <a:pt x="6554924" y="4426540"/>
                </a:cubicBezTo>
                <a:lnTo>
                  <a:pt x="321523" y="4426540"/>
                </a:lnTo>
                <a:cubicBezTo>
                  <a:pt x="143976" y="4426540"/>
                  <a:pt x="0" y="4282591"/>
                  <a:pt x="0" y="4105031"/>
                </a:cubicBezTo>
                <a:lnTo>
                  <a:pt x="0" y="321524"/>
                </a:lnTo>
              </a:path>
            </a:pathLst>
          </a:cu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 Raw">
            <a:extLst xmlns:a="http://schemas.openxmlformats.org/drawingml/2006/main">
              <a:ext uri="{FF2B5EF4-FFF2-40B4-BE49-F238E27FC236}">
                <a16:creationId xmlns:a16="http://schemas.microsoft.com/office/drawing/2014/main" id="{AD6BF0DE-2CD5-4397-84F7-A1800996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493" y="10356726"/>
            <a:ext cx="438457" cy="305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6" name="text-5 Images">
            <a:extLst xmlns:a="http://schemas.openxmlformats.org/drawingml/2006/main">
              <a:ext uri="{FF2B5EF4-FFF2-40B4-BE49-F238E27FC236}">
                <a16:creationId xmlns:a16="http://schemas.microsoft.com/office/drawing/2014/main" id="{15780CDF-065A-47F2-93FB-DD449769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2183" y="10358140"/>
            <a:ext cx="663851" cy="303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Images</a:t>
            </a:r>
          </a:p>
        </p:txBody>
      </p:sp>
      <p:sp>
        <p:nvSpPr>
          <p:cNvPr id="7" name="path-6">
            <a:extLst xmlns:a="http://schemas.openxmlformats.org/drawingml/2006/main">
              <a:ext uri="{FF2B5EF4-FFF2-40B4-BE49-F238E27FC236}">
                <a16:creationId xmlns:a16="http://schemas.microsoft.com/office/drawing/2014/main" id="{5564952D-95D8-49E2-B300-6D7103AB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852" y="7422808"/>
            <a:ext cx="3475072" cy="1477151"/>
          </a:xfrm>
          <a:custGeom xmlns:a="http://schemas.openxmlformats.org/drawingml/2006/main">
            <a:pathLst>
              <a:path w="3475072" h="1477151">
                <a:moveTo>
                  <a:pt x="0" y="107265"/>
                </a:moveTo>
                <a:cubicBezTo>
                  <a:pt x="0" y="48037"/>
                  <a:pt x="48038" y="0"/>
                  <a:pt x="107266" y="0"/>
                </a:cubicBezTo>
                <a:lnTo>
                  <a:pt x="3367806" y="0"/>
                </a:lnTo>
                <a:cubicBezTo>
                  <a:pt x="3427034" y="0"/>
                  <a:pt x="3475072" y="48037"/>
                  <a:pt x="3475072" y="107265"/>
                </a:cubicBezTo>
                <a:lnTo>
                  <a:pt x="3475072" y="1369885"/>
                </a:lnTo>
                <a:cubicBezTo>
                  <a:pt x="3475072" y="1429113"/>
                  <a:pt x="3427034" y="1477151"/>
                  <a:pt x="3367806" y="1477151"/>
                </a:cubicBezTo>
                <a:lnTo>
                  <a:pt x="107266" y="1477151"/>
                </a:lnTo>
                <a:cubicBezTo>
                  <a:pt x="48038" y="1477151"/>
                  <a:pt x="0" y="1429113"/>
                  <a:pt x="0" y="1369885"/>
                </a:cubicBezTo>
                <a:lnTo>
                  <a:pt x="0" y="107265"/>
                </a:lnTo>
              </a:path>
            </a:pathLst>
          </a:custGeom>
          <a:solidFill xmlns:a="http://schemas.openxmlformats.org/drawingml/2006/main">
            <a:srgbClr val="FFF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 Overall">
            <a:extLst xmlns:a="http://schemas.openxmlformats.org/drawingml/2006/main">
              <a:ext uri="{FF2B5EF4-FFF2-40B4-BE49-F238E27FC236}">
                <a16:creationId xmlns:a16="http://schemas.microsoft.com/office/drawing/2014/main" id="{A5F9A916-9DFE-4807-9671-C8B87456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3616" y="7095516"/>
            <a:ext cx="837611" cy="344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0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0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Overall</a:t>
            </a:r>
          </a:p>
        </p:txBody>
      </p:sp>
      <p:sp>
        <p:nvSpPr>
          <p:cNvPr id="9" name="text-7 Abnormal">
            <a:extLst xmlns:a="http://schemas.openxmlformats.org/drawingml/2006/main">
              <a:ext uri="{FF2B5EF4-FFF2-40B4-BE49-F238E27FC236}">
                <a16:creationId xmlns:a16="http://schemas.microsoft.com/office/drawing/2014/main" id="{D539DFCE-026B-4C80-897B-4A6F9E62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3370" y="7096322"/>
            <a:ext cx="1121564" cy="343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0" name="text-8 “The">
            <a:extLst xmlns:a="http://schemas.openxmlformats.org/drawingml/2006/main">
              <a:ext uri="{FF2B5EF4-FFF2-40B4-BE49-F238E27FC236}">
                <a16:creationId xmlns:a16="http://schemas.microsoft.com/office/drawing/2014/main" id="{8D932F94-4A08-4F7A-935F-BA6550C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7503835"/>
            <a:ext cx="527813" cy="287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“The</a:t>
            </a:r>
          </a:p>
        </p:txBody>
      </p:sp>
      <p:sp>
        <p:nvSpPr>
          <p:cNvPr id="11" name="text-8 overall">
            <a:extLst xmlns:a="http://schemas.openxmlformats.org/drawingml/2006/main">
              <a:ext uri="{FF2B5EF4-FFF2-40B4-BE49-F238E27FC236}">
                <a16:creationId xmlns:a16="http://schemas.microsoft.com/office/drawing/2014/main" id="{B9FB587E-0DA6-4789-9F68-085C6ABF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534" y="7504543"/>
            <a:ext cx="708752" cy="286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overall</a:t>
            </a:r>
          </a:p>
        </p:txBody>
      </p:sp>
      <p:sp>
        <p:nvSpPr>
          <p:cNvPr id="12" name="text-8 saturation">
            <a:extLst xmlns:a="http://schemas.openxmlformats.org/drawingml/2006/main">
              <a:ext uri="{FF2B5EF4-FFF2-40B4-BE49-F238E27FC236}">
                <a16:creationId xmlns:a16="http://schemas.microsoft.com/office/drawing/2014/main" id="{D4D997CE-161C-4D82-8558-2F3DD1C2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8414" y="7504744"/>
            <a:ext cx="1089451" cy="286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saturation</a:t>
            </a:r>
          </a:p>
        </p:txBody>
      </p:sp>
      <p:sp>
        <p:nvSpPr>
          <p:cNvPr id="13" name="text-8 of">
            <a:extLst xmlns:a="http://schemas.openxmlformats.org/drawingml/2006/main">
              <a:ext uri="{FF2B5EF4-FFF2-40B4-BE49-F238E27FC236}">
                <a16:creationId xmlns:a16="http://schemas.microsoft.com/office/drawing/2014/main" id="{36868B47-2D45-472B-B124-14AD16C7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4703" y="7505003"/>
            <a:ext cx="227341" cy="285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14" name="text-8 the">
            <a:extLst xmlns:a="http://schemas.openxmlformats.org/drawingml/2006/main">
              <a:ext uri="{FF2B5EF4-FFF2-40B4-BE49-F238E27FC236}">
                <a16:creationId xmlns:a16="http://schemas.microsoft.com/office/drawing/2014/main" id="{89EA5AA9-FA73-4AFE-A281-5B82FF1C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807" y="7504502"/>
            <a:ext cx="365924" cy="286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5" name="text-9 image">
            <a:extLst xmlns:a="http://schemas.openxmlformats.org/drawingml/2006/main">
              <a:ext uri="{FF2B5EF4-FFF2-40B4-BE49-F238E27FC236}">
                <a16:creationId xmlns:a16="http://schemas.microsoft.com/office/drawing/2014/main" id="{5387F3E1-546C-48A4-B4A6-36CAD506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7750100"/>
            <a:ext cx="643853" cy="2869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image</a:t>
            </a:r>
          </a:p>
        </p:txBody>
      </p:sp>
      <p:sp>
        <p:nvSpPr>
          <p:cNvPr id="16" name="text-9 is">
            <a:extLst xmlns:a="http://schemas.openxmlformats.org/drawingml/2006/main">
              <a:ext uri="{FF2B5EF4-FFF2-40B4-BE49-F238E27FC236}">
                <a16:creationId xmlns:a16="http://schemas.microsoft.com/office/drawing/2014/main" id="{2B1EEB92-6233-408F-A5D8-4744BB1C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1916" y="7750265"/>
            <a:ext cx="182070" cy="28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17" name="text-9 relatively">
            <a:extLst xmlns:a="http://schemas.openxmlformats.org/drawingml/2006/main">
              <a:ext uri="{FF2B5EF4-FFF2-40B4-BE49-F238E27FC236}">
                <a16:creationId xmlns:a16="http://schemas.microsoft.com/office/drawing/2014/main" id="{81BC6E90-E073-447F-B8BA-063DF7E2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7910" y="7750384"/>
            <a:ext cx="975588" cy="286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relatively</a:t>
            </a:r>
          </a:p>
        </p:txBody>
      </p:sp>
      <p:sp>
        <p:nvSpPr>
          <p:cNvPr id="18" name="text-9 high,">
            <a:extLst xmlns:a="http://schemas.openxmlformats.org/drawingml/2006/main">
              <a:ext uri="{FF2B5EF4-FFF2-40B4-BE49-F238E27FC236}">
                <a16:creationId xmlns:a16="http://schemas.microsoft.com/office/drawing/2014/main" id="{DF32898A-702E-4808-8AC5-85C57BF0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5703" y="7749977"/>
            <a:ext cx="538612" cy="287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high,</a:t>
            </a:r>
          </a:p>
        </p:txBody>
      </p:sp>
      <p:sp>
        <p:nvSpPr>
          <p:cNvPr id="19" name="text-9 the">
            <a:extLst xmlns:a="http://schemas.openxmlformats.org/drawingml/2006/main">
              <a:ext uri="{FF2B5EF4-FFF2-40B4-BE49-F238E27FC236}">
                <a16:creationId xmlns:a16="http://schemas.microsoft.com/office/drawing/2014/main" id="{BE9A3C13-215B-432C-8E6A-F0767DE6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99" y="7750652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20" name="text-10 shadow">
            <a:extLst xmlns:a="http://schemas.openxmlformats.org/drawingml/2006/main">
              <a:ext uri="{FF2B5EF4-FFF2-40B4-BE49-F238E27FC236}">
                <a16:creationId xmlns:a16="http://schemas.microsoft.com/office/drawing/2014/main" id="{F74BAC5C-05F3-451B-98F3-7C9B0F29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7996246"/>
            <a:ext cx="799815" cy="286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shadow</a:t>
            </a:r>
          </a:p>
        </p:txBody>
      </p:sp>
      <p:sp>
        <p:nvSpPr>
          <p:cNvPr id="21" name="text-10 expression">
            <a:extLst xmlns:a="http://schemas.openxmlformats.org/drawingml/2006/main">
              <a:ext uri="{FF2B5EF4-FFF2-40B4-BE49-F238E27FC236}">
                <a16:creationId xmlns:a16="http://schemas.microsoft.com/office/drawing/2014/main" id="{1311C7FA-F5A3-4C9D-BAD1-4A949F3F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2405" y="7996032"/>
            <a:ext cx="1077379" cy="286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expression</a:t>
            </a:r>
          </a:p>
        </p:txBody>
      </p:sp>
      <p:sp>
        <p:nvSpPr>
          <p:cNvPr id="22" name="text-10 is">
            <a:extLst xmlns:a="http://schemas.openxmlformats.org/drawingml/2006/main">
              <a:ext uri="{FF2B5EF4-FFF2-40B4-BE49-F238E27FC236}">
                <a16:creationId xmlns:a16="http://schemas.microsoft.com/office/drawing/2014/main" id="{34480098-4EBD-4BEE-A906-FC8ACC82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2140" y="7995912"/>
            <a:ext cx="182070" cy="28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23" name="text-10 incorrect,">
            <a:extLst xmlns:a="http://schemas.openxmlformats.org/drawingml/2006/main">
              <a:ext uri="{FF2B5EF4-FFF2-40B4-BE49-F238E27FC236}">
                <a16:creationId xmlns:a16="http://schemas.microsoft.com/office/drawing/2014/main" id="{42D1E546-F9F2-43CE-A570-0D384EA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9568" y="7996873"/>
            <a:ext cx="1030087" cy="285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incorrect,</a:t>
            </a:r>
          </a:p>
        </p:txBody>
      </p:sp>
      <p:sp>
        <p:nvSpPr>
          <p:cNvPr id="24" name="text-11 and">
            <a:extLst xmlns:a="http://schemas.openxmlformats.org/drawingml/2006/main">
              <a:ext uri="{FF2B5EF4-FFF2-40B4-BE49-F238E27FC236}">
                <a16:creationId xmlns:a16="http://schemas.microsoft.com/office/drawing/2014/main" id="{F5ED7F8E-FE09-449D-A5ED-678280D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8241554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25" name="text-11 there">
            <a:extLst xmlns:a="http://schemas.openxmlformats.org/drawingml/2006/main">
              <a:ext uri="{FF2B5EF4-FFF2-40B4-BE49-F238E27FC236}">
                <a16:creationId xmlns:a16="http://schemas.microsoft.com/office/drawing/2014/main" id="{EE592E79-F459-480D-A09D-3EC860D3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4316" y="8242187"/>
            <a:ext cx="575338" cy="28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there</a:t>
            </a:r>
          </a:p>
        </p:txBody>
      </p:sp>
      <p:sp>
        <p:nvSpPr>
          <p:cNvPr id="26" name="text-11 is">
            <a:extLst xmlns:a="http://schemas.openxmlformats.org/drawingml/2006/main">
              <a:ext uri="{FF2B5EF4-FFF2-40B4-BE49-F238E27FC236}">
                <a16:creationId xmlns:a16="http://schemas.microsoft.com/office/drawing/2014/main" id="{F1F38936-513D-496E-ABDC-FB12EACE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414" y="8241558"/>
            <a:ext cx="182069" cy="286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27" name="text-11 a">
            <a:extLst xmlns:a="http://schemas.openxmlformats.org/drawingml/2006/main">
              <a:ext uri="{FF2B5EF4-FFF2-40B4-BE49-F238E27FC236}">
                <a16:creationId xmlns:a16="http://schemas.microsoft.com/office/drawing/2014/main" id="{EB18A4B1-0275-4DC6-A063-E026C111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2408" y="8241601"/>
            <a:ext cx="156596" cy="28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</a:t>
            </a:r>
          </a:p>
        </p:txBody>
      </p:sp>
      <p:sp>
        <p:nvSpPr>
          <p:cNvPr id="28" name="text-11 certain">
            <a:extLst xmlns:a="http://schemas.openxmlformats.org/drawingml/2006/main">
              <a:ext uri="{FF2B5EF4-FFF2-40B4-BE49-F238E27FC236}">
                <a16:creationId xmlns:a16="http://schemas.microsoft.com/office/drawing/2014/main" id="{85FBCDC5-90AA-4E71-BC01-CE6B779D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041" y="8244489"/>
            <a:ext cx="757535" cy="282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8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certain</a:t>
            </a:r>
          </a:p>
        </p:txBody>
      </p:sp>
      <p:sp>
        <p:nvSpPr>
          <p:cNvPr id="29" name="text-11 degree">
            <a:extLst xmlns:a="http://schemas.openxmlformats.org/drawingml/2006/main">
              <a:ext uri="{FF2B5EF4-FFF2-40B4-BE49-F238E27FC236}">
                <a16:creationId xmlns:a16="http://schemas.microsoft.com/office/drawing/2014/main" id="{8FA1E5D8-8696-4A84-8C60-B94C6CCE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713" y="8241976"/>
            <a:ext cx="710481" cy="286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degree</a:t>
            </a:r>
          </a:p>
        </p:txBody>
      </p:sp>
      <p:sp>
        <p:nvSpPr>
          <p:cNvPr id="30" name="text-12 of">
            <a:extLst xmlns:a="http://schemas.openxmlformats.org/drawingml/2006/main">
              <a:ext uri="{FF2B5EF4-FFF2-40B4-BE49-F238E27FC236}">
                <a16:creationId xmlns:a16="http://schemas.microsoft.com/office/drawing/2014/main" id="{7C995CA4-3EC6-4FA4-AF39-CE373FE2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4314" y="8487989"/>
            <a:ext cx="227217" cy="28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31" name="text-12 distortion">
            <a:extLst xmlns:a="http://schemas.openxmlformats.org/drawingml/2006/main">
              <a:ext uri="{FF2B5EF4-FFF2-40B4-BE49-F238E27FC236}">
                <a16:creationId xmlns:a16="http://schemas.microsoft.com/office/drawing/2014/main" id="{7767B334-A119-4116-B16D-E7F24D3A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7594" y="8489682"/>
            <a:ext cx="1033149" cy="28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9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distortion</a:t>
            </a:r>
          </a:p>
        </p:txBody>
      </p:sp>
      <p:sp>
        <p:nvSpPr>
          <p:cNvPr id="32" name="text-12 in">
            <a:extLst xmlns:a="http://schemas.openxmlformats.org/drawingml/2006/main">
              <a:ext uri="{FF2B5EF4-FFF2-40B4-BE49-F238E27FC236}">
                <a16:creationId xmlns:a16="http://schemas.microsoft.com/office/drawing/2014/main" id="{7FB63670-79E9-4B0E-9BDB-3B4C68FF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8231" y="8487207"/>
            <a:ext cx="230947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33" name="text-12 the">
            <a:extLst xmlns:a="http://schemas.openxmlformats.org/drawingml/2006/main">
              <a:ext uri="{FF2B5EF4-FFF2-40B4-BE49-F238E27FC236}">
                <a16:creationId xmlns:a16="http://schemas.microsoft.com/office/drawing/2014/main" id="{F2AEDC7E-28CE-4841-8BC6-A5772B85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3150" y="8487591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4" name="text-12 image.”">
            <a:extLst xmlns:a="http://schemas.openxmlformats.org/drawingml/2006/main">
              <a:ext uri="{FF2B5EF4-FFF2-40B4-BE49-F238E27FC236}">
                <a16:creationId xmlns:a16="http://schemas.microsoft.com/office/drawing/2014/main" id="{EECA0C6F-4070-480F-B1B6-BC74DE15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3787" y="8486905"/>
            <a:ext cx="812595" cy="287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image.”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EC1C71-3FBD-4FEB-A58E-DD809E832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87ed5c1cd49d3"/>
          <a:stretch xmlns:a="http://schemas.openxmlformats.org/drawingml/2006/main"/>
        </p:blipFill>
        <p:spPr>
          <a:xfrm xmlns:a="http://schemas.openxmlformats.org/drawingml/2006/main">
            <a:off x="3855915" y="9375951"/>
            <a:ext cx="1506628" cy="1252263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DC6250-A107-4760-8BB1-28D24ECA1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5ad1a6ca14ec0"/>
          <a:stretch xmlns:a="http://schemas.openxmlformats.org/drawingml/2006/main"/>
        </p:blipFill>
        <p:spPr>
          <a:xfrm xmlns:a="http://schemas.openxmlformats.org/drawingml/2006/main">
            <a:off x="3905250" y="9421812"/>
            <a:ext cx="1352550" cy="1104900"/>
          </a:xfrm>
          <a:prstGeom xmlns:a="http://schemas.openxmlformats.org/drawingml/2006/main" prst="rect">
            <a:avLst/>
          </a:prstGeom>
        </p:spPr>
      </p:pic>
      <p:sp>
        <p:nvSpPr>
          <p:cNvPr id="37" name="path-15">
            <a:extLst xmlns:a="http://schemas.openxmlformats.org/drawingml/2006/main">
              <a:ext uri="{FF2B5EF4-FFF2-40B4-BE49-F238E27FC236}">
                <a16:creationId xmlns:a16="http://schemas.microsoft.com/office/drawing/2014/main" id="{381E6DC8-070D-4B6E-BE97-19772175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947" y="9416907"/>
            <a:ext cx="1370159" cy="1117961"/>
          </a:xfrm>
          <a:custGeom xmlns:a="http://schemas.openxmlformats.org/drawingml/2006/main">
            <a:pathLst>
              <a:path w="1370159" h="1117961">
                <a:moveTo>
                  <a:pt x="0" y="0"/>
                </a:moveTo>
                <a:lnTo>
                  <a:pt x="1370159" y="0"/>
                </a:lnTo>
                <a:lnTo>
                  <a:pt x="1370159" y="1117961"/>
                </a:lnTo>
                <a:lnTo>
                  <a:pt x="0" y="11179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F96808"/>
            </a:solidFill>
            <a:prstDash val="solid"/>
          </a:ln>
        </p:spPr>
      </p:sp>
      <p:sp>
        <p:nvSpPr>
          <p:cNvPr id="38" name="text-16 Abnormal">
            <a:extLst xmlns:a="http://schemas.openxmlformats.org/drawingml/2006/main">
              <a:ext uri="{FF2B5EF4-FFF2-40B4-BE49-F238E27FC236}">
                <a16:creationId xmlns:a16="http://schemas.microsoft.com/office/drawing/2014/main" id="{72A4516D-1830-4547-B90F-C3AF4276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9151" y="9009212"/>
            <a:ext cx="1121089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39" name="text-16 Area">
            <a:extLst xmlns:a="http://schemas.openxmlformats.org/drawingml/2006/main">
              <a:ext uri="{FF2B5EF4-FFF2-40B4-BE49-F238E27FC236}">
                <a16:creationId xmlns:a16="http://schemas.microsoft.com/office/drawing/2014/main" id="{8E56C227-54BA-41D5-BA05-F9EC7357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5683" y="9009016"/>
            <a:ext cx="557859" cy="343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Area</a:t>
            </a:r>
          </a:p>
        </p:txBody>
      </p:sp>
      <p:sp>
        <p:nvSpPr>
          <p:cNvPr id="40" name="text-16 Abnormal">
            <a:extLst xmlns:a="http://schemas.openxmlformats.org/drawingml/2006/main">
              <a:ext uri="{FF2B5EF4-FFF2-40B4-BE49-F238E27FC236}">
                <a16:creationId xmlns:a16="http://schemas.microsoft.com/office/drawing/2014/main" id="{6D01FB69-B206-4D89-9109-8935ECEC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7475" y="9009212"/>
            <a:ext cx="1121089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41" name="text-17 (b)">
            <a:extLst xmlns:a="http://schemas.openxmlformats.org/drawingml/2006/main">
              <a:ext uri="{FF2B5EF4-FFF2-40B4-BE49-F238E27FC236}">
                <a16:creationId xmlns:a16="http://schemas.microsoft.com/office/drawing/2014/main" id="{F6CFC78D-7BEE-4522-97CB-881A23A7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0985" y="6625462"/>
            <a:ext cx="384063" cy="383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42" name="text-17 Image">
            <a:extLst xmlns:a="http://schemas.openxmlformats.org/drawingml/2006/main">
              <a:ext uri="{FF2B5EF4-FFF2-40B4-BE49-F238E27FC236}">
                <a16:creationId xmlns:a16="http://schemas.microsoft.com/office/drawing/2014/main" id="{EF8E3EDC-B925-46F1-B0BB-4D2693F3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1915" y="6625349"/>
            <a:ext cx="779818" cy="383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43" name="text-18 “The">
            <a:extLst xmlns:a="http://schemas.openxmlformats.org/drawingml/2006/main">
              <a:ext uri="{FF2B5EF4-FFF2-40B4-BE49-F238E27FC236}">
                <a16:creationId xmlns:a16="http://schemas.microsoft.com/office/drawing/2014/main" id="{D11A959A-1F29-474E-80C3-F7DDD86A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321" y="9547177"/>
            <a:ext cx="527188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“The</a:t>
            </a:r>
          </a:p>
        </p:txBody>
      </p:sp>
      <p:sp>
        <p:nvSpPr>
          <p:cNvPr id="44" name="text-18 ears">
            <a:extLst xmlns:a="http://schemas.openxmlformats.org/drawingml/2006/main">
              <a:ext uri="{FF2B5EF4-FFF2-40B4-BE49-F238E27FC236}">
                <a16:creationId xmlns:a16="http://schemas.microsoft.com/office/drawing/2014/main" id="{464CA44A-7AE8-4CB1-8E75-5C284500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448" y="9549420"/>
            <a:ext cx="452538" cy="283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ears</a:t>
            </a:r>
          </a:p>
        </p:txBody>
      </p:sp>
      <p:sp>
        <p:nvSpPr>
          <p:cNvPr id="45" name="text-18 of">
            <a:extLst xmlns:a="http://schemas.openxmlformats.org/drawingml/2006/main">
              <a:ext uri="{FF2B5EF4-FFF2-40B4-BE49-F238E27FC236}">
                <a16:creationId xmlns:a16="http://schemas.microsoft.com/office/drawing/2014/main" id="{BB2ACE26-BB2B-404B-B141-7E217CC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5291" y="9547565"/>
            <a:ext cx="227950" cy="28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46" name="text-18 the">
            <a:extLst xmlns:a="http://schemas.openxmlformats.org/drawingml/2006/main">
              <a:ext uri="{FF2B5EF4-FFF2-40B4-BE49-F238E27FC236}">
                <a16:creationId xmlns:a16="http://schemas.microsoft.com/office/drawing/2014/main" id="{0240AF8C-59F1-4600-87B4-4F67F975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8572" y="9547826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47" name="text-18 bear">
            <a:extLst xmlns:a="http://schemas.openxmlformats.org/drawingml/2006/main">
              <a:ext uri="{FF2B5EF4-FFF2-40B4-BE49-F238E27FC236}">
                <a16:creationId xmlns:a16="http://schemas.microsoft.com/office/drawing/2014/main" id="{D310C5A5-834F-474E-A622-6B6F1203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209" y="9546984"/>
            <a:ext cx="486336" cy="287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bear</a:t>
            </a:r>
          </a:p>
        </p:txBody>
      </p:sp>
      <p:sp>
        <p:nvSpPr>
          <p:cNvPr id="48" name="text-19 are">
            <a:extLst xmlns:a="http://schemas.openxmlformats.org/drawingml/2006/main">
              <a:ext uri="{FF2B5EF4-FFF2-40B4-BE49-F238E27FC236}">
                <a16:creationId xmlns:a16="http://schemas.microsoft.com/office/drawing/2014/main" id="{005E2E61-96B9-427B-9BEC-38F3F0F8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321" y="9794209"/>
            <a:ext cx="365421" cy="285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are</a:t>
            </a:r>
          </a:p>
        </p:txBody>
      </p:sp>
      <p:sp>
        <p:nvSpPr>
          <p:cNvPr id="49" name="text-19 asymmetrical">
            <a:extLst xmlns:a="http://schemas.openxmlformats.org/drawingml/2006/main">
              <a:ext uri="{FF2B5EF4-FFF2-40B4-BE49-F238E27FC236}">
                <a16:creationId xmlns:a16="http://schemas.microsoft.com/office/drawing/2014/main" id="{6095205B-ACAC-4154-92FF-6E2004F0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6959" y="9793368"/>
            <a:ext cx="1418395" cy="286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asymmetrical</a:t>
            </a:r>
          </a:p>
        </p:txBody>
      </p:sp>
      <p:sp>
        <p:nvSpPr>
          <p:cNvPr id="50" name="text-20 and">
            <a:extLst xmlns:a="http://schemas.openxmlformats.org/drawingml/2006/main">
              <a:ext uri="{FF2B5EF4-FFF2-40B4-BE49-F238E27FC236}">
                <a16:creationId xmlns:a16="http://schemas.microsoft.com/office/drawing/2014/main" id="{18BFC27E-5E9E-4756-8D98-B0A6E28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321" y="10039026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51" name="text-20 the">
            <a:extLst xmlns:a="http://schemas.openxmlformats.org/drawingml/2006/main">
              <a:ext uri="{FF2B5EF4-FFF2-40B4-BE49-F238E27FC236}">
                <a16:creationId xmlns:a16="http://schemas.microsoft.com/office/drawing/2014/main" id="{D7084A51-E9EC-46B1-8C7C-8FC73D9C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6324" y="10039417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52" name="text-20 number">
            <a:extLst xmlns:a="http://schemas.openxmlformats.org/drawingml/2006/main">
              <a:ext uri="{FF2B5EF4-FFF2-40B4-BE49-F238E27FC236}">
                <a16:creationId xmlns:a16="http://schemas.microsoft.com/office/drawing/2014/main" id="{BC2F7126-C5F0-4B7B-9AA1-E283FE3E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8804" y="10038723"/>
            <a:ext cx="831236" cy="287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number</a:t>
            </a:r>
          </a:p>
        </p:txBody>
      </p:sp>
      <p:sp>
        <p:nvSpPr>
          <p:cNvPr id="53" name="text-20 is">
            <a:extLst xmlns:a="http://schemas.openxmlformats.org/drawingml/2006/main">
              <a:ext uri="{FF2B5EF4-FFF2-40B4-BE49-F238E27FC236}">
                <a16:creationId xmlns:a16="http://schemas.microsoft.com/office/drawing/2014/main" id="{998A3F07-5CCC-4DC0-ABDD-D2678D3B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3099" y="10039032"/>
            <a:ext cx="182069" cy="28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54" name="text-21 incorrect.”">
            <a:extLst xmlns:a="http://schemas.openxmlformats.org/drawingml/2006/main">
              <a:ext uri="{FF2B5EF4-FFF2-40B4-BE49-F238E27FC236}">
                <a16:creationId xmlns:a16="http://schemas.microsoft.com/office/drawing/2014/main" id="{93B345F8-D8A5-4A3D-9358-4EEDEBC4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321" y="10285546"/>
            <a:ext cx="1128653" cy="285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incorrect.”</a:t>
            </a:r>
          </a:p>
        </p:txBody>
      </p:sp>
      <p:sp>
        <p:nvSpPr>
          <p:cNvPr id="55" name="text-22 (b)">
            <a:extLst xmlns:a="http://schemas.openxmlformats.org/drawingml/2006/main">
              <a:ext uri="{FF2B5EF4-FFF2-40B4-BE49-F238E27FC236}">
                <a16:creationId xmlns:a16="http://schemas.microsoft.com/office/drawing/2014/main" id="{CF11F377-AA53-44E5-ACE7-3244404D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7849" y="6632388"/>
            <a:ext cx="383900" cy="383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56" name="text-22 3D">
            <a:extLst xmlns:a="http://schemas.openxmlformats.org/drawingml/2006/main">
              <a:ext uri="{FF2B5EF4-FFF2-40B4-BE49-F238E27FC236}">
                <a16:creationId xmlns:a16="http://schemas.microsoft.com/office/drawing/2014/main" id="{B00D55F1-DB25-4752-9FCA-1F153A6B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8712" y="6632389"/>
            <a:ext cx="383898" cy="383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</a:t>
            </a:r>
          </a:p>
        </p:txBody>
      </p:sp>
      <p:sp>
        <p:nvSpPr>
          <p:cNvPr id="57" name="text-22 Object">
            <a:extLst xmlns:a="http://schemas.openxmlformats.org/drawingml/2006/main">
              <a:ext uri="{FF2B5EF4-FFF2-40B4-BE49-F238E27FC236}">
                <a16:creationId xmlns:a16="http://schemas.microsoft.com/office/drawing/2014/main" id="{C0401C9A-AD6C-4542-B503-521CB027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1217" y="6632321"/>
            <a:ext cx="840085" cy="383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</a:t>
            </a:r>
          </a:p>
        </p:txBody>
      </p:sp>
      <p:sp>
        <p:nvSpPr>
          <p:cNvPr id="58" name="path-23">
            <a:extLst xmlns:a="http://schemas.openxmlformats.org/drawingml/2006/main">
              <a:ext uri="{FF2B5EF4-FFF2-40B4-BE49-F238E27FC236}">
                <a16:creationId xmlns:a16="http://schemas.microsoft.com/office/drawing/2014/main" id="{9DE1CF18-E5D3-4807-89DF-2121BE97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419" y="7053520"/>
            <a:ext cx="2597296" cy="1989731"/>
          </a:xfrm>
          <a:custGeom xmlns:a="http://schemas.openxmlformats.org/drawingml/2006/main">
            <a:pathLst>
              <a:path w="2597296" h="1989731">
                <a:moveTo>
                  <a:pt x="0" y="173044"/>
                </a:moveTo>
                <a:cubicBezTo>
                  <a:pt x="0" y="77515"/>
                  <a:pt x="77515" y="0"/>
                  <a:pt x="173044" y="0"/>
                </a:cubicBezTo>
                <a:lnTo>
                  <a:pt x="2424253" y="0"/>
                </a:lnTo>
                <a:cubicBezTo>
                  <a:pt x="2519782" y="0"/>
                  <a:pt x="2597296" y="77515"/>
                  <a:pt x="2597296" y="173044"/>
                </a:cubicBezTo>
                <a:lnTo>
                  <a:pt x="2597296" y="1816688"/>
                </a:lnTo>
                <a:cubicBezTo>
                  <a:pt x="2597296" y="1912217"/>
                  <a:pt x="2519782" y="1989731"/>
                  <a:pt x="2424253" y="1989731"/>
                </a:cubicBezTo>
                <a:lnTo>
                  <a:pt x="173044" y="1989731"/>
                </a:lnTo>
                <a:cubicBezTo>
                  <a:pt x="77515" y="1989731"/>
                  <a:pt x="0" y="1912217"/>
                  <a:pt x="0" y="1816688"/>
                </a:cubicBezTo>
                <a:lnTo>
                  <a:pt x="0" y="173044"/>
                </a:lnTo>
              </a:path>
            </a:pathLst>
          </a:custGeom>
          <a:noFill xmlns:a="http://schemas.openxmlformats.org/drawingml/2006/main"/>
          <a:ln xmlns:a="http://schemas.openxmlformats.org/drawingml/2006/main" w="21835">
            <a:solidFill>
              <a:srgbClr val="548235"/>
            </a:solidFill>
            <a:prstDash val="dash"/>
          </a:ln>
        </p:spPr>
      </p:sp>
      <p:sp>
        <p:nvSpPr>
          <p:cNvPr id="59" name="path-24">
            <a:extLst xmlns:a="http://schemas.openxmlformats.org/drawingml/2006/main">
              <a:ext uri="{FF2B5EF4-FFF2-40B4-BE49-F238E27FC236}">
                <a16:creationId xmlns:a16="http://schemas.microsoft.com/office/drawing/2014/main" id="{2E5A2624-F8D0-4E1B-94BB-7175841E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0259" y="7069897"/>
            <a:ext cx="2597298" cy="1989732"/>
          </a:xfrm>
          <a:custGeom xmlns:a="http://schemas.openxmlformats.org/drawingml/2006/main">
            <a:pathLst>
              <a:path w="2597298" h="1989732">
                <a:moveTo>
                  <a:pt x="0" y="173044"/>
                </a:moveTo>
                <a:cubicBezTo>
                  <a:pt x="0" y="77515"/>
                  <a:pt x="77516" y="0"/>
                  <a:pt x="173045" y="0"/>
                </a:cubicBezTo>
                <a:lnTo>
                  <a:pt x="2424253" y="0"/>
                </a:lnTo>
                <a:cubicBezTo>
                  <a:pt x="2519782" y="0"/>
                  <a:pt x="2597298" y="77515"/>
                  <a:pt x="2597298" y="173044"/>
                </a:cubicBezTo>
                <a:lnTo>
                  <a:pt x="2597298" y="1816688"/>
                </a:lnTo>
                <a:cubicBezTo>
                  <a:pt x="2597298" y="1912217"/>
                  <a:pt x="2519782" y="1989732"/>
                  <a:pt x="2424253" y="1989732"/>
                </a:cubicBezTo>
                <a:lnTo>
                  <a:pt x="173045" y="1989732"/>
                </a:lnTo>
                <a:cubicBezTo>
                  <a:pt x="77516" y="1989732"/>
                  <a:pt x="0" y="1912217"/>
                  <a:pt x="0" y="1816688"/>
                </a:cubicBezTo>
                <a:lnTo>
                  <a:pt x="0" y="173044"/>
                </a:lnTo>
              </a:path>
            </a:pathLst>
          </a:custGeom>
          <a:noFill xmlns:a="http://schemas.openxmlformats.org/drawingml/2006/main"/>
          <a:ln xmlns:a="http://schemas.openxmlformats.org/drawingml/2006/main" w="21835">
            <a:solidFill>
              <a:srgbClr val="548235"/>
            </a:solidFill>
            <a:prstDash val="dash"/>
          </a:ln>
        </p:spPr>
      </p:sp>
      <p:sp>
        <p:nvSpPr>
          <p:cNvPr id="60" name="text-25 Texture">
            <a:extLst xmlns:a="http://schemas.openxmlformats.org/drawingml/2006/main">
              <a:ext uri="{FF2B5EF4-FFF2-40B4-BE49-F238E27FC236}">
                <a16:creationId xmlns:a16="http://schemas.microsoft.com/office/drawing/2014/main" id="{81B4ADA5-B272-4C07-8F2B-C58C1214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90776" y="7810554"/>
            <a:ext cx="702509" cy="305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9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Texture</a:t>
            </a:r>
          </a:p>
        </p:txBody>
      </p:sp>
      <p:sp>
        <p:nvSpPr>
          <p:cNvPr id="61" name="text-26 Normal">
            <a:extLst xmlns:a="http://schemas.openxmlformats.org/drawingml/2006/main">
              <a:ext uri="{FF2B5EF4-FFF2-40B4-BE49-F238E27FC236}">
                <a16:creationId xmlns:a16="http://schemas.microsoft.com/office/drawing/2014/main" id="{BC4994F5-5E59-4B91-A456-508BE230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105326" y="7826801"/>
            <a:ext cx="700467" cy="303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</a:t>
            </a:r>
          </a:p>
        </p:txBody>
      </p:sp>
      <p:sp>
        <p:nvSpPr>
          <p:cNvPr id="62" name="path-27">
            <a:extLst xmlns:a="http://schemas.openxmlformats.org/drawingml/2006/main">
              <a:ext uri="{FF2B5EF4-FFF2-40B4-BE49-F238E27FC236}">
                <a16:creationId xmlns:a16="http://schemas.microsoft.com/office/drawing/2014/main" id="{FBF379C6-2B67-42E1-987B-86F00681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625" y="9468219"/>
            <a:ext cx="3093501" cy="1370704"/>
          </a:xfrm>
          <a:custGeom xmlns:a="http://schemas.openxmlformats.org/drawingml/2006/main">
            <a:pathLst>
              <a:path w="3093501" h="1370704">
                <a:moveTo>
                  <a:pt x="0" y="163628"/>
                </a:moveTo>
                <a:cubicBezTo>
                  <a:pt x="0" y="73285"/>
                  <a:pt x="73285" y="0"/>
                  <a:pt x="163628" y="0"/>
                </a:cubicBezTo>
                <a:lnTo>
                  <a:pt x="2929874" y="0"/>
                </a:lnTo>
                <a:cubicBezTo>
                  <a:pt x="3020217" y="0"/>
                  <a:pt x="3093501" y="73285"/>
                  <a:pt x="3093501" y="163628"/>
                </a:cubicBezTo>
                <a:lnTo>
                  <a:pt x="3093501" y="1207063"/>
                </a:lnTo>
                <a:cubicBezTo>
                  <a:pt x="3093501" y="1297448"/>
                  <a:pt x="3020217" y="1370704"/>
                  <a:pt x="2929874" y="1370704"/>
                </a:cubicBezTo>
                <a:lnTo>
                  <a:pt x="163628" y="1370704"/>
                </a:lnTo>
                <a:cubicBezTo>
                  <a:pt x="73285" y="1370704"/>
                  <a:pt x="0" y="1297448"/>
                  <a:pt x="0" y="1207063"/>
                </a:cubicBezTo>
                <a:lnTo>
                  <a:pt x="0" y="163628"/>
                </a:lnTo>
              </a:path>
            </a:pathLst>
          </a:custGeom>
          <a:solidFill xmlns:a="http://schemas.openxmlformats.org/drawingml/2006/main">
            <a:srgbClr val="DDE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-28 “The">
            <a:extLst xmlns:a="http://schemas.openxmlformats.org/drawingml/2006/main">
              <a:ext uri="{FF2B5EF4-FFF2-40B4-BE49-F238E27FC236}">
                <a16:creationId xmlns:a16="http://schemas.microsoft.com/office/drawing/2014/main" id="{4CDFDCFB-AB66-441B-AB2D-79651B6B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9520975"/>
            <a:ext cx="527188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“The</a:t>
            </a:r>
          </a:p>
        </p:txBody>
      </p:sp>
      <p:sp>
        <p:nvSpPr>
          <p:cNvPr id="64" name="text-28 surface">
            <a:extLst xmlns:a="http://schemas.openxmlformats.org/drawingml/2006/main">
              <a:ext uri="{FF2B5EF4-FFF2-40B4-BE49-F238E27FC236}">
                <a16:creationId xmlns:a16="http://schemas.microsoft.com/office/drawing/2014/main" id="{7C87B42C-A8A5-43EC-91F0-8520E97F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3721" y="9523163"/>
            <a:ext cx="755451" cy="283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surface</a:t>
            </a:r>
          </a:p>
        </p:txBody>
      </p:sp>
      <p:sp>
        <p:nvSpPr>
          <p:cNvPr id="65" name="text-28 texture">
            <a:extLst xmlns:a="http://schemas.openxmlformats.org/drawingml/2006/main">
              <a:ext uri="{FF2B5EF4-FFF2-40B4-BE49-F238E27FC236}">
                <a16:creationId xmlns:a16="http://schemas.microsoft.com/office/drawing/2014/main" id="{88113137-74A5-4173-861C-808B37D3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5960" y="9521934"/>
            <a:ext cx="776550" cy="285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texture</a:t>
            </a:r>
          </a:p>
        </p:txBody>
      </p:sp>
      <p:sp>
        <p:nvSpPr>
          <p:cNvPr id="66" name="text-28 of">
            <a:extLst xmlns:a="http://schemas.openxmlformats.org/drawingml/2006/main">
              <a:ext uri="{FF2B5EF4-FFF2-40B4-BE49-F238E27FC236}">
                <a16:creationId xmlns:a16="http://schemas.microsoft.com/office/drawing/2014/main" id="{3CB49D67-B331-453F-A45F-94007D35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7647" y="9521363"/>
            <a:ext cx="227950" cy="28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67" name="text-28 the">
            <a:extLst xmlns:a="http://schemas.openxmlformats.org/drawingml/2006/main">
              <a:ext uri="{FF2B5EF4-FFF2-40B4-BE49-F238E27FC236}">
                <a16:creationId xmlns:a16="http://schemas.microsoft.com/office/drawing/2014/main" id="{35AC3C06-77E9-4F00-81E4-DD1A7B8D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9904" y="9521623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68" name="text-29 chair">
            <a:extLst xmlns:a="http://schemas.openxmlformats.org/drawingml/2006/main">
              <a:ext uri="{FF2B5EF4-FFF2-40B4-BE49-F238E27FC236}">
                <a16:creationId xmlns:a16="http://schemas.microsoft.com/office/drawing/2014/main" id="{9B78B1B6-0063-4D26-9513-DF0CCEA8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9766917"/>
            <a:ext cx="550112" cy="286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69" name="text-29 and">
            <a:extLst xmlns:a="http://schemas.openxmlformats.org/drawingml/2006/main">
              <a:ext uri="{FF2B5EF4-FFF2-40B4-BE49-F238E27FC236}">
                <a16:creationId xmlns:a16="http://schemas.microsoft.com/office/drawing/2014/main" id="{5E8BA186-9ABA-44FB-9F48-5A5C55E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8420" y="9766496"/>
            <a:ext cx="427548" cy="28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70" name="text-29 the">
            <a:extLst xmlns:a="http://schemas.openxmlformats.org/drawingml/2006/main">
              <a:ext uri="{FF2B5EF4-FFF2-40B4-BE49-F238E27FC236}">
                <a16:creationId xmlns:a16="http://schemas.microsoft.com/office/drawing/2014/main" id="{817EAF7D-5916-40A7-9C47-5BD39D1E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8354" y="9767010"/>
            <a:ext cx="365924" cy="286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71" name="text-29 book">
            <a:extLst xmlns:a="http://schemas.openxmlformats.org/drawingml/2006/main">
              <a:ext uri="{FF2B5EF4-FFF2-40B4-BE49-F238E27FC236}">
                <a16:creationId xmlns:a16="http://schemas.microsoft.com/office/drawing/2014/main" id="{9598AC64-4067-41A5-AD6A-139BDC2A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9444" y="9767048"/>
            <a:ext cx="506423" cy="286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book</a:t>
            </a:r>
          </a:p>
        </p:txBody>
      </p:sp>
      <p:sp>
        <p:nvSpPr>
          <p:cNvPr id="72" name="text-29 is">
            <a:extLst xmlns:a="http://schemas.openxmlformats.org/drawingml/2006/main">
              <a:ext uri="{FF2B5EF4-FFF2-40B4-BE49-F238E27FC236}">
                <a16:creationId xmlns:a16="http://schemas.microsoft.com/office/drawing/2014/main" id="{E28B3CB0-7A99-4CDA-8BC7-874CD8FC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4261" y="9766470"/>
            <a:ext cx="182371" cy="287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73" name="text-29 slightly">
            <a:extLst xmlns:a="http://schemas.openxmlformats.org/drawingml/2006/main">
              <a:ext uri="{FF2B5EF4-FFF2-40B4-BE49-F238E27FC236}">
                <a16:creationId xmlns:a16="http://schemas.microsoft.com/office/drawing/2014/main" id="{6D5D18B0-D167-459C-9D67-F9FDF9D4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0206" y="9764940"/>
            <a:ext cx="766479" cy="289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2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slightly</a:t>
            </a:r>
          </a:p>
        </p:txBody>
      </p:sp>
      <p:sp>
        <p:nvSpPr>
          <p:cNvPr id="74" name="text-30 blurred,">
            <a:extLst xmlns:a="http://schemas.openxmlformats.org/drawingml/2006/main">
              <a:ext uri="{FF2B5EF4-FFF2-40B4-BE49-F238E27FC236}">
                <a16:creationId xmlns:a16="http://schemas.microsoft.com/office/drawing/2014/main" id="{DBEF58CB-4B45-431C-B2CB-411E29FD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10013642"/>
            <a:ext cx="856115" cy="285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blurred,</a:t>
            </a:r>
          </a:p>
        </p:txBody>
      </p:sp>
      <p:sp>
        <p:nvSpPr>
          <p:cNvPr id="75" name="text-30 and">
            <a:extLst xmlns:a="http://schemas.openxmlformats.org/drawingml/2006/main">
              <a:ext uri="{FF2B5EF4-FFF2-40B4-BE49-F238E27FC236}">
                <a16:creationId xmlns:a16="http://schemas.microsoft.com/office/drawing/2014/main" id="{ED319DE0-CEBD-4B68-8236-653CE4AC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4320" y="10012825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76" name="text-30 there">
            <a:extLst xmlns:a="http://schemas.openxmlformats.org/drawingml/2006/main">
              <a:ext uri="{FF2B5EF4-FFF2-40B4-BE49-F238E27FC236}">
                <a16:creationId xmlns:a16="http://schemas.microsoft.com/office/drawing/2014/main" id="{9559CD22-9DFA-4665-8B21-4DC5C92E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164" y="10013536"/>
            <a:ext cx="575119" cy="285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there</a:t>
            </a:r>
          </a:p>
        </p:txBody>
      </p:sp>
      <p:sp>
        <p:nvSpPr>
          <p:cNvPr id="77" name="text-30 is">
            <a:extLst xmlns:a="http://schemas.openxmlformats.org/drawingml/2006/main">
              <a:ext uri="{FF2B5EF4-FFF2-40B4-BE49-F238E27FC236}">
                <a16:creationId xmlns:a16="http://schemas.microsoft.com/office/drawing/2014/main" id="{FBF54588-B71B-4F1C-B0E7-CA1C1B93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6421" y="10012830"/>
            <a:ext cx="182069" cy="28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is</a:t>
            </a:r>
          </a:p>
        </p:txBody>
      </p:sp>
      <p:sp>
        <p:nvSpPr>
          <p:cNvPr id="78" name="text-30 some">
            <a:extLst xmlns:a="http://schemas.openxmlformats.org/drawingml/2006/main">
              <a:ext uri="{FF2B5EF4-FFF2-40B4-BE49-F238E27FC236}">
                <a16:creationId xmlns:a16="http://schemas.microsoft.com/office/drawing/2014/main" id="{FB7DD8DB-5265-4ADA-ACB4-CCABA50C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2415" y="10012883"/>
            <a:ext cx="549240" cy="286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some</a:t>
            </a:r>
          </a:p>
        </p:txBody>
      </p:sp>
      <p:sp>
        <p:nvSpPr>
          <p:cNvPr id="79" name="text-31 blending">
            <a:extLst xmlns:a="http://schemas.openxmlformats.org/drawingml/2006/main">
              <a:ext uri="{FF2B5EF4-FFF2-40B4-BE49-F238E27FC236}">
                <a16:creationId xmlns:a16="http://schemas.microsoft.com/office/drawing/2014/main" id="{15FD7AFB-9AD8-4EE3-8E30-04E639E3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10258032"/>
            <a:ext cx="903305" cy="287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blending</a:t>
            </a:r>
          </a:p>
        </p:txBody>
      </p:sp>
      <p:sp>
        <p:nvSpPr>
          <p:cNvPr id="80" name="text-31 of">
            <a:extLst xmlns:a="http://schemas.openxmlformats.org/drawingml/2006/main">
              <a:ext uri="{FF2B5EF4-FFF2-40B4-BE49-F238E27FC236}">
                <a16:creationId xmlns:a16="http://schemas.microsoft.com/office/drawing/2014/main" id="{3C7D9271-DB5C-4E14-942C-FA678DC5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6695" y="10259258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81" name="text-31 the">
            <a:extLst xmlns:a="http://schemas.openxmlformats.org/drawingml/2006/main">
              <a:ext uri="{FF2B5EF4-FFF2-40B4-BE49-F238E27FC236}">
                <a16:creationId xmlns:a16="http://schemas.microsoft.com/office/drawing/2014/main" id="{0D1024CB-BB13-479D-A78A-EA89651E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975" y="10258861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82" name="text-31 edges">
            <a:extLst xmlns:a="http://schemas.openxmlformats.org/drawingml/2006/main">
              <a:ext uri="{FF2B5EF4-FFF2-40B4-BE49-F238E27FC236}">
                <a16:creationId xmlns:a16="http://schemas.microsoft.com/office/drawing/2014/main" id="{85AEF2BC-2447-4F58-81AB-5D2A200F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0614" y="10258135"/>
            <a:ext cx="588471" cy="28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edges</a:t>
            </a:r>
          </a:p>
        </p:txBody>
      </p:sp>
      <p:sp>
        <p:nvSpPr>
          <p:cNvPr id="83" name="text-31 of">
            <a:extLst xmlns:a="http://schemas.openxmlformats.org/drawingml/2006/main">
              <a:ext uri="{FF2B5EF4-FFF2-40B4-BE49-F238E27FC236}">
                <a16:creationId xmlns:a16="http://schemas.microsoft.com/office/drawing/2014/main" id="{CF0872FF-45FB-4FA2-8FA6-A20EE584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2743" y="10259258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84" name="text-31 the">
            <a:extLst xmlns:a="http://schemas.openxmlformats.org/drawingml/2006/main">
              <a:ext uri="{FF2B5EF4-FFF2-40B4-BE49-F238E27FC236}">
                <a16:creationId xmlns:a16="http://schemas.microsoft.com/office/drawing/2014/main" id="{CEC315BF-1FDD-4BDD-A0D6-0732E6E6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6025" y="10258861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85" name="text-32 book">
            <a:extLst xmlns:a="http://schemas.openxmlformats.org/drawingml/2006/main">
              <a:ext uri="{FF2B5EF4-FFF2-40B4-BE49-F238E27FC236}">
                <a16:creationId xmlns:a16="http://schemas.microsoft.com/office/drawing/2014/main" id="{17F81BED-E48B-4388-AE8A-1A539097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595" y="10504498"/>
            <a:ext cx="506048" cy="28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book</a:t>
            </a:r>
          </a:p>
        </p:txBody>
      </p:sp>
      <p:sp>
        <p:nvSpPr>
          <p:cNvPr id="86" name="text-32 and">
            <a:extLst xmlns:a="http://schemas.openxmlformats.org/drawingml/2006/main">
              <a:ext uri="{FF2B5EF4-FFF2-40B4-BE49-F238E27FC236}">
                <a16:creationId xmlns:a16="http://schemas.microsoft.com/office/drawing/2014/main" id="{390B7BC5-0ACD-4A60-A88F-8ED95012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7142" y="10504116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87" name="text-32 the">
            <a:extLst xmlns:a="http://schemas.openxmlformats.org/drawingml/2006/main">
              <a:ext uri="{FF2B5EF4-FFF2-40B4-BE49-F238E27FC236}">
                <a16:creationId xmlns:a16="http://schemas.microsoft.com/office/drawing/2014/main" id="{264E1908-8EE9-4D0D-9DEA-ADA97409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7144" y="10504507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88" name="text-32 chair">
            <a:extLst xmlns:a="http://schemas.openxmlformats.org/drawingml/2006/main">
              <a:ext uri="{FF2B5EF4-FFF2-40B4-BE49-F238E27FC236}">
                <a16:creationId xmlns:a16="http://schemas.microsoft.com/office/drawing/2014/main" id="{C96056FD-A1A6-4FB6-858C-D552492E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7782" y="10504125"/>
            <a:ext cx="550326" cy="286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89" name="text-32 …">
            <a:extLst xmlns:a="http://schemas.openxmlformats.org/drawingml/2006/main">
              <a:ext uri="{FF2B5EF4-FFF2-40B4-BE49-F238E27FC236}">
                <a16:creationId xmlns:a16="http://schemas.microsoft.com/office/drawing/2014/main" id="{62164F7F-7FF0-45BE-B48C-26C67034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4088" y="10504082"/>
            <a:ext cx="202690" cy="286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…</a:t>
            </a:r>
          </a:p>
        </p:txBody>
      </p:sp>
      <p:sp>
        <p:nvSpPr>
          <p:cNvPr id="90" name="text-33 ”">
            <a:extLst xmlns:a="http://schemas.openxmlformats.org/drawingml/2006/main">
              <a:ext uri="{FF2B5EF4-FFF2-40B4-BE49-F238E27FC236}">
                <a16:creationId xmlns:a16="http://schemas.microsoft.com/office/drawing/2014/main" id="{13184579-29CA-4619-B85E-2133E342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462" y="10504045"/>
            <a:ext cx="154018" cy="286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”</a:t>
            </a:r>
          </a:p>
        </p:txBody>
      </p:sp>
      <p:sp>
        <p:nvSpPr>
          <p:cNvPr id="91" name="text-34 Texture">
            <a:extLst xmlns:a="http://schemas.openxmlformats.org/drawingml/2006/main">
              <a:ext uri="{FF2B5EF4-FFF2-40B4-BE49-F238E27FC236}">
                <a16:creationId xmlns:a16="http://schemas.microsoft.com/office/drawing/2014/main" id="{75CBAE29-A458-4D90-BB7D-CD4EC2DF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713" y="9111068"/>
            <a:ext cx="849560" cy="344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5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Texture</a:t>
            </a:r>
          </a:p>
        </p:txBody>
      </p:sp>
      <p:sp>
        <p:nvSpPr>
          <p:cNvPr id="92" name="text-34 Abnormal">
            <a:extLst xmlns:a="http://schemas.openxmlformats.org/drawingml/2006/main">
              <a:ext uri="{FF2B5EF4-FFF2-40B4-BE49-F238E27FC236}">
                <a16:creationId xmlns:a16="http://schemas.microsoft.com/office/drawing/2014/main" id="{F0D31AA0-2D48-4B11-B215-D006012D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9996" y="9111301"/>
            <a:ext cx="1121565" cy="343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93" name="path-35">
            <a:extLst xmlns:a="http://schemas.openxmlformats.org/drawingml/2006/main">
              <a:ext uri="{FF2B5EF4-FFF2-40B4-BE49-F238E27FC236}">
                <a16:creationId xmlns:a16="http://schemas.microsoft.com/office/drawing/2014/main" id="{37CB27D2-3CAF-408B-9665-E4A3F556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9093" y="9468219"/>
            <a:ext cx="3032908" cy="1370704"/>
          </a:xfrm>
          <a:custGeom xmlns:a="http://schemas.openxmlformats.org/drawingml/2006/main">
            <a:pathLst>
              <a:path w="3032908" h="1370704">
                <a:moveTo>
                  <a:pt x="0" y="163628"/>
                </a:moveTo>
                <a:cubicBezTo>
                  <a:pt x="0" y="73285"/>
                  <a:pt x="73284" y="0"/>
                  <a:pt x="163627" y="0"/>
                </a:cubicBezTo>
                <a:lnTo>
                  <a:pt x="2869281" y="0"/>
                </a:lnTo>
                <a:cubicBezTo>
                  <a:pt x="2959624" y="0"/>
                  <a:pt x="3032908" y="73285"/>
                  <a:pt x="3032908" y="163628"/>
                </a:cubicBezTo>
                <a:lnTo>
                  <a:pt x="3032908" y="1207063"/>
                </a:lnTo>
                <a:cubicBezTo>
                  <a:pt x="3032908" y="1297448"/>
                  <a:pt x="2959624" y="1370704"/>
                  <a:pt x="2869281" y="1370704"/>
                </a:cubicBezTo>
                <a:lnTo>
                  <a:pt x="163627" y="1370704"/>
                </a:lnTo>
                <a:cubicBezTo>
                  <a:pt x="73284" y="1370704"/>
                  <a:pt x="0" y="1297448"/>
                  <a:pt x="0" y="1207063"/>
                </a:cubicBezTo>
                <a:lnTo>
                  <a:pt x="0" y="163628"/>
                </a:lnTo>
              </a:path>
            </a:pathLst>
          </a:custGeom>
          <a:solidFill xmlns:a="http://schemas.openxmlformats.org/drawingml/2006/main">
            <a:srgbClr val="DDEC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text-36 “The">
            <a:extLst xmlns:a="http://schemas.openxmlformats.org/drawingml/2006/main">
              <a:ext uri="{FF2B5EF4-FFF2-40B4-BE49-F238E27FC236}">
                <a16:creationId xmlns:a16="http://schemas.microsoft.com/office/drawing/2014/main" id="{60373A70-5C2D-4E2E-845A-10B26BF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9504871"/>
            <a:ext cx="527188" cy="28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“The</a:t>
            </a:r>
          </a:p>
        </p:txBody>
      </p:sp>
      <p:sp>
        <p:nvSpPr>
          <p:cNvPr id="95" name="text-36 surface">
            <a:extLst xmlns:a="http://schemas.openxmlformats.org/drawingml/2006/main">
              <a:ext uri="{FF2B5EF4-FFF2-40B4-BE49-F238E27FC236}">
                <a16:creationId xmlns:a16="http://schemas.microsoft.com/office/drawing/2014/main" id="{38D03D53-6D0F-4518-8188-AD47A9E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8045" y="9507059"/>
            <a:ext cx="755451" cy="283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9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surface</a:t>
            </a:r>
          </a:p>
        </p:txBody>
      </p:sp>
      <p:sp>
        <p:nvSpPr>
          <p:cNvPr id="96" name="text-37 normals">
            <a:extLst xmlns:a="http://schemas.openxmlformats.org/drawingml/2006/main">
              <a:ext uri="{FF2B5EF4-FFF2-40B4-BE49-F238E27FC236}">
                <a16:creationId xmlns:a16="http://schemas.microsoft.com/office/drawing/2014/main" id="{3CFAB1A9-962B-4B0B-852B-BEA3BF83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10897" y="9505837"/>
            <a:ext cx="859517" cy="285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normals</a:t>
            </a:r>
          </a:p>
        </p:txBody>
      </p:sp>
      <p:sp>
        <p:nvSpPr>
          <p:cNvPr id="97" name="text-38 of">
            <a:extLst xmlns:a="http://schemas.openxmlformats.org/drawingml/2006/main">
              <a:ext uri="{FF2B5EF4-FFF2-40B4-BE49-F238E27FC236}">
                <a16:creationId xmlns:a16="http://schemas.microsoft.com/office/drawing/2014/main" id="{AD6795D2-EB7E-4B9E-BC22-BE90C54F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6785" y="9505918"/>
            <a:ext cx="227217" cy="285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98" name="text-38 the">
            <a:extLst xmlns:a="http://schemas.openxmlformats.org/drawingml/2006/main">
              <a:ext uri="{FF2B5EF4-FFF2-40B4-BE49-F238E27FC236}">
                <a16:creationId xmlns:a16="http://schemas.microsoft.com/office/drawing/2014/main" id="{420C7281-4DB0-4764-88F7-E49DC2DF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8630" y="9505519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99" name="text-39 chair">
            <a:extLst xmlns:a="http://schemas.openxmlformats.org/drawingml/2006/main">
              <a:ext uri="{FF2B5EF4-FFF2-40B4-BE49-F238E27FC236}">
                <a16:creationId xmlns:a16="http://schemas.microsoft.com/office/drawing/2014/main" id="{8D6374BD-856C-4668-A16D-7EE206E0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9750811"/>
            <a:ext cx="550325" cy="28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100" name="text-39 and">
            <a:extLst xmlns:a="http://schemas.openxmlformats.org/drawingml/2006/main">
              <a:ext uri="{FF2B5EF4-FFF2-40B4-BE49-F238E27FC236}">
                <a16:creationId xmlns:a16="http://schemas.microsoft.com/office/drawing/2014/main" id="{AD8CBEB2-C687-4957-8CC6-7FB341B9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2814" y="9750802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101" name="text-39 the">
            <a:extLst xmlns:a="http://schemas.openxmlformats.org/drawingml/2006/main">
              <a:ext uri="{FF2B5EF4-FFF2-40B4-BE49-F238E27FC236}">
                <a16:creationId xmlns:a16="http://schemas.microsoft.com/office/drawing/2014/main" id="{CDA8D309-6242-4765-8320-82D578B0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2817" y="9751193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02" name="text-39 book">
            <a:extLst xmlns:a="http://schemas.openxmlformats.org/drawingml/2006/main">
              <a:ext uri="{FF2B5EF4-FFF2-40B4-BE49-F238E27FC236}">
                <a16:creationId xmlns:a16="http://schemas.microsoft.com/office/drawing/2014/main" id="{DD76A07B-8BD2-40F6-BDEA-70855EC4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3456" y="9751005"/>
            <a:ext cx="506490" cy="286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book</a:t>
            </a:r>
          </a:p>
        </p:txBody>
      </p:sp>
      <p:sp>
        <p:nvSpPr>
          <p:cNvPr id="103" name="text-39 are">
            <a:extLst xmlns:a="http://schemas.openxmlformats.org/drawingml/2006/main">
              <a:ext uri="{FF2B5EF4-FFF2-40B4-BE49-F238E27FC236}">
                <a16:creationId xmlns:a16="http://schemas.microsoft.com/office/drawing/2014/main" id="{1C1D2BAF-C925-4800-9264-1E63B833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8412" y="9751959"/>
            <a:ext cx="365421" cy="285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are</a:t>
            </a:r>
          </a:p>
        </p:txBody>
      </p:sp>
      <p:sp>
        <p:nvSpPr>
          <p:cNvPr id="104" name="text-40 relatively">
            <a:extLst xmlns:a="http://schemas.openxmlformats.org/drawingml/2006/main">
              <a:ext uri="{FF2B5EF4-FFF2-40B4-BE49-F238E27FC236}">
                <a16:creationId xmlns:a16="http://schemas.microsoft.com/office/drawing/2014/main" id="{2B37C853-5BEB-4FFA-9613-9C0896E0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9996571"/>
            <a:ext cx="975590" cy="286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relatively</a:t>
            </a:r>
          </a:p>
        </p:txBody>
      </p:sp>
      <p:sp>
        <p:nvSpPr>
          <p:cNvPr id="105" name="text-40 smooth,">
            <a:extLst xmlns:a="http://schemas.openxmlformats.org/drawingml/2006/main">
              <a:ext uri="{FF2B5EF4-FFF2-40B4-BE49-F238E27FC236}">
                <a16:creationId xmlns:a16="http://schemas.microsoft.com/office/drawing/2014/main" id="{D5681E63-43D5-4F17-A64F-B4BCD2CA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4714" y="9996881"/>
            <a:ext cx="849839" cy="286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smooth,</a:t>
            </a:r>
          </a:p>
        </p:txBody>
      </p:sp>
      <p:sp>
        <p:nvSpPr>
          <p:cNvPr id="106" name="text-40 …,">
            <a:extLst xmlns:a="http://schemas.openxmlformats.org/drawingml/2006/main">
              <a:ext uri="{FF2B5EF4-FFF2-40B4-BE49-F238E27FC236}">
                <a16:creationId xmlns:a16="http://schemas.microsoft.com/office/drawing/2014/main" id="{F19AEC64-7183-4F3E-B1F5-2FC3E6C4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3572" y="9996425"/>
            <a:ext cx="272244" cy="286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…,</a:t>
            </a:r>
          </a:p>
        </p:txBody>
      </p:sp>
      <p:sp>
        <p:nvSpPr>
          <p:cNvPr id="107" name="text-40 where">
            <a:extLst xmlns:a="http://schemas.openxmlformats.org/drawingml/2006/main">
              <a:ext uri="{FF2B5EF4-FFF2-40B4-BE49-F238E27FC236}">
                <a16:creationId xmlns:a16="http://schemas.microsoft.com/office/drawing/2014/main" id="{77444085-2CD3-45D5-8B72-9F358C24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1070" y="9996921"/>
            <a:ext cx="660114" cy="286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where</a:t>
            </a:r>
          </a:p>
        </p:txBody>
      </p:sp>
      <p:sp>
        <p:nvSpPr>
          <p:cNvPr id="108" name="text-41 the">
            <a:extLst xmlns:a="http://schemas.openxmlformats.org/drawingml/2006/main">
              <a:ext uri="{FF2B5EF4-FFF2-40B4-BE49-F238E27FC236}">
                <a16:creationId xmlns:a16="http://schemas.microsoft.com/office/drawing/2014/main" id="{89BBE406-0461-4531-8A92-F4F45F55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10242485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09" name="text-41 shapes">
            <a:extLst xmlns:a="http://schemas.openxmlformats.org/drawingml/2006/main">
              <a:ext uri="{FF2B5EF4-FFF2-40B4-BE49-F238E27FC236}">
                <a16:creationId xmlns:a16="http://schemas.microsoft.com/office/drawing/2014/main" id="{4FA94787-D215-4F09-B59A-C533A4A1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7557" y="10241715"/>
            <a:ext cx="696563" cy="287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shapes</a:t>
            </a:r>
          </a:p>
        </p:txBody>
      </p:sp>
      <p:sp>
        <p:nvSpPr>
          <p:cNvPr id="110" name="text-41 of">
            <a:extLst xmlns:a="http://schemas.openxmlformats.org/drawingml/2006/main">
              <a:ext uri="{FF2B5EF4-FFF2-40B4-BE49-F238E27FC236}">
                <a16:creationId xmlns:a16="http://schemas.microsoft.com/office/drawing/2014/main" id="{992585D2-F984-4F56-A186-A702A8FD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87770" y="10242882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111" name="text-41 the">
            <a:extLst xmlns:a="http://schemas.openxmlformats.org/drawingml/2006/main">
              <a:ext uri="{FF2B5EF4-FFF2-40B4-BE49-F238E27FC236}">
                <a16:creationId xmlns:a16="http://schemas.microsoft.com/office/drawing/2014/main" id="{43E33C55-59FD-4A0F-A81A-8214F063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1051" y="10242485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12" name="text-41 book">
            <a:extLst xmlns:a="http://schemas.openxmlformats.org/drawingml/2006/main">
              <a:ext uri="{FF2B5EF4-FFF2-40B4-BE49-F238E27FC236}">
                <a16:creationId xmlns:a16="http://schemas.microsoft.com/office/drawing/2014/main" id="{440B1894-8192-4D4E-87EF-67CEFD75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1690" y="10242297"/>
            <a:ext cx="506490" cy="286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book</a:t>
            </a:r>
          </a:p>
        </p:txBody>
      </p:sp>
      <p:sp>
        <p:nvSpPr>
          <p:cNvPr id="113" name="text-41 and">
            <a:extLst xmlns:a="http://schemas.openxmlformats.org/drawingml/2006/main">
              <a:ext uri="{FF2B5EF4-FFF2-40B4-BE49-F238E27FC236}">
                <a16:creationId xmlns:a16="http://schemas.microsoft.com/office/drawing/2014/main" id="{9688C61D-04FC-437E-AAFD-5150A79D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5009" y="10242093"/>
            <a:ext cx="426861" cy="28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114" name="text-42 the">
            <a:extLst xmlns:a="http://schemas.openxmlformats.org/drawingml/2006/main">
              <a:ext uri="{FF2B5EF4-FFF2-40B4-BE49-F238E27FC236}">
                <a16:creationId xmlns:a16="http://schemas.microsoft.com/office/drawing/2014/main" id="{4F3FF22F-9AAB-41A1-A136-44EA9764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918" y="10488131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15" name="text-42 chair">
            <a:extLst xmlns:a="http://schemas.openxmlformats.org/drawingml/2006/main">
              <a:ext uri="{FF2B5EF4-FFF2-40B4-BE49-F238E27FC236}">
                <a16:creationId xmlns:a16="http://schemas.microsoft.com/office/drawing/2014/main" id="{887D5ECC-8B13-4359-A650-26DAB73F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7557" y="10487749"/>
            <a:ext cx="550325" cy="28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116" name="text-42 merge">
            <a:extLst xmlns:a="http://schemas.openxmlformats.org/drawingml/2006/main">
              <a:ext uri="{FF2B5EF4-FFF2-40B4-BE49-F238E27FC236}">
                <a16:creationId xmlns:a16="http://schemas.microsoft.com/office/drawing/2014/main" id="{24B88F74-2E9F-4C4C-B55D-4A287A17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3863" y="10487149"/>
            <a:ext cx="674636" cy="287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merge</a:t>
            </a:r>
          </a:p>
        </p:txBody>
      </p:sp>
      <p:sp>
        <p:nvSpPr>
          <p:cNvPr id="117" name="text-42 together.">
            <a:extLst xmlns:a="http://schemas.openxmlformats.org/drawingml/2006/main">
              <a:ext uri="{FF2B5EF4-FFF2-40B4-BE49-F238E27FC236}">
                <a16:creationId xmlns:a16="http://schemas.microsoft.com/office/drawing/2014/main" id="{A6D113C2-1F26-43E1-80C0-8C2AC729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2583" y="10487932"/>
            <a:ext cx="954318" cy="286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together.</a:t>
            </a:r>
          </a:p>
        </p:txBody>
      </p:sp>
      <p:sp>
        <p:nvSpPr>
          <p:cNvPr id="118" name="text-43 Normal">
            <a:extLst xmlns:a="http://schemas.openxmlformats.org/drawingml/2006/main">
              <a:ext uri="{FF2B5EF4-FFF2-40B4-BE49-F238E27FC236}">
                <a16:creationId xmlns:a16="http://schemas.microsoft.com/office/drawing/2014/main" id="{A1F0A8CF-A50E-45A3-960E-0471C6BC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1991" y="9116265"/>
            <a:ext cx="850770" cy="344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9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9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9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Normal</a:t>
            </a:r>
          </a:p>
        </p:txBody>
      </p:sp>
      <p:sp>
        <p:nvSpPr>
          <p:cNvPr id="119" name="text-43 Abnormal">
            <a:extLst xmlns:a="http://schemas.openxmlformats.org/drawingml/2006/main">
              <a:ext uri="{FF2B5EF4-FFF2-40B4-BE49-F238E27FC236}">
                <a16:creationId xmlns:a16="http://schemas.microsoft.com/office/drawing/2014/main" id="{E1433C91-73B1-4FBE-905B-9FABEB9B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6348" y="9116575"/>
            <a:ext cx="1123136" cy="344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6" b="1" i="0">
                <a:solidFill>
                  <a:srgbClr val="548235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20" name="path-44">
            <a:extLst xmlns:a="http://schemas.openxmlformats.org/drawingml/2006/main">
              <a:ext uri="{FF2B5EF4-FFF2-40B4-BE49-F238E27FC236}">
                <a16:creationId xmlns:a16="http://schemas.microsoft.com/office/drawing/2014/main" id="{5F1825D0-9A7D-4A4F-8149-4FD92CFB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9" y="2046436"/>
            <a:ext cx="14873042" cy="4426541"/>
          </a:xfrm>
          <a:custGeom xmlns:a="http://schemas.openxmlformats.org/drawingml/2006/main">
            <a:pathLst>
              <a:path w="14873042" h="4426541">
                <a:moveTo>
                  <a:pt x="0" y="321524"/>
                </a:moveTo>
                <a:cubicBezTo>
                  <a:pt x="0" y="143976"/>
                  <a:pt x="143935" y="0"/>
                  <a:pt x="321496" y="0"/>
                </a:cubicBezTo>
                <a:lnTo>
                  <a:pt x="14551519" y="0"/>
                </a:lnTo>
                <a:cubicBezTo>
                  <a:pt x="14729066" y="0"/>
                  <a:pt x="14873042" y="143976"/>
                  <a:pt x="14873042" y="321524"/>
                </a:cubicBezTo>
                <a:lnTo>
                  <a:pt x="14873042" y="4105018"/>
                </a:lnTo>
                <a:cubicBezTo>
                  <a:pt x="14873042" y="4282565"/>
                  <a:pt x="14729066" y="4426541"/>
                  <a:pt x="14551519" y="4426541"/>
                </a:cubicBezTo>
                <a:lnTo>
                  <a:pt x="321496" y="4426541"/>
                </a:lnTo>
                <a:cubicBezTo>
                  <a:pt x="143935" y="4426541"/>
                  <a:pt x="0" y="4282565"/>
                  <a:pt x="0" y="4105018"/>
                </a:cubicBezTo>
                <a:lnTo>
                  <a:pt x="0" y="321524"/>
                </a:lnTo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text-45 Overall">
            <a:extLst xmlns:a="http://schemas.openxmlformats.org/drawingml/2006/main">
              <a:ext uri="{FF2B5EF4-FFF2-40B4-BE49-F238E27FC236}">
                <a16:creationId xmlns:a16="http://schemas.microsoft.com/office/drawing/2014/main" id="{9FD11F2E-31BF-42EC-A28F-51F3C162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520" y="4307959"/>
            <a:ext cx="837786" cy="344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4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4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4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Overall</a:t>
            </a:r>
          </a:p>
        </p:txBody>
      </p:sp>
      <p:sp>
        <p:nvSpPr>
          <p:cNvPr id="122" name="text-45 Abnormal">
            <a:extLst xmlns:a="http://schemas.openxmlformats.org/drawingml/2006/main">
              <a:ext uri="{FF2B5EF4-FFF2-40B4-BE49-F238E27FC236}">
                <a16:creationId xmlns:a16="http://schemas.microsoft.com/office/drawing/2014/main" id="{7E1BB46C-D110-4FBE-B5A1-DAC2BC5B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9384" y="4308913"/>
            <a:ext cx="1121090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0C519E1-976F-42A0-9821-4ADF39A96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e17f4d37c4f92"/>
          <a:stretch xmlns:a="http://schemas.openxmlformats.org/drawingml/2006/main"/>
        </p:blipFill>
        <p:spPr>
          <a:xfrm xmlns:a="http://schemas.openxmlformats.org/drawingml/2006/main">
            <a:off x="2495550" y="2944812"/>
            <a:ext cx="1104900" cy="600075"/>
          </a:xfrm>
          <a:prstGeom xmlns:a="http://schemas.openxmlformats.org/drawingml/2006/main" prst="rect">
            <a:avLst/>
          </a:prstGeom>
        </p:spPr>
      </p:pic>
      <p:sp>
        <p:nvSpPr>
          <p:cNvPr id="124" name="text-47 Raw">
            <a:extLst xmlns:a="http://schemas.openxmlformats.org/drawingml/2006/main">
              <a:ext uri="{FF2B5EF4-FFF2-40B4-BE49-F238E27FC236}">
                <a16:creationId xmlns:a16="http://schemas.microsoft.com/office/drawing/2014/main" id="{6E181DEE-EFF7-4452-A065-F08DE727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844" y="3891637"/>
            <a:ext cx="439119" cy="30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125" name="text-47 Videos">
            <a:extLst xmlns:a="http://schemas.openxmlformats.org/drawingml/2006/main">
              <a:ext uri="{FF2B5EF4-FFF2-40B4-BE49-F238E27FC236}">
                <a16:creationId xmlns:a16="http://schemas.microsoft.com/office/drawing/2014/main" id="{FCF162D8-14D1-4D38-84CD-45F46F80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8290" y="3891373"/>
            <a:ext cx="644867" cy="305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Videos</a:t>
            </a:r>
          </a:p>
        </p:txBody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F66C6D8-779A-45A7-AA73-6D6631DAA1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02734772d4e67"/>
          <a:stretch xmlns:a="http://schemas.openxmlformats.org/drawingml/2006/main"/>
        </p:blipFill>
        <p:spPr>
          <a:xfrm xmlns:a="http://schemas.openxmlformats.org/drawingml/2006/main">
            <a:off x="674073" y="2336286"/>
            <a:ext cx="2158226" cy="1328139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7429215-3F68-4F11-9887-F988F62364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20824a96e4437"/>
          <a:stretch xmlns:a="http://schemas.openxmlformats.org/drawingml/2006/main"/>
        </p:blipFill>
        <p:spPr>
          <a:xfrm xmlns:a="http://schemas.openxmlformats.org/drawingml/2006/main">
            <a:off x="723900" y="2382837"/>
            <a:ext cx="2009775" cy="1181100"/>
          </a:xfrm>
          <a:prstGeom xmlns:a="http://schemas.openxmlformats.org/drawingml/2006/main" prst="rect">
            <a:avLst/>
          </a:prstGeom>
        </p:spPr>
      </p:pic>
      <p:sp>
        <p:nvSpPr>
          <p:cNvPr id="128" name="path-50">
            <a:extLst xmlns:a="http://schemas.openxmlformats.org/drawingml/2006/main">
              <a:ext uri="{FF2B5EF4-FFF2-40B4-BE49-F238E27FC236}">
                <a16:creationId xmlns:a16="http://schemas.microsoft.com/office/drawing/2014/main" id="{06DFEA68-DDB5-484C-BA56-322DE2C3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38" y="2378332"/>
            <a:ext cx="2028490" cy="1191656"/>
          </a:xfrm>
          <a:custGeom xmlns:a="http://schemas.openxmlformats.org/drawingml/2006/main">
            <a:pathLst>
              <a:path w="2028490" h="1191656">
                <a:moveTo>
                  <a:pt x="0" y="0"/>
                </a:moveTo>
                <a:lnTo>
                  <a:pt x="2028490" y="0"/>
                </a:lnTo>
                <a:lnTo>
                  <a:pt x="2028490" y="1191656"/>
                </a:lnTo>
                <a:lnTo>
                  <a:pt x="0" y="11916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E6E3DC5-1882-47B8-9166-7B93A8131D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3174c71344e72"/>
          <a:stretch xmlns:a="http://schemas.openxmlformats.org/drawingml/2006/main"/>
        </p:blipFill>
        <p:spPr>
          <a:xfrm xmlns:a="http://schemas.openxmlformats.org/drawingml/2006/main">
            <a:off x="445671" y="2588482"/>
            <a:ext cx="2158128" cy="1318314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3215C61-7785-4A5B-9C80-2293CB41D5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6fdae90c54556"/>
          <a:stretch xmlns:a="http://schemas.openxmlformats.org/drawingml/2006/main"/>
        </p:blipFill>
        <p:spPr>
          <a:xfrm xmlns:a="http://schemas.openxmlformats.org/drawingml/2006/main">
            <a:off x="495300" y="2640012"/>
            <a:ext cx="2009775" cy="1162050"/>
          </a:xfrm>
          <a:prstGeom xmlns:a="http://schemas.openxmlformats.org/drawingml/2006/main" prst="rect">
            <a:avLst/>
          </a:prstGeom>
        </p:spPr>
      </p:pic>
      <p:sp>
        <p:nvSpPr>
          <p:cNvPr id="131" name="path-53">
            <a:extLst xmlns:a="http://schemas.openxmlformats.org/drawingml/2006/main">
              <a:ext uri="{FF2B5EF4-FFF2-40B4-BE49-F238E27FC236}">
                <a16:creationId xmlns:a16="http://schemas.microsoft.com/office/drawing/2014/main" id="{A3C7DFEC-A48C-4BD0-AC40-3C6FF5BD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31" y="2630529"/>
            <a:ext cx="2033402" cy="1181830"/>
          </a:xfrm>
          <a:custGeom xmlns:a="http://schemas.openxmlformats.org/drawingml/2006/main">
            <a:pathLst>
              <a:path w="2033402" h="1181830">
                <a:moveTo>
                  <a:pt x="0" y="0"/>
                </a:moveTo>
                <a:lnTo>
                  <a:pt x="2033402" y="0"/>
                </a:lnTo>
                <a:lnTo>
                  <a:pt x="2033402" y="1181830"/>
                </a:lnTo>
                <a:lnTo>
                  <a:pt x="0" y="11818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CA5346F-A67A-45FD-89C1-F296D712D4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9d3596ddf4b0b"/>
          <a:stretch xmlns:a="http://schemas.openxmlformats.org/drawingml/2006/main"/>
        </p:blipFill>
        <p:spPr>
          <a:xfrm xmlns:a="http://schemas.openxmlformats.org/drawingml/2006/main">
            <a:off x="1273357" y="2996254"/>
            <a:ext cx="504407" cy="504407"/>
          </a:xfrm>
          <a:prstGeom xmlns:a="http://schemas.openxmlformats.org/drawingml/2006/main" prst="rect">
            <a:avLst/>
          </a:prstGeom>
        </p:spPr>
      </p:pic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A18616C-1EE2-4174-A14A-FF3092FE02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8ddae1de849e6"/>
          <a:stretch xmlns:a="http://schemas.openxmlformats.org/drawingml/2006/main"/>
        </p:blipFill>
        <p:spPr>
          <a:xfrm xmlns:a="http://schemas.openxmlformats.org/drawingml/2006/main">
            <a:off x="1295400" y="3021012"/>
            <a:ext cx="409575" cy="400050"/>
          </a:xfrm>
          <a:prstGeom xmlns:a="http://schemas.openxmlformats.org/drawingml/2006/main" prst="rect">
            <a:avLst/>
          </a:prstGeom>
        </p:spPr>
      </p:pic>
      <p:sp>
        <p:nvSpPr>
          <p:cNvPr id="134" name="text-56 (a)">
            <a:extLst xmlns:a="http://schemas.openxmlformats.org/drawingml/2006/main">
              <a:ext uri="{FF2B5EF4-FFF2-40B4-BE49-F238E27FC236}">
                <a16:creationId xmlns:a16="http://schemas.microsoft.com/office/drawing/2014/main" id="{D63C502B-6965-4169-A13C-A64242E9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2399" y="2121442"/>
            <a:ext cx="369387" cy="384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6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135" name="text-56 Video">
            <a:extLst xmlns:a="http://schemas.openxmlformats.org/drawingml/2006/main">
              <a:ext uri="{FF2B5EF4-FFF2-40B4-BE49-F238E27FC236}">
                <a16:creationId xmlns:a16="http://schemas.microsoft.com/office/drawing/2014/main" id="{EE3B3909-49D1-4E8F-A6B2-2A953176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1997" y="2121896"/>
            <a:ext cx="724016" cy="383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</a:t>
            </a:r>
          </a:p>
        </p:txBody>
      </p:sp>
      <p:sp>
        <p:nvSpPr>
          <p:cNvPr id="136" name="path-57">
            <a:extLst xmlns:a="http://schemas.openxmlformats.org/drawingml/2006/main">
              <a:ext uri="{FF2B5EF4-FFF2-40B4-BE49-F238E27FC236}">
                <a16:creationId xmlns:a16="http://schemas.microsoft.com/office/drawing/2014/main" id="{9B6DB716-94F9-4045-918A-1B5E17A3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143" y="4215490"/>
            <a:ext cx="9763334" cy="9417"/>
          </a:xfrm>
          <a:custGeom xmlns:a="http://schemas.openxmlformats.org/drawingml/2006/main">
            <a:pathLst>
              <a:path w="9763334" h="9417">
                <a:moveTo>
                  <a:pt x="0" y="9417"/>
                </a:moveTo>
                <a:lnTo>
                  <a:pt x="97633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sp>
        <p:nvSpPr>
          <p:cNvPr id="137" name="text-58 0:00">
            <a:extLst xmlns:a="http://schemas.openxmlformats.org/drawingml/2006/main">
              <a:ext uri="{FF2B5EF4-FFF2-40B4-BE49-F238E27FC236}">
                <a16:creationId xmlns:a16="http://schemas.microsoft.com/office/drawing/2014/main" id="{26DAC535-27ED-40BA-A1DD-BE609BC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6805" y="4050162"/>
            <a:ext cx="494496" cy="343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0:00</a:t>
            </a:r>
          </a:p>
        </p:txBody>
      </p:sp>
      <p:sp>
        <p:nvSpPr>
          <p:cNvPr id="138" name="text-59 0:20">
            <a:extLst xmlns:a="http://schemas.openxmlformats.org/drawingml/2006/main">
              <a:ext uri="{FF2B5EF4-FFF2-40B4-BE49-F238E27FC236}">
                <a16:creationId xmlns:a16="http://schemas.microsoft.com/office/drawing/2014/main" id="{2A798F19-EB8F-4D2D-AE8C-F041DB15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9593" y="4058759"/>
            <a:ext cx="494498" cy="343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0:20</a:t>
            </a:r>
          </a:p>
        </p:txBody>
      </p:sp>
      <p:sp>
        <p:nvSpPr>
          <p:cNvPr id="139" name="path-60">
            <a:extLst xmlns:a="http://schemas.openxmlformats.org/drawingml/2006/main">
              <a:ext uri="{FF2B5EF4-FFF2-40B4-BE49-F238E27FC236}">
                <a16:creationId xmlns:a16="http://schemas.microsoft.com/office/drawing/2014/main" id="{EE978E81-5408-44AD-B2EC-9433B3FF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796" y="4163905"/>
            <a:ext cx="103171" cy="103171"/>
          </a:xfrm>
          <a:custGeom xmlns:a="http://schemas.openxmlformats.org/drawingml/2006/main">
            <a:pathLst>
              <a:path w="103171" h="103171">
                <a:moveTo>
                  <a:pt x="0" y="51585"/>
                </a:moveTo>
                <a:cubicBezTo>
                  <a:pt x="0" y="23063"/>
                  <a:pt x="23063" y="0"/>
                  <a:pt x="51585" y="0"/>
                </a:cubicBezTo>
                <a:cubicBezTo>
                  <a:pt x="80108" y="0"/>
                  <a:pt x="103171" y="23063"/>
                  <a:pt x="103171" y="51585"/>
                </a:cubicBezTo>
                <a:cubicBezTo>
                  <a:pt x="103171" y="80108"/>
                  <a:pt x="80108" y="103171"/>
                  <a:pt x="51585" y="103171"/>
                </a:cubicBezTo>
                <a:cubicBezTo>
                  <a:pt x="23063" y="103171"/>
                  <a:pt x="0" y="80108"/>
                  <a:pt x="0" y="515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647">
            <a:solidFill>
              <a:srgbClr val="000000"/>
            </a:solidFill>
            <a:prstDash val="solid"/>
          </a:ln>
        </p:spPr>
      </p:sp>
      <p:sp>
        <p:nvSpPr>
          <p:cNvPr id="140" name="path-61">
            <a:extLst xmlns:a="http://schemas.openxmlformats.org/drawingml/2006/main">
              <a:ext uri="{FF2B5EF4-FFF2-40B4-BE49-F238E27FC236}">
                <a16:creationId xmlns:a16="http://schemas.microsoft.com/office/drawing/2014/main" id="{C43EA2F2-1DA7-48C6-8DBD-DC2E89FC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8060" y="4217128"/>
            <a:ext cx="2036541" cy="273"/>
          </a:xfrm>
          <a:custGeom xmlns:a="http://schemas.openxmlformats.org/drawingml/2006/main">
            <a:pathLst>
              <a:path w="2036541" h="273">
                <a:moveTo>
                  <a:pt x="0" y="0"/>
                </a:moveTo>
                <a:lnTo>
                  <a:pt x="2036541" y="273"/>
                </a:lnTo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F96808"/>
            </a:solidFill>
            <a:prstDash val="solid"/>
          </a:ln>
        </p:spPr>
      </p:sp>
      <p:sp>
        <p:nvSpPr>
          <p:cNvPr id="141" name="path-62">
            <a:extLst xmlns:a="http://schemas.openxmlformats.org/drawingml/2006/main">
              <a:ext uri="{FF2B5EF4-FFF2-40B4-BE49-F238E27FC236}">
                <a16:creationId xmlns:a16="http://schemas.microsoft.com/office/drawing/2014/main" id="{BB2D0054-4ED8-42FF-9739-3FA43CC0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32" y="4607705"/>
            <a:ext cx="3046010" cy="1747362"/>
          </a:xfrm>
          <a:custGeom xmlns:a="http://schemas.openxmlformats.org/drawingml/2006/main">
            <a:pathLst>
              <a:path w="3046010" h="1747362">
                <a:moveTo>
                  <a:pt x="0" y="126917"/>
                </a:moveTo>
                <a:cubicBezTo>
                  <a:pt x="0" y="56772"/>
                  <a:pt x="56826" y="0"/>
                  <a:pt x="126917" y="0"/>
                </a:cubicBezTo>
                <a:lnTo>
                  <a:pt x="2919092" y="0"/>
                </a:lnTo>
                <a:cubicBezTo>
                  <a:pt x="2989238" y="0"/>
                  <a:pt x="3046010" y="56772"/>
                  <a:pt x="3046010" y="126917"/>
                </a:cubicBezTo>
                <a:lnTo>
                  <a:pt x="3046010" y="1620444"/>
                </a:lnTo>
                <a:cubicBezTo>
                  <a:pt x="3046010" y="1690590"/>
                  <a:pt x="2989238" y="1747362"/>
                  <a:pt x="2919092" y="1747362"/>
                </a:cubicBezTo>
                <a:lnTo>
                  <a:pt x="126917" y="1747362"/>
                </a:lnTo>
                <a:cubicBezTo>
                  <a:pt x="56826" y="1747362"/>
                  <a:pt x="0" y="1690590"/>
                  <a:pt x="0" y="1620444"/>
                </a:cubicBezTo>
                <a:lnTo>
                  <a:pt x="0" y="126917"/>
                </a:lnTo>
              </a:path>
            </a:pathLst>
          </a:custGeom>
          <a:solidFill xmlns:a="http://schemas.openxmlformats.org/drawingml/2006/main">
            <a:srgbClr val="FC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text-63 “1.">
            <a:extLst xmlns:a="http://schemas.openxmlformats.org/drawingml/2006/main">
              <a:ext uri="{FF2B5EF4-FFF2-40B4-BE49-F238E27FC236}">
                <a16:creationId xmlns:a16="http://schemas.microsoft.com/office/drawing/2014/main" id="{30B07888-8BAD-47D6-8EE1-1B7307E2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4719858"/>
            <a:ext cx="356608" cy="28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“1.</a:t>
            </a:r>
          </a:p>
        </p:txBody>
      </p:sp>
      <p:sp>
        <p:nvSpPr>
          <p:cNvPr id="143" name="text-63 The">
            <a:extLst xmlns:a="http://schemas.openxmlformats.org/drawingml/2006/main">
              <a:ext uri="{FF2B5EF4-FFF2-40B4-BE49-F238E27FC236}">
                <a16:creationId xmlns:a16="http://schemas.microsoft.com/office/drawing/2014/main" id="{0DB917A0-5376-470B-B527-499A1BA3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467" y="4718926"/>
            <a:ext cx="408453" cy="287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44" name="text-63 sand">
            <a:extLst xmlns:a="http://schemas.openxmlformats.org/drawingml/2006/main">
              <a:ext uri="{FF2B5EF4-FFF2-40B4-BE49-F238E27FC236}">
                <a16:creationId xmlns:a16="http://schemas.microsoft.com/office/drawing/2014/main" id="{13B12DF6-92D9-4DDF-9B6C-724DB970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4358" y="4718952"/>
            <a:ext cx="514064" cy="287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sand</a:t>
            </a:r>
          </a:p>
        </p:txBody>
      </p:sp>
      <p:sp>
        <p:nvSpPr>
          <p:cNvPr id="145" name="text-63 in">
            <a:extLst xmlns:a="http://schemas.openxmlformats.org/drawingml/2006/main">
              <a:ext uri="{FF2B5EF4-FFF2-40B4-BE49-F238E27FC236}">
                <a16:creationId xmlns:a16="http://schemas.microsoft.com/office/drawing/2014/main" id="{D997B507-25F9-4BC4-AC5F-FA0C2040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226" y="4718917"/>
            <a:ext cx="231321" cy="28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146" name="text-63 the">
            <a:extLst xmlns:a="http://schemas.openxmlformats.org/drawingml/2006/main">
              <a:ext uri="{FF2B5EF4-FFF2-40B4-BE49-F238E27FC236}">
                <a16:creationId xmlns:a16="http://schemas.microsoft.com/office/drawing/2014/main" id="{5E7F9FD2-9F11-4056-87C7-82E3B948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6380" y="4719424"/>
            <a:ext cx="365922" cy="286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47" name="text-63 video">
            <a:extLst xmlns:a="http://schemas.openxmlformats.org/drawingml/2006/main">
              <a:ext uri="{FF2B5EF4-FFF2-40B4-BE49-F238E27FC236}">
                <a16:creationId xmlns:a16="http://schemas.microsoft.com/office/drawing/2014/main" id="{EA198CB3-F067-4A88-8360-E12F2B43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7470" y="4719324"/>
            <a:ext cx="563060" cy="286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video</a:t>
            </a:r>
          </a:p>
        </p:txBody>
      </p:sp>
      <p:sp>
        <p:nvSpPr>
          <p:cNvPr id="148" name="text-64 transforms">
            <a:extLst xmlns:a="http://schemas.openxmlformats.org/drawingml/2006/main">
              <a:ext uri="{FF2B5EF4-FFF2-40B4-BE49-F238E27FC236}">
                <a16:creationId xmlns:a16="http://schemas.microsoft.com/office/drawing/2014/main" id="{6AF5E164-ECB8-4EF6-95F3-45737934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4966171"/>
            <a:ext cx="1161225" cy="28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transforms</a:t>
            </a:r>
          </a:p>
        </p:txBody>
      </p:sp>
      <p:sp>
        <p:nvSpPr>
          <p:cNvPr id="149" name="text-64 into">
            <a:extLst xmlns:a="http://schemas.openxmlformats.org/drawingml/2006/main">
              <a:ext uri="{FF2B5EF4-FFF2-40B4-BE49-F238E27FC236}">
                <a16:creationId xmlns:a16="http://schemas.microsoft.com/office/drawing/2014/main" id="{281D95AC-5BA7-4B6E-9BA3-39C52A08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1229" y="4965034"/>
            <a:ext cx="442530" cy="28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into</a:t>
            </a:r>
          </a:p>
        </p:txBody>
      </p:sp>
      <p:sp>
        <p:nvSpPr>
          <p:cNvPr id="150" name="text-64 plastic">
            <a:extLst xmlns:a="http://schemas.openxmlformats.org/drawingml/2006/main">
              <a:ext uri="{FF2B5EF4-FFF2-40B4-BE49-F238E27FC236}">
                <a16:creationId xmlns:a16="http://schemas.microsoft.com/office/drawing/2014/main" id="{8DA51A88-C8C0-4467-9EBB-9EDD24BA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766" y="4965006"/>
            <a:ext cx="691948" cy="287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plastic</a:t>
            </a:r>
          </a:p>
        </p:txBody>
      </p:sp>
      <p:sp>
        <p:nvSpPr>
          <p:cNvPr id="151" name="text-64 and">
            <a:extLst xmlns:a="http://schemas.openxmlformats.org/drawingml/2006/main">
              <a:ext uri="{FF2B5EF4-FFF2-40B4-BE49-F238E27FC236}">
                <a16:creationId xmlns:a16="http://schemas.microsoft.com/office/drawing/2014/main" id="{5CD1C10C-052D-4F7F-AC79-F7CE7E32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657" y="4965319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152" name="text-65 then">
            <a:extLst xmlns:a="http://schemas.openxmlformats.org/drawingml/2006/main">
              <a:ext uri="{FF2B5EF4-FFF2-40B4-BE49-F238E27FC236}">
                <a16:creationId xmlns:a16="http://schemas.microsoft.com/office/drawing/2014/main" id="{A67A8346-7BDA-44A9-BD5D-AA6095D7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5211233"/>
            <a:ext cx="500905" cy="286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then</a:t>
            </a:r>
          </a:p>
        </p:txBody>
      </p:sp>
      <p:sp>
        <p:nvSpPr>
          <p:cNvPr id="153" name="text-65 into">
            <a:extLst xmlns:a="http://schemas.openxmlformats.org/drawingml/2006/main">
              <a:ext uri="{FF2B5EF4-FFF2-40B4-BE49-F238E27FC236}">
                <a16:creationId xmlns:a16="http://schemas.microsoft.com/office/drawing/2014/main" id="{A2773DD6-2966-458A-8B1D-51903A75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552" y="5210680"/>
            <a:ext cx="442530" cy="28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into</a:t>
            </a:r>
          </a:p>
        </p:txBody>
      </p:sp>
      <p:sp>
        <p:nvSpPr>
          <p:cNvPr id="154" name="text-65 a">
            <a:extLst xmlns:a="http://schemas.openxmlformats.org/drawingml/2006/main">
              <a:ext uri="{FF2B5EF4-FFF2-40B4-BE49-F238E27FC236}">
                <a16:creationId xmlns:a16="http://schemas.microsoft.com/office/drawing/2014/main" id="{4558902F-E40F-4377-AC83-458CE3F8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2727" y="5211012"/>
            <a:ext cx="156596" cy="28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</a:t>
            </a:r>
          </a:p>
        </p:txBody>
      </p:sp>
      <p:sp>
        <p:nvSpPr>
          <p:cNvPr id="155" name="text-65 chair.">
            <a:extLst xmlns:a="http://schemas.openxmlformats.org/drawingml/2006/main">
              <a:ext uri="{FF2B5EF4-FFF2-40B4-BE49-F238E27FC236}">
                <a16:creationId xmlns:a16="http://schemas.microsoft.com/office/drawing/2014/main" id="{360007D1-99F9-4C55-B3F8-54DCF356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4361" y="5211368"/>
            <a:ext cx="600140" cy="286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chair.</a:t>
            </a:r>
          </a:p>
        </p:txBody>
      </p:sp>
      <p:sp>
        <p:nvSpPr>
          <p:cNvPr id="156" name="text-66 2.">
            <a:extLst xmlns:a="http://schemas.openxmlformats.org/drawingml/2006/main">
              <a:ext uri="{FF2B5EF4-FFF2-40B4-BE49-F238E27FC236}">
                <a16:creationId xmlns:a16="http://schemas.microsoft.com/office/drawing/2014/main" id="{6B7EE243-FE26-4482-B2AF-74C8E024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305" y="5460517"/>
            <a:ext cx="236363" cy="281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58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2.</a:t>
            </a:r>
          </a:p>
        </p:txBody>
      </p:sp>
      <p:sp>
        <p:nvSpPr>
          <p:cNvPr id="157" name="text-66 The">
            <a:extLst xmlns:a="http://schemas.openxmlformats.org/drawingml/2006/main">
              <a:ext uri="{FF2B5EF4-FFF2-40B4-BE49-F238E27FC236}">
                <a16:creationId xmlns:a16="http://schemas.microsoft.com/office/drawing/2014/main" id="{DA0E1D92-7B90-4F22-B4D1-C83D20E8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89" y="5456612"/>
            <a:ext cx="407799" cy="286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158" name="text-66 chair">
            <a:extLst xmlns:a="http://schemas.openxmlformats.org/drawingml/2006/main">
              <a:ext uri="{FF2B5EF4-FFF2-40B4-BE49-F238E27FC236}">
                <a16:creationId xmlns:a16="http://schemas.microsoft.com/office/drawing/2014/main" id="{91FE5BD8-DD9A-4031-8141-ECC8BE06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968" y="5456619"/>
            <a:ext cx="550325" cy="28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159" name="text-66 floats">
            <a:extLst xmlns:a="http://schemas.openxmlformats.org/drawingml/2006/main">
              <a:ext uri="{FF2B5EF4-FFF2-40B4-BE49-F238E27FC236}">
                <a16:creationId xmlns:a16="http://schemas.microsoft.com/office/drawing/2014/main" id="{3BC69031-93E6-4C66-A6D5-BD33176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1431" y="5457138"/>
            <a:ext cx="586472" cy="285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floats</a:t>
            </a:r>
          </a:p>
        </p:txBody>
      </p:sp>
      <p:sp>
        <p:nvSpPr>
          <p:cNvPr id="160" name="text-66 and">
            <a:extLst xmlns:a="http://schemas.openxmlformats.org/drawingml/2006/main">
              <a:ext uri="{FF2B5EF4-FFF2-40B4-BE49-F238E27FC236}">
                <a16:creationId xmlns:a16="http://schemas.microsoft.com/office/drawing/2014/main" id="{24036032-FD19-4D8D-8B09-A5E531C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4788" y="5456610"/>
            <a:ext cx="426860" cy="286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161" name="text-67 moves">
            <a:extLst xmlns:a="http://schemas.openxmlformats.org/drawingml/2006/main">
              <a:ext uri="{FF2B5EF4-FFF2-40B4-BE49-F238E27FC236}">
                <a16:creationId xmlns:a16="http://schemas.microsoft.com/office/drawing/2014/main" id="{16A56489-5DAC-4118-99E0-341F3B72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5702496"/>
            <a:ext cx="660013" cy="286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moves</a:t>
            </a:r>
          </a:p>
        </p:txBody>
      </p:sp>
      <p:sp>
        <p:nvSpPr>
          <p:cNvPr id="162" name="text-67 in">
            <a:extLst xmlns:a="http://schemas.openxmlformats.org/drawingml/2006/main">
              <a:ext uri="{FF2B5EF4-FFF2-40B4-BE49-F238E27FC236}">
                <a16:creationId xmlns:a16="http://schemas.microsoft.com/office/drawing/2014/main" id="{E3BEBB3B-665B-4273-B18C-A14512CA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041" y="5702264"/>
            <a:ext cx="230947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163" name="text-67 mid">
            <a:extLst xmlns:a="http://schemas.openxmlformats.org/drawingml/2006/main">
              <a:ext uri="{FF2B5EF4-FFF2-40B4-BE49-F238E27FC236}">
                <a16:creationId xmlns:a16="http://schemas.microsoft.com/office/drawing/2014/main" id="{24451821-6551-4559-8531-9F58408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960" y="5702253"/>
            <a:ext cx="435254" cy="28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mid</a:t>
            </a:r>
          </a:p>
        </p:txBody>
      </p:sp>
      <p:sp>
        <p:nvSpPr>
          <p:cNvPr id="164" name="text-68 -">
            <a:extLst xmlns:a="http://schemas.openxmlformats.org/drawingml/2006/main">
              <a:ext uri="{FF2B5EF4-FFF2-40B4-BE49-F238E27FC236}">
                <a16:creationId xmlns:a16="http://schemas.microsoft.com/office/drawing/2014/main" id="{DA1CD0DC-5F23-4C75-B295-9760EA67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0" y="5702235"/>
            <a:ext cx="167704" cy="286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-</a:t>
            </a:r>
          </a:p>
        </p:txBody>
      </p:sp>
      <p:sp>
        <p:nvSpPr>
          <p:cNvPr id="165" name="text-69 air">
            <a:extLst xmlns:a="http://schemas.openxmlformats.org/drawingml/2006/main">
              <a:ext uri="{FF2B5EF4-FFF2-40B4-BE49-F238E27FC236}">
                <a16:creationId xmlns:a16="http://schemas.microsoft.com/office/drawing/2014/main" id="{693DCF75-2940-4D86-AD90-69A0F689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1381" y="5702307"/>
            <a:ext cx="319205" cy="286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air</a:t>
            </a:r>
          </a:p>
        </p:txBody>
      </p:sp>
      <p:sp>
        <p:nvSpPr>
          <p:cNvPr id="166" name="text-69 without">
            <a:extLst xmlns:a="http://schemas.openxmlformats.org/drawingml/2006/main">
              <a:ext uri="{FF2B5EF4-FFF2-40B4-BE49-F238E27FC236}">
                <a16:creationId xmlns:a16="http://schemas.microsoft.com/office/drawing/2014/main" id="{5C358393-D5A2-4249-860D-ACB89F73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4937" y="5702506"/>
            <a:ext cx="833280" cy="286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without</a:t>
            </a:r>
          </a:p>
        </p:txBody>
      </p:sp>
      <p:sp>
        <p:nvSpPr>
          <p:cNvPr id="167" name="text-70 anyone">
            <a:extLst xmlns:a="http://schemas.openxmlformats.org/drawingml/2006/main">
              <a:ext uri="{FF2B5EF4-FFF2-40B4-BE49-F238E27FC236}">
                <a16:creationId xmlns:a16="http://schemas.microsoft.com/office/drawing/2014/main" id="{84A8D9A3-BA69-4604-9352-C318C11E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423" y="5947877"/>
            <a:ext cx="769313" cy="2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anyone</a:t>
            </a:r>
          </a:p>
        </p:txBody>
      </p:sp>
      <p:sp>
        <p:nvSpPr>
          <p:cNvPr id="168" name="text-70 holding">
            <a:extLst xmlns:a="http://schemas.openxmlformats.org/drawingml/2006/main">
              <a:ext uri="{FF2B5EF4-FFF2-40B4-BE49-F238E27FC236}">
                <a16:creationId xmlns:a16="http://schemas.microsoft.com/office/drawing/2014/main" id="{E5344A5F-A62F-4F70-98A8-8222DF57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4921" y="5947979"/>
            <a:ext cx="784073" cy="286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holding</a:t>
            </a:r>
          </a:p>
        </p:txBody>
      </p:sp>
      <p:sp>
        <p:nvSpPr>
          <p:cNvPr id="169" name="text-70 it.”">
            <a:extLst xmlns:a="http://schemas.openxmlformats.org/drawingml/2006/main">
              <a:ext uri="{FF2B5EF4-FFF2-40B4-BE49-F238E27FC236}">
                <a16:creationId xmlns:a16="http://schemas.microsoft.com/office/drawing/2014/main" id="{20EC8B6F-4F81-401B-9B99-B57FD7A9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3156" y="5948278"/>
            <a:ext cx="358643" cy="28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it.”</a:t>
            </a:r>
          </a:p>
        </p:txBody>
      </p:sp>
      <p:sp>
        <p:nvSpPr>
          <p:cNvPr id="170" name="path-71">
            <a:extLst xmlns:a="http://schemas.openxmlformats.org/drawingml/2006/main">
              <a:ext uri="{FF2B5EF4-FFF2-40B4-BE49-F238E27FC236}">
                <a16:creationId xmlns:a16="http://schemas.microsoft.com/office/drawing/2014/main" id="{43F5649F-55B7-4C36-936B-FE6C5688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5087" y="4162268"/>
            <a:ext cx="103171" cy="103171"/>
          </a:xfrm>
          <a:custGeom xmlns:a="http://schemas.openxmlformats.org/drawingml/2006/main">
            <a:pathLst>
              <a:path w="103171" h="103171">
                <a:moveTo>
                  <a:pt x="0" y="51585"/>
                </a:moveTo>
                <a:cubicBezTo>
                  <a:pt x="0" y="23063"/>
                  <a:pt x="23063" y="0"/>
                  <a:pt x="51586" y="0"/>
                </a:cubicBezTo>
                <a:cubicBezTo>
                  <a:pt x="80108" y="0"/>
                  <a:pt x="103171" y="23063"/>
                  <a:pt x="103171" y="51585"/>
                </a:cubicBezTo>
                <a:cubicBezTo>
                  <a:pt x="103171" y="80107"/>
                  <a:pt x="80108" y="103171"/>
                  <a:pt x="51586" y="103171"/>
                </a:cubicBezTo>
                <a:cubicBezTo>
                  <a:pt x="23063" y="103171"/>
                  <a:pt x="0" y="80107"/>
                  <a:pt x="0" y="51585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13647">
            <a:solidFill>
              <a:srgbClr val="F96808"/>
            </a:solidFill>
            <a:prstDash val="solid"/>
          </a:ln>
        </p:spPr>
      </p:sp>
      <p:sp>
        <p:nvSpPr>
          <p:cNvPr id="171" name="path-72">
            <a:extLst xmlns:a="http://schemas.openxmlformats.org/drawingml/2006/main">
              <a:ext uri="{FF2B5EF4-FFF2-40B4-BE49-F238E27FC236}">
                <a16:creationId xmlns:a16="http://schemas.microsoft.com/office/drawing/2014/main" id="{80A497D0-1B77-4027-8061-3A11E47A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3176" y="4167180"/>
            <a:ext cx="103172" cy="103171"/>
          </a:xfrm>
          <a:custGeom xmlns:a="http://schemas.openxmlformats.org/drawingml/2006/main">
            <a:pathLst>
              <a:path w="103172" h="103171">
                <a:moveTo>
                  <a:pt x="0" y="51585"/>
                </a:moveTo>
                <a:cubicBezTo>
                  <a:pt x="0" y="23063"/>
                  <a:pt x="23063" y="0"/>
                  <a:pt x="51586" y="0"/>
                </a:cubicBezTo>
                <a:cubicBezTo>
                  <a:pt x="80108" y="0"/>
                  <a:pt x="103172" y="23063"/>
                  <a:pt x="103172" y="51585"/>
                </a:cubicBezTo>
                <a:cubicBezTo>
                  <a:pt x="103172" y="80108"/>
                  <a:pt x="80108" y="103171"/>
                  <a:pt x="51586" y="103171"/>
                </a:cubicBezTo>
                <a:cubicBezTo>
                  <a:pt x="23063" y="103171"/>
                  <a:pt x="0" y="80108"/>
                  <a:pt x="0" y="515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647">
            <a:solidFill>
              <a:srgbClr val="000000"/>
            </a:solidFill>
            <a:prstDash val="solid"/>
          </a:ln>
        </p:spPr>
      </p:sp>
      <p:sp>
        <p:nvSpPr>
          <p:cNvPr id="172" name="text-73 0:12:51">
            <a:extLst xmlns:a="http://schemas.openxmlformats.org/drawingml/2006/main">
              <a:ext uri="{FF2B5EF4-FFF2-40B4-BE49-F238E27FC236}">
                <a16:creationId xmlns:a16="http://schemas.microsoft.com/office/drawing/2014/main" id="{E66240C8-9892-4768-BFD7-3CE6A219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66279" y="3936542"/>
            <a:ext cx="642330" cy="26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0:12:51</a:t>
            </a:r>
          </a:p>
        </p:txBody>
      </p:sp>
      <p:sp>
        <p:nvSpPr>
          <p:cNvPr id="173" name="text-74 0:16:13">
            <a:extLst xmlns:a="http://schemas.openxmlformats.org/drawingml/2006/main">
              <a:ext uri="{FF2B5EF4-FFF2-40B4-BE49-F238E27FC236}">
                <a16:creationId xmlns:a16="http://schemas.microsoft.com/office/drawing/2014/main" id="{7D0B8CC9-C667-4C81-A436-B425C51C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0905" y="3938452"/>
            <a:ext cx="642330" cy="26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0:16:13</a:t>
            </a:r>
          </a:p>
        </p:txBody>
      </p:sp>
      <p:sp>
        <p:nvSpPr>
          <p:cNvPr id="174" name="text-75 Abnormal">
            <a:extLst xmlns:a="http://schemas.openxmlformats.org/drawingml/2006/main">
              <a:ext uri="{FF2B5EF4-FFF2-40B4-BE49-F238E27FC236}">
                <a16:creationId xmlns:a16="http://schemas.microsoft.com/office/drawing/2014/main" id="{FC1E54DD-EFAD-42F5-9685-55CD79EE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8580" y="4554832"/>
            <a:ext cx="1121089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75" name="text-75 Fragment">
            <a:extLst xmlns:a="http://schemas.openxmlformats.org/drawingml/2006/main">
              <a:ext uri="{FF2B5EF4-FFF2-40B4-BE49-F238E27FC236}">
                <a16:creationId xmlns:a16="http://schemas.microsoft.com/office/drawing/2014/main" id="{FDD58DFD-198C-49FC-A55E-EC994A2F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8131" y="4554184"/>
            <a:ext cx="1082639" cy="34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Fragment</a:t>
            </a:r>
          </a:p>
        </p:txBody>
      </p:sp>
      <p:sp>
        <p:nvSpPr>
          <p:cNvPr id="176" name="text-76 B">
            <a:extLst xmlns:a="http://schemas.openxmlformats.org/drawingml/2006/main">
              <a:ext uri="{FF2B5EF4-FFF2-40B4-BE49-F238E27FC236}">
                <a16:creationId xmlns:a16="http://schemas.microsoft.com/office/drawing/2014/main" id="{C881A533-1DBB-4FC9-A48F-41118ADD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7642" y="4554596"/>
            <a:ext cx="208066" cy="343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0F74FBC-4F10-4E96-A674-9482FA4F5C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7d70983e949e2"/>
          <a:stretch xmlns:a="http://schemas.openxmlformats.org/drawingml/2006/main"/>
        </p:blipFill>
        <p:spPr>
          <a:xfrm xmlns:a="http://schemas.openxmlformats.org/drawingml/2006/main">
            <a:off x="3619500" y="2687637"/>
            <a:ext cx="11058525" cy="1066800"/>
          </a:xfrm>
          <a:prstGeom xmlns:a="http://schemas.openxmlformats.org/drawingml/2006/main" prst="rect">
            <a:avLst/>
          </a:prstGeom>
        </p:spPr>
      </p:pic>
      <p:sp>
        <p:nvSpPr>
          <p:cNvPr id="178" name="path-78">
            <a:extLst xmlns:a="http://schemas.openxmlformats.org/drawingml/2006/main">
              <a:ext uri="{FF2B5EF4-FFF2-40B4-BE49-F238E27FC236}">
                <a16:creationId xmlns:a16="http://schemas.microsoft.com/office/drawing/2014/main" id="{0BDF602C-AD1B-4762-A7F8-D3FEA964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614" y="2657550"/>
            <a:ext cx="11120664" cy="1127788"/>
          </a:xfrm>
          <a:custGeom xmlns:a="http://schemas.openxmlformats.org/drawingml/2006/main">
            <a:pathLst>
              <a:path w="11120664" h="1127788">
                <a:moveTo>
                  <a:pt x="0" y="0"/>
                </a:moveTo>
                <a:lnTo>
                  <a:pt x="11120664" y="0"/>
                </a:lnTo>
                <a:lnTo>
                  <a:pt x="11120664" y="1127788"/>
                </a:lnTo>
                <a:lnTo>
                  <a:pt x="0" y="11277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235">
            <a:solidFill>
              <a:srgbClr val="595959"/>
            </a:solidFill>
            <a:prstDash val="solid"/>
          </a:ln>
        </p:spPr>
      </p:sp>
      <p:sp>
        <p:nvSpPr>
          <p:cNvPr id="179" name="path-79">
            <a:extLst xmlns:a="http://schemas.openxmlformats.org/drawingml/2006/main">
              <a:ext uri="{FF2B5EF4-FFF2-40B4-BE49-F238E27FC236}">
                <a16:creationId xmlns:a16="http://schemas.microsoft.com/office/drawing/2014/main" id="{00664A2C-CC66-4106-BCC7-2CFA25BE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226" y="2509889"/>
            <a:ext cx="11186715" cy="183416"/>
          </a:xfrm>
          <a:custGeom xmlns:a="http://schemas.openxmlformats.org/drawingml/2006/main">
            <a:pathLst>
              <a:path w="11186715" h="183416">
                <a:moveTo>
                  <a:pt x="0" y="0"/>
                </a:moveTo>
                <a:lnTo>
                  <a:pt x="11186715" y="0"/>
                </a:lnTo>
                <a:lnTo>
                  <a:pt x="11186715" y="183416"/>
                </a:lnTo>
                <a:lnTo>
                  <a:pt x="0" y="18341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80">
            <a:extLst xmlns:a="http://schemas.openxmlformats.org/drawingml/2006/main">
              <a:ext uri="{FF2B5EF4-FFF2-40B4-BE49-F238E27FC236}">
                <a16:creationId xmlns:a16="http://schemas.microsoft.com/office/drawing/2014/main" id="{36634F5D-90C9-4B7C-82CE-6D57DFCC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575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81">
            <a:extLst xmlns:a="http://schemas.openxmlformats.org/drawingml/2006/main">
              <a:ext uri="{FF2B5EF4-FFF2-40B4-BE49-F238E27FC236}">
                <a16:creationId xmlns:a16="http://schemas.microsoft.com/office/drawing/2014/main" id="{4B99B2EF-C557-4FA9-95B9-8C1B4585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117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82">
            <a:extLst xmlns:a="http://schemas.openxmlformats.org/drawingml/2006/main">
              <a:ext uri="{FF2B5EF4-FFF2-40B4-BE49-F238E27FC236}">
                <a16:creationId xmlns:a16="http://schemas.microsoft.com/office/drawing/2014/main" id="{B74EE69A-7325-4692-98A6-0BD6DBF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659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83">
            <a:extLst xmlns:a="http://schemas.openxmlformats.org/drawingml/2006/main">
              <a:ext uri="{FF2B5EF4-FFF2-40B4-BE49-F238E27FC236}">
                <a16:creationId xmlns:a16="http://schemas.microsoft.com/office/drawing/2014/main" id="{898F41E4-F5AE-438D-90AF-363954F2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838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84">
            <a:extLst xmlns:a="http://schemas.openxmlformats.org/drawingml/2006/main">
              <a:ext uri="{FF2B5EF4-FFF2-40B4-BE49-F238E27FC236}">
                <a16:creationId xmlns:a16="http://schemas.microsoft.com/office/drawing/2014/main" id="{51C3A643-579C-49C0-9615-A39E593E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381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85">
            <a:extLst xmlns:a="http://schemas.openxmlformats.org/drawingml/2006/main">
              <a:ext uri="{FF2B5EF4-FFF2-40B4-BE49-F238E27FC236}">
                <a16:creationId xmlns:a16="http://schemas.microsoft.com/office/drawing/2014/main" id="{5535C48A-3BDD-4F88-BDF9-74E0110B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922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ath-86">
            <a:extLst xmlns:a="http://schemas.openxmlformats.org/drawingml/2006/main">
              <a:ext uri="{FF2B5EF4-FFF2-40B4-BE49-F238E27FC236}">
                <a16:creationId xmlns:a16="http://schemas.microsoft.com/office/drawing/2014/main" id="{93404156-09B6-421F-B8F7-A4B67FF8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102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87">
            <a:extLst xmlns:a="http://schemas.openxmlformats.org/drawingml/2006/main">
              <a:ext uri="{FF2B5EF4-FFF2-40B4-BE49-F238E27FC236}">
                <a16:creationId xmlns:a16="http://schemas.microsoft.com/office/drawing/2014/main" id="{C3725880-269D-4D15-8567-2816E292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644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88">
            <a:extLst xmlns:a="http://schemas.openxmlformats.org/drawingml/2006/main">
              <a:ext uri="{FF2B5EF4-FFF2-40B4-BE49-F238E27FC236}">
                <a16:creationId xmlns:a16="http://schemas.microsoft.com/office/drawing/2014/main" id="{D9435C0A-7836-4287-91A6-395D131D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185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89">
            <a:extLst xmlns:a="http://schemas.openxmlformats.org/drawingml/2006/main">
              <a:ext uri="{FF2B5EF4-FFF2-40B4-BE49-F238E27FC236}">
                <a16:creationId xmlns:a16="http://schemas.microsoft.com/office/drawing/2014/main" id="{95018D68-4145-4F1D-A061-22FAAB94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727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90">
            <a:extLst xmlns:a="http://schemas.openxmlformats.org/drawingml/2006/main">
              <a:ext uri="{FF2B5EF4-FFF2-40B4-BE49-F238E27FC236}">
                <a16:creationId xmlns:a16="http://schemas.microsoft.com/office/drawing/2014/main" id="{C34A36B5-10A6-4BDD-9A72-036085BD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908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ath-91">
            <a:extLst xmlns:a="http://schemas.openxmlformats.org/drawingml/2006/main">
              <a:ext uri="{FF2B5EF4-FFF2-40B4-BE49-F238E27FC236}">
                <a16:creationId xmlns:a16="http://schemas.microsoft.com/office/drawing/2014/main" id="{50CC2C2B-8E46-45CB-9BBE-0405E15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450" y="2552468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92">
            <a:extLst xmlns:a="http://schemas.openxmlformats.org/drawingml/2006/main">
              <a:ext uri="{FF2B5EF4-FFF2-40B4-BE49-F238E27FC236}">
                <a16:creationId xmlns:a16="http://schemas.microsoft.com/office/drawing/2014/main" id="{74F4AB2D-3BEE-4BD2-809C-8D656D1B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991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93">
            <a:extLst xmlns:a="http://schemas.openxmlformats.org/drawingml/2006/main">
              <a:ext uri="{FF2B5EF4-FFF2-40B4-BE49-F238E27FC236}">
                <a16:creationId xmlns:a16="http://schemas.microsoft.com/office/drawing/2014/main" id="{2687AC59-E4FF-458D-BFA0-AE254285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171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ath-94">
            <a:extLst xmlns:a="http://schemas.openxmlformats.org/drawingml/2006/main">
              <a:ext uri="{FF2B5EF4-FFF2-40B4-BE49-F238E27FC236}">
                <a16:creationId xmlns:a16="http://schemas.microsoft.com/office/drawing/2014/main" id="{9E258E6A-642E-4CEB-981E-80F150D8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713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95">
            <a:extLst xmlns:a="http://schemas.openxmlformats.org/drawingml/2006/main">
              <a:ext uri="{FF2B5EF4-FFF2-40B4-BE49-F238E27FC236}">
                <a16:creationId xmlns:a16="http://schemas.microsoft.com/office/drawing/2014/main" id="{28F5B984-BFD9-4916-A86F-F612B580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255" y="2552468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96">
            <a:extLst xmlns:a="http://schemas.openxmlformats.org/drawingml/2006/main">
              <a:ext uri="{FF2B5EF4-FFF2-40B4-BE49-F238E27FC236}">
                <a16:creationId xmlns:a16="http://schemas.microsoft.com/office/drawing/2014/main" id="{83CCCAD1-92F8-4A3C-BFD1-A2647834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796" y="2552468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97">
            <a:extLst xmlns:a="http://schemas.openxmlformats.org/drawingml/2006/main">
              <a:ext uri="{FF2B5EF4-FFF2-40B4-BE49-F238E27FC236}">
                <a16:creationId xmlns:a16="http://schemas.microsoft.com/office/drawing/2014/main" id="{D526F02F-6172-4303-AA2F-2A8C035A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975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98">
            <a:extLst xmlns:a="http://schemas.openxmlformats.org/drawingml/2006/main">
              <a:ext uri="{FF2B5EF4-FFF2-40B4-BE49-F238E27FC236}">
                <a16:creationId xmlns:a16="http://schemas.microsoft.com/office/drawing/2014/main" id="{D22352EB-8E2E-4E69-969F-B1E053C5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518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99">
            <a:extLst xmlns:a="http://schemas.openxmlformats.org/drawingml/2006/main">
              <a:ext uri="{FF2B5EF4-FFF2-40B4-BE49-F238E27FC236}">
                <a16:creationId xmlns:a16="http://schemas.microsoft.com/office/drawing/2014/main" id="{87AF69C8-956A-4F0B-95B5-743E0BB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060" y="2552468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00">
            <a:extLst xmlns:a="http://schemas.openxmlformats.org/drawingml/2006/main">
              <a:ext uri="{FF2B5EF4-FFF2-40B4-BE49-F238E27FC236}">
                <a16:creationId xmlns:a16="http://schemas.microsoft.com/office/drawing/2014/main" id="{417E6ED9-B598-491C-8516-C4E419A7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602" y="2552468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01">
            <a:extLst xmlns:a="http://schemas.openxmlformats.org/drawingml/2006/main">
              <a:ext uri="{FF2B5EF4-FFF2-40B4-BE49-F238E27FC236}">
                <a16:creationId xmlns:a16="http://schemas.microsoft.com/office/drawing/2014/main" id="{4ECF270F-4CF8-4CD1-A96C-0B3B44D9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781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02">
            <a:extLst xmlns:a="http://schemas.openxmlformats.org/drawingml/2006/main">
              <a:ext uri="{FF2B5EF4-FFF2-40B4-BE49-F238E27FC236}">
                <a16:creationId xmlns:a16="http://schemas.microsoft.com/office/drawing/2014/main" id="{60CC8458-8CC4-479F-BF52-B0616ECE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323" y="2552468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103">
            <a:extLst xmlns:a="http://schemas.openxmlformats.org/drawingml/2006/main">
              <a:ext uri="{FF2B5EF4-FFF2-40B4-BE49-F238E27FC236}">
                <a16:creationId xmlns:a16="http://schemas.microsoft.com/office/drawing/2014/main" id="{ED684921-1607-4859-837A-6AEE908A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866" y="2552468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104">
            <a:extLst xmlns:a="http://schemas.openxmlformats.org/drawingml/2006/main">
              <a:ext uri="{FF2B5EF4-FFF2-40B4-BE49-F238E27FC236}">
                <a16:creationId xmlns:a16="http://schemas.microsoft.com/office/drawing/2014/main" id="{7C526608-9390-4219-A3C5-7647085F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045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105">
            <a:extLst xmlns:a="http://schemas.openxmlformats.org/drawingml/2006/main">
              <a:ext uri="{FF2B5EF4-FFF2-40B4-BE49-F238E27FC236}">
                <a16:creationId xmlns:a16="http://schemas.microsoft.com/office/drawing/2014/main" id="{AE8DBE49-57C7-4187-8D45-9951C37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6587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106">
            <a:extLst xmlns:a="http://schemas.openxmlformats.org/drawingml/2006/main">
              <a:ext uri="{FF2B5EF4-FFF2-40B4-BE49-F238E27FC236}">
                <a16:creationId xmlns:a16="http://schemas.microsoft.com/office/drawing/2014/main" id="{7F1198AF-732F-4778-9189-6A8ABF2E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2128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107">
            <a:extLst xmlns:a="http://schemas.openxmlformats.org/drawingml/2006/main">
              <a:ext uri="{FF2B5EF4-FFF2-40B4-BE49-F238E27FC236}">
                <a16:creationId xmlns:a16="http://schemas.microsoft.com/office/drawing/2014/main" id="{F4563468-FEE1-4A96-9947-BD070D9A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670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108">
            <a:extLst xmlns:a="http://schemas.openxmlformats.org/drawingml/2006/main">
              <a:ext uri="{FF2B5EF4-FFF2-40B4-BE49-F238E27FC236}">
                <a16:creationId xmlns:a16="http://schemas.microsoft.com/office/drawing/2014/main" id="{2A0585EE-EB59-49AF-BA02-EBB825C9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4850" y="2552468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109">
            <a:extLst xmlns:a="http://schemas.openxmlformats.org/drawingml/2006/main">
              <a:ext uri="{FF2B5EF4-FFF2-40B4-BE49-F238E27FC236}">
                <a16:creationId xmlns:a16="http://schemas.microsoft.com/office/drawing/2014/main" id="{1DA6014F-4375-4D29-85DC-EF4168F3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0391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110">
            <a:extLst xmlns:a="http://schemas.openxmlformats.org/drawingml/2006/main">
              <a:ext uri="{FF2B5EF4-FFF2-40B4-BE49-F238E27FC236}">
                <a16:creationId xmlns:a16="http://schemas.microsoft.com/office/drawing/2014/main" id="{C4542776-5FE6-40A2-B5A0-83915F1D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5934" y="2552468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111">
            <a:extLst xmlns:a="http://schemas.openxmlformats.org/drawingml/2006/main">
              <a:ext uri="{FF2B5EF4-FFF2-40B4-BE49-F238E27FC236}">
                <a16:creationId xmlns:a16="http://schemas.microsoft.com/office/drawing/2014/main" id="{D1A957EC-28AF-405E-AA6F-58024A7E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3114" y="2552468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112">
            <a:extLst xmlns:a="http://schemas.openxmlformats.org/drawingml/2006/main">
              <a:ext uri="{FF2B5EF4-FFF2-40B4-BE49-F238E27FC236}">
                <a16:creationId xmlns:a16="http://schemas.microsoft.com/office/drawing/2014/main" id="{8916EC2A-3F9E-40C8-AD8F-7FA6BD4A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8656" y="2552468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113">
            <a:extLst xmlns:a="http://schemas.openxmlformats.org/drawingml/2006/main">
              <a:ext uri="{FF2B5EF4-FFF2-40B4-BE49-F238E27FC236}">
                <a16:creationId xmlns:a16="http://schemas.microsoft.com/office/drawing/2014/main" id="{C800165E-452F-4A5B-BA3C-BD64740F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589" y="3769234"/>
            <a:ext cx="11186715" cy="183415"/>
          </a:xfrm>
          <a:custGeom xmlns:a="http://schemas.openxmlformats.org/drawingml/2006/main">
            <a:pathLst>
              <a:path w="11186715" h="183415">
                <a:moveTo>
                  <a:pt x="0" y="0"/>
                </a:moveTo>
                <a:lnTo>
                  <a:pt x="11186715" y="0"/>
                </a:lnTo>
                <a:lnTo>
                  <a:pt x="11186715" y="183415"/>
                </a:lnTo>
                <a:lnTo>
                  <a:pt x="0" y="18341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114">
            <a:extLst xmlns:a="http://schemas.openxmlformats.org/drawingml/2006/main">
              <a:ext uri="{FF2B5EF4-FFF2-40B4-BE49-F238E27FC236}">
                <a16:creationId xmlns:a16="http://schemas.microsoft.com/office/drawing/2014/main" id="{0643BF52-AD90-4B60-A092-46451263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937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115">
            <a:extLst xmlns:a="http://schemas.openxmlformats.org/drawingml/2006/main">
              <a:ext uri="{FF2B5EF4-FFF2-40B4-BE49-F238E27FC236}">
                <a16:creationId xmlns:a16="http://schemas.microsoft.com/office/drawing/2014/main" id="{5C519CCA-D980-4D98-AD9F-6CD01F11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479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116">
            <a:extLst xmlns:a="http://schemas.openxmlformats.org/drawingml/2006/main">
              <a:ext uri="{FF2B5EF4-FFF2-40B4-BE49-F238E27FC236}">
                <a16:creationId xmlns:a16="http://schemas.microsoft.com/office/drawing/2014/main" id="{039716D2-EDE2-4842-BEFE-0021E38A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021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117">
            <a:extLst xmlns:a="http://schemas.openxmlformats.org/drawingml/2006/main">
              <a:ext uri="{FF2B5EF4-FFF2-40B4-BE49-F238E27FC236}">
                <a16:creationId xmlns:a16="http://schemas.microsoft.com/office/drawing/2014/main" id="{2FE03936-0BB3-4E88-B330-4BCA4266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200" y="3811812"/>
            <a:ext cx="171953" cy="93346"/>
          </a:xfrm>
          <a:custGeom xmlns:a="http://schemas.openxmlformats.org/drawingml/2006/main">
            <a:pathLst>
              <a:path w="171953" h="93346">
                <a:moveTo>
                  <a:pt x="0" y="0"/>
                </a:moveTo>
                <a:lnTo>
                  <a:pt x="171953" y="0"/>
                </a:lnTo>
                <a:lnTo>
                  <a:pt x="171953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118">
            <a:extLst xmlns:a="http://schemas.openxmlformats.org/drawingml/2006/main">
              <a:ext uri="{FF2B5EF4-FFF2-40B4-BE49-F238E27FC236}">
                <a16:creationId xmlns:a16="http://schemas.microsoft.com/office/drawing/2014/main" id="{1381D62C-EC00-4769-B216-F34185E1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42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119">
            <a:extLst xmlns:a="http://schemas.openxmlformats.org/drawingml/2006/main">
              <a:ext uri="{FF2B5EF4-FFF2-40B4-BE49-F238E27FC236}">
                <a16:creationId xmlns:a16="http://schemas.microsoft.com/office/drawing/2014/main" id="{F1D5F06F-ECD2-4428-B941-32ED00C9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285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120">
            <a:extLst xmlns:a="http://schemas.openxmlformats.org/drawingml/2006/main">
              <a:ext uri="{FF2B5EF4-FFF2-40B4-BE49-F238E27FC236}">
                <a16:creationId xmlns:a16="http://schemas.microsoft.com/office/drawing/2014/main" id="{7E80C442-1F10-4F9B-9249-14FB6C63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464" y="3811812"/>
            <a:ext cx="171953" cy="93346"/>
          </a:xfrm>
          <a:custGeom xmlns:a="http://schemas.openxmlformats.org/drawingml/2006/main">
            <a:pathLst>
              <a:path w="171953" h="93346">
                <a:moveTo>
                  <a:pt x="0" y="0"/>
                </a:moveTo>
                <a:lnTo>
                  <a:pt x="171953" y="0"/>
                </a:lnTo>
                <a:lnTo>
                  <a:pt x="171953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121">
            <a:extLst xmlns:a="http://schemas.openxmlformats.org/drawingml/2006/main">
              <a:ext uri="{FF2B5EF4-FFF2-40B4-BE49-F238E27FC236}">
                <a16:creationId xmlns:a16="http://schemas.microsoft.com/office/drawing/2014/main" id="{DF5E90F2-D66C-48C4-B3F6-32D864F1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006" y="3811812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122">
            <a:extLst xmlns:a="http://schemas.openxmlformats.org/drawingml/2006/main">
              <a:ext uri="{FF2B5EF4-FFF2-40B4-BE49-F238E27FC236}">
                <a16:creationId xmlns:a16="http://schemas.microsoft.com/office/drawing/2014/main" id="{BABC7255-BD42-4E18-8937-8525E25F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548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123">
            <a:extLst xmlns:a="http://schemas.openxmlformats.org/drawingml/2006/main">
              <a:ext uri="{FF2B5EF4-FFF2-40B4-BE49-F238E27FC236}">
                <a16:creationId xmlns:a16="http://schemas.microsoft.com/office/drawing/2014/main" id="{7792206A-F271-48F8-875C-471585FD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090" y="3811812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124">
            <a:extLst xmlns:a="http://schemas.openxmlformats.org/drawingml/2006/main">
              <a:ext uri="{FF2B5EF4-FFF2-40B4-BE49-F238E27FC236}">
                <a16:creationId xmlns:a16="http://schemas.microsoft.com/office/drawing/2014/main" id="{48F050A5-E293-4333-9B9D-2ECFB730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269" y="3811812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125">
            <a:extLst xmlns:a="http://schemas.openxmlformats.org/drawingml/2006/main">
              <a:ext uri="{FF2B5EF4-FFF2-40B4-BE49-F238E27FC236}">
                <a16:creationId xmlns:a16="http://schemas.microsoft.com/office/drawing/2014/main" id="{A0B95205-8C75-4109-B248-F314805D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812" y="3811812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126">
            <a:extLst xmlns:a="http://schemas.openxmlformats.org/drawingml/2006/main">
              <a:ext uri="{FF2B5EF4-FFF2-40B4-BE49-F238E27FC236}">
                <a16:creationId xmlns:a16="http://schemas.microsoft.com/office/drawing/2014/main" id="{AC75D493-4398-4E72-9AA3-D434E377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354" y="3811812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127">
            <a:extLst xmlns:a="http://schemas.openxmlformats.org/drawingml/2006/main">
              <a:ext uri="{FF2B5EF4-FFF2-40B4-BE49-F238E27FC236}">
                <a16:creationId xmlns:a16="http://schemas.microsoft.com/office/drawing/2014/main" id="{8D30BDF1-B3F5-49FF-966B-EEFFED61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896" y="3811812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128">
            <a:extLst xmlns:a="http://schemas.openxmlformats.org/drawingml/2006/main">
              <a:ext uri="{FF2B5EF4-FFF2-40B4-BE49-F238E27FC236}">
                <a16:creationId xmlns:a16="http://schemas.microsoft.com/office/drawing/2014/main" id="{5362B890-69CE-45B7-91F3-57413C2F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075" y="3811812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129">
            <a:extLst xmlns:a="http://schemas.openxmlformats.org/drawingml/2006/main">
              <a:ext uri="{FF2B5EF4-FFF2-40B4-BE49-F238E27FC236}">
                <a16:creationId xmlns:a16="http://schemas.microsoft.com/office/drawing/2014/main" id="{E44E6A8E-3657-41FD-BCA2-A96E53DE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616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130">
            <a:extLst xmlns:a="http://schemas.openxmlformats.org/drawingml/2006/main">
              <a:ext uri="{FF2B5EF4-FFF2-40B4-BE49-F238E27FC236}">
                <a16:creationId xmlns:a16="http://schemas.microsoft.com/office/drawing/2014/main" id="{C5165986-2F99-4B16-9CB3-8ABD46BD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158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131">
            <a:extLst xmlns:a="http://schemas.openxmlformats.org/drawingml/2006/main">
              <a:ext uri="{FF2B5EF4-FFF2-40B4-BE49-F238E27FC236}">
                <a16:creationId xmlns:a16="http://schemas.microsoft.com/office/drawing/2014/main" id="{25B410AC-2CF1-4A87-8DAF-C1B8B8B4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339" y="3811812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132">
            <a:extLst xmlns:a="http://schemas.openxmlformats.org/drawingml/2006/main">
              <a:ext uri="{FF2B5EF4-FFF2-40B4-BE49-F238E27FC236}">
                <a16:creationId xmlns:a16="http://schemas.microsoft.com/office/drawing/2014/main" id="{9E214560-160B-415D-B31B-18B9D73D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881" y="3811812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133">
            <a:extLst xmlns:a="http://schemas.openxmlformats.org/drawingml/2006/main">
              <a:ext uri="{FF2B5EF4-FFF2-40B4-BE49-F238E27FC236}">
                <a16:creationId xmlns:a16="http://schemas.microsoft.com/office/drawing/2014/main" id="{C95CE7CC-CA4F-4D54-B263-45A0E6CC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422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134">
            <a:extLst xmlns:a="http://schemas.openxmlformats.org/drawingml/2006/main">
              <a:ext uri="{FF2B5EF4-FFF2-40B4-BE49-F238E27FC236}">
                <a16:creationId xmlns:a16="http://schemas.microsoft.com/office/drawing/2014/main" id="{B5BCBBC4-7811-4768-B871-0FAC7C0D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964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135">
            <a:extLst xmlns:a="http://schemas.openxmlformats.org/drawingml/2006/main">
              <a:ext uri="{FF2B5EF4-FFF2-40B4-BE49-F238E27FC236}">
                <a16:creationId xmlns:a16="http://schemas.microsoft.com/office/drawing/2014/main" id="{FD838185-9C89-4ADC-BD09-80C18417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144" y="3811812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136">
            <a:extLst xmlns:a="http://schemas.openxmlformats.org/drawingml/2006/main">
              <a:ext uri="{FF2B5EF4-FFF2-40B4-BE49-F238E27FC236}">
                <a16:creationId xmlns:a16="http://schemas.microsoft.com/office/drawing/2014/main" id="{6F0030CA-8D29-4D60-822D-A36AD508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685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137">
            <a:extLst xmlns:a="http://schemas.openxmlformats.org/drawingml/2006/main">
              <a:ext uri="{FF2B5EF4-FFF2-40B4-BE49-F238E27FC236}">
                <a16:creationId xmlns:a16="http://schemas.microsoft.com/office/drawing/2014/main" id="{78142F74-C8DD-430D-AAC0-C3DA1BAD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227" y="3811812"/>
            <a:ext cx="173590" cy="93346"/>
          </a:xfrm>
          <a:custGeom xmlns:a="http://schemas.openxmlformats.org/drawingml/2006/main">
            <a:pathLst>
              <a:path w="173590" h="93346">
                <a:moveTo>
                  <a:pt x="0" y="0"/>
                </a:moveTo>
                <a:lnTo>
                  <a:pt x="173590" y="0"/>
                </a:lnTo>
                <a:lnTo>
                  <a:pt x="173590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138">
            <a:extLst xmlns:a="http://schemas.openxmlformats.org/drawingml/2006/main">
              <a:ext uri="{FF2B5EF4-FFF2-40B4-BE49-F238E27FC236}">
                <a16:creationId xmlns:a16="http://schemas.microsoft.com/office/drawing/2014/main" id="{A2ED5D5F-487D-4CD4-8DD8-5B012337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408" y="3811812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139">
            <a:extLst xmlns:a="http://schemas.openxmlformats.org/drawingml/2006/main">
              <a:ext uri="{FF2B5EF4-FFF2-40B4-BE49-F238E27FC236}">
                <a16:creationId xmlns:a16="http://schemas.microsoft.com/office/drawing/2014/main" id="{50EAD9B8-6019-4D09-B85A-7B127665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950" y="3811812"/>
            <a:ext cx="171951" cy="93346"/>
          </a:xfrm>
          <a:custGeom xmlns:a="http://schemas.openxmlformats.org/drawingml/2006/main">
            <a:pathLst>
              <a:path w="171951" h="93346">
                <a:moveTo>
                  <a:pt x="0" y="0"/>
                </a:moveTo>
                <a:lnTo>
                  <a:pt x="171951" y="0"/>
                </a:lnTo>
                <a:lnTo>
                  <a:pt x="171951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140">
            <a:extLst xmlns:a="http://schemas.openxmlformats.org/drawingml/2006/main">
              <a:ext uri="{FF2B5EF4-FFF2-40B4-BE49-F238E27FC236}">
                <a16:creationId xmlns:a16="http://schemas.microsoft.com/office/drawing/2014/main" id="{1E4262A0-62E5-4B5C-AD5D-86CB328E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0491" y="3811812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141">
            <a:extLst xmlns:a="http://schemas.openxmlformats.org/drawingml/2006/main">
              <a:ext uri="{FF2B5EF4-FFF2-40B4-BE49-F238E27FC236}">
                <a16:creationId xmlns:a16="http://schemas.microsoft.com/office/drawing/2014/main" id="{9AC421CE-394F-419C-9145-14297FBB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6033" y="3811812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142">
            <a:extLst xmlns:a="http://schemas.openxmlformats.org/drawingml/2006/main">
              <a:ext uri="{FF2B5EF4-FFF2-40B4-BE49-F238E27FC236}">
                <a16:creationId xmlns:a16="http://schemas.microsoft.com/office/drawing/2014/main" id="{82721E9B-DC12-4F42-8CE8-DCA79DB9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212" y="3811812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143">
            <a:extLst xmlns:a="http://schemas.openxmlformats.org/drawingml/2006/main">
              <a:ext uri="{FF2B5EF4-FFF2-40B4-BE49-F238E27FC236}">
                <a16:creationId xmlns:a16="http://schemas.microsoft.com/office/drawing/2014/main" id="{3D634AFE-17F3-40BF-8872-06FD680F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754" y="3811812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144">
            <a:extLst xmlns:a="http://schemas.openxmlformats.org/drawingml/2006/main">
              <a:ext uri="{FF2B5EF4-FFF2-40B4-BE49-F238E27FC236}">
                <a16:creationId xmlns:a16="http://schemas.microsoft.com/office/drawing/2014/main" id="{6CCD89DA-1B29-417C-8324-05A8169F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4297" y="3811812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145">
            <a:extLst xmlns:a="http://schemas.openxmlformats.org/drawingml/2006/main">
              <a:ext uri="{FF2B5EF4-FFF2-40B4-BE49-F238E27FC236}">
                <a16:creationId xmlns:a16="http://schemas.microsoft.com/office/drawing/2014/main" id="{5462D762-8C18-4B95-B3C2-B5255E21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838" y="3811812"/>
            <a:ext cx="173589" cy="93346"/>
          </a:xfrm>
          <a:custGeom xmlns:a="http://schemas.openxmlformats.org/drawingml/2006/main">
            <a:pathLst>
              <a:path w="173589" h="93346">
                <a:moveTo>
                  <a:pt x="0" y="0"/>
                </a:moveTo>
                <a:lnTo>
                  <a:pt x="173589" y="0"/>
                </a:lnTo>
                <a:lnTo>
                  <a:pt x="173589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146">
            <a:extLst xmlns:a="http://schemas.openxmlformats.org/drawingml/2006/main">
              <a:ext uri="{FF2B5EF4-FFF2-40B4-BE49-F238E27FC236}">
                <a16:creationId xmlns:a16="http://schemas.microsoft.com/office/drawing/2014/main" id="{D3B00DCA-FE87-46D6-8131-D7306DF1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7018" y="3811812"/>
            <a:ext cx="171952" cy="93346"/>
          </a:xfrm>
          <a:custGeom xmlns:a="http://schemas.openxmlformats.org/drawingml/2006/main">
            <a:pathLst>
              <a:path w="171952" h="93346">
                <a:moveTo>
                  <a:pt x="0" y="0"/>
                </a:moveTo>
                <a:lnTo>
                  <a:pt x="171952" y="0"/>
                </a:lnTo>
                <a:lnTo>
                  <a:pt x="171952" y="93346"/>
                </a:lnTo>
                <a:lnTo>
                  <a:pt x="0" y="93346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147">
            <a:extLst xmlns:a="http://schemas.openxmlformats.org/drawingml/2006/main">
              <a:ext uri="{FF2B5EF4-FFF2-40B4-BE49-F238E27FC236}">
                <a16:creationId xmlns:a16="http://schemas.microsoft.com/office/drawing/2014/main" id="{B6F6819C-1925-423E-832A-3DB130FF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996" y="2646632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48" name="path-148">
            <a:extLst xmlns:a="http://schemas.openxmlformats.org/drawingml/2006/main">
              <a:ext uri="{FF2B5EF4-FFF2-40B4-BE49-F238E27FC236}">
                <a16:creationId xmlns:a16="http://schemas.microsoft.com/office/drawing/2014/main" id="{BD14E12F-6059-4A81-9F59-A796D185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240" y="2663008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49" name="path-149">
            <a:extLst xmlns:a="http://schemas.openxmlformats.org/drawingml/2006/main">
              <a:ext uri="{FF2B5EF4-FFF2-40B4-BE49-F238E27FC236}">
                <a16:creationId xmlns:a16="http://schemas.microsoft.com/office/drawing/2014/main" id="{0E17A220-945F-408F-A82D-C4B312E8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947" y="2646632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50" name="path-150">
            <a:extLst xmlns:a="http://schemas.openxmlformats.org/drawingml/2006/main">
              <a:ext uri="{FF2B5EF4-FFF2-40B4-BE49-F238E27FC236}">
                <a16:creationId xmlns:a16="http://schemas.microsoft.com/office/drawing/2014/main" id="{97C1F5C2-0B41-4B5C-8A92-2916F538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855" y="2663008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51" name="path-151">
            <a:extLst xmlns:a="http://schemas.openxmlformats.org/drawingml/2006/main">
              <a:ext uri="{FF2B5EF4-FFF2-40B4-BE49-F238E27FC236}">
                <a16:creationId xmlns:a16="http://schemas.microsoft.com/office/drawing/2014/main" id="{7E8E9BEA-FEF6-458F-914F-7E3AB2F3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810" y="2646632"/>
            <a:ext cx="191" cy="1123284"/>
          </a:xfrm>
          <a:custGeom xmlns:a="http://schemas.openxmlformats.org/drawingml/2006/main">
            <a:pathLst>
              <a:path w="191" h="1123284">
                <a:moveTo>
                  <a:pt x="0" y="0"/>
                </a:moveTo>
                <a:lnTo>
                  <a:pt x="0" y="1123284"/>
                </a:lnTo>
              </a:path>
            </a:pathLst>
          </a:custGeom>
          <a:noFill xmlns:a="http://schemas.openxmlformats.org/drawingml/2006/main"/>
          <a:ln xmlns:a="http://schemas.openxmlformats.org/drawingml/2006/main" w="136470">
            <a:solidFill>
              <a:srgbClr val="595959"/>
            </a:solidFill>
            <a:prstDash val="solid"/>
          </a:ln>
        </p:spPr>
      </p:sp>
      <p:sp>
        <p:nvSpPr>
          <p:cNvPr id="252" name="path-152">
            <a:extLst xmlns:a="http://schemas.openxmlformats.org/drawingml/2006/main">
              <a:ext uri="{FF2B5EF4-FFF2-40B4-BE49-F238E27FC236}">
                <a16:creationId xmlns:a16="http://schemas.microsoft.com/office/drawing/2014/main" id="{DADB2945-9308-4B1D-A83E-5DA4CE56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723" y="2708862"/>
            <a:ext cx="1694957" cy="1041538"/>
          </a:xfrm>
          <a:custGeom xmlns:a="http://schemas.openxmlformats.org/drawingml/2006/main">
            <a:pathLst>
              <a:path w="1694957" h="1041538">
                <a:moveTo>
                  <a:pt x="0" y="0"/>
                </a:moveTo>
                <a:lnTo>
                  <a:pt x="1694957" y="0"/>
                </a:lnTo>
                <a:lnTo>
                  <a:pt x="1694957" y="1041538"/>
                </a:lnTo>
                <a:lnTo>
                  <a:pt x="0" y="10415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941">
            <a:solidFill>
              <a:srgbClr val="F96808"/>
            </a:solidFill>
            <a:prstDash val="solid"/>
          </a:ln>
        </p:spPr>
      </p:sp>
      <p:sp>
        <p:nvSpPr>
          <p:cNvPr id="253" name="path-153">
            <a:extLst xmlns:a="http://schemas.openxmlformats.org/drawingml/2006/main">
              <a:ext uri="{FF2B5EF4-FFF2-40B4-BE49-F238E27FC236}">
                <a16:creationId xmlns:a16="http://schemas.microsoft.com/office/drawing/2014/main" id="{D370E841-30A7-4F1E-BC8C-9D6161A5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140" y="2702311"/>
            <a:ext cx="1693319" cy="1041539"/>
          </a:xfrm>
          <a:custGeom xmlns:a="http://schemas.openxmlformats.org/drawingml/2006/main">
            <a:pathLst>
              <a:path w="1693319" h="1041539">
                <a:moveTo>
                  <a:pt x="0" y="0"/>
                </a:moveTo>
                <a:lnTo>
                  <a:pt x="1693319" y="0"/>
                </a:lnTo>
                <a:lnTo>
                  <a:pt x="1693319" y="1041539"/>
                </a:lnTo>
                <a:lnTo>
                  <a:pt x="0" y="10415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941">
            <a:solidFill>
              <a:srgbClr val="F96808"/>
            </a:solidFill>
            <a:prstDash val="solid"/>
          </a:ln>
        </p:spPr>
      </p:sp>
      <p:sp>
        <p:nvSpPr>
          <p:cNvPr id="254" name="path-154">
            <a:extLst xmlns:a="http://schemas.openxmlformats.org/drawingml/2006/main">
              <a:ext uri="{FF2B5EF4-FFF2-40B4-BE49-F238E27FC236}">
                <a16:creationId xmlns:a16="http://schemas.microsoft.com/office/drawing/2014/main" id="{009FFDCE-FF21-426C-8785-15AA4C09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277" y="2522171"/>
            <a:ext cx="4504" cy="1640642"/>
          </a:xfrm>
          <a:custGeom xmlns:a="http://schemas.openxmlformats.org/drawingml/2006/main">
            <a:pathLst>
              <a:path w="4504" h="1640642">
                <a:moveTo>
                  <a:pt x="0" y="0"/>
                </a:moveTo>
                <a:lnTo>
                  <a:pt x="4504" y="1640642"/>
                </a:lnTo>
              </a:path>
            </a:pathLst>
          </a:custGeom>
          <a:noFill xmlns:a="http://schemas.openxmlformats.org/drawingml/2006/main"/>
          <a:ln xmlns:a="http://schemas.openxmlformats.org/drawingml/2006/main" w="40941">
            <a:solidFill>
              <a:srgbClr val="F96808"/>
            </a:solidFill>
            <a:prstDash val="dash"/>
          </a:ln>
        </p:spPr>
      </p:sp>
      <p:sp>
        <p:nvSpPr>
          <p:cNvPr id="255" name="path-155">
            <a:extLst xmlns:a="http://schemas.openxmlformats.org/drawingml/2006/main">
              <a:ext uri="{FF2B5EF4-FFF2-40B4-BE49-F238E27FC236}">
                <a16:creationId xmlns:a16="http://schemas.microsoft.com/office/drawing/2014/main" id="{6DC9E22D-AE19-49AE-AA5E-D33E2F3E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108" y="4172093"/>
            <a:ext cx="103171" cy="101534"/>
          </a:xfrm>
          <a:custGeom xmlns:a="http://schemas.openxmlformats.org/drawingml/2006/main">
            <a:pathLst>
              <a:path w="103171" h="101534">
                <a:moveTo>
                  <a:pt x="0" y="50767"/>
                </a:moveTo>
                <a:cubicBezTo>
                  <a:pt x="0" y="22791"/>
                  <a:pt x="23063" y="0"/>
                  <a:pt x="51585" y="0"/>
                </a:cubicBezTo>
                <a:cubicBezTo>
                  <a:pt x="80108" y="0"/>
                  <a:pt x="103171" y="22791"/>
                  <a:pt x="103171" y="50767"/>
                </a:cubicBezTo>
                <a:cubicBezTo>
                  <a:pt x="103171" y="78744"/>
                  <a:pt x="80108" y="101534"/>
                  <a:pt x="51585" y="101534"/>
                </a:cubicBezTo>
                <a:cubicBezTo>
                  <a:pt x="23063" y="101534"/>
                  <a:pt x="0" y="78744"/>
                  <a:pt x="0" y="507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647">
            <a:solidFill>
              <a:srgbClr val="000000"/>
            </a:solidFill>
            <a:prstDash val="solid"/>
          </a:ln>
        </p:spPr>
      </p:sp>
      <p:sp>
        <p:nvSpPr>
          <p:cNvPr id="256" name="path-156">
            <a:extLst xmlns:a="http://schemas.openxmlformats.org/drawingml/2006/main">
              <a:ext uri="{FF2B5EF4-FFF2-40B4-BE49-F238E27FC236}">
                <a16:creationId xmlns:a16="http://schemas.microsoft.com/office/drawing/2014/main" id="{D799D283-B542-4B91-8DFA-4161549C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011" y="4222041"/>
            <a:ext cx="2146399" cy="2183"/>
          </a:xfrm>
          <a:custGeom xmlns:a="http://schemas.openxmlformats.org/drawingml/2006/main">
            <a:pathLst>
              <a:path w="2146399" h="2183">
                <a:moveTo>
                  <a:pt x="0" y="2183"/>
                </a:moveTo>
                <a:lnTo>
                  <a:pt x="21463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F96808"/>
            </a:solidFill>
            <a:prstDash val="solid"/>
          </a:ln>
        </p:spPr>
      </p:sp>
      <p:sp>
        <p:nvSpPr>
          <p:cNvPr id="257" name="path-157">
            <a:extLst xmlns:a="http://schemas.openxmlformats.org/drawingml/2006/main">
              <a:ext uri="{FF2B5EF4-FFF2-40B4-BE49-F238E27FC236}">
                <a16:creationId xmlns:a16="http://schemas.microsoft.com/office/drawing/2014/main" id="{F31FDCCC-7FEB-442D-944F-83BE3C60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329" y="4167180"/>
            <a:ext cx="101533" cy="103171"/>
          </a:xfrm>
          <a:custGeom xmlns:a="http://schemas.openxmlformats.org/drawingml/2006/main">
            <a:pathLst>
              <a:path w="101533" h="103171">
                <a:moveTo>
                  <a:pt x="0" y="51585"/>
                </a:moveTo>
                <a:cubicBezTo>
                  <a:pt x="0" y="23063"/>
                  <a:pt x="22791" y="0"/>
                  <a:pt x="50767" y="0"/>
                </a:cubicBezTo>
                <a:cubicBezTo>
                  <a:pt x="78742" y="0"/>
                  <a:pt x="101533" y="23063"/>
                  <a:pt x="101533" y="51585"/>
                </a:cubicBezTo>
                <a:cubicBezTo>
                  <a:pt x="101533" y="80108"/>
                  <a:pt x="78742" y="103171"/>
                  <a:pt x="50767" y="103171"/>
                </a:cubicBezTo>
                <a:cubicBezTo>
                  <a:pt x="22791" y="103171"/>
                  <a:pt x="0" y="80108"/>
                  <a:pt x="0" y="51585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13647">
            <a:solidFill>
              <a:srgbClr val="F96808"/>
            </a:solidFill>
            <a:prstDash val="solid"/>
          </a:ln>
        </p:spPr>
      </p:sp>
      <p:sp>
        <p:nvSpPr>
          <p:cNvPr id="258" name="path-158">
            <a:extLst xmlns:a="http://schemas.openxmlformats.org/drawingml/2006/main">
              <a:ext uri="{FF2B5EF4-FFF2-40B4-BE49-F238E27FC236}">
                <a16:creationId xmlns:a16="http://schemas.microsoft.com/office/drawing/2014/main" id="{9CAABEDC-370A-401C-B42B-1DC7AAA8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2312" y="4170455"/>
            <a:ext cx="101533" cy="103171"/>
          </a:xfrm>
          <a:custGeom xmlns:a="http://schemas.openxmlformats.org/drawingml/2006/main">
            <a:pathLst>
              <a:path w="101533" h="103171">
                <a:moveTo>
                  <a:pt x="0" y="51586"/>
                </a:moveTo>
                <a:cubicBezTo>
                  <a:pt x="0" y="23064"/>
                  <a:pt x="22789" y="0"/>
                  <a:pt x="50767" y="0"/>
                </a:cubicBezTo>
                <a:cubicBezTo>
                  <a:pt x="78743" y="0"/>
                  <a:pt x="101533" y="23064"/>
                  <a:pt x="101533" y="51586"/>
                </a:cubicBezTo>
                <a:cubicBezTo>
                  <a:pt x="101533" y="80108"/>
                  <a:pt x="78743" y="103171"/>
                  <a:pt x="50767" y="103171"/>
                </a:cubicBezTo>
                <a:cubicBezTo>
                  <a:pt x="22789" y="103171"/>
                  <a:pt x="0" y="80108"/>
                  <a:pt x="0" y="5158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647">
            <a:solidFill>
              <a:srgbClr val="000000"/>
            </a:solidFill>
            <a:prstDash val="solid"/>
          </a:ln>
        </p:spPr>
      </p:sp>
      <p:sp>
        <p:nvSpPr>
          <p:cNvPr id="259" name="text-159 Abnormal">
            <a:extLst xmlns:a="http://schemas.openxmlformats.org/drawingml/2006/main">
              <a:ext uri="{FF2B5EF4-FFF2-40B4-BE49-F238E27FC236}">
                <a16:creationId xmlns:a16="http://schemas.microsoft.com/office/drawing/2014/main" id="{F3605384-EA6C-4469-8222-8AB21B6F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5659" y="4552512"/>
            <a:ext cx="1121089" cy="343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3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260" name="text-159 Fragment">
            <a:extLst xmlns:a="http://schemas.openxmlformats.org/drawingml/2006/main">
              <a:ext uri="{FF2B5EF4-FFF2-40B4-BE49-F238E27FC236}">
                <a16:creationId xmlns:a16="http://schemas.microsoft.com/office/drawing/2014/main" id="{1FB89301-C129-43FB-8C19-41844ADC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5209" y="4551863"/>
            <a:ext cx="1082641" cy="344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8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Fragment</a:t>
            </a:r>
          </a:p>
        </p:txBody>
      </p:sp>
      <p:sp>
        <p:nvSpPr>
          <p:cNvPr id="261" name="text-160 A">
            <a:extLst xmlns:a="http://schemas.openxmlformats.org/drawingml/2006/main">
              <a:ext uri="{FF2B5EF4-FFF2-40B4-BE49-F238E27FC236}">
                <a16:creationId xmlns:a16="http://schemas.microsoft.com/office/drawing/2014/main" id="{11B6FAF0-DBDC-44C9-9198-1AE5384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9983" y="4552297"/>
            <a:ext cx="221573" cy="343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62" name="path-161">
            <a:extLst xmlns:a="http://schemas.openxmlformats.org/drawingml/2006/main">
              <a:ext uri="{FF2B5EF4-FFF2-40B4-BE49-F238E27FC236}">
                <a16:creationId xmlns:a16="http://schemas.microsoft.com/office/drawing/2014/main" id="{4A53B956-7A62-4C2C-A65D-15751F1F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122" y="4892655"/>
            <a:ext cx="4911280" cy="1460774"/>
          </a:xfrm>
          <a:custGeom xmlns:a="http://schemas.openxmlformats.org/drawingml/2006/main">
            <a:pathLst>
              <a:path w="4911280" h="1460774">
                <a:moveTo>
                  <a:pt x="0" y="106037"/>
                </a:moveTo>
                <a:cubicBezTo>
                  <a:pt x="0" y="47491"/>
                  <a:pt x="47491" y="0"/>
                  <a:pt x="106037" y="0"/>
                </a:cubicBezTo>
                <a:lnTo>
                  <a:pt x="4805244" y="0"/>
                </a:lnTo>
                <a:cubicBezTo>
                  <a:pt x="4863790" y="0"/>
                  <a:pt x="4911280" y="47491"/>
                  <a:pt x="4911280" y="106037"/>
                </a:cubicBezTo>
                <a:lnTo>
                  <a:pt x="4911280" y="1354737"/>
                </a:lnTo>
                <a:cubicBezTo>
                  <a:pt x="4911280" y="1413283"/>
                  <a:pt x="4863790" y="1460774"/>
                  <a:pt x="4805244" y="1460774"/>
                </a:cubicBezTo>
                <a:lnTo>
                  <a:pt x="106037" y="1460774"/>
                </a:lnTo>
                <a:cubicBezTo>
                  <a:pt x="47491" y="1460774"/>
                  <a:pt x="0" y="1413283"/>
                  <a:pt x="0" y="1354737"/>
                </a:cubicBezTo>
                <a:lnTo>
                  <a:pt x="0" y="106037"/>
                </a:lnTo>
              </a:path>
            </a:pathLst>
          </a:custGeom>
          <a:solidFill xmlns:a="http://schemas.openxmlformats.org/drawingml/2006/main">
            <a:srgbClr val="FC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162 “In">
            <a:extLst xmlns:a="http://schemas.openxmlformats.org/drawingml/2006/main">
              <a:ext uri="{FF2B5EF4-FFF2-40B4-BE49-F238E27FC236}">
                <a16:creationId xmlns:a16="http://schemas.microsoft.com/office/drawing/2014/main" id="{FAB26077-911A-4D04-90C8-F3DCFE11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4983325"/>
            <a:ext cx="355411" cy="286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“In</a:t>
            </a:r>
          </a:p>
        </p:txBody>
      </p:sp>
      <p:sp>
        <p:nvSpPr>
          <p:cNvPr id="264" name="text-162 the">
            <a:extLst xmlns:a="http://schemas.openxmlformats.org/drawingml/2006/main">
              <a:ext uri="{FF2B5EF4-FFF2-40B4-BE49-F238E27FC236}">
                <a16:creationId xmlns:a16="http://schemas.microsoft.com/office/drawing/2014/main" id="{8425DF8C-F878-44B5-9831-316B239F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3539" y="4983724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265" name="text-162 extracted">
            <a:extLst xmlns:a="http://schemas.openxmlformats.org/drawingml/2006/main">
              <a:ext uri="{FF2B5EF4-FFF2-40B4-BE49-F238E27FC236}">
                <a16:creationId xmlns:a16="http://schemas.microsoft.com/office/drawing/2014/main" id="{0954905F-4565-4172-8EF5-5958E896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4176" y="4983700"/>
            <a:ext cx="1009998" cy="286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extracted</a:t>
            </a:r>
          </a:p>
        </p:txBody>
      </p:sp>
      <p:sp>
        <p:nvSpPr>
          <p:cNvPr id="266" name="text-162 video">
            <a:extLst xmlns:a="http://schemas.openxmlformats.org/drawingml/2006/main">
              <a:ext uri="{FF2B5EF4-FFF2-40B4-BE49-F238E27FC236}">
                <a16:creationId xmlns:a16="http://schemas.microsoft.com/office/drawing/2014/main" id="{97D07D09-D65F-40C0-9CA9-85AA34C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0454" y="4983354"/>
            <a:ext cx="563251" cy="28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video</a:t>
            </a:r>
          </a:p>
        </p:txBody>
      </p:sp>
      <p:sp>
        <p:nvSpPr>
          <p:cNvPr id="267" name="text-162 segment,">
            <a:extLst xmlns:a="http://schemas.openxmlformats.org/drawingml/2006/main">
              <a:ext uri="{FF2B5EF4-FFF2-40B4-BE49-F238E27FC236}">
                <a16:creationId xmlns:a16="http://schemas.microsoft.com/office/drawing/2014/main" id="{9AEECFA8-5132-4EAB-8B7C-B385C670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381" y="4982921"/>
            <a:ext cx="959711" cy="287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segment,</a:t>
            </a:r>
          </a:p>
        </p:txBody>
      </p:sp>
      <p:sp>
        <p:nvSpPr>
          <p:cNvPr id="268" name="text-162 a">
            <a:extLst xmlns:a="http://schemas.openxmlformats.org/drawingml/2006/main">
              <a:ext uri="{FF2B5EF4-FFF2-40B4-BE49-F238E27FC236}">
                <a16:creationId xmlns:a16="http://schemas.microsoft.com/office/drawing/2014/main" id="{40103B7D-C029-49B6-8C0C-21AE26B0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9638" y="4983381"/>
            <a:ext cx="156596" cy="28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</a:t>
            </a:r>
          </a:p>
        </p:txBody>
      </p:sp>
      <p:sp>
        <p:nvSpPr>
          <p:cNvPr id="269" name="text-162 piece">
            <a:extLst xmlns:a="http://schemas.openxmlformats.org/drawingml/2006/main">
              <a:ext uri="{FF2B5EF4-FFF2-40B4-BE49-F238E27FC236}">
                <a16:creationId xmlns:a16="http://schemas.microsoft.com/office/drawing/2014/main" id="{8A1562A4-2025-4FAE-953C-B3F8AF4E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1273" y="4983128"/>
            <a:ext cx="543556" cy="286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piece</a:t>
            </a:r>
          </a:p>
        </p:txBody>
      </p:sp>
      <p:sp>
        <p:nvSpPr>
          <p:cNvPr id="270" name="text-162 of">
            <a:extLst xmlns:a="http://schemas.openxmlformats.org/drawingml/2006/main">
              <a:ext uri="{FF2B5EF4-FFF2-40B4-BE49-F238E27FC236}">
                <a16:creationId xmlns:a16="http://schemas.microsoft.com/office/drawing/2014/main" id="{F70C9EAF-7D8B-4EDA-8837-9630BB07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6935" y="4984121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271" name="text-163 plastic">
            <a:extLst xmlns:a="http://schemas.openxmlformats.org/drawingml/2006/main">
              <a:ext uri="{FF2B5EF4-FFF2-40B4-BE49-F238E27FC236}">
                <a16:creationId xmlns:a16="http://schemas.microsoft.com/office/drawing/2014/main" id="{CC379C8C-989B-435A-A414-DEF4CF81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5228666"/>
            <a:ext cx="691949" cy="287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plastic</a:t>
            </a:r>
          </a:p>
        </p:txBody>
      </p:sp>
      <p:sp>
        <p:nvSpPr>
          <p:cNvPr id="272" name="text-163 seemingly">
            <a:extLst xmlns:a="http://schemas.openxmlformats.org/drawingml/2006/main">
              <a:ext uri="{FF2B5EF4-FFF2-40B4-BE49-F238E27FC236}">
                <a16:creationId xmlns:a16="http://schemas.microsoft.com/office/drawing/2014/main" id="{707DD926-0C8A-4DA5-810A-C9025893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7617" y="5228439"/>
            <a:ext cx="1032820" cy="287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seemingly</a:t>
            </a:r>
          </a:p>
        </p:txBody>
      </p:sp>
      <p:sp>
        <p:nvSpPr>
          <p:cNvPr id="273" name="text-163 grows">
            <a:extLst xmlns:a="http://schemas.openxmlformats.org/drawingml/2006/main">
              <a:ext uri="{FF2B5EF4-FFF2-40B4-BE49-F238E27FC236}">
                <a16:creationId xmlns:a16="http://schemas.microsoft.com/office/drawing/2014/main" id="{18EE95F9-25F7-4E83-A933-4495B7ED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0885" y="5229305"/>
            <a:ext cx="638708" cy="28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grows</a:t>
            </a:r>
          </a:p>
        </p:txBody>
      </p:sp>
      <p:sp>
        <p:nvSpPr>
          <p:cNvPr id="274" name="text-163 out">
            <a:extLst xmlns:a="http://schemas.openxmlformats.org/drawingml/2006/main">
              <a:ext uri="{FF2B5EF4-FFF2-40B4-BE49-F238E27FC236}">
                <a16:creationId xmlns:a16="http://schemas.microsoft.com/office/drawing/2014/main" id="{6EA21CA2-B3C4-4BE8-A210-5196ECD2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8079" y="5229437"/>
            <a:ext cx="371429" cy="2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out</a:t>
            </a:r>
          </a:p>
        </p:txBody>
      </p:sp>
      <p:sp>
        <p:nvSpPr>
          <p:cNvPr id="275" name="text-163 of">
            <a:extLst xmlns:a="http://schemas.openxmlformats.org/drawingml/2006/main">
              <a:ext uri="{FF2B5EF4-FFF2-40B4-BE49-F238E27FC236}">
                <a16:creationId xmlns:a16="http://schemas.microsoft.com/office/drawing/2014/main" id="{5BB321E3-DC34-4200-A1FC-D66D4279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473" y="5229767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276" name="text-163 the">
            <a:extLst xmlns:a="http://schemas.openxmlformats.org/drawingml/2006/main">
              <a:ext uri="{FF2B5EF4-FFF2-40B4-BE49-F238E27FC236}">
                <a16:creationId xmlns:a16="http://schemas.microsoft.com/office/drawing/2014/main" id="{0552D820-BCB1-4B76-AEEA-813ECF1A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8754" y="5229370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277" name="text-163 ground">
            <a:extLst xmlns:a="http://schemas.openxmlformats.org/drawingml/2006/main">
              <a:ext uri="{FF2B5EF4-FFF2-40B4-BE49-F238E27FC236}">
                <a16:creationId xmlns:a16="http://schemas.microsoft.com/office/drawing/2014/main" id="{20277A2C-332E-4B17-99D4-A05A572A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9393" y="5229116"/>
            <a:ext cx="767464" cy="286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ground</a:t>
            </a:r>
          </a:p>
        </p:txBody>
      </p:sp>
      <p:sp>
        <p:nvSpPr>
          <p:cNvPr id="278" name="text-164 from">
            <a:extLst xmlns:a="http://schemas.openxmlformats.org/drawingml/2006/main">
              <a:ext uri="{FF2B5EF4-FFF2-40B4-BE49-F238E27FC236}">
                <a16:creationId xmlns:a16="http://schemas.microsoft.com/office/drawing/2014/main" id="{0B17773D-4FBB-42DF-AC44-9A7F179E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5475324"/>
            <a:ext cx="534759" cy="285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from</a:t>
            </a:r>
          </a:p>
        </p:txBody>
      </p:sp>
      <p:sp>
        <p:nvSpPr>
          <p:cNvPr id="279" name="text-164 thin">
            <a:extLst xmlns:a="http://schemas.openxmlformats.org/drawingml/2006/main">
              <a:ext uri="{FF2B5EF4-FFF2-40B4-BE49-F238E27FC236}">
                <a16:creationId xmlns:a16="http://schemas.microsoft.com/office/drawing/2014/main" id="{29A800A4-FCC8-45D3-90C5-A127F5E4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789" y="5474663"/>
            <a:ext cx="454122" cy="286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thin</a:t>
            </a:r>
          </a:p>
        </p:txBody>
      </p:sp>
      <p:sp>
        <p:nvSpPr>
          <p:cNvPr id="280" name="text-164 air">
            <a:extLst xmlns:a="http://schemas.openxmlformats.org/drawingml/2006/main">
              <a:ext uri="{FF2B5EF4-FFF2-40B4-BE49-F238E27FC236}">
                <a16:creationId xmlns:a16="http://schemas.microsoft.com/office/drawing/2014/main" id="{DA4B7FC7-4991-42DA-BA70-93BDEEF5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1608" y="5474295"/>
            <a:ext cx="319727" cy="287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air</a:t>
            </a:r>
          </a:p>
        </p:txBody>
      </p:sp>
      <p:sp>
        <p:nvSpPr>
          <p:cNvPr id="281" name="text-164 and">
            <a:extLst xmlns:a="http://schemas.openxmlformats.org/drawingml/2006/main">
              <a:ext uri="{FF2B5EF4-FFF2-40B4-BE49-F238E27FC236}">
                <a16:creationId xmlns:a16="http://schemas.microsoft.com/office/drawing/2014/main" id="{AC903A85-35A3-43DB-9054-B1F7CAD2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5335" y="5474269"/>
            <a:ext cx="427549" cy="287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282" name="text-164 then">
            <a:extLst xmlns:a="http://schemas.openxmlformats.org/drawingml/2006/main">
              <a:ext uri="{FF2B5EF4-FFF2-40B4-BE49-F238E27FC236}">
                <a16:creationId xmlns:a16="http://schemas.microsoft.com/office/drawing/2014/main" id="{84A786E7-6C0C-4E55-BCE8-EC69170B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911" y="5474623"/>
            <a:ext cx="501491" cy="286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then</a:t>
            </a:r>
          </a:p>
        </p:txBody>
      </p:sp>
      <p:sp>
        <p:nvSpPr>
          <p:cNvPr id="283" name="text-164 gradually">
            <a:extLst xmlns:a="http://schemas.openxmlformats.org/drawingml/2006/main">
              <a:ext uri="{FF2B5EF4-FFF2-40B4-BE49-F238E27FC236}">
                <a16:creationId xmlns:a16="http://schemas.microsoft.com/office/drawing/2014/main" id="{CDFFD758-4FE3-4A4B-8B3B-8BE1D22D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092" y="5474536"/>
            <a:ext cx="993942" cy="286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gradually</a:t>
            </a:r>
          </a:p>
        </p:txBody>
      </p:sp>
      <p:sp>
        <p:nvSpPr>
          <p:cNvPr id="284" name="text-164 transforms">
            <a:extLst xmlns:a="http://schemas.openxmlformats.org/drawingml/2006/main">
              <a:ext uri="{FF2B5EF4-FFF2-40B4-BE49-F238E27FC236}">
                <a16:creationId xmlns:a16="http://schemas.microsoft.com/office/drawing/2014/main" id="{12DE6AEE-0F24-41FC-A64A-A4B2A8A6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9761" y="5475340"/>
            <a:ext cx="1161819" cy="285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transforms</a:t>
            </a:r>
          </a:p>
        </p:txBody>
      </p:sp>
      <p:sp>
        <p:nvSpPr>
          <p:cNvPr id="285" name="text-165 into">
            <a:extLst xmlns:a="http://schemas.openxmlformats.org/drawingml/2006/main">
              <a:ext uri="{FF2B5EF4-FFF2-40B4-BE49-F238E27FC236}">
                <a16:creationId xmlns:a16="http://schemas.microsoft.com/office/drawing/2014/main" id="{1D5A9066-08F7-4EFC-AE07-2AFEFC59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5720259"/>
            <a:ext cx="442530" cy="287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5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into</a:t>
            </a:r>
          </a:p>
        </p:txBody>
      </p:sp>
      <p:sp>
        <p:nvSpPr>
          <p:cNvPr id="286" name="text-165 a">
            <a:extLst xmlns:a="http://schemas.openxmlformats.org/drawingml/2006/main">
              <a:ext uri="{FF2B5EF4-FFF2-40B4-BE49-F238E27FC236}">
                <a16:creationId xmlns:a16="http://schemas.microsoft.com/office/drawing/2014/main" id="{0C88748C-3F5B-4924-AD03-88EBEBD5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8901" y="5720592"/>
            <a:ext cx="156596" cy="286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</a:t>
            </a:r>
          </a:p>
        </p:txBody>
      </p:sp>
      <p:sp>
        <p:nvSpPr>
          <p:cNvPr id="287" name="text-165 chair.">
            <a:extLst xmlns:a="http://schemas.openxmlformats.org/drawingml/2006/main">
              <a:ext uri="{FF2B5EF4-FFF2-40B4-BE49-F238E27FC236}">
                <a16:creationId xmlns:a16="http://schemas.microsoft.com/office/drawing/2014/main" id="{17246A48-62BA-4679-831E-2E81E98F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535" y="5720947"/>
            <a:ext cx="600141" cy="286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chair.</a:t>
            </a:r>
          </a:p>
        </p:txBody>
      </p:sp>
      <p:sp>
        <p:nvSpPr>
          <p:cNvPr id="288" name="text-165 This">
            <a:extLst xmlns:a="http://schemas.openxmlformats.org/drawingml/2006/main">
              <a:ext uri="{FF2B5EF4-FFF2-40B4-BE49-F238E27FC236}">
                <a16:creationId xmlns:a16="http://schemas.microsoft.com/office/drawing/2014/main" id="{1BB9CEC4-5E06-44A6-8AA8-3ED95DE1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6993" y="5720547"/>
            <a:ext cx="446959" cy="286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This</a:t>
            </a:r>
          </a:p>
        </p:txBody>
      </p:sp>
      <p:sp>
        <p:nvSpPr>
          <p:cNvPr id="289" name="text-165 process">
            <a:extLst xmlns:a="http://schemas.openxmlformats.org/drawingml/2006/main">
              <a:ext uri="{FF2B5EF4-FFF2-40B4-BE49-F238E27FC236}">
                <a16:creationId xmlns:a16="http://schemas.microsoft.com/office/drawing/2014/main" id="{FF429AEA-B77E-48C1-9695-5DFCE57F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8080" y="5720707"/>
            <a:ext cx="769749" cy="286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process</a:t>
            </a:r>
          </a:p>
        </p:txBody>
      </p:sp>
      <p:sp>
        <p:nvSpPr>
          <p:cNvPr id="290" name="text-165 does">
            <a:extLst xmlns:a="http://schemas.openxmlformats.org/drawingml/2006/main">
              <a:ext uri="{FF2B5EF4-FFF2-40B4-BE49-F238E27FC236}">
                <a16:creationId xmlns:a16="http://schemas.microsoft.com/office/drawing/2014/main" id="{482515CD-B772-46DE-B09A-D6F3D28D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4648" y="5721177"/>
            <a:ext cx="478164" cy="285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does</a:t>
            </a:r>
          </a:p>
        </p:txBody>
      </p:sp>
      <p:sp>
        <p:nvSpPr>
          <p:cNvPr id="291" name="text-165 not">
            <a:extLst xmlns:a="http://schemas.openxmlformats.org/drawingml/2006/main">
              <a:ext uri="{FF2B5EF4-FFF2-40B4-BE49-F238E27FC236}">
                <a16:creationId xmlns:a16="http://schemas.microsoft.com/office/drawing/2014/main" id="{337F1DE1-A471-411D-9794-30A79721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8487" y="5720752"/>
            <a:ext cx="382734" cy="286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not</a:t>
            </a:r>
          </a:p>
        </p:txBody>
      </p:sp>
      <p:sp>
        <p:nvSpPr>
          <p:cNvPr id="292" name="text-165 align">
            <a:extLst xmlns:a="http://schemas.openxmlformats.org/drawingml/2006/main">
              <a:ext uri="{FF2B5EF4-FFF2-40B4-BE49-F238E27FC236}">
                <a16:creationId xmlns:a16="http://schemas.microsoft.com/office/drawing/2014/main" id="{7E9D76D0-FE9E-4C18-9371-90586CCE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7140" y="5720081"/>
            <a:ext cx="527239" cy="287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align</a:t>
            </a:r>
          </a:p>
        </p:txBody>
      </p:sp>
      <p:sp>
        <p:nvSpPr>
          <p:cNvPr id="293" name="text-165 with">
            <a:extLst xmlns:a="http://schemas.openxmlformats.org/drawingml/2006/main">
              <a:ext uri="{FF2B5EF4-FFF2-40B4-BE49-F238E27FC236}">
                <a16:creationId xmlns:a16="http://schemas.microsoft.com/office/drawing/2014/main" id="{73931390-203F-4E6D-B287-933ED275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6630" y="5720591"/>
            <a:ext cx="498875" cy="28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with</a:t>
            </a:r>
          </a:p>
        </p:txBody>
      </p:sp>
      <p:sp>
        <p:nvSpPr>
          <p:cNvPr id="294" name="text-166 how">
            <a:extLst xmlns:a="http://schemas.openxmlformats.org/drawingml/2006/main">
              <a:ext uri="{FF2B5EF4-FFF2-40B4-BE49-F238E27FC236}">
                <a16:creationId xmlns:a16="http://schemas.microsoft.com/office/drawing/2014/main" id="{EE05FD13-7C37-44E8-ABCA-B64B95AC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726" y="5966563"/>
            <a:ext cx="459180" cy="286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how</a:t>
            </a:r>
          </a:p>
        </p:txBody>
      </p:sp>
      <p:sp>
        <p:nvSpPr>
          <p:cNvPr id="295" name="text-166 things">
            <a:extLst xmlns:a="http://schemas.openxmlformats.org/drawingml/2006/main">
              <a:ext uri="{FF2B5EF4-FFF2-40B4-BE49-F238E27FC236}">
                <a16:creationId xmlns:a16="http://schemas.microsoft.com/office/drawing/2014/main" id="{E5C60C2A-1283-48E1-B77B-DDD99A69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8552" y="5966026"/>
            <a:ext cx="658449" cy="286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things</a:t>
            </a:r>
          </a:p>
        </p:txBody>
      </p:sp>
      <p:sp>
        <p:nvSpPr>
          <p:cNvPr id="296" name="text-166 occur">
            <a:extLst xmlns:a="http://schemas.openxmlformats.org/drawingml/2006/main">
              <a:ext uri="{FF2B5EF4-FFF2-40B4-BE49-F238E27FC236}">
                <a16:creationId xmlns:a16="http://schemas.microsoft.com/office/drawing/2014/main" id="{BA6E22C3-2453-4717-B60F-45E13B1E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919" y="5966436"/>
            <a:ext cx="586515" cy="286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occur</a:t>
            </a:r>
          </a:p>
        </p:txBody>
      </p:sp>
      <p:sp>
        <p:nvSpPr>
          <p:cNvPr id="297" name="text-166 in">
            <a:extLst xmlns:a="http://schemas.openxmlformats.org/drawingml/2006/main">
              <a:ext uri="{FF2B5EF4-FFF2-40B4-BE49-F238E27FC236}">
                <a16:creationId xmlns:a16="http://schemas.microsoft.com/office/drawing/2014/main" id="{63E65795-344F-445E-A156-0DA2BBDB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5889" y="5966196"/>
            <a:ext cx="230947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298" name="text-166 reality.”">
            <a:extLst xmlns:a="http://schemas.openxmlformats.org/drawingml/2006/main">
              <a:ext uri="{FF2B5EF4-FFF2-40B4-BE49-F238E27FC236}">
                <a16:creationId xmlns:a16="http://schemas.microsoft.com/office/drawing/2014/main" id="{2D6BC873-057E-452C-8127-A95EE1B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0809" y="5966407"/>
            <a:ext cx="867772" cy="286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reality.”</a:t>
            </a:r>
          </a:p>
        </p:txBody>
      </p:sp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E05DAE73-C93A-4AA7-A960-2EEAF2AEB6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40afbe8f64892"/>
          <a:stretch xmlns:a="http://schemas.openxmlformats.org/drawingml/2006/main"/>
        </p:blipFill>
        <p:spPr>
          <a:xfrm xmlns:a="http://schemas.openxmlformats.org/drawingml/2006/main">
            <a:off x="769388" y="7178800"/>
            <a:ext cx="3053349" cy="2436807"/>
          </a:xfrm>
          <a:prstGeom xmlns:a="http://schemas.openxmlformats.org/drawingml/2006/main" prst="rect">
            <a:avLst/>
          </a:prstGeom>
        </p:spPr>
      </p:pic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74977CBF-6889-4521-AB21-ECC9FB390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af20fdf6c4da6"/>
          <a:stretch xmlns:a="http://schemas.openxmlformats.org/drawingml/2006/main"/>
        </p:blipFill>
        <p:spPr>
          <a:xfrm xmlns:a="http://schemas.openxmlformats.org/drawingml/2006/main">
            <a:off x="819150" y="7231062"/>
            <a:ext cx="2905125" cy="2276475"/>
          </a:xfrm>
          <a:prstGeom xmlns:a="http://schemas.openxmlformats.org/drawingml/2006/main" prst="rect">
            <a:avLst/>
          </a:prstGeom>
        </p:spPr>
      </p:pic>
      <p:sp>
        <p:nvSpPr>
          <p:cNvPr id="301" name="path-169">
            <a:extLst xmlns:a="http://schemas.openxmlformats.org/drawingml/2006/main">
              <a:ext uri="{FF2B5EF4-FFF2-40B4-BE49-F238E27FC236}">
                <a16:creationId xmlns:a16="http://schemas.microsoft.com/office/drawing/2014/main" id="{20B79AAE-C3FF-4A53-A442-A83953D2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84" y="7220833"/>
            <a:ext cx="2927554" cy="2300337"/>
          </a:xfrm>
          <a:custGeom xmlns:a="http://schemas.openxmlformats.org/drawingml/2006/main">
            <a:pathLst>
              <a:path w="2927554" h="2300337">
                <a:moveTo>
                  <a:pt x="0" y="0"/>
                </a:moveTo>
                <a:lnTo>
                  <a:pt x="2927554" y="0"/>
                </a:lnTo>
                <a:lnTo>
                  <a:pt x="2927554" y="2300337"/>
                </a:lnTo>
                <a:lnTo>
                  <a:pt x="0" y="2300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DA1F7FC-ED64-4BDE-8FC8-E1AF9A505B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22fbfec594f49"/>
          <a:stretch xmlns:a="http://schemas.openxmlformats.org/drawingml/2006/main"/>
        </p:blipFill>
        <p:spPr>
          <a:xfrm xmlns:a="http://schemas.openxmlformats.org/drawingml/2006/main">
            <a:off x="638175" y="7554912"/>
            <a:ext cx="2914650" cy="2276475"/>
          </a:xfrm>
          <a:prstGeom xmlns:a="http://schemas.openxmlformats.org/drawingml/2006/main" prst="rect">
            <a:avLst/>
          </a:prstGeom>
        </p:spPr>
      </p:pic>
      <p:sp>
        <p:nvSpPr>
          <p:cNvPr id="303" name="path-171">
            <a:extLst xmlns:a="http://schemas.openxmlformats.org/drawingml/2006/main">
              <a:ext uri="{FF2B5EF4-FFF2-40B4-BE49-F238E27FC236}">
                <a16:creationId xmlns:a16="http://schemas.microsoft.com/office/drawing/2014/main" id="{117699D5-0784-4FC2-8B88-1BA6B125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56" y="7543447"/>
            <a:ext cx="2929191" cy="2300337"/>
          </a:xfrm>
          <a:custGeom xmlns:a="http://schemas.openxmlformats.org/drawingml/2006/main">
            <a:pathLst>
              <a:path w="2929191" h="2300337">
                <a:moveTo>
                  <a:pt x="0" y="0"/>
                </a:moveTo>
                <a:lnTo>
                  <a:pt x="2929191" y="0"/>
                </a:lnTo>
                <a:lnTo>
                  <a:pt x="2929191" y="2300337"/>
                </a:lnTo>
                <a:lnTo>
                  <a:pt x="0" y="2300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345F4F11-69B2-4368-AF2D-AA793A219C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ce64ac6a64137"/>
          <a:stretch xmlns:a="http://schemas.openxmlformats.org/drawingml/2006/main"/>
        </p:blipFill>
        <p:spPr>
          <a:xfrm xmlns:a="http://schemas.openxmlformats.org/drawingml/2006/main">
            <a:off x="394369" y="7871535"/>
            <a:ext cx="3053349" cy="2436807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9AA7F879-F274-4A2C-9BAE-02E2509DCE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5f5b9e0304aad"/>
          <a:stretch xmlns:a="http://schemas.openxmlformats.org/drawingml/2006/main"/>
        </p:blipFill>
        <p:spPr>
          <a:xfrm xmlns:a="http://schemas.openxmlformats.org/drawingml/2006/main">
            <a:off x="438150" y="7926387"/>
            <a:ext cx="2914650" cy="2276475"/>
          </a:xfrm>
          <a:prstGeom xmlns:a="http://schemas.openxmlformats.org/drawingml/2006/main" prst="rect">
            <a:avLst/>
          </a:prstGeom>
        </p:spPr>
      </p:pic>
      <p:sp>
        <p:nvSpPr>
          <p:cNvPr id="306" name="path-174">
            <a:extLst xmlns:a="http://schemas.openxmlformats.org/drawingml/2006/main">
              <a:ext uri="{FF2B5EF4-FFF2-40B4-BE49-F238E27FC236}">
                <a16:creationId xmlns:a16="http://schemas.microsoft.com/office/drawing/2014/main" id="{5D66D2BD-80B1-4AED-865C-50DAB6A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64" y="7913554"/>
            <a:ext cx="2927554" cy="2300337"/>
          </a:xfrm>
          <a:custGeom xmlns:a="http://schemas.openxmlformats.org/drawingml/2006/main">
            <a:pathLst>
              <a:path w="2927554" h="2300337">
                <a:moveTo>
                  <a:pt x="0" y="0"/>
                </a:moveTo>
                <a:lnTo>
                  <a:pt x="2927554" y="0"/>
                </a:lnTo>
                <a:lnTo>
                  <a:pt x="2927554" y="2300337"/>
                </a:lnTo>
                <a:lnTo>
                  <a:pt x="0" y="2300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000000"/>
            </a:solidFill>
            <a:prstDash val="solid"/>
          </a:ln>
        </p:spPr>
      </p:sp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BA65BB7-A47B-49D4-96A3-85B2608AC0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cb935bcd048d8"/>
          <a:stretch xmlns:a="http://schemas.openxmlformats.org/drawingml/2006/main"/>
        </p:blipFill>
        <p:spPr>
          <a:xfrm xmlns:a="http://schemas.openxmlformats.org/drawingml/2006/main">
            <a:off x="6428646" y="3906816"/>
            <a:ext cx="379904" cy="379904"/>
          </a:xfrm>
          <a:prstGeom xmlns:a="http://schemas.openxmlformats.org/drawingml/2006/main" prst="rect">
            <a:avLst/>
          </a:prstGeom>
        </p:spPr>
      </p:pic>
      <p:sp>
        <p:nvSpPr>
          <p:cNvPr id="308" name="path-176">
            <a:extLst xmlns:a="http://schemas.openxmlformats.org/drawingml/2006/main">
              <a:ext uri="{FF2B5EF4-FFF2-40B4-BE49-F238E27FC236}">
                <a16:creationId xmlns:a16="http://schemas.microsoft.com/office/drawing/2014/main" id="{73C96C31-5095-4B9A-90C6-5C34BC14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707" y="3935589"/>
            <a:ext cx="268528" cy="268789"/>
          </a:xfrm>
          <a:custGeom xmlns:a="http://schemas.openxmlformats.org/drawingml/2006/main">
            <a:pathLst>
              <a:path w="268528" h="268789">
                <a:moveTo>
                  <a:pt x="268528" y="66592"/>
                </a:moveTo>
                <a:cubicBezTo>
                  <a:pt x="268528" y="74477"/>
                  <a:pt x="267273" y="81947"/>
                  <a:pt x="264764" y="89014"/>
                </a:cubicBezTo>
                <a:cubicBezTo>
                  <a:pt x="262267" y="96092"/>
                  <a:pt x="258727" y="102487"/>
                  <a:pt x="254158" y="108210"/>
                </a:cubicBezTo>
                <a:cubicBezTo>
                  <a:pt x="249600" y="113944"/>
                  <a:pt x="244224" y="118827"/>
                  <a:pt x="238053" y="122847"/>
                </a:cubicBezTo>
                <a:cubicBezTo>
                  <a:pt x="231870" y="126879"/>
                  <a:pt x="225206" y="129791"/>
                  <a:pt x="218050" y="131571"/>
                </a:cubicBezTo>
                <a:cubicBezTo>
                  <a:pt x="218576" y="135693"/>
                  <a:pt x="218845" y="139636"/>
                  <a:pt x="218845" y="143387"/>
                </a:cubicBezTo>
                <a:cubicBezTo>
                  <a:pt x="218845" y="156098"/>
                  <a:pt x="216436" y="168094"/>
                  <a:pt x="211598" y="179372"/>
                </a:cubicBezTo>
                <a:cubicBezTo>
                  <a:pt x="206772" y="190650"/>
                  <a:pt x="200142" y="200451"/>
                  <a:pt x="191730" y="208775"/>
                </a:cubicBezTo>
                <a:cubicBezTo>
                  <a:pt x="183320" y="217100"/>
                  <a:pt x="173474" y="223678"/>
                  <a:pt x="162196" y="228511"/>
                </a:cubicBezTo>
                <a:cubicBezTo>
                  <a:pt x="150918" y="233344"/>
                  <a:pt x="138923" y="235761"/>
                  <a:pt x="126211" y="235761"/>
                </a:cubicBezTo>
                <a:cubicBezTo>
                  <a:pt x="116546" y="235761"/>
                  <a:pt x="107322" y="234374"/>
                  <a:pt x="98550" y="231600"/>
                </a:cubicBezTo>
                <a:cubicBezTo>
                  <a:pt x="89777" y="228825"/>
                  <a:pt x="81632" y="224842"/>
                  <a:pt x="74113" y="219649"/>
                </a:cubicBezTo>
                <a:lnTo>
                  <a:pt x="0" y="268789"/>
                </a:lnTo>
                <a:lnTo>
                  <a:pt x="49409" y="194409"/>
                </a:lnTo>
                <a:cubicBezTo>
                  <a:pt x="44397" y="186891"/>
                  <a:pt x="40592" y="178880"/>
                  <a:pt x="37996" y="170377"/>
                </a:cubicBezTo>
                <a:cubicBezTo>
                  <a:pt x="35400" y="161874"/>
                  <a:pt x="34103" y="152872"/>
                  <a:pt x="34103" y="143387"/>
                </a:cubicBezTo>
                <a:cubicBezTo>
                  <a:pt x="34103" y="130675"/>
                  <a:pt x="36518" y="118692"/>
                  <a:pt x="41353" y="107414"/>
                </a:cubicBezTo>
                <a:cubicBezTo>
                  <a:pt x="46187" y="96136"/>
                  <a:pt x="52766" y="86325"/>
                  <a:pt x="61089" y="78004"/>
                </a:cubicBezTo>
                <a:cubicBezTo>
                  <a:pt x="69414" y="69683"/>
                  <a:pt x="79170" y="63109"/>
                  <a:pt x="90359" y="58271"/>
                </a:cubicBezTo>
                <a:cubicBezTo>
                  <a:pt x="101547" y="53433"/>
                  <a:pt x="113498" y="51025"/>
                  <a:pt x="126211" y="51025"/>
                </a:cubicBezTo>
                <a:cubicBezTo>
                  <a:pt x="128182" y="51025"/>
                  <a:pt x="129962" y="51070"/>
                  <a:pt x="131575" y="51159"/>
                </a:cubicBezTo>
                <a:cubicBezTo>
                  <a:pt x="133188" y="51249"/>
                  <a:pt x="134890" y="51383"/>
                  <a:pt x="136683" y="51563"/>
                </a:cubicBezTo>
                <a:cubicBezTo>
                  <a:pt x="138475" y="44216"/>
                  <a:pt x="141375" y="37373"/>
                  <a:pt x="145407" y="31012"/>
                </a:cubicBezTo>
                <a:cubicBezTo>
                  <a:pt x="149439" y="24661"/>
                  <a:pt x="154311" y="19196"/>
                  <a:pt x="160044" y="14638"/>
                </a:cubicBezTo>
                <a:cubicBezTo>
                  <a:pt x="165768" y="10069"/>
                  <a:pt x="172174" y="6496"/>
                  <a:pt x="179241" y="3898"/>
                </a:cubicBezTo>
                <a:cubicBezTo>
                  <a:pt x="186309" y="1299"/>
                  <a:pt x="193880" y="0"/>
                  <a:pt x="201932" y="0"/>
                </a:cubicBezTo>
                <a:cubicBezTo>
                  <a:pt x="211061" y="0"/>
                  <a:pt x="219696" y="1747"/>
                  <a:pt x="227849" y="5242"/>
                </a:cubicBezTo>
                <a:cubicBezTo>
                  <a:pt x="235991" y="8725"/>
                  <a:pt x="243059" y="13473"/>
                  <a:pt x="249061" y="19465"/>
                </a:cubicBezTo>
                <a:cubicBezTo>
                  <a:pt x="255053" y="25468"/>
                  <a:pt x="259802" y="32535"/>
                  <a:pt x="263285" y="40688"/>
                </a:cubicBezTo>
                <a:cubicBezTo>
                  <a:pt x="266780" y="48830"/>
                  <a:pt x="268528" y="57465"/>
                  <a:pt x="268528" y="66592"/>
                </a:cubicBezTo>
                <a:moveTo>
                  <a:pt x="125942" y="201928"/>
                </a:moveTo>
                <a:cubicBezTo>
                  <a:pt x="134174" y="201928"/>
                  <a:pt x="141869" y="200361"/>
                  <a:pt x="149036" y="197228"/>
                </a:cubicBezTo>
                <a:cubicBezTo>
                  <a:pt x="156193" y="194096"/>
                  <a:pt x="162420" y="189844"/>
                  <a:pt x="167695" y="184475"/>
                </a:cubicBezTo>
                <a:cubicBezTo>
                  <a:pt x="172982" y="179105"/>
                  <a:pt x="177136" y="172838"/>
                  <a:pt x="180183" y="165679"/>
                </a:cubicBezTo>
                <a:cubicBezTo>
                  <a:pt x="183229" y="158517"/>
                  <a:pt x="184752" y="150913"/>
                  <a:pt x="184752" y="142850"/>
                </a:cubicBezTo>
                <a:cubicBezTo>
                  <a:pt x="184752" y="138560"/>
                  <a:pt x="184394" y="134618"/>
                  <a:pt x="183677" y="131034"/>
                </a:cubicBezTo>
                <a:cubicBezTo>
                  <a:pt x="182243" y="130675"/>
                  <a:pt x="180900" y="130283"/>
                  <a:pt x="179645" y="129836"/>
                </a:cubicBezTo>
                <a:cubicBezTo>
                  <a:pt x="178391" y="129387"/>
                  <a:pt x="177047" y="128895"/>
                  <a:pt x="175613" y="128357"/>
                </a:cubicBezTo>
                <a:lnTo>
                  <a:pt x="152250" y="151451"/>
                </a:lnTo>
                <a:cubicBezTo>
                  <a:pt x="149753" y="153948"/>
                  <a:pt x="146976" y="155785"/>
                  <a:pt x="143929" y="156950"/>
                </a:cubicBezTo>
                <a:cubicBezTo>
                  <a:pt x="140883" y="158114"/>
                  <a:pt x="137758" y="158696"/>
                  <a:pt x="134532" y="158696"/>
                </a:cubicBezTo>
                <a:cubicBezTo>
                  <a:pt x="131307" y="158696"/>
                  <a:pt x="128137" y="158114"/>
                  <a:pt x="125001" y="156950"/>
                </a:cubicBezTo>
                <a:cubicBezTo>
                  <a:pt x="121865" y="155784"/>
                  <a:pt x="119132" y="153948"/>
                  <a:pt x="116815" y="151451"/>
                </a:cubicBezTo>
                <a:cubicBezTo>
                  <a:pt x="114306" y="148942"/>
                  <a:pt x="112469" y="146164"/>
                  <a:pt x="111303" y="143118"/>
                </a:cubicBezTo>
                <a:cubicBezTo>
                  <a:pt x="110141" y="140083"/>
                  <a:pt x="109559" y="136947"/>
                  <a:pt x="109559" y="133722"/>
                </a:cubicBezTo>
                <a:cubicBezTo>
                  <a:pt x="109559" y="130497"/>
                  <a:pt x="110141" y="127371"/>
                  <a:pt x="111303" y="124325"/>
                </a:cubicBezTo>
                <a:cubicBezTo>
                  <a:pt x="112469" y="121279"/>
                  <a:pt x="114306" y="118513"/>
                  <a:pt x="116815" y="116004"/>
                </a:cubicBezTo>
                <a:lnTo>
                  <a:pt x="140166" y="92642"/>
                </a:lnTo>
                <a:cubicBezTo>
                  <a:pt x="139639" y="91209"/>
                  <a:pt x="139147" y="89909"/>
                  <a:pt x="138698" y="88745"/>
                </a:cubicBezTo>
                <a:cubicBezTo>
                  <a:pt x="138250" y="87580"/>
                  <a:pt x="137847" y="86371"/>
                  <a:pt x="137489" y="85127"/>
                </a:cubicBezTo>
                <a:cubicBezTo>
                  <a:pt x="134084" y="84410"/>
                  <a:pt x="130231" y="84052"/>
                  <a:pt x="125942" y="84052"/>
                </a:cubicBezTo>
                <a:cubicBezTo>
                  <a:pt x="117878" y="84052"/>
                  <a:pt x="110275" y="85575"/>
                  <a:pt x="103114" y="88610"/>
                </a:cubicBezTo>
                <a:cubicBezTo>
                  <a:pt x="95953" y="91657"/>
                  <a:pt x="89688" y="95868"/>
                  <a:pt x="84318" y="101232"/>
                </a:cubicBezTo>
                <a:cubicBezTo>
                  <a:pt x="78946" y="106608"/>
                  <a:pt x="74740" y="112868"/>
                  <a:pt x="71696" y="120025"/>
                </a:cubicBezTo>
                <a:cubicBezTo>
                  <a:pt x="68653" y="127192"/>
                  <a:pt x="67132" y="134797"/>
                  <a:pt x="67132" y="142849"/>
                </a:cubicBezTo>
                <a:cubicBezTo>
                  <a:pt x="67132" y="150913"/>
                  <a:pt x="68653" y="158517"/>
                  <a:pt x="71697" y="165679"/>
                </a:cubicBezTo>
                <a:cubicBezTo>
                  <a:pt x="74740" y="172838"/>
                  <a:pt x="78946" y="179104"/>
                  <a:pt x="84318" y="184475"/>
                </a:cubicBezTo>
                <a:cubicBezTo>
                  <a:pt x="89688" y="189844"/>
                  <a:pt x="95953" y="194096"/>
                  <a:pt x="103115" y="197228"/>
                </a:cubicBezTo>
                <a:cubicBezTo>
                  <a:pt x="110276" y="200361"/>
                  <a:pt x="117878" y="201928"/>
                  <a:pt x="125942" y="201928"/>
                </a:cubicBezTo>
                <a:moveTo>
                  <a:pt x="201933" y="101501"/>
                </a:moveTo>
                <a:cubicBezTo>
                  <a:pt x="206592" y="101501"/>
                  <a:pt x="210972" y="100605"/>
                  <a:pt x="215093" y="98813"/>
                </a:cubicBezTo>
                <a:cubicBezTo>
                  <a:pt x="219202" y="97021"/>
                  <a:pt x="222831" y="94614"/>
                  <a:pt x="225968" y="91567"/>
                </a:cubicBezTo>
                <a:cubicBezTo>
                  <a:pt x="229104" y="88521"/>
                  <a:pt x="231557" y="84904"/>
                  <a:pt x="233349" y="80693"/>
                </a:cubicBezTo>
                <a:cubicBezTo>
                  <a:pt x="235141" y="76482"/>
                  <a:pt x="236036" y="72058"/>
                  <a:pt x="236036" y="67399"/>
                </a:cubicBezTo>
                <a:cubicBezTo>
                  <a:pt x="236036" y="62751"/>
                  <a:pt x="235141" y="58361"/>
                  <a:pt x="233349" y="54240"/>
                </a:cubicBezTo>
                <a:cubicBezTo>
                  <a:pt x="231556" y="50129"/>
                  <a:pt x="229104" y="46546"/>
                  <a:pt x="225968" y="43499"/>
                </a:cubicBezTo>
                <a:cubicBezTo>
                  <a:pt x="222831" y="40464"/>
                  <a:pt x="219202" y="38045"/>
                  <a:pt x="215093" y="36253"/>
                </a:cubicBezTo>
                <a:cubicBezTo>
                  <a:pt x="210970" y="34461"/>
                  <a:pt x="206592" y="33565"/>
                  <a:pt x="201932" y="33565"/>
                </a:cubicBezTo>
                <a:cubicBezTo>
                  <a:pt x="197273" y="33565"/>
                  <a:pt x="192850" y="34461"/>
                  <a:pt x="188638" y="36253"/>
                </a:cubicBezTo>
                <a:cubicBezTo>
                  <a:pt x="184438" y="38045"/>
                  <a:pt x="180809" y="40464"/>
                  <a:pt x="177763" y="43499"/>
                </a:cubicBezTo>
                <a:cubicBezTo>
                  <a:pt x="174717" y="46545"/>
                  <a:pt x="172309" y="50129"/>
                  <a:pt x="170517" y="54239"/>
                </a:cubicBezTo>
                <a:cubicBezTo>
                  <a:pt x="168725" y="58361"/>
                  <a:pt x="167830" y="62751"/>
                  <a:pt x="167830" y="67398"/>
                </a:cubicBezTo>
                <a:cubicBezTo>
                  <a:pt x="167830" y="72058"/>
                  <a:pt x="168725" y="76481"/>
                  <a:pt x="170517" y="80692"/>
                </a:cubicBezTo>
                <a:cubicBezTo>
                  <a:pt x="172309" y="84903"/>
                  <a:pt x="174717" y="88521"/>
                  <a:pt x="177763" y="91567"/>
                </a:cubicBezTo>
                <a:cubicBezTo>
                  <a:pt x="180809" y="94613"/>
                  <a:pt x="184438" y="97021"/>
                  <a:pt x="188638" y="98813"/>
                </a:cubicBezTo>
                <a:cubicBezTo>
                  <a:pt x="192850" y="100605"/>
                  <a:pt x="197273" y="101501"/>
                  <a:pt x="201933" y="101501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D4DC8E09-39CF-46BF-9766-1FBBCA56EA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e66db6af142a3"/>
          <a:stretch xmlns:a="http://schemas.openxmlformats.org/drawingml/2006/main"/>
        </p:blipFill>
        <p:spPr>
          <a:xfrm xmlns:a="http://schemas.openxmlformats.org/drawingml/2006/main">
            <a:off x="11937665" y="3916621"/>
            <a:ext cx="378295" cy="378295"/>
          </a:xfrm>
          <a:prstGeom xmlns:a="http://schemas.openxmlformats.org/drawingml/2006/main" prst="rect">
            <a:avLst/>
          </a:prstGeom>
        </p:spPr>
      </p:pic>
      <p:sp>
        <p:nvSpPr>
          <p:cNvPr id="310" name="path-178">
            <a:extLst xmlns:a="http://schemas.openxmlformats.org/drawingml/2006/main">
              <a:ext uri="{FF2B5EF4-FFF2-40B4-BE49-F238E27FC236}">
                <a16:creationId xmlns:a16="http://schemas.microsoft.com/office/drawing/2014/main" id="{94D5952A-8427-4B2A-B0AE-148C789D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719" y="3945412"/>
            <a:ext cx="266897" cy="267156"/>
          </a:xfrm>
          <a:custGeom xmlns:a="http://schemas.openxmlformats.org/drawingml/2006/main">
            <a:pathLst>
              <a:path w="266897" h="267156">
                <a:moveTo>
                  <a:pt x="266897" y="66188"/>
                </a:moveTo>
                <a:cubicBezTo>
                  <a:pt x="266897" y="74025"/>
                  <a:pt x="265650" y="81449"/>
                  <a:pt x="263156" y="88473"/>
                </a:cubicBezTo>
                <a:cubicBezTo>
                  <a:pt x="260674" y="95508"/>
                  <a:pt x="257156" y="101864"/>
                  <a:pt x="252615" y="107552"/>
                </a:cubicBezTo>
                <a:cubicBezTo>
                  <a:pt x="248084" y="113251"/>
                  <a:pt x="242741" y="118105"/>
                  <a:pt x="236607" y="122101"/>
                </a:cubicBezTo>
                <a:cubicBezTo>
                  <a:pt x="230463" y="126108"/>
                  <a:pt x="223839" y="129002"/>
                  <a:pt x="216726" y="130772"/>
                </a:cubicBezTo>
                <a:cubicBezTo>
                  <a:pt x="217249" y="134868"/>
                  <a:pt x="217516" y="138787"/>
                  <a:pt x="217516" y="142516"/>
                </a:cubicBezTo>
                <a:cubicBezTo>
                  <a:pt x="217516" y="155150"/>
                  <a:pt x="215123" y="167073"/>
                  <a:pt x="210314" y="178282"/>
                </a:cubicBezTo>
                <a:cubicBezTo>
                  <a:pt x="205516" y="189492"/>
                  <a:pt x="198926" y="199233"/>
                  <a:pt x="190566" y="207507"/>
                </a:cubicBezTo>
                <a:cubicBezTo>
                  <a:pt x="182206" y="215781"/>
                  <a:pt x="172421" y="222320"/>
                  <a:pt x="161211" y="227122"/>
                </a:cubicBezTo>
                <a:cubicBezTo>
                  <a:pt x="150001" y="231927"/>
                  <a:pt x="138079" y="234329"/>
                  <a:pt x="125445" y="234329"/>
                </a:cubicBezTo>
                <a:cubicBezTo>
                  <a:pt x="115838" y="234329"/>
                  <a:pt x="106670" y="232950"/>
                  <a:pt x="97951" y="230193"/>
                </a:cubicBezTo>
                <a:cubicBezTo>
                  <a:pt x="89234" y="227434"/>
                  <a:pt x="81137" y="223476"/>
                  <a:pt x="73663" y="218315"/>
                </a:cubicBezTo>
                <a:lnTo>
                  <a:pt x="0" y="267156"/>
                </a:lnTo>
                <a:lnTo>
                  <a:pt x="49109" y="193229"/>
                </a:lnTo>
                <a:cubicBezTo>
                  <a:pt x="44127" y="185755"/>
                  <a:pt x="40346" y="177793"/>
                  <a:pt x="37766" y="169341"/>
                </a:cubicBezTo>
                <a:cubicBezTo>
                  <a:pt x="35185" y="160890"/>
                  <a:pt x="33896" y="151944"/>
                  <a:pt x="33896" y="142515"/>
                </a:cubicBezTo>
                <a:cubicBezTo>
                  <a:pt x="33896" y="129881"/>
                  <a:pt x="36298" y="117971"/>
                  <a:pt x="41102" y="106761"/>
                </a:cubicBezTo>
                <a:cubicBezTo>
                  <a:pt x="45907" y="95552"/>
                  <a:pt x="52445" y="85801"/>
                  <a:pt x="60719" y="77530"/>
                </a:cubicBezTo>
                <a:cubicBezTo>
                  <a:pt x="68993" y="69259"/>
                  <a:pt x="78689" y="62725"/>
                  <a:pt x="89810" y="57916"/>
                </a:cubicBezTo>
                <a:cubicBezTo>
                  <a:pt x="100931" y="53108"/>
                  <a:pt x="112810" y="50715"/>
                  <a:pt x="125445" y="50715"/>
                </a:cubicBezTo>
                <a:cubicBezTo>
                  <a:pt x="127403" y="50715"/>
                  <a:pt x="129173" y="50759"/>
                  <a:pt x="130776" y="50848"/>
                </a:cubicBezTo>
                <a:cubicBezTo>
                  <a:pt x="132380" y="50937"/>
                  <a:pt x="134072" y="51071"/>
                  <a:pt x="135852" y="51249"/>
                </a:cubicBezTo>
                <a:cubicBezTo>
                  <a:pt x="137634" y="43947"/>
                  <a:pt x="140517" y="37145"/>
                  <a:pt x="144525" y="30822"/>
                </a:cubicBezTo>
                <a:cubicBezTo>
                  <a:pt x="148532" y="24511"/>
                  <a:pt x="153374" y="19079"/>
                  <a:pt x="159073" y="14548"/>
                </a:cubicBezTo>
                <a:cubicBezTo>
                  <a:pt x="164761" y="10007"/>
                  <a:pt x="171129" y="6456"/>
                  <a:pt x="178153" y="3874"/>
                </a:cubicBezTo>
                <a:cubicBezTo>
                  <a:pt x="185177" y="1291"/>
                  <a:pt x="192703" y="0"/>
                  <a:pt x="200706" y="0"/>
                </a:cubicBezTo>
                <a:cubicBezTo>
                  <a:pt x="209779" y="0"/>
                  <a:pt x="218361" y="1736"/>
                  <a:pt x="226466" y="5210"/>
                </a:cubicBezTo>
                <a:cubicBezTo>
                  <a:pt x="234558" y="8671"/>
                  <a:pt x="241582" y="13391"/>
                  <a:pt x="247549" y="19346"/>
                </a:cubicBezTo>
                <a:cubicBezTo>
                  <a:pt x="253505" y="25313"/>
                  <a:pt x="258225" y="32337"/>
                  <a:pt x="261687" y="40441"/>
                </a:cubicBezTo>
                <a:cubicBezTo>
                  <a:pt x="265160" y="48533"/>
                  <a:pt x="266897" y="57115"/>
                  <a:pt x="266897" y="66188"/>
                </a:cubicBezTo>
                <a:moveTo>
                  <a:pt x="125177" y="200701"/>
                </a:moveTo>
                <a:cubicBezTo>
                  <a:pt x="133360" y="200701"/>
                  <a:pt x="141007" y="199144"/>
                  <a:pt x="148132" y="196030"/>
                </a:cubicBezTo>
                <a:cubicBezTo>
                  <a:pt x="155245" y="192917"/>
                  <a:pt x="161433" y="188691"/>
                  <a:pt x="166677" y="183354"/>
                </a:cubicBezTo>
                <a:cubicBezTo>
                  <a:pt x="171931" y="178016"/>
                  <a:pt x="176062" y="171788"/>
                  <a:pt x="179089" y="164672"/>
                </a:cubicBezTo>
                <a:cubicBezTo>
                  <a:pt x="182117" y="157554"/>
                  <a:pt x="183631" y="149996"/>
                  <a:pt x="183631" y="141982"/>
                </a:cubicBezTo>
                <a:cubicBezTo>
                  <a:pt x="183631" y="137718"/>
                  <a:pt x="183274" y="133800"/>
                  <a:pt x="182562" y="130238"/>
                </a:cubicBezTo>
                <a:cubicBezTo>
                  <a:pt x="181138" y="129882"/>
                  <a:pt x="179802" y="129492"/>
                  <a:pt x="178555" y="129047"/>
                </a:cubicBezTo>
                <a:cubicBezTo>
                  <a:pt x="177308" y="128601"/>
                  <a:pt x="175972" y="128112"/>
                  <a:pt x="174547" y="127577"/>
                </a:cubicBezTo>
                <a:lnTo>
                  <a:pt x="151327" y="150530"/>
                </a:lnTo>
                <a:cubicBezTo>
                  <a:pt x="148844" y="153013"/>
                  <a:pt x="146083" y="154838"/>
                  <a:pt x="143055" y="155996"/>
                </a:cubicBezTo>
                <a:cubicBezTo>
                  <a:pt x="140028" y="157154"/>
                  <a:pt x="136922" y="157733"/>
                  <a:pt x="133715" y="157733"/>
                </a:cubicBezTo>
                <a:cubicBezTo>
                  <a:pt x="130510" y="157733"/>
                  <a:pt x="127359" y="157154"/>
                  <a:pt x="124242" y="155996"/>
                </a:cubicBezTo>
                <a:cubicBezTo>
                  <a:pt x="121126" y="154838"/>
                  <a:pt x="118409" y="153013"/>
                  <a:pt x="116105" y="150530"/>
                </a:cubicBezTo>
                <a:cubicBezTo>
                  <a:pt x="113612" y="148037"/>
                  <a:pt x="111786" y="145276"/>
                  <a:pt x="110628" y="142248"/>
                </a:cubicBezTo>
                <a:cubicBezTo>
                  <a:pt x="109473" y="139232"/>
                  <a:pt x="108894" y="136115"/>
                  <a:pt x="108894" y="132909"/>
                </a:cubicBezTo>
                <a:cubicBezTo>
                  <a:pt x="108894" y="129703"/>
                  <a:pt x="109473" y="126598"/>
                  <a:pt x="110628" y="123570"/>
                </a:cubicBezTo>
                <a:cubicBezTo>
                  <a:pt x="111785" y="120542"/>
                  <a:pt x="113612" y="117793"/>
                  <a:pt x="116105" y="115299"/>
                </a:cubicBezTo>
                <a:lnTo>
                  <a:pt x="139314" y="92079"/>
                </a:lnTo>
                <a:cubicBezTo>
                  <a:pt x="138791" y="90654"/>
                  <a:pt x="138302" y="89363"/>
                  <a:pt x="137856" y="88205"/>
                </a:cubicBezTo>
                <a:cubicBezTo>
                  <a:pt x="137412" y="87048"/>
                  <a:pt x="137011" y="85846"/>
                  <a:pt x="136654" y="84610"/>
                </a:cubicBezTo>
                <a:cubicBezTo>
                  <a:pt x="133270" y="83897"/>
                  <a:pt x="129440" y="83541"/>
                  <a:pt x="125177" y="83541"/>
                </a:cubicBezTo>
                <a:cubicBezTo>
                  <a:pt x="117162" y="83541"/>
                  <a:pt x="109606" y="85055"/>
                  <a:pt x="102489" y="88071"/>
                </a:cubicBezTo>
                <a:cubicBezTo>
                  <a:pt x="95370" y="91100"/>
                  <a:pt x="89143" y="95285"/>
                  <a:pt x="83806" y="100617"/>
                </a:cubicBezTo>
                <a:cubicBezTo>
                  <a:pt x="78467" y="105960"/>
                  <a:pt x="74286" y="112182"/>
                  <a:pt x="71262" y="119295"/>
                </a:cubicBezTo>
                <a:cubicBezTo>
                  <a:pt x="68237" y="126419"/>
                  <a:pt x="66725" y="133978"/>
                  <a:pt x="66725" y="141981"/>
                </a:cubicBezTo>
                <a:cubicBezTo>
                  <a:pt x="66725" y="149996"/>
                  <a:pt x="68237" y="157554"/>
                  <a:pt x="71262" y="164671"/>
                </a:cubicBezTo>
                <a:cubicBezTo>
                  <a:pt x="74286" y="171788"/>
                  <a:pt x="78467" y="178016"/>
                  <a:pt x="83806" y="183354"/>
                </a:cubicBezTo>
                <a:cubicBezTo>
                  <a:pt x="89144" y="188691"/>
                  <a:pt x="95371" y="192917"/>
                  <a:pt x="102489" y="196030"/>
                </a:cubicBezTo>
                <a:cubicBezTo>
                  <a:pt x="109607" y="199144"/>
                  <a:pt x="117162" y="200701"/>
                  <a:pt x="125177" y="200701"/>
                </a:cubicBezTo>
                <a:moveTo>
                  <a:pt x="200707" y="100884"/>
                </a:moveTo>
                <a:cubicBezTo>
                  <a:pt x="205338" y="100884"/>
                  <a:pt x="209690" y="99994"/>
                  <a:pt x="213787" y="98213"/>
                </a:cubicBezTo>
                <a:cubicBezTo>
                  <a:pt x="217872" y="96431"/>
                  <a:pt x="221479" y="94038"/>
                  <a:pt x="224596" y="91011"/>
                </a:cubicBezTo>
                <a:cubicBezTo>
                  <a:pt x="227712" y="87983"/>
                  <a:pt x="230150" y="84388"/>
                  <a:pt x="231932" y="80202"/>
                </a:cubicBezTo>
                <a:cubicBezTo>
                  <a:pt x="233713" y="76017"/>
                  <a:pt x="234603" y="71620"/>
                  <a:pt x="234603" y="66989"/>
                </a:cubicBezTo>
                <a:cubicBezTo>
                  <a:pt x="234603" y="62370"/>
                  <a:pt x="233713" y="58006"/>
                  <a:pt x="231932" y="53910"/>
                </a:cubicBezTo>
                <a:cubicBezTo>
                  <a:pt x="230150" y="49824"/>
                  <a:pt x="227712" y="46262"/>
                  <a:pt x="224596" y="43234"/>
                </a:cubicBezTo>
                <a:cubicBezTo>
                  <a:pt x="221479" y="40218"/>
                  <a:pt x="217872" y="37814"/>
                  <a:pt x="213787" y="36033"/>
                </a:cubicBezTo>
                <a:cubicBezTo>
                  <a:pt x="209690" y="34251"/>
                  <a:pt x="205338" y="33361"/>
                  <a:pt x="200706" y="33361"/>
                </a:cubicBezTo>
                <a:cubicBezTo>
                  <a:pt x="196076" y="33361"/>
                  <a:pt x="191678" y="34251"/>
                  <a:pt x="187494" y="36032"/>
                </a:cubicBezTo>
                <a:cubicBezTo>
                  <a:pt x="183318" y="37814"/>
                  <a:pt x="179713" y="40218"/>
                  <a:pt x="176684" y="43234"/>
                </a:cubicBezTo>
                <a:cubicBezTo>
                  <a:pt x="173656" y="46262"/>
                  <a:pt x="171263" y="49824"/>
                  <a:pt x="169482" y="53910"/>
                </a:cubicBezTo>
                <a:cubicBezTo>
                  <a:pt x="167700" y="58006"/>
                  <a:pt x="166810" y="62370"/>
                  <a:pt x="166810" y="66989"/>
                </a:cubicBezTo>
                <a:cubicBezTo>
                  <a:pt x="166810" y="71620"/>
                  <a:pt x="167700" y="76017"/>
                  <a:pt x="169482" y="80202"/>
                </a:cubicBezTo>
                <a:cubicBezTo>
                  <a:pt x="171263" y="84388"/>
                  <a:pt x="173656" y="87983"/>
                  <a:pt x="176684" y="91011"/>
                </a:cubicBezTo>
                <a:cubicBezTo>
                  <a:pt x="179713" y="94038"/>
                  <a:pt x="183318" y="96431"/>
                  <a:pt x="187494" y="98213"/>
                </a:cubicBezTo>
                <a:cubicBezTo>
                  <a:pt x="191680" y="99994"/>
                  <a:pt x="196076" y="100884"/>
                  <a:pt x="200707" y="100884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179">
            <a:extLst xmlns:a="http://schemas.openxmlformats.org/drawingml/2006/main">
              <a:ext uri="{FF2B5EF4-FFF2-40B4-BE49-F238E27FC236}">
                <a16:creationId xmlns:a16="http://schemas.microsoft.com/office/drawing/2014/main" id="{89A492DD-5D02-4FF5-A5D2-586B89A6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569" y="7991888"/>
            <a:ext cx="758227" cy="610839"/>
          </a:xfrm>
          <a:custGeom xmlns:a="http://schemas.openxmlformats.org/drawingml/2006/main">
            <a:pathLst>
              <a:path w="758227" h="610839">
                <a:moveTo>
                  <a:pt x="0" y="0"/>
                </a:moveTo>
                <a:lnTo>
                  <a:pt x="758227" y="0"/>
                </a:lnTo>
                <a:lnTo>
                  <a:pt x="758227" y="610839"/>
                </a:lnTo>
                <a:lnTo>
                  <a:pt x="0" y="6108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294">
            <a:solidFill>
              <a:srgbClr val="F96808"/>
            </a:solidFill>
            <a:prstDash val="solid"/>
          </a:ln>
        </p:spPr>
      </p:sp>
      <p:sp>
        <p:nvSpPr>
          <p:cNvPr id="312" name="path-180">
            <a:extLst xmlns:a="http://schemas.openxmlformats.org/drawingml/2006/main">
              <a:ext uri="{FF2B5EF4-FFF2-40B4-BE49-F238E27FC236}">
                <a16:creationId xmlns:a16="http://schemas.microsoft.com/office/drawing/2014/main" id="{956D2D1A-148A-4331-AE07-956D3C73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796" y="8000076"/>
            <a:ext cx="1927092" cy="1431842"/>
          </a:xfrm>
          <a:custGeom xmlns:a="http://schemas.openxmlformats.org/drawingml/2006/main">
            <a:pathLst>
              <a:path w="1927092" h="1431842">
                <a:moveTo>
                  <a:pt x="0" y="0"/>
                </a:moveTo>
                <a:lnTo>
                  <a:pt x="1927092" y="1431842"/>
                </a:lnTo>
              </a:path>
            </a:pathLst>
          </a:custGeom>
          <a:noFill xmlns:a="http://schemas.openxmlformats.org/drawingml/2006/main"/>
          <a:ln xmlns:a="http://schemas.openxmlformats.org/drawingml/2006/main" w="20470">
            <a:solidFill>
              <a:srgbClr val="F96808"/>
            </a:solidFill>
            <a:prstDash val="dash"/>
          </a:ln>
        </p:spPr>
      </p:sp>
      <p:sp>
        <p:nvSpPr>
          <p:cNvPr id="313" name="path-181">
            <a:extLst xmlns:a="http://schemas.openxmlformats.org/drawingml/2006/main">
              <a:ext uri="{FF2B5EF4-FFF2-40B4-BE49-F238E27FC236}">
                <a16:creationId xmlns:a16="http://schemas.microsoft.com/office/drawing/2014/main" id="{67F0108F-14AA-435C-B01E-64267CAA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520" y="8589626"/>
            <a:ext cx="1960665" cy="1930982"/>
          </a:xfrm>
          <a:custGeom xmlns:a="http://schemas.openxmlformats.org/drawingml/2006/main">
            <a:pathLst>
              <a:path w="1960665" h="1930982">
                <a:moveTo>
                  <a:pt x="0" y="0"/>
                </a:moveTo>
                <a:lnTo>
                  <a:pt x="1960665" y="1930982"/>
                </a:lnTo>
              </a:path>
            </a:pathLst>
          </a:custGeom>
          <a:noFill xmlns:a="http://schemas.openxmlformats.org/drawingml/2006/main"/>
          <a:ln xmlns:a="http://schemas.openxmlformats.org/drawingml/2006/main" w="20470">
            <a:solidFill>
              <a:srgbClr val="F96808"/>
            </a:solidFill>
            <a:prstDash val="dash"/>
          </a:ln>
        </p:spPr>
      </p:sp>
      <p:sp>
        <p:nvSpPr>
          <p:cNvPr id="314" name="path-182">
            <a:extLst xmlns:a="http://schemas.openxmlformats.org/drawingml/2006/main">
              <a:ext uri="{FF2B5EF4-FFF2-40B4-BE49-F238E27FC236}">
                <a16:creationId xmlns:a16="http://schemas.microsoft.com/office/drawing/2014/main" id="{77D16886-9BC5-4287-8FEB-737E946C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5034" y="2512345"/>
            <a:ext cx="4505" cy="1640641"/>
          </a:xfrm>
          <a:custGeom xmlns:a="http://schemas.openxmlformats.org/drawingml/2006/main">
            <a:pathLst>
              <a:path w="4505" h="1640641">
                <a:moveTo>
                  <a:pt x="0" y="0"/>
                </a:moveTo>
                <a:lnTo>
                  <a:pt x="4505" y="1640641"/>
                </a:lnTo>
              </a:path>
            </a:pathLst>
          </a:custGeom>
          <a:noFill xmlns:a="http://schemas.openxmlformats.org/drawingml/2006/main"/>
          <a:ln xmlns:a="http://schemas.openxmlformats.org/drawingml/2006/main" w="40941">
            <a:solidFill>
              <a:srgbClr val="F96808"/>
            </a:solidFill>
            <a:prstDash val="dash"/>
          </a:ln>
        </p:spPr>
      </p:sp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2D867FE8-BFCC-476B-9135-F68C9CFFDC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ab8cd43194852"/>
          <a:stretch xmlns:a="http://schemas.openxmlformats.org/drawingml/2006/main"/>
        </p:blipFill>
        <p:spPr>
          <a:xfrm xmlns:a="http://schemas.openxmlformats.org/drawingml/2006/main">
            <a:off x="8886825" y="6973887"/>
            <a:ext cx="2438400" cy="2066925"/>
          </a:xfrm>
          <a:prstGeom xmlns:a="http://schemas.openxmlformats.org/drawingml/2006/main" prst="rect">
            <a:avLst/>
          </a:prstGeom>
        </p:spPr>
      </p:pic>
      <p:pic>
        <p:nvPic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D13DC31-1D00-4EAE-9B37-F898F12EC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04c4aa81e4015"/>
          <a:stretch xmlns:a="http://schemas.openxmlformats.org/drawingml/2006/main"/>
        </p:blipFill>
        <p:spPr>
          <a:xfrm xmlns:a="http://schemas.openxmlformats.org/drawingml/2006/main">
            <a:off x="11725275" y="6973887"/>
            <a:ext cx="2428875" cy="2066925"/>
          </a:xfrm>
          <a:prstGeom xmlns:a="http://schemas.openxmlformats.org/drawingml/2006/main" prst="rect">
            <a:avLst/>
          </a:prstGeom>
        </p:spPr>
      </p:pic>
      <p:sp>
        <p:nvSpPr>
          <p:cNvPr id="317" name="text-185 0:02:54">
            <a:extLst xmlns:a="http://schemas.openxmlformats.org/drawingml/2006/main">
              <a:ext uri="{FF2B5EF4-FFF2-40B4-BE49-F238E27FC236}">
                <a16:creationId xmlns:a16="http://schemas.microsoft.com/office/drawing/2014/main" id="{A44276BA-97C7-426C-AD12-86AF835F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0347" y="3943774"/>
            <a:ext cx="642330" cy="26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0:02:54</a:t>
            </a:r>
          </a:p>
        </p:txBody>
      </p:sp>
      <p:sp>
        <p:nvSpPr>
          <p:cNvPr id="318" name="text-186 0:06:27">
            <a:extLst xmlns:a="http://schemas.openxmlformats.org/drawingml/2006/main">
              <a:ext uri="{FF2B5EF4-FFF2-40B4-BE49-F238E27FC236}">
                <a16:creationId xmlns:a16="http://schemas.microsoft.com/office/drawing/2014/main" id="{139E5070-6AAA-49AB-90F0-A70BFBF5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6492" y="3941454"/>
            <a:ext cx="642331" cy="26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1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0:06:27</a:t>
            </a:r>
          </a:p>
        </p:txBody>
      </p:sp>
      <p:sp>
        <p:nvSpPr>
          <p:cNvPr id="319" name="path-187">
            <a:extLst xmlns:a="http://schemas.openxmlformats.org/drawingml/2006/main">
              <a:ext uri="{FF2B5EF4-FFF2-40B4-BE49-F238E27FC236}">
                <a16:creationId xmlns:a16="http://schemas.microsoft.com/office/drawing/2014/main" id="{62B54823-A9AA-4AB8-8AE0-E518BD3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816" y="4258888"/>
            <a:ext cx="1089304" cy="645640"/>
          </a:xfrm>
          <a:custGeom xmlns:a="http://schemas.openxmlformats.org/drawingml/2006/main">
            <a:pathLst>
              <a:path w="1089304" h="645640">
                <a:moveTo>
                  <a:pt x="1089304" y="0"/>
                </a:moveTo>
                <a:lnTo>
                  <a:pt x="0" y="645640"/>
                </a:lnTo>
              </a:path>
            </a:pathLst>
          </a:custGeom>
          <a:noFill xmlns:a="http://schemas.openxmlformats.org/drawingml/2006/main"/>
          <a:ln xmlns:a="http://schemas.openxmlformats.org/drawingml/2006/main" w="13647">
            <a:solidFill>
              <a:srgbClr val="D0332B"/>
            </a:solidFill>
            <a:prstDash val="dash"/>
          </a:ln>
        </p:spPr>
      </p:sp>
      <p:sp>
        <p:nvSpPr>
          <p:cNvPr id="320" name="path-188">
            <a:extLst xmlns:a="http://schemas.openxmlformats.org/drawingml/2006/main">
              <a:ext uri="{FF2B5EF4-FFF2-40B4-BE49-F238E27FC236}">
                <a16:creationId xmlns:a16="http://schemas.microsoft.com/office/drawing/2014/main" id="{F406CCF9-A923-4325-AA9E-C0DA53EC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9106" y="4258888"/>
            <a:ext cx="1340545" cy="629536"/>
          </a:xfrm>
          <a:custGeom xmlns:a="http://schemas.openxmlformats.org/drawingml/2006/main">
            <a:pathLst>
              <a:path w="1340545" h="629536">
                <a:moveTo>
                  <a:pt x="0" y="0"/>
                </a:moveTo>
                <a:lnTo>
                  <a:pt x="1340545" y="629536"/>
                </a:lnTo>
              </a:path>
            </a:pathLst>
          </a:custGeom>
          <a:noFill xmlns:a="http://schemas.openxmlformats.org/drawingml/2006/main"/>
          <a:ln xmlns:a="http://schemas.openxmlformats.org/drawingml/2006/main" w="13647">
            <a:solidFill>
              <a:srgbClr val="D0332B"/>
            </a:solidFill>
            <a:prstDash val="dash"/>
          </a:ln>
        </p:spPr>
      </p:sp>
      <p:sp>
        <p:nvSpPr>
          <p:cNvPr id="321" name="path-189">
            <a:extLst xmlns:a="http://schemas.openxmlformats.org/drawingml/2006/main">
              <a:ext uri="{FF2B5EF4-FFF2-40B4-BE49-F238E27FC236}">
                <a16:creationId xmlns:a16="http://schemas.microsoft.com/office/drawing/2014/main" id="{55B010E5-8F94-4B33-9885-CD400AA0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649" y="4252337"/>
            <a:ext cx="1135431" cy="648505"/>
          </a:xfrm>
          <a:custGeom xmlns:a="http://schemas.openxmlformats.org/drawingml/2006/main">
            <a:pathLst>
              <a:path w="1135431" h="648505">
                <a:moveTo>
                  <a:pt x="1135431" y="0"/>
                </a:moveTo>
                <a:lnTo>
                  <a:pt x="0" y="648505"/>
                </a:lnTo>
              </a:path>
            </a:pathLst>
          </a:custGeom>
          <a:noFill xmlns:a="http://schemas.openxmlformats.org/drawingml/2006/main"/>
          <a:ln xmlns:a="http://schemas.openxmlformats.org/drawingml/2006/main" w="13647">
            <a:solidFill>
              <a:srgbClr val="D0332B"/>
            </a:solidFill>
            <a:prstDash val="dash"/>
          </a:ln>
        </p:spPr>
      </p:sp>
      <p:sp>
        <p:nvSpPr>
          <p:cNvPr id="322" name="path-190">
            <a:extLst xmlns:a="http://schemas.openxmlformats.org/drawingml/2006/main">
              <a:ext uri="{FF2B5EF4-FFF2-40B4-BE49-F238E27FC236}">
                <a16:creationId xmlns:a16="http://schemas.microsoft.com/office/drawing/2014/main" id="{12BA8371-EDBA-4DA4-8B48-5D948319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9971" y="4253975"/>
            <a:ext cx="1402912" cy="658059"/>
          </a:xfrm>
          <a:custGeom xmlns:a="http://schemas.openxmlformats.org/drawingml/2006/main">
            <a:pathLst>
              <a:path w="1402912" h="658059">
                <a:moveTo>
                  <a:pt x="0" y="0"/>
                </a:moveTo>
                <a:lnTo>
                  <a:pt x="1402912" y="658059"/>
                </a:lnTo>
              </a:path>
            </a:pathLst>
          </a:custGeom>
          <a:noFill xmlns:a="http://schemas.openxmlformats.org/drawingml/2006/main"/>
          <a:ln xmlns:a="http://schemas.openxmlformats.org/drawingml/2006/main" w="13647">
            <a:solidFill>
              <a:srgbClr val="D0332B"/>
            </a:solidFill>
            <a:prstDash val="dash"/>
          </a:ln>
        </p:spPr>
      </p:sp>
      <p:sp>
        <p:nvSpPr>
          <p:cNvPr id="323" name="path-191">
            <a:extLst xmlns:a="http://schemas.openxmlformats.org/drawingml/2006/main">
              <a:ext uri="{FF2B5EF4-FFF2-40B4-BE49-F238E27FC236}">
                <a16:creationId xmlns:a16="http://schemas.microsoft.com/office/drawing/2014/main" id="{AD7164FF-33F9-4F5F-AC2A-4FF4D404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291" y="4884467"/>
            <a:ext cx="4911280" cy="1477150"/>
          </a:xfrm>
          <a:custGeom xmlns:a="http://schemas.openxmlformats.org/drawingml/2006/main">
            <a:pathLst>
              <a:path w="4911280" h="1477150">
                <a:moveTo>
                  <a:pt x="0" y="107265"/>
                </a:moveTo>
                <a:cubicBezTo>
                  <a:pt x="0" y="48037"/>
                  <a:pt x="48037" y="0"/>
                  <a:pt x="107266" y="0"/>
                </a:cubicBezTo>
                <a:lnTo>
                  <a:pt x="4804016" y="0"/>
                </a:lnTo>
                <a:cubicBezTo>
                  <a:pt x="4863242" y="0"/>
                  <a:pt x="4911280" y="48037"/>
                  <a:pt x="4911280" y="107265"/>
                </a:cubicBezTo>
                <a:lnTo>
                  <a:pt x="4911280" y="1369885"/>
                </a:lnTo>
                <a:cubicBezTo>
                  <a:pt x="4911280" y="1429113"/>
                  <a:pt x="4863242" y="1477150"/>
                  <a:pt x="4804016" y="1477150"/>
                </a:cubicBezTo>
                <a:lnTo>
                  <a:pt x="107266" y="1477150"/>
                </a:lnTo>
                <a:cubicBezTo>
                  <a:pt x="48037" y="1477150"/>
                  <a:pt x="0" y="1429113"/>
                  <a:pt x="0" y="1369885"/>
                </a:cubicBezTo>
                <a:lnTo>
                  <a:pt x="0" y="107265"/>
                </a:lnTo>
              </a:path>
            </a:pathLst>
          </a:custGeom>
          <a:solidFill xmlns:a="http://schemas.openxmlformats.org/drawingml/2006/main">
            <a:srgbClr val="FCE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text-192 “In">
            <a:extLst xmlns:a="http://schemas.openxmlformats.org/drawingml/2006/main">
              <a:ext uri="{FF2B5EF4-FFF2-40B4-BE49-F238E27FC236}">
                <a16:creationId xmlns:a16="http://schemas.microsoft.com/office/drawing/2014/main" id="{613BD7DA-CBB3-4761-8AA1-F3D740B6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4978686"/>
            <a:ext cx="355409" cy="286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“In</a:t>
            </a:r>
          </a:p>
        </p:txBody>
      </p:sp>
      <p:sp>
        <p:nvSpPr>
          <p:cNvPr id="325" name="text-192 the">
            <a:extLst xmlns:a="http://schemas.openxmlformats.org/drawingml/2006/main">
              <a:ext uri="{FF2B5EF4-FFF2-40B4-BE49-F238E27FC236}">
                <a16:creationId xmlns:a16="http://schemas.microsoft.com/office/drawing/2014/main" id="{2AA0E232-6AB9-412F-8757-CB507D50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9303" y="4979084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26" name="text-192 extracted">
            <a:extLst xmlns:a="http://schemas.openxmlformats.org/drawingml/2006/main">
              <a:ext uri="{FF2B5EF4-FFF2-40B4-BE49-F238E27FC236}">
                <a16:creationId xmlns:a16="http://schemas.microsoft.com/office/drawing/2014/main" id="{2B21B44F-56EE-4969-8D1F-3A9BD202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9941" y="4979060"/>
            <a:ext cx="1010000" cy="286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extracted</a:t>
            </a:r>
          </a:p>
        </p:txBody>
      </p:sp>
      <p:sp>
        <p:nvSpPr>
          <p:cNvPr id="327" name="text-192 video">
            <a:extLst xmlns:a="http://schemas.openxmlformats.org/drawingml/2006/main">
              <a:ext uri="{FF2B5EF4-FFF2-40B4-BE49-F238E27FC236}">
                <a16:creationId xmlns:a16="http://schemas.microsoft.com/office/drawing/2014/main" id="{9C80C417-93F3-406A-AF58-0131FCF5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6220" y="4978714"/>
            <a:ext cx="563251" cy="28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video</a:t>
            </a:r>
          </a:p>
        </p:txBody>
      </p:sp>
      <p:sp>
        <p:nvSpPr>
          <p:cNvPr id="328" name="text-192 segment,">
            <a:extLst xmlns:a="http://schemas.openxmlformats.org/drawingml/2006/main">
              <a:ext uri="{FF2B5EF4-FFF2-40B4-BE49-F238E27FC236}">
                <a16:creationId xmlns:a16="http://schemas.microsoft.com/office/drawing/2014/main" id="{9AF2C514-0427-4474-BCD5-56EE5F99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2147" y="4978281"/>
            <a:ext cx="959713" cy="287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segment,</a:t>
            </a:r>
          </a:p>
        </p:txBody>
      </p:sp>
      <p:sp>
        <p:nvSpPr>
          <p:cNvPr id="329" name="text-192 the">
            <a:extLst xmlns:a="http://schemas.openxmlformats.org/drawingml/2006/main">
              <a:ext uri="{FF2B5EF4-FFF2-40B4-BE49-F238E27FC236}">
                <a16:creationId xmlns:a16="http://schemas.microsoft.com/office/drawing/2014/main" id="{8C4311C2-5DDC-4A67-A672-D750E19A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5406" y="4979084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30" name="text-192 chair">
            <a:extLst xmlns:a="http://schemas.openxmlformats.org/drawingml/2006/main">
              <a:ext uri="{FF2B5EF4-FFF2-40B4-BE49-F238E27FC236}">
                <a16:creationId xmlns:a16="http://schemas.microsoft.com/office/drawing/2014/main" id="{87409B0D-C9B4-4224-B76B-7F943A63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6044" y="4978702"/>
            <a:ext cx="550326" cy="286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331" name="text-193 detaches">
            <a:extLst xmlns:a="http://schemas.openxmlformats.org/drawingml/2006/main">
              <a:ext uri="{FF2B5EF4-FFF2-40B4-BE49-F238E27FC236}">
                <a16:creationId xmlns:a16="http://schemas.microsoft.com/office/drawing/2014/main" id="{EBC302A4-F344-4EC9-B131-F7663A66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5224543"/>
            <a:ext cx="915902" cy="286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detaches</a:t>
            </a:r>
          </a:p>
        </p:txBody>
      </p:sp>
      <p:sp>
        <p:nvSpPr>
          <p:cNvPr id="332" name="text-193 from">
            <a:extLst xmlns:a="http://schemas.openxmlformats.org/drawingml/2006/main">
              <a:ext uri="{FF2B5EF4-FFF2-40B4-BE49-F238E27FC236}">
                <a16:creationId xmlns:a16="http://schemas.microsoft.com/office/drawing/2014/main" id="{3EF68BF8-7809-446D-9A49-5239B2F2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9377" y="5224960"/>
            <a:ext cx="535000" cy="285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from</a:t>
            </a:r>
          </a:p>
        </p:txBody>
      </p:sp>
      <p:sp>
        <p:nvSpPr>
          <p:cNvPr id="333" name="text-193 people's">
            <a:extLst xmlns:a="http://schemas.openxmlformats.org/drawingml/2006/main">
              <a:ext uri="{FF2B5EF4-FFF2-40B4-BE49-F238E27FC236}">
                <a16:creationId xmlns:a16="http://schemas.microsoft.com/office/drawing/2014/main" id="{2FAC9FE7-59AE-45CA-A3CF-7C7E229E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2581" y="5223748"/>
            <a:ext cx="822085" cy="287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7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people's</a:t>
            </a:r>
          </a:p>
        </p:txBody>
      </p:sp>
      <p:sp>
        <p:nvSpPr>
          <p:cNvPr id="334" name="text-193 hands">
            <a:extLst xmlns:a="http://schemas.openxmlformats.org/drawingml/2006/main">
              <a:ext uri="{FF2B5EF4-FFF2-40B4-BE49-F238E27FC236}">
                <a16:creationId xmlns:a16="http://schemas.microsoft.com/office/drawing/2014/main" id="{EECDEE01-74F1-455D-9715-93896A72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5003" y="5224353"/>
            <a:ext cx="641016" cy="286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hands</a:t>
            </a:r>
          </a:p>
        </p:txBody>
      </p:sp>
      <p:sp>
        <p:nvSpPr>
          <p:cNvPr id="335" name="text-193 and">
            <a:extLst xmlns:a="http://schemas.openxmlformats.org/drawingml/2006/main">
              <a:ext uri="{FF2B5EF4-FFF2-40B4-BE49-F238E27FC236}">
                <a16:creationId xmlns:a16="http://schemas.microsoft.com/office/drawing/2014/main" id="{1E762F8D-3E1C-4AD3-BD70-21EE8425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0969" y="5224338"/>
            <a:ext cx="426861" cy="28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and</a:t>
            </a:r>
          </a:p>
        </p:txBody>
      </p:sp>
      <p:sp>
        <p:nvSpPr>
          <p:cNvPr id="336" name="text-193 floats">
            <a:extLst xmlns:a="http://schemas.openxmlformats.org/drawingml/2006/main">
              <a:ext uri="{FF2B5EF4-FFF2-40B4-BE49-F238E27FC236}">
                <a16:creationId xmlns:a16="http://schemas.microsoft.com/office/drawing/2014/main" id="{5652E651-0908-42E5-9B19-E835EE6C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1177" y="5224790"/>
            <a:ext cx="586691" cy="286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floats</a:t>
            </a:r>
          </a:p>
        </p:txBody>
      </p:sp>
      <p:sp>
        <p:nvSpPr>
          <p:cNvPr id="337" name="text-193 in">
            <a:extLst xmlns:a="http://schemas.openxmlformats.org/drawingml/2006/main">
              <a:ext uri="{FF2B5EF4-FFF2-40B4-BE49-F238E27FC236}">
                <a16:creationId xmlns:a16="http://schemas.microsoft.com/office/drawing/2014/main" id="{919A74FF-7D93-4231-B508-C0C0FDC3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740" y="5224348"/>
            <a:ext cx="230945" cy="286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in</a:t>
            </a:r>
          </a:p>
        </p:txBody>
      </p:sp>
      <p:sp>
        <p:nvSpPr>
          <p:cNvPr id="338" name="text-194 mid">
            <a:extLst xmlns:a="http://schemas.openxmlformats.org/drawingml/2006/main">
              <a:ext uri="{FF2B5EF4-FFF2-40B4-BE49-F238E27FC236}">
                <a16:creationId xmlns:a16="http://schemas.microsoft.com/office/drawing/2014/main" id="{C6B7DC2A-2441-4EFF-BE70-08CC2F5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5469981"/>
            <a:ext cx="435254" cy="28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mid</a:t>
            </a:r>
          </a:p>
        </p:txBody>
      </p:sp>
      <p:sp>
        <p:nvSpPr>
          <p:cNvPr id="339" name="text-195 -">
            <a:extLst xmlns:a="http://schemas.openxmlformats.org/drawingml/2006/main">
              <a:ext uri="{FF2B5EF4-FFF2-40B4-BE49-F238E27FC236}">
                <a16:creationId xmlns:a16="http://schemas.microsoft.com/office/drawing/2014/main" id="{45E1A55F-CE2B-471E-A39D-A667130E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6710" y="5469963"/>
            <a:ext cx="167704" cy="286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3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-</a:t>
            </a:r>
          </a:p>
        </p:txBody>
      </p:sp>
      <p:sp>
        <p:nvSpPr>
          <p:cNvPr id="340" name="text-196 air,">
            <a:extLst xmlns:a="http://schemas.openxmlformats.org/drawingml/2006/main">
              <a:ext uri="{FF2B5EF4-FFF2-40B4-BE49-F238E27FC236}">
                <a16:creationId xmlns:a16="http://schemas.microsoft.com/office/drawing/2014/main" id="{F266FFB5-897F-4D19-9AE0-34B25ACE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7720" y="5470415"/>
            <a:ext cx="388025" cy="286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air,</a:t>
            </a:r>
          </a:p>
        </p:txBody>
      </p:sp>
      <p:sp>
        <p:nvSpPr>
          <p:cNvPr id="341" name="text-196 which">
            <a:extLst xmlns:a="http://schemas.openxmlformats.org/drawingml/2006/main">
              <a:ext uri="{FF2B5EF4-FFF2-40B4-BE49-F238E27FC236}">
                <a16:creationId xmlns:a16="http://schemas.microsoft.com/office/drawing/2014/main" id="{BF75A844-A9B0-4E9B-B663-D09F6BF5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0057" y="5470014"/>
            <a:ext cx="634393" cy="286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which</a:t>
            </a:r>
          </a:p>
        </p:txBody>
      </p:sp>
      <p:sp>
        <p:nvSpPr>
          <p:cNvPr id="342" name="text-196 contradicts">
            <a:extLst xmlns:a="http://schemas.openxmlformats.org/drawingml/2006/main">
              <a:ext uri="{FF2B5EF4-FFF2-40B4-BE49-F238E27FC236}">
                <a16:creationId xmlns:a16="http://schemas.microsoft.com/office/drawing/2014/main" id="{59D5ABA8-1D0B-44DF-9AE5-F3DAEC28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1110" y="5470516"/>
            <a:ext cx="1186054" cy="285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8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contradicts</a:t>
            </a:r>
          </a:p>
        </p:txBody>
      </p:sp>
      <p:sp>
        <p:nvSpPr>
          <p:cNvPr id="343" name="text-196 the">
            <a:extLst xmlns:a="http://schemas.openxmlformats.org/drawingml/2006/main">
              <a:ext uri="{FF2B5EF4-FFF2-40B4-BE49-F238E27FC236}">
                <a16:creationId xmlns:a16="http://schemas.microsoft.com/office/drawing/2014/main" id="{0EBD8541-557E-4415-88A1-CCA0F479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5687" y="5470376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44" name="text-196 reality">
            <a:extLst xmlns:a="http://schemas.openxmlformats.org/drawingml/2006/main">
              <a:ext uri="{FF2B5EF4-FFF2-40B4-BE49-F238E27FC236}">
                <a16:creationId xmlns:a16="http://schemas.microsoft.com/office/drawing/2014/main" id="{31635BE0-0D1B-485B-9618-AA26ABB8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6326" y="5470150"/>
            <a:ext cx="700047" cy="286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reality</a:t>
            </a:r>
          </a:p>
        </p:txBody>
      </p:sp>
      <p:sp>
        <p:nvSpPr>
          <p:cNvPr id="345" name="text-196 of">
            <a:extLst xmlns:a="http://schemas.openxmlformats.org/drawingml/2006/main">
              <a:ext uri="{FF2B5EF4-FFF2-40B4-BE49-F238E27FC236}">
                <a16:creationId xmlns:a16="http://schemas.microsoft.com/office/drawing/2014/main" id="{2F04A2EF-EE48-41C6-A80A-E7059B39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1452" y="5470116"/>
            <a:ext cx="227950" cy="286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1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346" name="text-197 gravity.">
            <a:extLst xmlns:a="http://schemas.openxmlformats.org/drawingml/2006/main">
              <a:ext uri="{FF2B5EF4-FFF2-40B4-BE49-F238E27FC236}">
                <a16:creationId xmlns:a16="http://schemas.microsoft.com/office/drawing/2014/main" id="{469B31E4-34DB-40A9-9119-497E596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5715661"/>
            <a:ext cx="814739" cy="2866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gravity.</a:t>
            </a:r>
          </a:p>
        </p:txBody>
      </p:sp>
      <p:sp>
        <p:nvSpPr>
          <p:cNvPr id="347" name="text-197 Additionally,">
            <a:extLst xmlns:a="http://schemas.openxmlformats.org/drawingml/2006/main">
              <a:ext uri="{FF2B5EF4-FFF2-40B4-BE49-F238E27FC236}">
                <a16:creationId xmlns:a16="http://schemas.microsoft.com/office/drawing/2014/main" id="{29358C04-DA51-499D-AC7E-03CA6BB3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252" y="5715999"/>
            <a:ext cx="1355062" cy="28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Additionally,</a:t>
            </a:r>
          </a:p>
        </p:txBody>
      </p:sp>
      <p:sp>
        <p:nvSpPr>
          <p:cNvPr id="348" name="text-197 the">
            <a:extLst xmlns:a="http://schemas.openxmlformats.org/drawingml/2006/main">
              <a:ext uri="{FF2B5EF4-FFF2-40B4-BE49-F238E27FC236}">
                <a16:creationId xmlns:a16="http://schemas.microsoft.com/office/drawing/2014/main" id="{4D31B87B-977F-4D59-A0DF-4E867865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5976" y="5716022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49" name="text-197 shape">
            <a:extLst xmlns:a="http://schemas.openxmlformats.org/drawingml/2006/main">
              <a:ext uri="{FF2B5EF4-FFF2-40B4-BE49-F238E27FC236}">
                <a16:creationId xmlns:a16="http://schemas.microsoft.com/office/drawing/2014/main" id="{D7F57996-44C0-4D50-B644-4B327915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6615" y="5715423"/>
            <a:ext cx="609470" cy="286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shape</a:t>
            </a:r>
          </a:p>
        </p:txBody>
      </p:sp>
      <p:sp>
        <p:nvSpPr>
          <p:cNvPr id="350" name="text-197 of">
            <a:extLst xmlns:a="http://schemas.openxmlformats.org/drawingml/2006/main">
              <a:ext uri="{FF2B5EF4-FFF2-40B4-BE49-F238E27FC236}">
                <a16:creationId xmlns:a16="http://schemas.microsoft.com/office/drawing/2014/main" id="{3C71B581-408C-4B06-A023-7E0EB191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0034" y="5716419"/>
            <a:ext cx="227218" cy="285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6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of</a:t>
            </a:r>
          </a:p>
        </p:txBody>
      </p:sp>
      <p:sp>
        <p:nvSpPr>
          <p:cNvPr id="351" name="text-197 the">
            <a:extLst xmlns:a="http://schemas.openxmlformats.org/drawingml/2006/main">
              <a:ext uri="{FF2B5EF4-FFF2-40B4-BE49-F238E27FC236}">
                <a16:creationId xmlns:a16="http://schemas.microsoft.com/office/drawing/2014/main" id="{7648350B-92E0-43E4-ABB1-F17C37A1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3315" y="5716022"/>
            <a:ext cx="365559" cy="286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09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the</a:t>
            </a:r>
          </a:p>
        </p:txBody>
      </p:sp>
      <p:sp>
        <p:nvSpPr>
          <p:cNvPr id="352" name="text-197 chair">
            <a:extLst xmlns:a="http://schemas.openxmlformats.org/drawingml/2006/main">
              <a:ext uri="{FF2B5EF4-FFF2-40B4-BE49-F238E27FC236}">
                <a16:creationId xmlns:a16="http://schemas.microsoft.com/office/drawing/2014/main" id="{856D0DBF-E78B-4930-B525-E4B3A9BD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33954" y="5715640"/>
            <a:ext cx="550325" cy="28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chair</a:t>
            </a:r>
          </a:p>
        </p:txBody>
      </p:sp>
      <p:sp>
        <p:nvSpPr>
          <p:cNvPr id="353" name="text-198 changes">
            <a:extLst xmlns:a="http://schemas.openxmlformats.org/drawingml/2006/main">
              <a:ext uri="{FF2B5EF4-FFF2-40B4-BE49-F238E27FC236}">
                <a16:creationId xmlns:a16="http://schemas.microsoft.com/office/drawing/2014/main" id="{3C1DCFC9-0EA0-45B0-A30C-A128833F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8490" y="5961080"/>
            <a:ext cx="833478" cy="286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4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changes</a:t>
            </a:r>
          </a:p>
        </p:txBody>
      </p:sp>
      <p:sp>
        <p:nvSpPr>
          <p:cNvPr id="354" name="text-198 over">
            <a:extLst xmlns:a="http://schemas.openxmlformats.org/drawingml/2006/main">
              <a:ext uri="{FF2B5EF4-FFF2-40B4-BE49-F238E27FC236}">
                <a16:creationId xmlns:a16="http://schemas.microsoft.com/office/drawing/2014/main" id="{5E9BB6D1-8160-4376-AB95-0E3A38F1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5857" y="5961610"/>
            <a:ext cx="472683" cy="286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0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over</a:t>
            </a:r>
          </a:p>
        </p:txBody>
      </p:sp>
      <p:sp>
        <p:nvSpPr>
          <p:cNvPr id="355" name="text-198 time.”">
            <a:extLst xmlns:a="http://schemas.openxmlformats.org/drawingml/2006/main">
              <a:ext uri="{FF2B5EF4-FFF2-40B4-BE49-F238E27FC236}">
                <a16:creationId xmlns:a16="http://schemas.microsoft.com/office/drawing/2014/main" id="{C199F3E0-1717-4DFE-B7C3-EF4EAB35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4783" y="5961294"/>
            <a:ext cx="670064" cy="286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defRPr>
            </a:pPr>
            <a:r>
              <a:rPr sz="1612" b="1" i="0">
                <a:solidFill>
                  <a:srgbClr val="000000"/>
                </a:solidFill>
                <a:latin typeface="Segoe Print"/>
                <a:ea typeface="Segoe Print"/>
                <a:cs typeface="Segoe Print"/>
              </a:rPr>
              <a:t>time.”</a:t>
            </a:r>
          </a:p>
        </p:txBody>
      </p:sp>
      <p:pic>
        <p:nvPic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D7C0514-2B8F-4D2E-9E8C-46AA44FBB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06bb651b64765"/>
          <a:stretch xmlns:a="http://schemas.openxmlformats.org/drawingml/2006/main"/>
        </p:blipFill>
        <p:spPr>
          <a:xfrm xmlns:a="http://schemas.openxmlformats.org/drawingml/2006/main">
            <a:off x="12700806" y="2198737"/>
            <a:ext cx="378295" cy="378295"/>
          </a:xfrm>
          <a:prstGeom xmlns:a="http://schemas.openxmlformats.org/drawingml/2006/main" prst="rect">
            <a:avLst/>
          </a:prstGeom>
        </p:spPr>
      </p:pic>
      <p:sp>
        <p:nvSpPr>
          <p:cNvPr id="357" name="path-200">
            <a:extLst xmlns:a="http://schemas.openxmlformats.org/drawingml/2006/main">
              <a:ext uri="{FF2B5EF4-FFF2-40B4-BE49-F238E27FC236}">
                <a16:creationId xmlns:a16="http://schemas.microsoft.com/office/drawing/2014/main" id="{A97D460E-E1D2-4192-B44C-8800C0C9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9859" y="2227528"/>
            <a:ext cx="266896" cy="267156"/>
          </a:xfrm>
          <a:custGeom xmlns:a="http://schemas.openxmlformats.org/drawingml/2006/main">
            <a:pathLst>
              <a:path w="266896" h="267156">
                <a:moveTo>
                  <a:pt x="266896" y="66188"/>
                </a:moveTo>
                <a:cubicBezTo>
                  <a:pt x="266896" y="74025"/>
                  <a:pt x="265649" y="81449"/>
                  <a:pt x="263156" y="88473"/>
                </a:cubicBezTo>
                <a:cubicBezTo>
                  <a:pt x="260674" y="95508"/>
                  <a:pt x="257156" y="101864"/>
                  <a:pt x="252614" y="107553"/>
                </a:cubicBezTo>
                <a:cubicBezTo>
                  <a:pt x="248083" y="113252"/>
                  <a:pt x="242740" y="118105"/>
                  <a:pt x="236607" y="122101"/>
                </a:cubicBezTo>
                <a:cubicBezTo>
                  <a:pt x="230461" y="126109"/>
                  <a:pt x="223839" y="129003"/>
                  <a:pt x="216726" y="130773"/>
                </a:cubicBezTo>
                <a:cubicBezTo>
                  <a:pt x="217249" y="134869"/>
                  <a:pt x="217515" y="138787"/>
                  <a:pt x="217515" y="142516"/>
                </a:cubicBezTo>
                <a:cubicBezTo>
                  <a:pt x="217515" y="155150"/>
                  <a:pt x="215123" y="167073"/>
                  <a:pt x="210314" y="178283"/>
                </a:cubicBezTo>
                <a:cubicBezTo>
                  <a:pt x="205516" y="189492"/>
                  <a:pt x="198926" y="199233"/>
                  <a:pt x="190566" y="207507"/>
                </a:cubicBezTo>
                <a:cubicBezTo>
                  <a:pt x="182206" y="215781"/>
                  <a:pt x="172421" y="222320"/>
                  <a:pt x="161211" y="227123"/>
                </a:cubicBezTo>
                <a:cubicBezTo>
                  <a:pt x="150001" y="231927"/>
                  <a:pt x="138079" y="234329"/>
                  <a:pt x="125445" y="234329"/>
                </a:cubicBezTo>
                <a:cubicBezTo>
                  <a:pt x="115838" y="234329"/>
                  <a:pt x="106669" y="232950"/>
                  <a:pt x="97951" y="230193"/>
                </a:cubicBezTo>
                <a:cubicBezTo>
                  <a:pt x="89232" y="227434"/>
                  <a:pt x="81137" y="223476"/>
                  <a:pt x="73663" y="218315"/>
                </a:cubicBezTo>
                <a:lnTo>
                  <a:pt x="0" y="267156"/>
                </a:lnTo>
                <a:lnTo>
                  <a:pt x="49109" y="193229"/>
                </a:lnTo>
                <a:cubicBezTo>
                  <a:pt x="44127" y="185756"/>
                  <a:pt x="40346" y="177794"/>
                  <a:pt x="37765" y="169341"/>
                </a:cubicBezTo>
                <a:cubicBezTo>
                  <a:pt x="35185" y="160890"/>
                  <a:pt x="33896" y="151944"/>
                  <a:pt x="33896" y="142516"/>
                </a:cubicBezTo>
                <a:cubicBezTo>
                  <a:pt x="33896" y="129882"/>
                  <a:pt x="36298" y="117971"/>
                  <a:pt x="41101" y="106762"/>
                </a:cubicBezTo>
                <a:cubicBezTo>
                  <a:pt x="45905" y="95552"/>
                  <a:pt x="52445" y="85801"/>
                  <a:pt x="60717" y="77530"/>
                </a:cubicBezTo>
                <a:cubicBezTo>
                  <a:pt x="68992" y="69260"/>
                  <a:pt x="78689" y="62725"/>
                  <a:pt x="89810" y="57917"/>
                </a:cubicBezTo>
                <a:cubicBezTo>
                  <a:pt x="100931" y="53108"/>
                  <a:pt x="112810" y="50715"/>
                  <a:pt x="125443" y="50715"/>
                </a:cubicBezTo>
                <a:cubicBezTo>
                  <a:pt x="127403" y="50715"/>
                  <a:pt x="129173" y="50759"/>
                  <a:pt x="130776" y="50848"/>
                </a:cubicBezTo>
                <a:cubicBezTo>
                  <a:pt x="132380" y="50937"/>
                  <a:pt x="134071" y="51071"/>
                  <a:pt x="135852" y="51249"/>
                </a:cubicBezTo>
                <a:cubicBezTo>
                  <a:pt x="137632" y="43947"/>
                  <a:pt x="140516" y="37146"/>
                  <a:pt x="144523" y="30823"/>
                </a:cubicBezTo>
                <a:cubicBezTo>
                  <a:pt x="148531" y="24511"/>
                  <a:pt x="153373" y="19079"/>
                  <a:pt x="159073" y="14549"/>
                </a:cubicBezTo>
                <a:cubicBezTo>
                  <a:pt x="164761" y="10007"/>
                  <a:pt x="171129" y="6456"/>
                  <a:pt x="178153" y="3874"/>
                </a:cubicBezTo>
                <a:cubicBezTo>
                  <a:pt x="185177" y="1291"/>
                  <a:pt x="192701" y="0"/>
                  <a:pt x="200706" y="0"/>
                </a:cubicBezTo>
                <a:cubicBezTo>
                  <a:pt x="209778" y="0"/>
                  <a:pt x="218361" y="1737"/>
                  <a:pt x="226466" y="5210"/>
                </a:cubicBezTo>
                <a:cubicBezTo>
                  <a:pt x="234558" y="8672"/>
                  <a:pt x="241582" y="13391"/>
                  <a:pt x="247548" y="19347"/>
                </a:cubicBezTo>
                <a:cubicBezTo>
                  <a:pt x="253504" y="25313"/>
                  <a:pt x="258225" y="32337"/>
                  <a:pt x="261687" y="40441"/>
                </a:cubicBezTo>
                <a:cubicBezTo>
                  <a:pt x="265160" y="48534"/>
                  <a:pt x="266896" y="57116"/>
                  <a:pt x="266896" y="66188"/>
                </a:cubicBezTo>
                <a:moveTo>
                  <a:pt x="125177" y="200701"/>
                </a:moveTo>
                <a:cubicBezTo>
                  <a:pt x="133359" y="200701"/>
                  <a:pt x="141007" y="199144"/>
                  <a:pt x="148132" y="196031"/>
                </a:cubicBezTo>
                <a:cubicBezTo>
                  <a:pt x="155245" y="192917"/>
                  <a:pt x="161433" y="188692"/>
                  <a:pt x="166677" y="183354"/>
                </a:cubicBezTo>
                <a:cubicBezTo>
                  <a:pt x="171931" y="178017"/>
                  <a:pt x="176060" y="171789"/>
                  <a:pt x="179089" y="164672"/>
                </a:cubicBezTo>
                <a:cubicBezTo>
                  <a:pt x="182117" y="157555"/>
                  <a:pt x="183631" y="149997"/>
                  <a:pt x="183631" y="141982"/>
                </a:cubicBezTo>
                <a:cubicBezTo>
                  <a:pt x="183631" y="137719"/>
                  <a:pt x="183274" y="133800"/>
                  <a:pt x="182561" y="130238"/>
                </a:cubicBezTo>
                <a:cubicBezTo>
                  <a:pt x="181136" y="129882"/>
                  <a:pt x="179800" y="129492"/>
                  <a:pt x="178554" y="129047"/>
                </a:cubicBezTo>
                <a:cubicBezTo>
                  <a:pt x="177307" y="128602"/>
                  <a:pt x="175971" y="128112"/>
                  <a:pt x="174546" y="127578"/>
                </a:cubicBezTo>
                <a:lnTo>
                  <a:pt x="151325" y="150531"/>
                </a:lnTo>
                <a:cubicBezTo>
                  <a:pt x="148844" y="153013"/>
                  <a:pt x="146083" y="154839"/>
                  <a:pt x="143055" y="155996"/>
                </a:cubicBezTo>
                <a:cubicBezTo>
                  <a:pt x="140028" y="157154"/>
                  <a:pt x="136922" y="157733"/>
                  <a:pt x="133715" y="157733"/>
                </a:cubicBezTo>
                <a:cubicBezTo>
                  <a:pt x="130509" y="157733"/>
                  <a:pt x="127359" y="157154"/>
                  <a:pt x="124242" y="155996"/>
                </a:cubicBezTo>
                <a:cubicBezTo>
                  <a:pt x="121126" y="154838"/>
                  <a:pt x="118409" y="153013"/>
                  <a:pt x="116104" y="150531"/>
                </a:cubicBezTo>
                <a:cubicBezTo>
                  <a:pt x="113611" y="148037"/>
                  <a:pt x="111785" y="145277"/>
                  <a:pt x="110628" y="142249"/>
                </a:cubicBezTo>
                <a:cubicBezTo>
                  <a:pt x="109473" y="139232"/>
                  <a:pt x="108894" y="136115"/>
                  <a:pt x="108894" y="132910"/>
                </a:cubicBezTo>
                <a:cubicBezTo>
                  <a:pt x="108894" y="129704"/>
                  <a:pt x="109473" y="126598"/>
                  <a:pt x="110628" y="123570"/>
                </a:cubicBezTo>
                <a:cubicBezTo>
                  <a:pt x="111785" y="120542"/>
                  <a:pt x="113611" y="117793"/>
                  <a:pt x="116104" y="115299"/>
                </a:cubicBezTo>
                <a:lnTo>
                  <a:pt x="139314" y="92079"/>
                </a:lnTo>
                <a:cubicBezTo>
                  <a:pt x="138791" y="90655"/>
                  <a:pt x="138302" y="89363"/>
                  <a:pt x="137856" y="88206"/>
                </a:cubicBezTo>
                <a:cubicBezTo>
                  <a:pt x="137410" y="87048"/>
                  <a:pt x="137010" y="85846"/>
                  <a:pt x="136653" y="84610"/>
                </a:cubicBezTo>
                <a:cubicBezTo>
                  <a:pt x="133270" y="83898"/>
                  <a:pt x="129440" y="83541"/>
                  <a:pt x="125177" y="83541"/>
                </a:cubicBezTo>
                <a:cubicBezTo>
                  <a:pt x="117162" y="83541"/>
                  <a:pt x="109606" y="85056"/>
                  <a:pt x="102487" y="88072"/>
                </a:cubicBezTo>
                <a:cubicBezTo>
                  <a:pt x="95370" y="91100"/>
                  <a:pt x="89143" y="95285"/>
                  <a:pt x="83805" y="100617"/>
                </a:cubicBezTo>
                <a:cubicBezTo>
                  <a:pt x="78467" y="105960"/>
                  <a:pt x="74285" y="112183"/>
                  <a:pt x="71261" y="119296"/>
                </a:cubicBezTo>
                <a:cubicBezTo>
                  <a:pt x="68236" y="126420"/>
                  <a:pt x="66723" y="133978"/>
                  <a:pt x="66723" y="141982"/>
                </a:cubicBezTo>
                <a:cubicBezTo>
                  <a:pt x="66723" y="149996"/>
                  <a:pt x="68236" y="157555"/>
                  <a:pt x="71262" y="164672"/>
                </a:cubicBezTo>
                <a:cubicBezTo>
                  <a:pt x="74286" y="171788"/>
                  <a:pt x="78467" y="178016"/>
                  <a:pt x="83806" y="183354"/>
                </a:cubicBezTo>
                <a:cubicBezTo>
                  <a:pt x="89143" y="188692"/>
                  <a:pt x="95370" y="192917"/>
                  <a:pt x="102489" y="196030"/>
                </a:cubicBezTo>
                <a:cubicBezTo>
                  <a:pt x="109606" y="199144"/>
                  <a:pt x="117162" y="200701"/>
                  <a:pt x="125177" y="200701"/>
                </a:cubicBezTo>
                <a:moveTo>
                  <a:pt x="200706" y="100885"/>
                </a:moveTo>
                <a:cubicBezTo>
                  <a:pt x="205338" y="100885"/>
                  <a:pt x="209690" y="99994"/>
                  <a:pt x="213787" y="98213"/>
                </a:cubicBezTo>
                <a:cubicBezTo>
                  <a:pt x="217872" y="96432"/>
                  <a:pt x="221479" y="94039"/>
                  <a:pt x="224595" y="91011"/>
                </a:cubicBezTo>
                <a:cubicBezTo>
                  <a:pt x="227712" y="87983"/>
                  <a:pt x="230150" y="84388"/>
                  <a:pt x="231932" y="80202"/>
                </a:cubicBezTo>
                <a:cubicBezTo>
                  <a:pt x="233712" y="76017"/>
                  <a:pt x="234603" y="71620"/>
                  <a:pt x="234603" y="66989"/>
                </a:cubicBezTo>
                <a:cubicBezTo>
                  <a:pt x="234602" y="62370"/>
                  <a:pt x="233712" y="58006"/>
                  <a:pt x="231930" y="53910"/>
                </a:cubicBezTo>
                <a:cubicBezTo>
                  <a:pt x="230150" y="49825"/>
                  <a:pt x="227712" y="46263"/>
                  <a:pt x="224595" y="43235"/>
                </a:cubicBezTo>
                <a:cubicBezTo>
                  <a:pt x="221477" y="40218"/>
                  <a:pt x="217872" y="37814"/>
                  <a:pt x="213785" y="36033"/>
                </a:cubicBezTo>
                <a:cubicBezTo>
                  <a:pt x="209689" y="34252"/>
                  <a:pt x="205336" y="33361"/>
                  <a:pt x="200706" y="33361"/>
                </a:cubicBezTo>
                <a:cubicBezTo>
                  <a:pt x="196075" y="33361"/>
                  <a:pt x="191678" y="34251"/>
                  <a:pt x="187492" y="36033"/>
                </a:cubicBezTo>
                <a:cubicBezTo>
                  <a:pt x="183318" y="37814"/>
                  <a:pt x="179711" y="40218"/>
                  <a:pt x="176683" y="43235"/>
                </a:cubicBezTo>
                <a:cubicBezTo>
                  <a:pt x="173656" y="46262"/>
                  <a:pt x="171262" y="49824"/>
                  <a:pt x="169482" y="53910"/>
                </a:cubicBezTo>
                <a:cubicBezTo>
                  <a:pt x="167700" y="58006"/>
                  <a:pt x="166810" y="62370"/>
                  <a:pt x="166810" y="66989"/>
                </a:cubicBezTo>
                <a:cubicBezTo>
                  <a:pt x="166810" y="71620"/>
                  <a:pt x="167700" y="76017"/>
                  <a:pt x="169482" y="80202"/>
                </a:cubicBezTo>
                <a:cubicBezTo>
                  <a:pt x="171262" y="84388"/>
                  <a:pt x="173656" y="87983"/>
                  <a:pt x="176684" y="91011"/>
                </a:cubicBezTo>
                <a:cubicBezTo>
                  <a:pt x="179711" y="94039"/>
                  <a:pt x="183318" y="96432"/>
                  <a:pt x="187492" y="98213"/>
                </a:cubicBezTo>
                <a:cubicBezTo>
                  <a:pt x="191678" y="99994"/>
                  <a:pt x="196076" y="100885"/>
                  <a:pt x="200706" y="100885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text-201 Abnormal">
            <a:extLst xmlns:a="http://schemas.openxmlformats.org/drawingml/2006/main">
              <a:ext uri="{FF2B5EF4-FFF2-40B4-BE49-F238E27FC236}">
                <a16:creationId xmlns:a16="http://schemas.microsoft.com/office/drawing/2014/main" id="{9E1B6CBF-6E95-4811-9898-B0BF7D6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5213" y="2244725"/>
            <a:ext cx="920175" cy="30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359" name="text-201 Frame">
            <a:extLst xmlns:a="http://schemas.openxmlformats.org/drawingml/2006/main">
              <a:ext uri="{FF2B5EF4-FFF2-40B4-BE49-F238E27FC236}">
                <a16:creationId xmlns:a16="http://schemas.microsoft.com/office/drawing/2014/main" id="{BE586FF7-32BB-48EA-AD82-BA9D3A61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6244" y="2245921"/>
            <a:ext cx="591011" cy="30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Frame</a:t>
            </a:r>
          </a:p>
        </p:txBody>
      </p:sp>
    </p:spTree>
    <p:extLst>
      <p:ext uri="{BB962C8B-B14F-4D97-AF65-F5344CB8AC3E}">
        <p14:creationId xmlns:p14="http://schemas.microsoft.com/office/powerpoint/2010/main" val="569715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path-1">
            <a:extLst xmlns:a="http://schemas.openxmlformats.org/drawingml/2006/main">
              <a:ext uri="{FF2B5EF4-FFF2-40B4-BE49-F238E27FC236}">
                <a16:creationId xmlns:a16="http://schemas.microsoft.com/office/drawing/2014/main" id="{51163BD0-B7CC-4054-BC8C-FB571C2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2" y="79386"/>
            <a:ext cx="15086950" cy="12920951"/>
          </a:xfrm>
          <a:custGeom xmlns:a="http://schemas.openxmlformats.org/drawingml/2006/main">
            <a:pathLst>
              <a:path w="15086950" h="12920951">
                <a:moveTo>
                  <a:pt x="15086950" y="0"/>
                </a:moveTo>
                <a:lnTo>
                  <a:pt x="0" y="0"/>
                </a:lnTo>
                <a:lnTo>
                  <a:pt x="0" y="12920951"/>
                </a:lnTo>
                <a:lnTo>
                  <a:pt x="15086950" y="12920951"/>
                </a:lnTo>
                <a:lnTo>
                  <a:pt x="150869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EA88C70C-9F73-462E-8313-34011ECE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86" y="175495"/>
            <a:ext cx="14924423" cy="6133858"/>
          </a:xfrm>
          <a:custGeom xmlns:a="http://schemas.openxmlformats.org/drawingml/2006/main">
            <a:pathLst>
              <a:path w="14924423" h="6133858">
                <a:moveTo>
                  <a:pt x="0" y="484457"/>
                </a:moveTo>
                <a:cubicBezTo>
                  <a:pt x="0" y="216834"/>
                  <a:pt x="216899" y="0"/>
                  <a:pt x="484457" y="0"/>
                </a:cubicBezTo>
                <a:lnTo>
                  <a:pt x="14439964" y="0"/>
                </a:lnTo>
                <a:cubicBezTo>
                  <a:pt x="14707588" y="0"/>
                  <a:pt x="14924423" y="216834"/>
                  <a:pt x="14924423" y="484457"/>
                </a:cubicBezTo>
                <a:lnTo>
                  <a:pt x="14924423" y="5649402"/>
                </a:lnTo>
                <a:cubicBezTo>
                  <a:pt x="14924423" y="5916895"/>
                  <a:pt x="14707588" y="6133858"/>
                  <a:pt x="14439964" y="6133858"/>
                </a:cubicBezTo>
                <a:lnTo>
                  <a:pt x="484457" y="6133858"/>
                </a:lnTo>
                <a:cubicBezTo>
                  <a:pt x="216899" y="6133858"/>
                  <a:pt x="0" y="5916895"/>
                  <a:pt x="0" y="5649402"/>
                </a:cubicBezTo>
                <a:lnTo>
                  <a:pt x="0" y="484457"/>
                </a:lnTo>
              </a:path>
            </a:pathLst>
          </a:custGeom>
          <a:solidFill xmlns:a="http://schemas.openxmlformats.org/drawingml/2006/main">
            <a:srgbClr val="FFFAF3"/>
          </a:solidFill>
          <a:ln xmlns:a="http://schemas.openxmlformats.org/drawingml/2006/main" w="39069">
            <a:solidFill>
              <a:srgbClr val="AA7744"/>
            </a:solidFill>
            <a:prstDash val="solid"/>
          </a:ln>
        </p:spPr>
      </p:sp>
      <p:sp>
        <p:nvSpPr>
          <p:cNvPr id="3" name="text-3 Raw">
            <a:extLst xmlns:a="http://schemas.openxmlformats.org/drawingml/2006/main">
              <a:ext uri="{FF2B5EF4-FFF2-40B4-BE49-F238E27FC236}">
                <a16:creationId xmlns:a16="http://schemas.microsoft.com/office/drawing/2014/main" id="{2E6981AF-490E-485C-8C0C-753DF543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5798" y="3070634"/>
            <a:ext cx="229284" cy="159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Raw</a:t>
            </a:r>
          </a:p>
        </p:txBody>
      </p:sp>
      <p:sp>
        <p:nvSpPr>
          <p:cNvPr id="4" name="text-3 Videos">
            <a:extLst xmlns:a="http://schemas.openxmlformats.org/drawingml/2006/main">
              <a:ext uri="{FF2B5EF4-FFF2-40B4-BE49-F238E27FC236}">
                <a16:creationId xmlns:a16="http://schemas.microsoft.com/office/drawing/2014/main" id="{771E9ED3-F28B-4F9F-9117-9C458FF3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9894" y="3068837"/>
            <a:ext cx="341636" cy="162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Videos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F7C16-962B-4710-947E-0D53FB9B1F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83edb28f44971"/>
          <a:stretch xmlns:a="http://schemas.openxmlformats.org/drawingml/2006/main"/>
        </p:blipFill>
        <p:spPr>
          <a:xfrm xmlns:a="http://schemas.openxmlformats.org/drawingml/2006/main">
            <a:off x="771525" y="428625"/>
            <a:ext cx="2409825" cy="1352550"/>
          </a:xfrm>
          <a:prstGeom xmlns:a="http://schemas.openxmlformats.org/drawingml/2006/main" prst="rect">
            <a:avLst/>
          </a:prstGeom>
        </p:spPr>
      </p:pic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42644EFB-425B-4D5E-8CD7-0898C5C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12" y="416422"/>
            <a:ext cx="2421767" cy="1376276"/>
          </a:xfrm>
          <a:custGeom xmlns:a="http://schemas.openxmlformats.org/drawingml/2006/main">
            <a:pathLst>
              <a:path w="2421767" h="1376276">
                <a:moveTo>
                  <a:pt x="0" y="0"/>
                </a:moveTo>
                <a:lnTo>
                  <a:pt x="2421767" y="0"/>
                </a:lnTo>
                <a:lnTo>
                  <a:pt x="2421767" y="1376276"/>
                </a:lnTo>
                <a:lnTo>
                  <a:pt x="0" y="13762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046">
            <a:solidFill>
              <a:srgbClr val="000000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E03ED-56B7-4DE5-A54C-F4C40F6FCE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19777717d4a9c"/>
          <a:stretch xmlns:a="http://schemas.openxmlformats.org/drawingml/2006/main"/>
        </p:blipFill>
        <p:spPr>
          <a:xfrm xmlns:a="http://schemas.openxmlformats.org/drawingml/2006/main">
            <a:off x="857250" y="2238375"/>
            <a:ext cx="13192125" cy="1238250"/>
          </a:xfrm>
          <a:prstGeom xmlns:a="http://schemas.openxmlformats.org/drawingml/2006/main" prst="rect">
            <a:avLst/>
          </a:prstGeom>
        </p:spPr>
      </p:pic>
      <p:sp>
        <p:nvSpPr>
          <p:cNvPr id="8" name="path-7">
            <a:extLst xmlns:a="http://schemas.openxmlformats.org/drawingml/2006/main">
              <a:ext uri="{FF2B5EF4-FFF2-40B4-BE49-F238E27FC236}">
                <a16:creationId xmlns:a16="http://schemas.microsoft.com/office/drawing/2014/main" id="{A9D92DA3-4956-48BA-9FAB-57B8446A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7" y="2209697"/>
            <a:ext cx="13243928" cy="1293450"/>
          </a:xfrm>
          <a:custGeom xmlns:a="http://schemas.openxmlformats.org/drawingml/2006/main">
            <a:pathLst>
              <a:path w="13243928" h="1293450">
                <a:moveTo>
                  <a:pt x="0" y="0"/>
                </a:moveTo>
                <a:lnTo>
                  <a:pt x="13243928" y="0"/>
                </a:lnTo>
                <a:lnTo>
                  <a:pt x="13243928" y="1293450"/>
                </a:lnTo>
                <a:lnTo>
                  <a:pt x="0" y="12934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115">
            <a:solidFill>
              <a:srgbClr val="595959"/>
            </a:solidFill>
            <a:prstDash val="solid"/>
          </a:ln>
        </p:spPr>
      </p:sp>
      <p:sp>
        <p:nvSpPr>
          <p:cNvPr id="9" name="path-8">
            <a:extLst xmlns:a="http://schemas.openxmlformats.org/drawingml/2006/main">
              <a:ext uri="{FF2B5EF4-FFF2-40B4-BE49-F238E27FC236}">
                <a16:creationId xmlns:a16="http://schemas.microsoft.com/office/drawing/2014/main" id="{D3F7469E-0E19-4686-89F6-5BAC8F6E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53" y="2032844"/>
            <a:ext cx="13299145" cy="217225"/>
          </a:xfrm>
          <a:custGeom xmlns:a="http://schemas.openxmlformats.org/drawingml/2006/main">
            <a:pathLst>
              <a:path w="13299145" h="217225">
                <a:moveTo>
                  <a:pt x="0" y="0"/>
                </a:moveTo>
                <a:lnTo>
                  <a:pt x="13299145" y="0"/>
                </a:lnTo>
                <a:lnTo>
                  <a:pt x="13299145" y="217225"/>
                </a:lnTo>
                <a:lnTo>
                  <a:pt x="0" y="21722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9">
            <a:extLst xmlns:a="http://schemas.openxmlformats.org/drawingml/2006/main">
              <a:ext uri="{FF2B5EF4-FFF2-40B4-BE49-F238E27FC236}">
                <a16:creationId xmlns:a16="http://schemas.microsoft.com/office/drawing/2014/main" id="{13C9AA94-CE40-4196-B858-B1440622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1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0">
            <a:extLst xmlns:a="http://schemas.openxmlformats.org/drawingml/2006/main">
              <a:ext uri="{FF2B5EF4-FFF2-40B4-BE49-F238E27FC236}">
                <a16:creationId xmlns:a16="http://schemas.microsoft.com/office/drawing/2014/main" id="{62B94CF7-AE8D-4A2C-ACC8-FB4269CE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19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1">
            <a:extLst xmlns:a="http://schemas.openxmlformats.org/drawingml/2006/main">
              <a:ext uri="{FF2B5EF4-FFF2-40B4-BE49-F238E27FC236}">
                <a16:creationId xmlns:a16="http://schemas.microsoft.com/office/drawing/2014/main" id="{1EF8FFE9-E134-43CB-B093-8168560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227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2">
            <a:extLst xmlns:a="http://schemas.openxmlformats.org/drawingml/2006/main">
              <a:ext uri="{FF2B5EF4-FFF2-40B4-BE49-F238E27FC236}">
                <a16:creationId xmlns:a16="http://schemas.microsoft.com/office/drawing/2014/main" id="{F9C39919-F103-46AB-80AD-BE7C52D8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234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3">
            <a:extLst xmlns:a="http://schemas.openxmlformats.org/drawingml/2006/main">
              <a:ext uri="{FF2B5EF4-FFF2-40B4-BE49-F238E27FC236}">
                <a16:creationId xmlns:a16="http://schemas.microsoft.com/office/drawing/2014/main" id="{46E25AD5-E4F9-4B62-9D79-864071CC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242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4">
            <a:extLst xmlns:a="http://schemas.openxmlformats.org/drawingml/2006/main">
              <a:ext uri="{FF2B5EF4-FFF2-40B4-BE49-F238E27FC236}">
                <a16:creationId xmlns:a16="http://schemas.microsoft.com/office/drawing/2014/main" id="{A396364F-CF71-497E-A168-E2F1F66A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12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AE58C370-9FA7-4CC4-9A30-6D56B2A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820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6">
            <a:extLst xmlns:a="http://schemas.openxmlformats.org/drawingml/2006/main">
              <a:ext uri="{FF2B5EF4-FFF2-40B4-BE49-F238E27FC236}">
                <a16:creationId xmlns:a16="http://schemas.microsoft.com/office/drawing/2014/main" id="{40A1198A-8200-460F-90F6-0E9A7368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827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7">
            <a:extLst xmlns:a="http://schemas.openxmlformats.org/drawingml/2006/main">
              <a:ext uri="{FF2B5EF4-FFF2-40B4-BE49-F238E27FC236}">
                <a16:creationId xmlns:a16="http://schemas.microsoft.com/office/drawing/2014/main" id="{8121C41D-FAB6-4A5C-B8F2-41256ACF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835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8">
            <a:extLst xmlns:a="http://schemas.openxmlformats.org/drawingml/2006/main">
              <a:ext uri="{FF2B5EF4-FFF2-40B4-BE49-F238E27FC236}">
                <a16:creationId xmlns:a16="http://schemas.microsoft.com/office/drawing/2014/main" id="{4EA0506F-1D0E-4A05-8B05-B4CEA9FD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05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19">
            <a:extLst xmlns:a="http://schemas.openxmlformats.org/drawingml/2006/main">
              <a:ext uri="{FF2B5EF4-FFF2-40B4-BE49-F238E27FC236}">
                <a16:creationId xmlns:a16="http://schemas.microsoft.com/office/drawing/2014/main" id="{B54814C5-27CA-46CB-ADDD-02143276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413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0">
            <a:extLst xmlns:a="http://schemas.openxmlformats.org/drawingml/2006/main">
              <a:ext uri="{FF2B5EF4-FFF2-40B4-BE49-F238E27FC236}">
                <a16:creationId xmlns:a16="http://schemas.microsoft.com/office/drawing/2014/main" id="{E8024403-CF85-47B7-8C70-51EB5FC4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420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1">
            <a:extLst xmlns:a="http://schemas.openxmlformats.org/drawingml/2006/main">
              <a:ext uri="{FF2B5EF4-FFF2-40B4-BE49-F238E27FC236}">
                <a16:creationId xmlns:a16="http://schemas.microsoft.com/office/drawing/2014/main" id="{F44DBEAA-4F72-40B7-8D55-C614E83F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428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2">
            <a:extLst xmlns:a="http://schemas.openxmlformats.org/drawingml/2006/main">
              <a:ext uri="{FF2B5EF4-FFF2-40B4-BE49-F238E27FC236}">
                <a16:creationId xmlns:a16="http://schemas.microsoft.com/office/drawing/2014/main" id="{38BBD312-9C6D-44D2-8521-996766A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437" y="2082853"/>
            <a:ext cx="206284" cy="110955"/>
          </a:xfrm>
          <a:custGeom xmlns:a="http://schemas.openxmlformats.org/drawingml/2006/main">
            <a:pathLst>
              <a:path w="206284" h="110955">
                <a:moveTo>
                  <a:pt x="0" y="0"/>
                </a:moveTo>
                <a:lnTo>
                  <a:pt x="206284" y="0"/>
                </a:lnTo>
                <a:lnTo>
                  <a:pt x="206284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3">
            <a:extLst xmlns:a="http://schemas.openxmlformats.org/drawingml/2006/main">
              <a:ext uri="{FF2B5EF4-FFF2-40B4-BE49-F238E27FC236}">
                <a16:creationId xmlns:a16="http://schemas.microsoft.com/office/drawing/2014/main" id="{10D504A3-9ABC-472F-A7B4-185D7059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006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4">
            <a:extLst xmlns:a="http://schemas.openxmlformats.org/drawingml/2006/main">
              <a:ext uri="{FF2B5EF4-FFF2-40B4-BE49-F238E27FC236}">
                <a16:creationId xmlns:a16="http://schemas.microsoft.com/office/drawing/2014/main" id="{0A519FA2-AC51-4A19-BC52-96BAEB52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014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5">
            <a:extLst xmlns:a="http://schemas.openxmlformats.org/drawingml/2006/main">
              <a:ext uri="{FF2B5EF4-FFF2-40B4-BE49-F238E27FC236}">
                <a16:creationId xmlns:a16="http://schemas.microsoft.com/office/drawing/2014/main" id="{7A5C12CB-074B-4D98-869F-E0885B05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021" y="2082853"/>
            <a:ext cx="206287" cy="110955"/>
          </a:xfrm>
          <a:custGeom xmlns:a="http://schemas.openxmlformats.org/drawingml/2006/main">
            <a:pathLst>
              <a:path w="206287" h="110955">
                <a:moveTo>
                  <a:pt x="0" y="0"/>
                </a:moveTo>
                <a:lnTo>
                  <a:pt x="206287" y="0"/>
                </a:lnTo>
                <a:lnTo>
                  <a:pt x="206287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6">
            <a:extLst xmlns:a="http://schemas.openxmlformats.org/drawingml/2006/main">
              <a:ext uri="{FF2B5EF4-FFF2-40B4-BE49-F238E27FC236}">
                <a16:creationId xmlns:a16="http://schemas.microsoft.com/office/drawing/2014/main" id="{035DCB14-B676-492D-B26D-AD29F10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028" y="2082853"/>
            <a:ext cx="206287" cy="110955"/>
          </a:xfrm>
          <a:custGeom xmlns:a="http://schemas.openxmlformats.org/drawingml/2006/main">
            <a:pathLst>
              <a:path w="206287" h="110955">
                <a:moveTo>
                  <a:pt x="0" y="0"/>
                </a:moveTo>
                <a:lnTo>
                  <a:pt x="206287" y="0"/>
                </a:lnTo>
                <a:lnTo>
                  <a:pt x="206287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7">
            <a:extLst xmlns:a="http://schemas.openxmlformats.org/drawingml/2006/main">
              <a:ext uri="{FF2B5EF4-FFF2-40B4-BE49-F238E27FC236}">
                <a16:creationId xmlns:a16="http://schemas.microsoft.com/office/drawing/2014/main" id="{EF375D2A-7552-498C-AF9E-322C63BB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99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8">
            <a:extLst xmlns:a="http://schemas.openxmlformats.org/drawingml/2006/main">
              <a:ext uri="{FF2B5EF4-FFF2-40B4-BE49-F238E27FC236}">
                <a16:creationId xmlns:a16="http://schemas.microsoft.com/office/drawing/2014/main" id="{17A1895F-E702-49FB-B475-5D8B1834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607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29">
            <a:extLst xmlns:a="http://schemas.openxmlformats.org/drawingml/2006/main">
              <a:ext uri="{FF2B5EF4-FFF2-40B4-BE49-F238E27FC236}">
                <a16:creationId xmlns:a16="http://schemas.microsoft.com/office/drawing/2014/main" id="{6FC15BCA-5A84-40AF-90EC-D4BD8724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616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0">
            <a:extLst xmlns:a="http://schemas.openxmlformats.org/drawingml/2006/main">
              <a:ext uri="{FF2B5EF4-FFF2-40B4-BE49-F238E27FC236}">
                <a16:creationId xmlns:a16="http://schemas.microsoft.com/office/drawing/2014/main" id="{A21A0064-BA11-42FF-BF69-73DF9F4B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622" y="2082853"/>
            <a:ext cx="206287" cy="110955"/>
          </a:xfrm>
          <a:custGeom xmlns:a="http://schemas.openxmlformats.org/drawingml/2006/main">
            <a:pathLst>
              <a:path w="206287" h="110955">
                <a:moveTo>
                  <a:pt x="0" y="0"/>
                </a:moveTo>
                <a:lnTo>
                  <a:pt x="206287" y="0"/>
                </a:lnTo>
                <a:lnTo>
                  <a:pt x="206287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1">
            <a:extLst xmlns:a="http://schemas.openxmlformats.org/drawingml/2006/main">
              <a:ext uri="{FF2B5EF4-FFF2-40B4-BE49-F238E27FC236}">
                <a16:creationId xmlns:a16="http://schemas.microsoft.com/office/drawing/2014/main" id="{17DE1896-41A8-4C82-930C-3A64450A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631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2">
            <a:extLst xmlns:a="http://schemas.openxmlformats.org/drawingml/2006/main">
              <a:ext uri="{FF2B5EF4-FFF2-40B4-BE49-F238E27FC236}">
                <a16:creationId xmlns:a16="http://schemas.microsoft.com/office/drawing/2014/main" id="{5BFE4557-5BEA-4243-8540-AA28E675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200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3">
            <a:extLst xmlns:a="http://schemas.openxmlformats.org/drawingml/2006/main">
              <a:ext uri="{FF2B5EF4-FFF2-40B4-BE49-F238E27FC236}">
                <a16:creationId xmlns:a16="http://schemas.microsoft.com/office/drawing/2014/main" id="{950ECCB6-3BDD-4984-97B6-4490F605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208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4">
            <a:extLst xmlns:a="http://schemas.openxmlformats.org/drawingml/2006/main">
              <a:ext uri="{FF2B5EF4-FFF2-40B4-BE49-F238E27FC236}">
                <a16:creationId xmlns:a16="http://schemas.microsoft.com/office/drawing/2014/main" id="{64220FA8-72AC-44D8-A55B-AEFB11FF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0217" y="2082853"/>
            <a:ext cx="206284" cy="110955"/>
          </a:xfrm>
          <a:custGeom xmlns:a="http://schemas.openxmlformats.org/drawingml/2006/main">
            <a:pathLst>
              <a:path w="206284" h="110955">
                <a:moveTo>
                  <a:pt x="0" y="0"/>
                </a:moveTo>
                <a:lnTo>
                  <a:pt x="206284" y="0"/>
                </a:lnTo>
                <a:lnTo>
                  <a:pt x="206284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5">
            <a:extLst xmlns:a="http://schemas.openxmlformats.org/drawingml/2006/main">
              <a:ext uri="{FF2B5EF4-FFF2-40B4-BE49-F238E27FC236}">
                <a16:creationId xmlns:a16="http://schemas.microsoft.com/office/drawing/2014/main" id="{4B10825B-80A2-4725-90FD-06EADDDE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224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6">
            <a:extLst xmlns:a="http://schemas.openxmlformats.org/drawingml/2006/main">
              <a:ext uri="{FF2B5EF4-FFF2-40B4-BE49-F238E27FC236}">
                <a16:creationId xmlns:a16="http://schemas.microsoft.com/office/drawing/2014/main" id="{231C627C-5A50-4B54-93D2-F5BF0D5E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3794" y="2082853"/>
            <a:ext cx="204722" cy="110955"/>
          </a:xfrm>
          <a:custGeom xmlns:a="http://schemas.openxmlformats.org/drawingml/2006/main">
            <a:pathLst>
              <a:path w="204722" h="110955">
                <a:moveTo>
                  <a:pt x="0" y="0"/>
                </a:moveTo>
                <a:lnTo>
                  <a:pt x="204722" y="0"/>
                </a:lnTo>
                <a:lnTo>
                  <a:pt x="204722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7">
            <a:extLst xmlns:a="http://schemas.openxmlformats.org/drawingml/2006/main">
              <a:ext uri="{FF2B5EF4-FFF2-40B4-BE49-F238E27FC236}">
                <a16:creationId xmlns:a16="http://schemas.microsoft.com/office/drawing/2014/main" id="{0A3489E7-CAFA-44E8-B313-69754957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4801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8">
            <a:extLst xmlns:a="http://schemas.openxmlformats.org/drawingml/2006/main">
              <a:ext uri="{FF2B5EF4-FFF2-40B4-BE49-F238E27FC236}">
                <a16:creationId xmlns:a16="http://schemas.microsoft.com/office/drawing/2014/main" id="{CD772616-58BB-43ED-856C-95D4AEAC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10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39">
            <a:extLst xmlns:a="http://schemas.openxmlformats.org/drawingml/2006/main">
              <a:ext uri="{FF2B5EF4-FFF2-40B4-BE49-F238E27FC236}">
                <a16:creationId xmlns:a16="http://schemas.microsoft.com/office/drawing/2014/main" id="{CEDE67BB-A0FC-4CC0-865E-B534240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816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0">
            <a:extLst xmlns:a="http://schemas.openxmlformats.org/drawingml/2006/main">
              <a:ext uri="{FF2B5EF4-FFF2-40B4-BE49-F238E27FC236}">
                <a16:creationId xmlns:a16="http://schemas.microsoft.com/office/drawing/2014/main" id="{24491AC7-7F7D-445A-9BF7-C51C1E83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825" y="2082853"/>
            <a:ext cx="206285" cy="110955"/>
          </a:xfrm>
          <a:custGeom xmlns:a="http://schemas.openxmlformats.org/drawingml/2006/main">
            <a:pathLst>
              <a:path w="206285" h="110955">
                <a:moveTo>
                  <a:pt x="0" y="0"/>
                </a:moveTo>
                <a:lnTo>
                  <a:pt x="206285" y="0"/>
                </a:lnTo>
                <a:lnTo>
                  <a:pt x="206285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1">
            <a:extLst xmlns:a="http://schemas.openxmlformats.org/drawingml/2006/main">
              <a:ext uri="{FF2B5EF4-FFF2-40B4-BE49-F238E27FC236}">
                <a16:creationId xmlns:a16="http://schemas.microsoft.com/office/drawing/2014/main" id="{D792FB4B-2FC5-4EC9-AA33-8D1DFF1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0394" y="2082853"/>
            <a:ext cx="204723" cy="110955"/>
          </a:xfrm>
          <a:custGeom xmlns:a="http://schemas.openxmlformats.org/drawingml/2006/main">
            <a:pathLst>
              <a:path w="204723" h="110955">
                <a:moveTo>
                  <a:pt x="0" y="0"/>
                </a:moveTo>
                <a:lnTo>
                  <a:pt x="204723" y="0"/>
                </a:lnTo>
                <a:lnTo>
                  <a:pt x="204723" y="110955"/>
                </a:lnTo>
                <a:lnTo>
                  <a:pt x="0" y="110955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2">
            <a:extLst xmlns:a="http://schemas.openxmlformats.org/drawingml/2006/main">
              <a:ext uri="{FF2B5EF4-FFF2-40B4-BE49-F238E27FC236}">
                <a16:creationId xmlns:a16="http://schemas.microsoft.com/office/drawing/2014/main" id="{7CEE1F8C-22A7-42D6-B9A6-452102AC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90" y="3528411"/>
            <a:ext cx="13297581" cy="218788"/>
          </a:xfrm>
          <a:custGeom xmlns:a="http://schemas.openxmlformats.org/drawingml/2006/main">
            <a:pathLst>
              <a:path w="13297581" h="218788">
                <a:moveTo>
                  <a:pt x="0" y="0"/>
                </a:moveTo>
                <a:lnTo>
                  <a:pt x="13297581" y="0"/>
                </a:lnTo>
                <a:lnTo>
                  <a:pt x="13297581" y="218788"/>
                </a:lnTo>
                <a:lnTo>
                  <a:pt x="0" y="21878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3">
            <a:extLst xmlns:a="http://schemas.openxmlformats.org/drawingml/2006/main">
              <a:ext uri="{FF2B5EF4-FFF2-40B4-BE49-F238E27FC236}">
                <a16:creationId xmlns:a16="http://schemas.microsoft.com/office/drawing/2014/main" id="{2076135B-D1DB-4608-8817-860F0EB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86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4">
            <a:extLst xmlns:a="http://schemas.openxmlformats.org/drawingml/2006/main">
              <a:ext uri="{FF2B5EF4-FFF2-40B4-BE49-F238E27FC236}">
                <a16:creationId xmlns:a16="http://schemas.microsoft.com/office/drawing/2014/main" id="{8AC9DA1B-7518-47E3-8F45-3FE864EF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656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5">
            <a:extLst xmlns:a="http://schemas.openxmlformats.org/drawingml/2006/main">
              <a:ext uri="{FF2B5EF4-FFF2-40B4-BE49-F238E27FC236}">
                <a16:creationId xmlns:a16="http://schemas.microsoft.com/office/drawing/2014/main" id="{6C4D8DD2-5A8D-45E2-8122-93CF815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663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6">
            <a:extLst xmlns:a="http://schemas.openxmlformats.org/drawingml/2006/main">
              <a:ext uri="{FF2B5EF4-FFF2-40B4-BE49-F238E27FC236}">
                <a16:creationId xmlns:a16="http://schemas.microsoft.com/office/drawing/2014/main" id="{F17A03F9-B7AF-48AD-9AFA-AA9D6121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671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7">
            <a:extLst xmlns:a="http://schemas.openxmlformats.org/drawingml/2006/main">
              <a:ext uri="{FF2B5EF4-FFF2-40B4-BE49-F238E27FC236}">
                <a16:creationId xmlns:a16="http://schemas.microsoft.com/office/drawing/2014/main" id="{B857417A-BFCC-4243-B58F-891A9B92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679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8">
            <a:extLst xmlns:a="http://schemas.openxmlformats.org/drawingml/2006/main">
              <a:ext uri="{FF2B5EF4-FFF2-40B4-BE49-F238E27FC236}">
                <a16:creationId xmlns:a16="http://schemas.microsoft.com/office/drawing/2014/main" id="{2B0CE4CB-E154-427C-931D-A81BCA87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686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49">
            <a:extLst xmlns:a="http://schemas.openxmlformats.org/drawingml/2006/main">
              <a:ext uri="{FF2B5EF4-FFF2-40B4-BE49-F238E27FC236}">
                <a16:creationId xmlns:a16="http://schemas.microsoft.com/office/drawing/2014/main" id="{99DCBEBA-15C7-4191-B439-9D97F913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257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0">
            <a:extLst xmlns:a="http://schemas.openxmlformats.org/drawingml/2006/main">
              <a:ext uri="{FF2B5EF4-FFF2-40B4-BE49-F238E27FC236}">
                <a16:creationId xmlns:a16="http://schemas.microsoft.com/office/drawing/2014/main" id="{14117D1D-D6DF-4859-85F4-0AD04501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265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1">
            <a:extLst xmlns:a="http://schemas.openxmlformats.org/drawingml/2006/main">
              <a:ext uri="{FF2B5EF4-FFF2-40B4-BE49-F238E27FC236}">
                <a16:creationId xmlns:a16="http://schemas.microsoft.com/office/drawing/2014/main" id="{59CE60D7-3DB1-4EBA-95A4-66645D0C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272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2">
            <a:extLst xmlns:a="http://schemas.openxmlformats.org/drawingml/2006/main">
              <a:ext uri="{FF2B5EF4-FFF2-40B4-BE49-F238E27FC236}">
                <a16:creationId xmlns:a16="http://schemas.microsoft.com/office/drawing/2014/main" id="{F125F679-5A55-491A-B06D-457BC43F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80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3">
            <a:extLst xmlns:a="http://schemas.openxmlformats.org/drawingml/2006/main">
              <a:ext uri="{FF2B5EF4-FFF2-40B4-BE49-F238E27FC236}">
                <a16:creationId xmlns:a16="http://schemas.microsoft.com/office/drawing/2014/main" id="{53F8638D-7AC9-460A-AD20-FA7B86B0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288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4">
            <a:extLst xmlns:a="http://schemas.openxmlformats.org/drawingml/2006/main">
              <a:ext uri="{FF2B5EF4-FFF2-40B4-BE49-F238E27FC236}">
                <a16:creationId xmlns:a16="http://schemas.microsoft.com/office/drawing/2014/main" id="{49D764F3-DD7F-4E85-B7BD-599DC10C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858" y="3579982"/>
            <a:ext cx="204723" cy="110957"/>
          </a:xfrm>
          <a:custGeom xmlns:a="http://schemas.openxmlformats.org/drawingml/2006/main">
            <a:pathLst>
              <a:path w="204723" h="110957">
                <a:moveTo>
                  <a:pt x="0" y="0"/>
                </a:moveTo>
                <a:lnTo>
                  <a:pt x="204723" y="0"/>
                </a:lnTo>
                <a:lnTo>
                  <a:pt x="204723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5">
            <a:extLst xmlns:a="http://schemas.openxmlformats.org/drawingml/2006/main">
              <a:ext uri="{FF2B5EF4-FFF2-40B4-BE49-F238E27FC236}">
                <a16:creationId xmlns:a16="http://schemas.microsoft.com/office/drawing/2014/main" id="{9CDA0BD1-17E5-4D52-9267-F56CD617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866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6">
            <a:extLst xmlns:a="http://schemas.openxmlformats.org/drawingml/2006/main">
              <a:ext uri="{FF2B5EF4-FFF2-40B4-BE49-F238E27FC236}">
                <a16:creationId xmlns:a16="http://schemas.microsoft.com/office/drawing/2014/main" id="{A0C141A6-0ACE-474C-AA53-ED32B444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873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7">
            <a:extLst xmlns:a="http://schemas.openxmlformats.org/drawingml/2006/main">
              <a:ext uri="{FF2B5EF4-FFF2-40B4-BE49-F238E27FC236}">
                <a16:creationId xmlns:a16="http://schemas.microsoft.com/office/drawing/2014/main" id="{31E1A0A3-DB49-452A-8828-28843A8E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881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8">
            <a:extLst xmlns:a="http://schemas.openxmlformats.org/drawingml/2006/main">
              <a:ext uri="{FF2B5EF4-FFF2-40B4-BE49-F238E27FC236}">
                <a16:creationId xmlns:a16="http://schemas.microsoft.com/office/drawing/2014/main" id="{6EF6CB92-35C8-4D64-AD60-753FBC77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450" y="3579982"/>
            <a:ext cx="204723" cy="110957"/>
          </a:xfrm>
          <a:custGeom xmlns:a="http://schemas.openxmlformats.org/drawingml/2006/main">
            <a:pathLst>
              <a:path w="204723" h="110957">
                <a:moveTo>
                  <a:pt x="0" y="0"/>
                </a:moveTo>
                <a:lnTo>
                  <a:pt x="204723" y="0"/>
                </a:lnTo>
                <a:lnTo>
                  <a:pt x="204723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59">
            <a:extLst xmlns:a="http://schemas.openxmlformats.org/drawingml/2006/main">
              <a:ext uri="{FF2B5EF4-FFF2-40B4-BE49-F238E27FC236}">
                <a16:creationId xmlns:a16="http://schemas.microsoft.com/office/drawing/2014/main" id="{E7B40D25-0669-4E66-9196-7AAB84CF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459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0">
            <a:extLst xmlns:a="http://schemas.openxmlformats.org/drawingml/2006/main">
              <a:ext uri="{FF2B5EF4-FFF2-40B4-BE49-F238E27FC236}">
                <a16:creationId xmlns:a16="http://schemas.microsoft.com/office/drawing/2014/main" id="{C0B9D8E4-21CC-4047-BD57-BC937A38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467" y="3579982"/>
            <a:ext cx="206284" cy="110957"/>
          </a:xfrm>
          <a:custGeom xmlns:a="http://schemas.openxmlformats.org/drawingml/2006/main">
            <a:pathLst>
              <a:path w="206284" h="110957">
                <a:moveTo>
                  <a:pt x="0" y="0"/>
                </a:moveTo>
                <a:lnTo>
                  <a:pt x="206284" y="0"/>
                </a:lnTo>
                <a:lnTo>
                  <a:pt x="206284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1">
            <a:extLst xmlns:a="http://schemas.openxmlformats.org/drawingml/2006/main">
              <a:ext uri="{FF2B5EF4-FFF2-40B4-BE49-F238E27FC236}">
                <a16:creationId xmlns:a16="http://schemas.microsoft.com/office/drawing/2014/main" id="{80D8659C-0591-4660-A89B-FB2678A8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474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2">
            <a:extLst xmlns:a="http://schemas.openxmlformats.org/drawingml/2006/main">
              <a:ext uri="{FF2B5EF4-FFF2-40B4-BE49-F238E27FC236}">
                <a16:creationId xmlns:a16="http://schemas.microsoft.com/office/drawing/2014/main" id="{4470A220-ED3D-4637-BE89-0DDC6517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481" y="3579982"/>
            <a:ext cx="206287" cy="110957"/>
          </a:xfrm>
          <a:custGeom xmlns:a="http://schemas.openxmlformats.org/drawingml/2006/main">
            <a:pathLst>
              <a:path w="206287" h="110957">
                <a:moveTo>
                  <a:pt x="0" y="0"/>
                </a:moveTo>
                <a:lnTo>
                  <a:pt x="206287" y="0"/>
                </a:lnTo>
                <a:lnTo>
                  <a:pt x="206287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3">
            <a:extLst xmlns:a="http://schemas.openxmlformats.org/drawingml/2006/main">
              <a:ext uri="{FF2B5EF4-FFF2-40B4-BE49-F238E27FC236}">
                <a16:creationId xmlns:a16="http://schemas.microsoft.com/office/drawing/2014/main" id="{228B44BD-EB6A-4809-B763-C2526AF1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052" y="3579982"/>
            <a:ext cx="204723" cy="110957"/>
          </a:xfrm>
          <a:custGeom xmlns:a="http://schemas.openxmlformats.org/drawingml/2006/main">
            <a:pathLst>
              <a:path w="204723" h="110957">
                <a:moveTo>
                  <a:pt x="0" y="0"/>
                </a:moveTo>
                <a:lnTo>
                  <a:pt x="204723" y="0"/>
                </a:lnTo>
                <a:lnTo>
                  <a:pt x="204723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4">
            <a:extLst xmlns:a="http://schemas.openxmlformats.org/drawingml/2006/main">
              <a:ext uri="{FF2B5EF4-FFF2-40B4-BE49-F238E27FC236}">
                <a16:creationId xmlns:a16="http://schemas.microsoft.com/office/drawing/2014/main" id="{8ADCD71E-F54D-49D2-B626-561C14B1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059" y="3579982"/>
            <a:ext cx="206287" cy="110957"/>
          </a:xfrm>
          <a:custGeom xmlns:a="http://schemas.openxmlformats.org/drawingml/2006/main">
            <a:pathLst>
              <a:path w="206287" h="110957">
                <a:moveTo>
                  <a:pt x="0" y="0"/>
                </a:moveTo>
                <a:lnTo>
                  <a:pt x="206287" y="0"/>
                </a:lnTo>
                <a:lnTo>
                  <a:pt x="206287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5">
            <a:extLst xmlns:a="http://schemas.openxmlformats.org/drawingml/2006/main">
              <a:ext uri="{FF2B5EF4-FFF2-40B4-BE49-F238E27FC236}">
                <a16:creationId xmlns:a16="http://schemas.microsoft.com/office/drawing/2014/main" id="{773E3E66-6B3D-4237-AFB0-8CC7C297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068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6">
            <a:extLst xmlns:a="http://schemas.openxmlformats.org/drawingml/2006/main">
              <a:ext uri="{FF2B5EF4-FFF2-40B4-BE49-F238E27FC236}">
                <a16:creationId xmlns:a16="http://schemas.microsoft.com/office/drawing/2014/main" id="{AB3AAC50-4F9D-48C4-8561-E608FE05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075" y="3579982"/>
            <a:ext cx="206287" cy="110957"/>
          </a:xfrm>
          <a:custGeom xmlns:a="http://schemas.openxmlformats.org/drawingml/2006/main">
            <a:pathLst>
              <a:path w="206287" h="110957">
                <a:moveTo>
                  <a:pt x="0" y="0"/>
                </a:moveTo>
                <a:lnTo>
                  <a:pt x="206287" y="0"/>
                </a:lnTo>
                <a:lnTo>
                  <a:pt x="206287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7">
            <a:extLst xmlns:a="http://schemas.openxmlformats.org/drawingml/2006/main">
              <a:ext uri="{FF2B5EF4-FFF2-40B4-BE49-F238E27FC236}">
                <a16:creationId xmlns:a16="http://schemas.microsoft.com/office/drawing/2014/main" id="{785C658F-A7FD-4001-AF2F-CEFE2B78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646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8">
            <a:extLst xmlns:a="http://schemas.openxmlformats.org/drawingml/2006/main">
              <a:ext uri="{FF2B5EF4-FFF2-40B4-BE49-F238E27FC236}">
                <a16:creationId xmlns:a16="http://schemas.microsoft.com/office/drawing/2014/main" id="{88AED2F7-1B5E-4A66-89C7-0853B97B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653" y="3579982"/>
            <a:ext cx="204723" cy="110957"/>
          </a:xfrm>
          <a:custGeom xmlns:a="http://schemas.openxmlformats.org/drawingml/2006/main">
            <a:pathLst>
              <a:path w="204723" h="110957">
                <a:moveTo>
                  <a:pt x="0" y="0"/>
                </a:moveTo>
                <a:lnTo>
                  <a:pt x="204723" y="0"/>
                </a:lnTo>
                <a:lnTo>
                  <a:pt x="204723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69">
            <a:extLst xmlns:a="http://schemas.openxmlformats.org/drawingml/2006/main">
              <a:ext uri="{FF2B5EF4-FFF2-40B4-BE49-F238E27FC236}">
                <a16:creationId xmlns:a16="http://schemas.microsoft.com/office/drawing/2014/main" id="{5A0F6141-742E-41E4-A454-26C2A186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661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0">
            <a:extLst xmlns:a="http://schemas.openxmlformats.org/drawingml/2006/main">
              <a:ext uri="{FF2B5EF4-FFF2-40B4-BE49-F238E27FC236}">
                <a16:creationId xmlns:a16="http://schemas.microsoft.com/office/drawing/2014/main" id="{9BA184AE-B005-4449-A155-2230F9B8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0670" y="3579982"/>
            <a:ext cx="206284" cy="110957"/>
          </a:xfrm>
          <a:custGeom xmlns:a="http://schemas.openxmlformats.org/drawingml/2006/main">
            <a:pathLst>
              <a:path w="206284" h="110957">
                <a:moveTo>
                  <a:pt x="0" y="0"/>
                </a:moveTo>
                <a:lnTo>
                  <a:pt x="206284" y="0"/>
                </a:lnTo>
                <a:lnTo>
                  <a:pt x="206284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1">
            <a:extLst xmlns:a="http://schemas.openxmlformats.org/drawingml/2006/main">
              <a:ext uri="{FF2B5EF4-FFF2-40B4-BE49-F238E27FC236}">
                <a16:creationId xmlns:a16="http://schemas.microsoft.com/office/drawing/2014/main" id="{02F6D779-A6AA-4DFE-AF5B-BBED9AF2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676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2">
            <a:extLst xmlns:a="http://schemas.openxmlformats.org/drawingml/2006/main">
              <a:ext uri="{FF2B5EF4-FFF2-40B4-BE49-F238E27FC236}">
                <a16:creationId xmlns:a16="http://schemas.microsoft.com/office/drawing/2014/main" id="{97E629E8-E9EF-4FC9-8F7A-8618848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4247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3">
            <a:extLst xmlns:a="http://schemas.openxmlformats.org/drawingml/2006/main">
              <a:ext uri="{FF2B5EF4-FFF2-40B4-BE49-F238E27FC236}">
                <a16:creationId xmlns:a16="http://schemas.microsoft.com/office/drawing/2014/main" id="{835AA412-1DC1-4ED4-B7BE-59EF5192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254" y="3579982"/>
            <a:ext cx="204722" cy="110957"/>
          </a:xfrm>
          <a:custGeom xmlns:a="http://schemas.openxmlformats.org/drawingml/2006/main">
            <a:pathLst>
              <a:path w="204722" h="110957">
                <a:moveTo>
                  <a:pt x="0" y="0"/>
                </a:moveTo>
                <a:lnTo>
                  <a:pt x="204722" y="0"/>
                </a:lnTo>
                <a:lnTo>
                  <a:pt x="204722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4">
            <a:extLst xmlns:a="http://schemas.openxmlformats.org/drawingml/2006/main">
              <a:ext uri="{FF2B5EF4-FFF2-40B4-BE49-F238E27FC236}">
                <a16:creationId xmlns:a16="http://schemas.microsoft.com/office/drawing/2014/main" id="{C648474F-1156-4EC9-AD18-5118B962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262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5">
            <a:extLst xmlns:a="http://schemas.openxmlformats.org/drawingml/2006/main">
              <a:ext uri="{FF2B5EF4-FFF2-40B4-BE49-F238E27FC236}">
                <a16:creationId xmlns:a16="http://schemas.microsoft.com/office/drawing/2014/main" id="{A1AAFEFF-1AF5-4098-B93E-0343A424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7269" y="3579982"/>
            <a:ext cx="206285" cy="110957"/>
          </a:xfrm>
          <a:custGeom xmlns:a="http://schemas.openxmlformats.org/drawingml/2006/main">
            <a:pathLst>
              <a:path w="206285" h="110957">
                <a:moveTo>
                  <a:pt x="0" y="0"/>
                </a:moveTo>
                <a:lnTo>
                  <a:pt x="206285" y="0"/>
                </a:lnTo>
                <a:lnTo>
                  <a:pt x="206285" y="110957"/>
                </a:lnTo>
                <a:lnTo>
                  <a:pt x="0" y="110957"/>
                </a:lnTo>
                <a:close/>
              </a:path>
            </a:pathLst>
          </a:custGeom>
          <a:solidFill xmlns:a="http://schemas.openxmlformats.org/drawingml/2006/main">
            <a:srgbClr val="FD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6">
            <a:extLst xmlns:a="http://schemas.openxmlformats.org/drawingml/2006/main">
              <a:ext uri="{FF2B5EF4-FFF2-40B4-BE49-F238E27FC236}">
                <a16:creationId xmlns:a16="http://schemas.microsoft.com/office/drawing/2014/main" id="{85203722-AEAF-4EA4-BB91-DA7C59F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636" y="2194590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78" name="path-77">
            <a:extLst xmlns:a="http://schemas.openxmlformats.org/drawingml/2006/main">
              <a:ext uri="{FF2B5EF4-FFF2-40B4-BE49-F238E27FC236}">
                <a16:creationId xmlns:a16="http://schemas.microsoft.com/office/drawing/2014/main" id="{C0141350-8F66-458B-A43D-84801BA8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444" y="2213343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79" name="path-78">
            <a:extLst xmlns:a="http://schemas.openxmlformats.org/drawingml/2006/main">
              <a:ext uri="{FF2B5EF4-FFF2-40B4-BE49-F238E27FC236}">
                <a16:creationId xmlns:a16="http://schemas.microsoft.com/office/drawing/2014/main" id="{75939DDB-3733-499E-8E66-12F8A7D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881" y="2194590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80" name="path-79">
            <a:extLst xmlns:a="http://schemas.openxmlformats.org/drawingml/2006/main">
              <a:ext uri="{FF2B5EF4-FFF2-40B4-BE49-F238E27FC236}">
                <a16:creationId xmlns:a16="http://schemas.microsoft.com/office/drawing/2014/main" id="{86507354-19AB-4EAD-9DD7-DD008EF6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008" y="2213343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81" name="path-80">
            <a:extLst xmlns:a="http://schemas.openxmlformats.org/drawingml/2006/main">
              <a:ext uri="{FF2B5EF4-FFF2-40B4-BE49-F238E27FC236}">
                <a16:creationId xmlns:a16="http://schemas.microsoft.com/office/drawing/2014/main" id="{68B4D664-62F1-47E0-A141-D69C8D19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7377" y="2194590"/>
            <a:ext cx="191" cy="1335514"/>
          </a:xfrm>
          <a:custGeom xmlns:a="http://schemas.openxmlformats.org/drawingml/2006/main">
            <a:pathLst>
              <a:path w="191" h="1335514">
                <a:moveTo>
                  <a:pt x="0" y="0"/>
                </a:moveTo>
                <a:lnTo>
                  <a:pt x="0" y="1335514"/>
                </a:lnTo>
              </a:path>
            </a:pathLst>
          </a:custGeom>
          <a:noFill xmlns:a="http://schemas.openxmlformats.org/drawingml/2006/main"/>
          <a:ln xmlns:a="http://schemas.openxmlformats.org/drawingml/2006/main" w="130231">
            <a:solidFill>
              <a:srgbClr val="595959"/>
            </a:solidFill>
            <a:prstDash val="solid"/>
          </a:ln>
        </p:spPr>
      </p:sp>
      <p:sp>
        <p:nvSpPr>
          <p:cNvPr id="82" name="path-81">
            <a:extLst xmlns:a="http://schemas.openxmlformats.org/drawingml/2006/main">
              <a:ext uri="{FF2B5EF4-FFF2-40B4-BE49-F238E27FC236}">
                <a16:creationId xmlns:a16="http://schemas.microsoft.com/office/drawing/2014/main" id="{49E17F67-0A51-411C-84ED-6AB659ED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37" y="2260227"/>
            <a:ext cx="2045661" cy="1237711"/>
          </a:xfrm>
          <a:custGeom xmlns:a="http://schemas.openxmlformats.org/drawingml/2006/main">
            <a:pathLst>
              <a:path w="2045661" h="1237711">
                <a:moveTo>
                  <a:pt x="0" y="0"/>
                </a:moveTo>
                <a:lnTo>
                  <a:pt x="2045661" y="0"/>
                </a:lnTo>
                <a:lnTo>
                  <a:pt x="2045661" y="1237711"/>
                </a:lnTo>
                <a:lnTo>
                  <a:pt x="0" y="12377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solid"/>
          </a:ln>
        </p:spPr>
      </p:sp>
      <p:sp>
        <p:nvSpPr>
          <p:cNvPr id="83" name="path-82">
            <a:extLst xmlns:a="http://schemas.openxmlformats.org/drawingml/2006/main">
              <a:ext uri="{FF2B5EF4-FFF2-40B4-BE49-F238E27FC236}">
                <a16:creationId xmlns:a16="http://schemas.microsoft.com/office/drawing/2014/main" id="{76CE7D6C-C2CD-4A79-AEB4-757989E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0826" y="2232096"/>
            <a:ext cx="2140991" cy="1239273"/>
          </a:xfrm>
          <a:custGeom xmlns:a="http://schemas.openxmlformats.org/drawingml/2006/main">
            <a:pathLst>
              <a:path w="2140991" h="1239273">
                <a:moveTo>
                  <a:pt x="0" y="0"/>
                </a:moveTo>
                <a:lnTo>
                  <a:pt x="2140991" y="0"/>
                </a:lnTo>
                <a:lnTo>
                  <a:pt x="2140991" y="1239273"/>
                </a:lnTo>
                <a:lnTo>
                  <a:pt x="0" y="12392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solid"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47D1D91-A6F7-48B8-8F65-1BC32CE69F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1123c59424a44"/>
          <a:stretch xmlns:a="http://schemas.openxmlformats.org/drawingml/2006/main"/>
        </p:blipFill>
        <p:spPr>
          <a:xfrm xmlns:a="http://schemas.openxmlformats.org/drawingml/2006/main">
            <a:off x="1659236" y="804509"/>
            <a:ext cx="623543" cy="623543"/>
          </a:xfrm>
          <a:prstGeom xmlns:a="http://schemas.openxmlformats.org/drawingml/2006/main" prst="rect">
            <a:avLst/>
          </a:prstGeom>
        </p:spPr>
      </p:pic>
      <p:pic>
        <p:nvPic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7105D0E-D73C-41AE-B9D9-95B4BF594F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f2aea7c55412e"/>
          <a:stretch xmlns:a="http://schemas.openxmlformats.org/drawingml/2006/main"/>
        </p:blipFill>
        <p:spPr>
          <a:xfrm xmlns:a="http://schemas.openxmlformats.org/drawingml/2006/main">
            <a:off x="1676400" y="828675"/>
            <a:ext cx="533400" cy="523875"/>
          </a:xfrm>
          <a:prstGeom xmlns:a="http://schemas.openxmlformats.org/drawingml/2006/main" prst="rect">
            <a:avLst/>
          </a:prstGeom>
        </p:spPr>
      </p:pic>
      <p:sp>
        <p:nvSpPr>
          <p:cNvPr id="86" name="path-85">
            <a:extLst xmlns:a="http://schemas.openxmlformats.org/drawingml/2006/main">
              <a:ext uri="{FF2B5EF4-FFF2-40B4-BE49-F238E27FC236}">
                <a16:creationId xmlns:a16="http://schemas.microsoft.com/office/drawing/2014/main" id="{4A76E2B5-FB00-4511-ABE1-BBA8EAB6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08" y="4051939"/>
            <a:ext cx="14069198" cy="191"/>
          </a:xfrm>
          <a:custGeom xmlns:a="http://schemas.openxmlformats.org/drawingml/2006/main">
            <a:pathLst>
              <a:path w="14069198" h="191">
                <a:moveTo>
                  <a:pt x="0" y="0"/>
                </a:moveTo>
                <a:lnTo>
                  <a:pt x="14069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138">
            <a:solidFill>
              <a:srgbClr val="000000"/>
            </a:solidFill>
            <a:prstDash val="solid"/>
          </a:ln>
        </p:spPr>
      </p:sp>
      <p:sp>
        <p:nvSpPr>
          <p:cNvPr id="87" name="path-86">
            <a:extLst xmlns:a="http://schemas.openxmlformats.org/drawingml/2006/main">
              <a:ext uri="{FF2B5EF4-FFF2-40B4-BE49-F238E27FC236}">
                <a16:creationId xmlns:a16="http://schemas.microsoft.com/office/drawing/2014/main" id="{B9819B04-1C77-4BEC-BB61-D9E668BC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4508" y="2260225"/>
            <a:ext cx="5078" cy="1793016"/>
          </a:xfrm>
          <a:custGeom xmlns:a="http://schemas.openxmlformats.org/drawingml/2006/main">
            <a:pathLst>
              <a:path w="5078" h="1793016">
                <a:moveTo>
                  <a:pt x="5078" y="0"/>
                </a:moveTo>
                <a:lnTo>
                  <a:pt x="0" y="1793016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dash"/>
          </a:ln>
        </p:spPr>
      </p:sp>
      <p:sp>
        <p:nvSpPr>
          <p:cNvPr id="88" name="path-87">
            <a:extLst xmlns:a="http://schemas.openxmlformats.org/drawingml/2006/main">
              <a:ext uri="{FF2B5EF4-FFF2-40B4-BE49-F238E27FC236}">
                <a16:creationId xmlns:a16="http://schemas.microsoft.com/office/drawing/2014/main" id="{CD91F829-EFF3-4300-AE27-FA4DC5A2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719" y="2255538"/>
            <a:ext cx="191" cy="1850316"/>
          </a:xfrm>
          <a:custGeom xmlns:a="http://schemas.openxmlformats.org/drawingml/2006/main">
            <a:pathLst>
              <a:path w="191" h="1850316">
                <a:moveTo>
                  <a:pt x="0" y="0"/>
                </a:moveTo>
                <a:lnTo>
                  <a:pt x="0" y="1850316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dash"/>
          </a:ln>
        </p:spPr>
      </p:sp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847013-1601-4606-AC51-27C95500E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352020c5245b5"/>
          <a:stretch xmlns:a="http://schemas.openxmlformats.org/drawingml/2006/main"/>
        </p:blipFill>
        <p:spPr>
          <a:xfrm xmlns:a="http://schemas.openxmlformats.org/drawingml/2006/main">
            <a:off x="4165913" y="3701072"/>
            <a:ext cx="404796" cy="404796"/>
          </a:xfrm>
          <a:prstGeom xmlns:a="http://schemas.openxmlformats.org/drawingml/2006/main" prst="rect">
            <a:avLst/>
          </a:prstGeom>
        </p:spPr>
      </p:pic>
      <p:sp>
        <p:nvSpPr>
          <p:cNvPr id="90" name="path-89">
            <a:extLst xmlns:a="http://schemas.openxmlformats.org/drawingml/2006/main">
              <a:ext uri="{FF2B5EF4-FFF2-40B4-BE49-F238E27FC236}">
                <a16:creationId xmlns:a16="http://schemas.microsoft.com/office/drawing/2014/main" id="{980B6944-6445-4C27-A134-F12CA0F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835" y="3727944"/>
            <a:ext cx="298182" cy="300030"/>
          </a:xfrm>
          <a:custGeom xmlns:a="http://schemas.openxmlformats.org/drawingml/2006/main">
            <a:pathLst>
              <a:path w="298182" h="300030">
                <a:moveTo>
                  <a:pt x="298182" y="74333"/>
                </a:moveTo>
                <a:cubicBezTo>
                  <a:pt x="298182" y="83133"/>
                  <a:pt x="296789" y="91471"/>
                  <a:pt x="294004" y="99359"/>
                </a:cubicBezTo>
                <a:cubicBezTo>
                  <a:pt x="291230" y="107261"/>
                  <a:pt x="287300" y="114399"/>
                  <a:pt x="282226" y="120786"/>
                </a:cubicBezTo>
                <a:cubicBezTo>
                  <a:pt x="277165" y="127187"/>
                  <a:pt x="271195" y="132637"/>
                  <a:pt x="264342" y="137125"/>
                </a:cubicBezTo>
                <a:cubicBezTo>
                  <a:pt x="257477" y="141627"/>
                  <a:pt x="250077" y="144876"/>
                  <a:pt x="242131" y="146863"/>
                </a:cubicBezTo>
                <a:cubicBezTo>
                  <a:pt x="242715" y="151465"/>
                  <a:pt x="243014" y="155864"/>
                  <a:pt x="243014" y="160053"/>
                </a:cubicBezTo>
                <a:cubicBezTo>
                  <a:pt x="243014" y="174241"/>
                  <a:pt x="240339" y="187631"/>
                  <a:pt x="234967" y="200220"/>
                </a:cubicBezTo>
                <a:cubicBezTo>
                  <a:pt x="229607" y="212808"/>
                  <a:pt x="222244" y="223748"/>
                  <a:pt x="212904" y="233041"/>
                </a:cubicBezTo>
                <a:cubicBezTo>
                  <a:pt x="203564" y="242333"/>
                  <a:pt x="192632" y="249677"/>
                  <a:pt x="180109" y="255070"/>
                </a:cubicBezTo>
                <a:cubicBezTo>
                  <a:pt x="167585" y="260465"/>
                  <a:pt x="154265" y="263163"/>
                  <a:pt x="140149" y="263163"/>
                </a:cubicBezTo>
                <a:cubicBezTo>
                  <a:pt x="129417" y="263163"/>
                  <a:pt x="119174" y="261615"/>
                  <a:pt x="109433" y="258518"/>
                </a:cubicBezTo>
                <a:cubicBezTo>
                  <a:pt x="99693" y="255420"/>
                  <a:pt x="90648" y="250975"/>
                  <a:pt x="82299" y="245178"/>
                </a:cubicBezTo>
                <a:lnTo>
                  <a:pt x="0" y="300030"/>
                </a:lnTo>
                <a:lnTo>
                  <a:pt x="54866" y="217006"/>
                </a:lnTo>
                <a:cubicBezTo>
                  <a:pt x="49299" y="208612"/>
                  <a:pt x="45076" y="199671"/>
                  <a:pt x="42193" y="190179"/>
                </a:cubicBezTo>
                <a:cubicBezTo>
                  <a:pt x="39310" y="180688"/>
                  <a:pt x="37870" y="170641"/>
                  <a:pt x="37870" y="160053"/>
                </a:cubicBezTo>
                <a:cubicBezTo>
                  <a:pt x="37870" y="145863"/>
                  <a:pt x="40553" y="132488"/>
                  <a:pt x="45920" y="119898"/>
                </a:cubicBezTo>
                <a:cubicBezTo>
                  <a:pt x="51288" y="107310"/>
                  <a:pt x="58593" y="96359"/>
                  <a:pt x="67836" y="87070"/>
                </a:cubicBezTo>
                <a:cubicBezTo>
                  <a:pt x="77080" y="77782"/>
                  <a:pt x="87914" y="70443"/>
                  <a:pt x="100338" y="65043"/>
                </a:cubicBezTo>
                <a:cubicBezTo>
                  <a:pt x="112763" y="59643"/>
                  <a:pt x="126034" y="56954"/>
                  <a:pt x="140149" y="56954"/>
                </a:cubicBezTo>
                <a:cubicBezTo>
                  <a:pt x="142338" y="56954"/>
                  <a:pt x="144315" y="57005"/>
                  <a:pt x="146107" y="57106"/>
                </a:cubicBezTo>
                <a:cubicBezTo>
                  <a:pt x="147897" y="57204"/>
                  <a:pt x="149787" y="57356"/>
                  <a:pt x="151778" y="57555"/>
                </a:cubicBezTo>
                <a:cubicBezTo>
                  <a:pt x="153768" y="49355"/>
                  <a:pt x="156988" y="41715"/>
                  <a:pt x="161465" y="34616"/>
                </a:cubicBezTo>
                <a:cubicBezTo>
                  <a:pt x="165943" y="27527"/>
                  <a:pt x="171353" y="21426"/>
                  <a:pt x="177720" y="16339"/>
                </a:cubicBezTo>
                <a:cubicBezTo>
                  <a:pt x="184076" y="11238"/>
                  <a:pt x="191190" y="7251"/>
                  <a:pt x="199037" y="4350"/>
                </a:cubicBezTo>
                <a:cubicBezTo>
                  <a:pt x="206885" y="1450"/>
                  <a:pt x="215291" y="0"/>
                  <a:pt x="224233" y="0"/>
                </a:cubicBezTo>
                <a:cubicBezTo>
                  <a:pt x="234369" y="0"/>
                  <a:pt x="243958" y="1950"/>
                  <a:pt x="253012" y="5850"/>
                </a:cubicBezTo>
                <a:cubicBezTo>
                  <a:pt x="262054" y="9738"/>
                  <a:pt x="269901" y="15038"/>
                  <a:pt x="276567" y="21727"/>
                </a:cubicBezTo>
                <a:cubicBezTo>
                  <a:pt x="283221" y="28427"/>
                  <a:pt x="288494" y="36316"/>
                  <a:pt x="292362" y="45417"/>
                </a:cubicBezTo>
                <a:cubicBezTo>
                  <a:pt x="296242" y="54505"/>
                  <a:pt x="298182" y="64143"/>
                  <a:pt x="298182" y="74333"/>
                </a:cubicBezTo>
                <a:moveTo>
                  <a:pt x="139851" y="225398"/>
                </a:moveTo>
                <a:cubicBezTo>
                  <a:pt x="148992" y="225398"/>
                  <a:pt x="157536" y="223649"/>
                  <a:pt x="165496" y="220152"/>
                </a:cubicBezTo>
                <a:cubicBezTo>
                  <a:pt x="173442" y="216655"/>
                  <a:pt x="180357" y="211910"/>
                  <a:pt x="186215" y="205916"/>
                </a:cubicBezTo>
                <a:cubicBezTo>
                  <a:pt x="192085" y="199921"/>
                  <a:pt x="196699" y="192927"/>
                  <a:pt x="200082" y="184935"/>
                </a:cubicBezTo>
                <a:cubicBezTo>
                  <a:pt x="203464" y="176941"/>
                  <a:pt x="205156" y="168453"/>
                  <a:pt x="205156" y="159452"/>
                </a:cubicBezTo>
                <a:cubicBezTo>
                  <a:pt x="205156" y="154665"/>
                  <a:pt x="204758" y="150264"/>
                  <a:pt x="203962" y="146264"/>
                </a:cubicBezTo>
                <a:cubicBezTo>
                  <a:pt x="202370" y="145863"/>
                  <a:pt x="200878" y="145426"/>
                  <a:pt x="199485" y="144926"/>
                </a:cubicBezTo>
                <a:cubicBezTo>
                  <a:pt x="198092" y="144426"/>
                  <a:pt x="196599" y="143876"/>
                  <a:pt x="195008" y="143276"/>
                </a:cubicBezTo>
                <a:lnTo>
                  <a:pt x="169065" y="169054"/>
                </a:lnTo>
                <a:cubicBezTo>
                  <a:pt x="166291" y="171841"/>
                  <a:pt x="163207" y="173891"/>
                  <a:pt x="159825" y="175191"/>
                </a:cubicBezTo>
                <a:cubicBezTo>
                  <a:pt x="156442" y="176492"/>
                  <a:pt x="152972" y="177142"/>
                  <a:pt x="149390" y="177142"/>
                </a:cubicBezTo>
                <a:cubicBezTo>
                  <a:pt x="145808" y="177142"/>
                  <a:pt x="142289" y="176492"/>
                  <a:pt x="138806" y="175191"/>
                </a:cubicBezTo>
                <a:cubicBezTo>
                  <a:pt x="135324" y="173891"/>
                  <a:pt x="132289" y="171841"/>
                  <a:pt x="129715" y="169054"/>
                </a:cubicBezTo>
                <a:cubicBezTo>
                  <a:pt x="126929" y="166253"/>
                  <a:pt x="124889" y="163153"/>
                  <a:pt x="123596" y="159752"/>
                </a:cubicBezTo>
                <a:cubicBezTo>
                  <a:pt x="122305" y="156364"/>
                  <a:pt x="121658" y="152864"/>
                  <a:pt x="121658" y="149264"/>
                </a:cubicBezTo>
                <a:cubicBezTo>
                  <a:pt x="121658" y="145664"/>
                  <a:pt x="122305" y="142176"/>
                  <a:pt x="123596" y="138775"/>
                </a:cubicBezTo>
                <a:cubicBezTo>
                  <a:pt x="124889" y="135375"/>
                  <a:pt x="126929" y="132287"/>
                  <a:pt x="129715" y="129486"/>
                </a:cubicBezTo>
                <a:lnTo>
                  <a:pt x="155645" y="103409"/>
                </a:lnTo>
                <a:cubicBezTo>
                  <a:pt x="155061" y="101809"/>
                  <a:pt x="154514" y="100359"/>
                  <a:pt x="154016" y="99059"/>
                </a:cubicBezTo>
                <a:cubicBezTo>
                  <a:pt x="153519" y="97759"/>
                  <a:pt x="153071" y="96408"/>
                  <a:pt x="152673" y="95022"/>
                </a:cubicBezTo>
                <a:cubicBezTo>
                  <a:pt x="148892" y="94221"/>
                  <a:pt x="144614" y="93821"/>
                  <a:pt x="139850" y="93821"/>
                </a:cubicBezTo>
                <a:cubicBezTo>
                  <a:pt x="130896" y="93821"/>
                  <a:pt x="122454" y="95522"/>
                  <a:pt x="114502" y="98910"/>
                </a:cubicBezTo>
                <a:cubicBezTo>
                  <a:pt x="106550" y="102309"/>
                  <a:pt x="99593" y="107009"/>
                  <a:pt x="93629" y="112997"/>
                </a:cubicBezTo>
                <a:cubicBezTo>
                  <a:pt x="87665" y="118999"/>
                  <a:pt x="82994" y="125986"/>
                  <a:pt x="79615" y="133974"/>
                </a:cubicBezTo>
                <a:cubicBezTo>
                  <a:pt x="76236" y="141975"/>
                  <a:pt x="74546" y="150463"/>
                  <a:pt x="74546" y="159452"/>
                </a:cubicBezTo>
                <a:cubicBezTo>
                  <a:pt x="74546" y="168453"/>
                  <a:pt x="76236" y="176941"/>
                  <a:pt x="79615" y="184935"/>
                </a:cubicBezTo>
                <a:cubicBezTo>
                  <a:pt x="82994" y="192927"/>
                  <a:pt x="87665" y="199921"/>
                  <a:pt x="93630" y="205915"/>
                </a:cubicBezTo>
                <a:cubicBezTo>
                  <a:pt x="99593" y="211910"/>
                  <a:pt x="106550" y="216655"/>
                  <a:pt x="114502" y="220152"/>
                </a:cubicBezTo>
                <a:cubicBezTo>
                  <a:pt x="122455" y="223648"/>
                  <a:pt x="130897" y="225398"/>
                  <a:pt x="139851" y="225398"/>
                </a:cubicBezTo>
                <a:moveTo>
                  <a:pt x="224234" y="113298"/>
                </a:moveTo>
                <a:cubicBezTo>
                  <a:pt x="229408" y="113298"/>
                  <a:pt x="234271" y="112298"/>
                  <a:pt x="238847" y="110299"/>
                </a:cubicBezTo>
                <a:cubicBezTo>
                  <a:pt x="243411" y="108297"/>
                  <a:pt x="247441" y="105610"/>
                  <a:pt x="250923" y="102209"/>
                </a:cubicBezTo>
                <a:cubicBezTo>
                  <a:pt x="254405" y="98809"/>
                  <a:pt x="257129" y="94772"/>
                  <a:pt x="259119" y="90072"/>
                </a:cubicBezTo>
                <a:cubicBezTo>
                  <a:pt x="261108" y="85370"/>
                  <a:pt x="262104" y="80433"/>
                  <a:pt x="262104" y="75232"/>
                </a:cubicBezTo>
                <a:cubicBezTo>
                  <a:pt x="262104" y="70044"/>
                  <a:pt x="261108" y="65144"/>
                  <a:pt x="259119" y="60543"/>
                </a:cubicBezTo>
                <a:cubicBezTo>
                  <a:pt x="257129" y="55956"/>
                  <a:pt x="254405" y="51955"/>
                  <a:pt x="250923" y="48555"/>
                </a:cubicBezTo>
                <a:cubicBezTo>
                  <a:pt x="247441" y="45167"/>
                  <a:pt x="243411" y="42467"/>
                  <a:pt x="238847" y="40466"/>
                </a:cubicBezTo>
                <a:cubicBezTo>
                  <a:pt x="234270" y="38466"/>
                  <a:pt x="229408" y="37466"/>
                  <a:pt x="224234" y="37466"/>
                </a:cubicBezTo>
                <a:cubicBezTo>
                  <a:pt x="219060" y="37466"/>
                  <a:pt x="214148" y="38466"/>
                  <a:pt x="209471" y="40466"/>
                </a:cubicBezTo>
                <a:cubicBezTo>
                  <a:pt x="204808" y="42467"/>
                  <a:pt x="200778" y="45166"/>
                  <a:pt x="197396" y="48554"/>
                </a:cubicBezTo>
                <a:cubicBezTo>
                  <a:pt x="194013" y="51955"/>
                  <a:pt x="191339" y="55954"/>
                  <a:pt x="189349" y="60543"/>
                </a:cubicBezTo>
                <a:cubicBezTo>
                  <a:pt x="187359" y="65143"/>
                  <a:pt x="186364" y="70044"/>
                  <a:pt x="186364" y="75232"/>
                </a:cubicBezTo>
                <a:cubicBezTo>
                  <a:pt x="186364" y="80433"/>
                  <a:pt x="187359" y="85370"/>
                  <a:pt x="189349" y="90070"/>
                </a:cubicBezTo>
                <a:cubicBezTo>
                  <a:pt x="191339" y="94772"/>
                  <a:pt x="194013" y="98809"/>
                  <a:pt x="197396" y="102209"/>
                </a:cubicBezTo>
                <a:cubicBezTo>
                  <a:pt x="200778" y="105610"/>
                  <a:pt x="204808" y="108297"/>
                  <a:pt x="209471" y="110297"/>
                </a:cubicBezTo>
                <a:cubicBezTo>
                  <a:pt x="214148" y="112298"/>
                  <a:pt x="219060" y="113298"/>
                  <a:pt x="224234" y="113298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946A8C9-6F91-4CA4-BB34-313A680D0E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26748ec50468a"/>
          <a:stretch xmlns:a="http://schemas.openxmlformats.org/drawingml/2006/main"/>
        </p:blipFill>
        <p:spPr>
          <a:xfrm xmlns:a="http://schemas.openxmlformats.org/drawingml/2006/main">
            <a:off x="13100250" y="3706528"/>
            <a:ext cx="404795" cy="404795"/>
          </a:xfrm>
          <a:prstGeom xmlns:a="http://schemas.openxmlformats.org/drawingml/2006/main" prst="rect">
            <a:avLst/>
          </a:prstGeom>
        </p:spPr>
      </p:pic>
      <p:sp>
        <p:nvSpPr>
          <p:cNvPr id="92" name="path-91">
            <a:extLst xmlns:a="http://schemas.openxmlformats.org/drawingml/2006/main">
              <a:ext uri="{FF2B5EF4-FFF2-40B4-BE49-F238E27FC236}">
                <a16:creationId xmlns:a16="http://schemas.microsoft.com/office/drawing/2014/main" id="{F3B7DE49-4A00-4829-A8EF-9D84F858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8173" y="3734191"/>
            <a:ext cx="298181" cy="298473"/>
          </a:xfrm>
          <a:custGeom xmlns:a="http://schemas.openxmlformats.org/drawingml/2006/main">
            <a:pathLst>
              <a:path w="298181" h="298473">
                <a:moveTo>
                  <a:pt x="298181" y="73946"/>
                </a:moveTo>
                <a:cubicBezTo>
                  <a:pt x="298181" y="82701"/>
                  <a:pt x="296789" y="90996"/>
                  <a:pt x="294002" y="98844"/>
                </a:cubicBezTo>
                <a:cubicBezTo>
                  <a:pt x="291229" y="106703"/>
                  <a:pt x="287299" y="113804"/>
                  <a:pt x="282226" y="120160"/>
                </a:cubicBezTo>
                <a:cubicBezTo>
                  <a:pt x="277163" y="126527"/>
                  <a:pt x="271194" y="131950"/>
                  <a:pt x="264341" y="136413"/>
                </a:cubicBezTo>
                <a:cubicBezTo>
                  <a:pt x="257476" y="140891"/>
                  <a:pt x="250076" y="144125"/>
                  <a:pt x="242129" y="146102"/>
                </a:cubicBezTo>
                <a:cubicBezTo>
                  <a:pt x="242713" y="150678"/>
                  <a:pt x="243013" y="155056"/>
                  <a:pt x="243013" y="159221"/>
                </a:cubicBezTo>
                <a:cubicBezTo>
                  <a:pt x="243013" y="173337"/>
                  <a:pt x="240339" y="186657"/>
                  <a:pt x="234965" y="199181"/>
                </a:cubicBezTo>
                <a:cubicBezTo>
                  <a:pt x="229605" y="211704"/>
                  <a:pt x="222244" y="222587"/>
                  <a:pt x="212903" y="231832"/>
                </a:cubicBezTo>
                <a:cubicBezTo>
                  <a:pt x="203563" y="241075"/>
                  <a:pt x="192632" y="248380"/>
                  <a:pt x="180108" y="253746"/>
                </a:cubicBezTo>
                <a:cubicBezTo>
                  <a:pt x="167584" y="259114"/>
                  <a:pt x="154264" y="261798"/>
                  <a:pt x="140148" y="261798"/>
                </a:cubicBezTo>
                <a:cubicBezTo>
                  <a:pt x="129415" y="261798"/>
                  <a:pt x="119173" y="260257"/>
                  <a:pt x="109432" y="257176"/>
                </a:cubicBezTo>
                <a:cubicBezTo>
                  <a:pt x="99692" y="254095"/>
                  <a:pt x="90647" y="249672"/>
                  <a:pt x="82297" y="243907"/>
                </a:cubicBezTo>
                <a:lnTo>
                  <a:pt x="0" y="298473"/>
                </a:lnTo>
                <a:lnTo>
                  <a:pt x="54864" y="215879"/>
                </a:lnTo>
                <a:cubicBezTo>
                  <a:pt x="49298" y="207531"/>
                  <a:pt x="45074" y="198635"/>
                  <a:pt x="42192" y="189192"/>
                </a:cubicBezTo>
                <a:cubicBezTo>
                  <a:pt x="39309" y="179751"/>
                  <a:pt x="37868" y="169756"/>
                  <a:pt x="37868" y="159221"/>
                </a:cubicBezTo>
                <a:cubicBezTo>
                  <a:pt x="37868" y="145107"/>
                  <a:pt x="40551" y="131800"/>
                  <a:pt x="45919" y="119276"/>
                </a:cubicBezTo>
                <a:cubicBezTo>
                  <a:pt x="51286" y="106754"/>
                  <a:pt x="58592" y="95859"/>
                  <a:pt x="67835" y="86618"/>
                </a:cubicBezTo>
                <a:cubicBezTo>
                  <a:pt x="77078" y="77379"/>
                  <a:pt x="87912" y="70079"/>
                  <a:pt x="100337" y="64707"/>
                </a:cubicBezTo>
                <a:cubicBezTo>
                  <a:pt x="112761" y="59334"/>
                  <a:pt x="126032" y="56659"/>
                  <a:pt x="140147" y="56659"/>
                </a:cubicBezTo>
                <a:cubicBezTo>
                  <a:pt x="142336" y="56659"/>
                  <a:pt x="144314" y="56710"/>
                  <a:pt x="146104" y="56809"/>
                </a:cubicBezTo>
                <a:cubicBezTo>
                  <a:pt x="147895" y="56909"/>
                  <a:pt x="149786" y="57058"/>
                  <a:pt x="151776" y="57257"/>
                </a:cubicBezTo>
                <a:cubicBezTo>
                  <a:pt x="153765" y="49099"/>
                  <a:pt x="156988" y="41500"/>
                  <a:pt x="161464" y="34437"/>
                </a:cubicBezTo>
                <a:cubicBezTo>
                  <a:pt x="165942" y="27385"/>
                  <a:pt x="171351" y="21316"/>
                  <a:pt x="177719" y="16255"/>
                </a:cubicBezTo>
                <a:cubicBezTo>
                  <a:pt x="184075" y="11181"/>
                  <a:pt x="191187" y="7213"/>
                  <a:pt x="199036" y="4328"/>
                </a:cubicBezTo>
                <a:cubicBezTo>
                  <a:pt x="206883" y="1443"/>
                  <a:pt x="215291" y="0"/>
                  <a:pt x="224232" y="0"/>
                </a:cubicBezTo>
                <a:cubicBezTo>
                  <a:pt x="234368" y="0"/>
                  <a:pt x="243956" y="1940"/>
                  <a:pt x="253011" y="5821"/>
                </a:cubicBezTo>
                <a:cubicBezTo>
                  <a:pt x="262052" y="9688"/>
                  <a:pt x="269899" y="14961"/>
                  <a:pt x="276566" y="21615"/>
                </a:cubicBezTo>
                <a:cubicBezTo>
                  <a:pt x="283220" y="28280"/>
                  <a:pt x="288493" y="36127"/>
                  <a:pt x="292360" y="45182"/>
                </a:cubicBezTo>
                <a:cubicBezTo>
                  <a:pt x="296241" y="54222"/>
                  <a:pt x="298181" y="63810"/>
                  <a:pt x="298181" y="73946"/>
                </a:cubicBezTo>
                <a:moveTo>
                  <a:pt x="139850" y="224228"/>
                </a:moveTo>
                <a:cubicBezTo>
                  <a:pt x="148991" y="224228"/>
                  <a:pt x="157535" y="222488"/>
                  <a:pt x="165494" y="219010"/>
                </a:cubicBezTo>
                <a:cubicBezTo>
                  <a:pt x="173441" y="215530"/>
                  <a:pt x="180357" y="210810"/>
                  <a:pt x="186214" y="204847"/>
                </a:cubicBezTo>
                <a:cubicBezTo>
                  <a:pt x="192084" y="198883"/>
                  <a:pt x="196697" y="191926"/>
                  <a:pt x="200081" y="183976"/>
                </a:cubicBezTo>
                <a:cubicBezTo>
                  <a:pt x="203463" y="176023"/>
                  <a:pt x="205155" y="167578"/>
                  <a:pt x="205155" y="158625"/>
                </a:cubicBezTo>
                <a:cubicBezTo>
                  <a:pt x="205155" y="153861"/>
                  <a:pt x="204756" y="149484"/>
                  <a:pt x="203961" y="145504"/>
                </a:cubicBezTo>
                <a:cubicBezTo>
                  <a:pt x="202368" y="145107"/>
                  <a:pt x="200876" y="144671"/>
                  <a:pt x="199483" y="144174"/>
                </a:cubicBezTo>
                <a:cubicBezTo>
                  <a:pt x="198091" y="143677"/>
                  <a:pt x="196598" y="143129"/>
                  <a:pt x="195007" y="142532"/>
                </a:cubicBezTo>
                <a:lnTo>
                  <a:pt x="169064" y="168176"/>
                </a:lnTo>
                <a:cubicBezTo>
                  <a:pt x="166291" y="170949"/>
                  <a:pt x="163205" y="172989"/>
                  <a:pt x="159823" y="174283"/>
                </a:cubicBezTo>
                <a:cubicBezTo>
                  <a:pt x="156440" y="175575"/>
                  <a:pt x="152970" y="176222"/>
                  <a:pt x="149389" y="176222"/>
                </a:cubicBezTo>
                <a:cubicBezTo>
                  <a:pt x="145807" y="176222"/>
                  <a:pt x="142288" y="175575"/>
                  <a:pt x="138805" y="174283"/>
                </a:cubicBezTo>
                <a:cubicBezTo>
                  <a:pt x="135323" y="172989"/>
                  <a:pt x="132288" y="170949"/>
                  <a:pt x="129714" y="168176"/>
                </a:cubicBezTo>
                <a:cubicBezTo>
                  <a:pt x="126928" y="165390"/>
                  <a:pt x="124888" y="162306"/>
                  <a:pt x="123594" y="158923"/>
                </a:cubicBezTo>
                <a:cubicBezTo>
                  <a:pt x="122304" y="155553"/>
                  <a:pt x="121657" y="152071"/>
                  <a:pt x="121657" y="148489"/>
                </a:cubicBezTo>
                <a:cubicBezTo>
                  <a:pt x="121657" y="144908"/>
                  <a:pt x="122304" y="141438"/>
                  <a:pt x="123594" y="138056"/>
                </a:cubicBezTo>
                <a:cubicBezTo>
                  <a:pt x="124888" y="134672"/>
                  <a:pt x="126928" y="131601"/>
                  <a:pt x="129713" y="128815"/>
                </a:cubicBezTo>
                <a:lnTo>
                  <a:pt x="155645" y="102873"/>
                </a:lnTo>
                <a:cubicBezTo>
                  <a:pt x="155059" y="101282"/>
                  <a:pt x="154512" y="99838"/>
                  <a:pt x="154015" y="98545"/>
                </a:cubicBezTo>
                <a:cubicBezTo>
                  <a:pt x="153517" y="97251"/>
                  <a:pt x="153069" y="95908"/>
                  <a:pt x="152671" y="94528"/>
                </a:cubicBezTo>
                <a:cubicBezTo>
                  <a:pt x="148891" y="93733"/>
                  <a:pt x="144613" y="93334"/>
                  <a:pt x="139849" y="93334"/>
                </a:cubicBezTo>
                <a:cubicBezTo>
                  <a:pt x="130895" y="93334"/>
                  <a:pt x="122453" y="95026"/>
                  <a:pt x="114500" y="98397"/>
                </a:cubicBezTo>
                <a:cubicBezTo>
                  <a:pt x="106549" y="101779"/>
                  <a:pt x="99591" y="106454"/>
                  <a:pt x="93628" y="112412"/>
                </a:cubicBezTo>
                <a:cubicBezTo>
                  <a:pt x="87663" y="118381"/>
                  <a:pt x="82992" y="125332"/>
                  <a:pt x="79614" y="133280"/>
                </a:cubicBezTo>
                <a:cubicBezTo>
                  <a:pt x="76235" y="141238"/>
                  <a:pt x="74545" y="149683"/>
                  <a:pt x="74545" y="158625"/>
                </a:cubicBezTo>
                <a:cubicBezTo>
                  <a:pt x="74545" y="167578"/>
                  <a:pt x="76235" y="176023"/>
                  <a:pt x="79614" y="183976"/>
                </a:cubicBezTo>
                <a:cubicBezTo>
                  <a:pt x="82993" y="191926"/>
                  <a:pt x="87665" y="198883"/>
                  <a:pt x="93629" y="204847"/>
                </a:cubicBezTo>
                <a:cubicBezTo>
                  <a:pt x="99593" y="210810"/>
                  <a:pt x="106549" y="215530"/>
                  <a:pt x="114502" y="219010"/>
                </a:cubicBezTo>
                <a:cubicBezTo>
                  <a:pt x="122453" y="222488"/>
                  <a:pt x="130896" y="224228"/>
                  <a:pt x="139850" y="224228"/>
                </a:cubicBezTo>
                <a:moveTo>
                  <a:pt x="224232" y="112710"/>
                </a:moveTo>
                <a:cubicBezTo>
                  <a:pt x="229406" y="112710"/>
                  <a:pt x="234269" y="111716"/>
                  <a:pt x="238846" y="109726"/>
                </a:cubicBezTo>
                <a:cubicBezTo>
                  <a:pt x="243410" y="107736"/>
                  <a:pt x="247440" y="105062"/>
                  <a:pt x="250922" y="101680"/>
                </a:cubicBezTo>
                <a:cubicBezTo>
                  <a:pt x="254405" y="98296"/>
                  <a:pt x="257127" y="94279"/>
                  <a:pt x="259118" y="89604"/>
                </a:cubicBezTo>
                <a:cubicBezTo>
                  <a:pt x="261108" y="84928"/>
                  <a:pt x="262102" y="80015"/>
                  <a:pt x="262102" y="74841"/>
                </a:cubicBezTo>
                <a:cubicBezTo>
                  <a:pt x="262102" y="69680"/>
                  <a:pt x="261108" y="64806"/>
                  <a:pt x="259118" y="60229"/>
                </a:cubicBezTo>
                <a:cubicBezTo>
                  <a:pt x="257127" y="55665"/>
                  <a:pt x="254403" y="51686"/>
                  <a:pt x="250921" y="48302"/>
                </a:cubicBezTo>
                <a:cubicBezTo>
                  <a:pt x="247438" y="44932"/>
                  <a:pt x="243410" y="42246"/>
                  <a:pt x="238846" y="40256"/>
                </a:cubicBezTo>
                <a:cubicBezTo>
                  <a:pt x="234269" y="38267"/>
                  <a:pt x="229406" y="37271"/>
                  <a:pt x="224232" y="37271"/>
                </a:cubicBezTo>
                <a:cubicBezTo>
                  <a:pt x="219058" y="37271"/>
                  <a:pt x="214145" y="38267"/>
                  <a:pt x="209470" y="40256"/>
                </a:cubicBezTo>
                <a:cubicBezTo>
                  <a:pt x="204806" y="42246"/>
                  <a:pt x="200777" y="44932"/>
                  <a:pt x="197393" y="48302"/>
                </a:cubicBezTo>
                <a:cubicBezTo>
                  <a:pt x="194011" y="51686"/>
                  <a:pt x="191337" y="55665"/>
                  <a:pt x="189347" y="60229"/>
                </a:cubicBezTo>
                <a:cubicBezTo>
                  <a:pt x="187358" y="64806"/>
                  <a:pt x="186362" y="69680"/>
                  <a:pt x="186362" y="74841"/>
                </a:cubicBezTo>
                <a:cubicBezTo>
                  <a:pt x="186362" y="80015"/>
                  <a:pt x="187358" y="84928"/>
                  <a:pt x="189347" y="89604"/>
                </a:cubicBezTo>
                <a:cubicBezTo>
                  <a:pt x="191337" y="94279"/>
                  <a:pt x="194011" y="98296"/>
                  <a:pt x="197393" y="101680"/>
                </a:cubicBezTo>
                <a:cubicBezTo>
                  <a:pt x="200777" y="105062"/>
                  <a:pt x="204806" y="107736"/>
                  <a:pt x="209470" y="109726"/>
                </a:cubicBezTo>
                <a:cubicBezTo>
                  <a:pt x="214147" y="111716"/>
                  <a:pt x="219059" y="112710"/>
                  <a:pt x="224232" y="112710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0DBABD2-3DB9-451F-A290-20AB07053C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7e3f3851e4f6b"/>
          <a:stretch xmlns:a="http://schemas.openxmlformats.org/drawingml/2006/main"/>
        </p:blipFill>
        <p:spPr>
          <a:xfrm xmlns:a="http://schemas.openxmlformats.org/drawingml/2006/main">
            <a:off x="1428750" y="1571625"/>
            <a:ext cx="1047750" cy="1190625"/>
          </a:xfrm>
          <a:prstGeom xmlns:a="http://schemas.openxmlformats.org/drawingml/2006/main" prst="rect">
            <a:avLst/>
          </a:prstGeom>
        </p:spPr>
      </p:pic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7A2E582-0759-4E61-8A7C-366DA74501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3ea4151ef411f"/>
          <a:stretch xmlns:a="http://schemas.openxmlformats.org/drawingml/2006/main"/>
        </p:blipFill>
        <p:spPr>
          <a:xfrm xmlns:a="http://schemas.openxmlformats.org/drawingml/2006/main">
            <a:off x="1428750" y="1571625"/>
            <a:ext cx="1047750" cy="1190625"/>
          </a:xfrm>
          <a:prstGeom xmlns:a="http://schemas.openxmlformats.org/drawingml/2006/main" prst="rect">
            <a:avLst/>
          </a:prstGeom>
        </p:spPr>
      </p:pic>
      <p:sp>
        <p:nvSpPr>
          <p:cNvPr id="95" name="text-94 0:00">
            <a:extLst xmlns:a="http://schemas.openxmlformats.org/drawingml/2006/main">
              <a:ext uri="{FF2B5EF4-FFF2-40B4-BE49-F238E27FC236}">
                <a16:creationId xmlns:a16="http://schemas.microsoft.com/office/drawing/2014/main" id="{E829FC95-E64E-460D-91BC-B3175C30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831" y="4183486"/>
            <a:ext cx="419501" cy="291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0:00</a:t>
            </a:r>
          </a:p>
        </p:txBody>
      </p:sp>
      <p:sp>
        <p:nvSpPr>
          <p:cNvPr id="96" name="text-95 8:52">
            <a:extLst xmlns:a="http://schemas.openxmlformats.org/drawingml/2006/main">
              <a:ext uri="{FF2B5EF4-FFF2-40B4-BE49-F238E27FC236}">
                <a16:creationId xmlns:a16="http://schemas.microsoft.com/office/drawing/2014/main" id="{F6BB6BA2-A99C-4D89-98CA-90582C57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6751" y="4178086"/>
            <a:ext cx="419100" cy="291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8:52</a:t>
            </a:r>
          </a:p>
        </p:txBody>
      </p:sp>
      <p:sp>
        <p:nvSpPr>
          <p:cNvPr id="97" name="path-96">
            <a:extLst xmlns:a="http://schemas.openxmlformats.org/drawingml/2006/main">
              <a:ext uri="{FF2B5EF4-FFF2-40B4-BE49-F238E27FC236}">
                <a16:creationId xmlns:a16="http://schemas.microsoft.com/office/drawing/2014/main" id="{97524519-53DB-46FE-8766-0959525A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686" y="4051939"/>
            <a:ext cx="2564631" cy="191"/>
          </a:xfrm>
          <a:custGeom xmlns:a="http://schemas.openxmlformats.org/drawingml/2006/main">
            <a:pathLst>
              <a:path w="2564631" h="191">
                <a:moveTo>
                  <a:pt x="0" y="0"/>
                </a:moveTo>
                <a:lnTo>
                  <a:pt x="25646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138">
            <a:solidFill>
              <a:srgbClr val="F96808"/>
            </a:solidFill>
            <a:prstDash val="solid"/>
          </a:ln>
        </p:spPr>
      </p:sp>
      <p:sp>
        <p:nvSpPr>
          <p:cNvPr id="98" name="path-97">
            <a:extLst xmlns:a="http://schemas.openxmlformats.org/drawingml/2006/main">
              <a:ext uri="{FF2B5EF4-FFF2-40B4-BE49-F238E27FC236}">
                <a16:creationId xmlns:a16="http://schemas.microsoft.com/office/drawing/2014/main" id="{577EB0C1-BD6A-400E-9D49-33DAC90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988" y="3975362"/>
            <a:ext cx="153151" cy="153152"/>
          </a:xfrm>
          <a:custGeom xmlns:a="http://schemas.openxmlformats.org/drawingml/2006/main">
            <a:pathLst>
              <a:path w="153151" h="153152">
                <a:moveTo>
                  <a:pt x="0" y="76577"/>
                </a:moveTo>
                <a:cubicBezTo>
                  <a:pt x="0" y="34251"/>
                  <a:pt x="34251" y="0"/>
                  <a:pt x="76575" y="0"/>
                </a:cubicBezTo>
                <a:cubicBezTo>
                  <a:pt x="118900" y="0"/>
                  <a:pt x="153151" y="34251"/>
                  <a:pt x="153151" y="76577"/>
                </a:cubicBezTo>
                <a:cubicBezTo>
                  <a:pt x="153151" y="118901"/>
                  <a:pt x="118900" y="153152"/>
                  <a:pt x="76575" y="153152"/>
                </a:cubicBezTo>
                <a:cubicBezTo>
                  <a:pt x="34251" y="153152"/>
                  <a:pt x="0" y="118901"/>
                  <a:pt x="0" y="765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023">
            <a:solidFill>
              <a:srgbClr val="000000"/>
            </a:solidFill>
            <a:prstDash val="solid"/>
          </a:ln>
        </p:spPr>
      </p:sp>
      <p:sp>
        <p:nvSpPr>
          <p:cNvPr id="99" name="path-98">
            <a:extLst xmlns:a="http://schemas.openxmlformats.org/drawingml/2006/main">
              <a:ext uri="{FF2B5EF4-FFF2-40B4-BE49-F238E27FC236}">
                <a16:creationId xmlns:a16="http://schemas.microsoft.com/office/drawing/2014/main" id="{8B641AB2-8549-45AF-A35A-D18E4D66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986" y="3975362"/>
            <a:ext cx="153151" cy="153152"/>
          </a:xfrm>
          <a:custGeom xmlns:a="http://schemas.openxmlformats.org/drawingml/2006/main">
            <a:pathLst>
              <a:path w="153151" h="153152">
                <a:moveTo>
                  <a:pt x="0" y="76577"/>
                </a:moveTo>
                <a:cubicBezTo>
                  <a:pt x="0" y="34251"/>
                  <a:pt x="34251" y="0"/>
                  <a:pt x="76575" y="0"/>
                </a:cubicBezTo>
                <a:cubicBezTo>
                  <a:pt x="118900" y="0"/>
                  <a:pt x="153151" y="34251"/>
                  <a:pt x="153151" y="76577"/>
                </a:cubicBezTo>
                <a:cubicBezTo>
                  <a:pt x="153151" y="118901"/>
                  <a:pt x="118900" y="153152"/>
                  <a:pt x="76575" y="153152"/>
                </a:cubicBezTo>
                <a:cubicBezTo>
                  <a:pt x="34251" y="153152"/>
                  <a:pt x="0" y="118901"/>
                  <a:pt x="0" y="765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023">
            <a:solidFill>
              <a:srgbClr val="000000"/>
            </a:solidFill>
            <a:prstDash val="solid"/>
          </a:ln>
        </p:spPr>
      </p:sp>
      <p:sp>
        <p:nvSpPr>
          <p:cNvPr id="100" name="path-99">
            <a:extLst xmlns:a="http://schemas.openxmlformats.org/drawingml/2006/main">
              <a:ext uri="{FF2B5EF4-FFF2-40B4-BE49-F238E27FC236}">
                <a16:creationId xmlns:a16="http://schemas.microsoft.com/office/drawing/2014/main" id="{F4366D1E-44B7-49EE-BC16-FCAC4C10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6595" y="4056627"/>
            <a:ext cx="2010889" cy="191"/>
          </a:xfrm>
          <a:custGeom xmlns:a="http://schemas.openxmlformats.org/drawingml/2006/main">
            <a:pathLst>
              <a:path w="2010889" h="191">
                <a:moveTo>
                  <a:pt x="0" y="0"/>
                </a:moveTo>
                <a:lnTo>
                  <a:pt x="20108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8138">
            <a:solidFill>
              <a:srgbClr val="F96808"/>
            </a:solidFill>
            <a:prstDash val="solid"/>
          </a:ln>
        </p:spPr>
      </p:sp>
      <p:sp>
        <p:nvSpPr>
          <p:cNvPr id="101" name="path-100">
            <a:extLst xmlns:a="http://schemas.openxmlformats.org/drawingml/2006/main">
              <a:ext uri="{FF2B5EF4-FFF2-40B4-BE49-F238E27FC236}">
                <a16:creationId xmlns:a16="http://schemas.microsoft.com/office/drawing/2014/main" id="{29A0B1B6-B9D5-4CF3-8F30-FF528C8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7833" y="3980051"/>
            <a:ext cx="153152" cy="153151"/>
          </a:xfrm>
          <a:custGeom xmlns:a="http://schemas.openxmlformats.org/drawingml/2006/main">
            <a:pathLst>
              <a:path w="153152" h="153151">
                <a:moveTo>
                  <a:pt x="0" y="76577"/>
                </a:moveTo>
                <a:cubicBezTo>
                  <a:pt x="0" y="34251"/>
                  <a:pt x="34251" y="0"/>
                  <a:pt x="76575" y="0"/>
                </a:cubicBezTo>
                <a:cubicBezTo>
                  <a:pt x="118901" y="0"/>
                  <a:pt x="153152" y="34251"/>
                  <a:pt x="153152" y="76577"/>
                </a:cubicBezTo>
                <a:cubicBezTo>
                  <a:pt x="153152" y="118900"/>
                  <a:pt x="118901" y="153151"/>
                  <a:pt x="76575" y="153151"/>
                </a:cubicBezTo>
                <a:cubicBezTo>
                  <a:pt x="34251" y="153151"/>
                  <a:pt x="0" y="118900"/>
                  <a:pt x="0" y="765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023">
            <a:solidFill>
              <a:srgbClr val="000000"/>
            </a:solidFill>
            <a:prstDash val="solid"/>
          </a:ln>
        </p:spPr>
      </p:sp>
      <p:sp>
        <p:nvSpPr>
          <p:cNvPr id="102" name="path-101">
            <a:extLst xmlns:a="http://schemas.openxmlformats.org/drawingml/2006/main">
              <a:ext uri="{FF2B5EF4-FFF2-40B4-BE49-F238E27FC236}">
                <a16:creationId xmlns:a16="http://schemas.microsoft.com/office/drawing/2014/main" id="{53436C4B-3673-46AA-B5BB-0F3C76B2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834" y="4579372"/>
            <a:ext cx="4646104" cy="1556515"/>
          </a:xfrm>
          <a:custGeom xmlns:a="http://schemas.openxmlformats.org/drawingml/2006/main">
            <a:pathLst>
              <a:path w="4646104" h="1556515">
                <a:moveTo>
                  <a:pt x="0" y="122937"/>
                </a:moveTo>
                <a:cubicBezTo>
                  <a:pt x="0" y="55087"/>
                  <a:pt x="55087" y="0"/>
                  <a:pt x="122938" y="0"/>
                </a:cubicBezTo>
                <a:lnTo>
                  <a:pt x="4523167" y="0"/>
                </a:lnTo>
                <a:cubicBezTo>
                  <a:pt x="4591018" y="0"/>
                  <a:pt x="4646104" y="55087"/>
                  <a:pt x="4646104" y="122937"/>
                </a:cubicBezTo>
                <a:lnTo>
                  <a:pt x="4646104" y="1433578"/>
                </a:lnTo>
                <a:cubicBezTo>
                  <a:pt x="4646104" y="1501429"/>
                  <a:pt x="4591018" y="1556515"/>
                  <a:pt x="4523167" y="1556515"/>
                </a:cubicBezTo>
                <a:lnTo>
                  <a:pt x="122938" y="1556515"/>
                </a:lnTo>
                <a:cubicBezTo>
                  <a:pt x="55087" y="1556515"/>
                  <a:pt x="0" y="1501429"/>
                  <a:pt x="0" y="1433578"/>
                </a:cubicBezTo>
                <a:lnTo>
                  <a:pt x="0" y="1229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FCB75D"/>
            </a:solidFill>
            <a:prstDash val="solid"/>
          </a:ln>
        </p:spPr>
      </p:sp>
      <p:sp>
        <p:nvSpPr>
          <p:cNvPr id="103" name="text-102 Abnormal">
            <a:extLst xmlns:a="http://schemas.openxmlformats.org/drawingml/2006/main">
              <a:ext uri="{FF2B5EF4-FFF2-40B4-BE49-F238E27FC236}">
                <a16:creationId xmlns:a16="http://schemas.microsoft.com/office/drawing/2014/main" id="{EB82E80E-0346-408E-94B5-0DC98815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1408" y="4664129"/>
            <a:ext cx="1275126" cy="39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104" name="text-102 Fragment">
            <a:extLst xmlns:a="http://schemas.openxmlformats.org/drawingml/2006/main">
              <a:ext uri="{FF2B5EF4-FFF2-40B4-BE49-F238E27FC236}">
                <a16:creationId xmlns:a16="http://schemas.microsoft.com/office/drawing/2014/main" id="{918887FE-C711-49BF-8ECB-FED7DB05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8207" y="4664129"/>
            <a:ext cx="1275127" cy="39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Fragment</a:t>
            </a:r>
          </a:p>
        </p:txBody>
      </p:sp>
      <p:sp>
        <p:nvSpPr>
          <p:cNvPr id="105" name="text-103 When">
            <a:extLst xmlns:a="http://schemas.openxmlformats.org/drawingml/2006/main">
              <a:ext uri="{FF2B5EF4-FFF2-40B4-BE49-F238E27FC236}">
                <a16:creationId xmlns:a16="http://schemas.microsoft.com/office/drawing/2014/main" id="{14076EF7-91B7-4C5C-BD2A-EE0D0951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2738" y="5101234"/>
            <a:ext cx="654482" cy="328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When</a:t>
            </a:r>
          </a:p>
        </p:txBody>
      </p:sp>
      <p:sp>
        <p:nvSpPr>
          <p:cNvPr id="106" name="text-103 the">
            <a:extLst xmlns:a="http://schemas.openxmlformats.org/drawingml/2006/main">
              <a:ext uri="{FF2B5EF4-FFF2-40B4-BE49-F238E27FC236}">
                <a16:creationId xmlns:a16="http://schemas.microsoft.com/office/drawing/2014/main" id="{294A0AFE-5B2C-40FA-9D81-5C33EFEB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9026" y="5100711"/>
            <a:ext cx="368824" cy="328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07" name="text-103 basketball">
            <a:extLst xmlns:a="http://schemas.openxmlformats.org/drawingml/2006/main">
              <a:ext uri="{FF2B5EF4-FFF2-40B4-BE49-F238E27FC236}">
                <a16:creationId xmlns:a16="http://schemas.microsoft.com/office/drawing/2014/main" id="{D083B123-1382-477F-845C-756684BB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9561" y="5101808"/>
            <a:ext cx="1094845" cy="327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basketball</a:t>
            </a:r>
          </a:p>
        </p:txBody>
      </p:sp>
      <p:sp>
        <p:nvSpPr>
          <p:cNvPr id="108" name="text-103 passed">
            <a:extLst xmlns:a="http://schemas.openxmlformats.org/drawingml/2006/main">
              <a:ext uri="{FF2B5EF4-FFF2-40B4-BE49-F238E27FC236}">
                <a16:creationId xmlns:a16="http://schemas.microsoft.com/office/drawing/2014/main" id="{B75B9FE7-06A6-438A-9275-8E8C438E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0299" y="5101617"/>
            <a:ext cx="796703" cy="327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09" name="text-103 through">
            <a:extLst xmlns:a="http://schemas.openxmlformats.org/drawingml/2006/main">
              <a:ext uri="{FF2B5EF4-FFF2-40B4-BE49-F238E27FC236}">
                <a16:creationId xmlns:a16="http://schemas.microsoft.com/office/drawing/2014/main" id="{A8F041E1-3361-4AAC-A571-D281E5AF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0752" y="5101804"/>
            <a:ext cx="835113" cy="32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</a:t>
            </a:r>
          </a:p>
        </p:txBody>
      </p:sp>
      <p:sp>
        <p:nvSpPr>
          <p:cNvPr id="110" name="text-103 the">
            <a:extLst xmlns:a="http://schemas.openxmlformats.org/drawingml/2006/main">
              <a:ext uri="{FF2B5EF4-FFF2-40B4-BE49-F238E27FC236}">
                <a16:creationId xmlns:a16="http://schemas.microsoft.com/office/drawing/2014/main" id="{E36DFFB6-2CF9-4C2D-A412-8F79FBD3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0116" y="5101216"/>
            <a:ext cx="368031" cy="32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1" name="text-104 hoop,">
            <a:extLst xmlns:a="http://schemas.openxmlformats.org/drawingml/2006/main">
              <a:ext uri="{FF2B5EF4-FFF2-40B4-BE49-F238E27FC236}">
                <a16:creationId xmlns:a16="http://schemas.microsoft.com/office/drawing/2014/main" id="{A3D76447-F084-488D-A3F5-943236F6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2738" y="5383458"/>
            <a:ext cx="626185" cy="32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hoop,</a:t>
            </a:r>
          </a:p>
        </p:txBody>
      </p:sp>
      <p:sp>
        <p:nvSpPr>
          <p:cNvPr id="112" name="text-104 unexpected">
            <a:extLst xmlns:a="http://schemas.openxmlformats.org/drawingml/2006/main">
              <a:ext uri="{FF2B5EF4-FFF2-40B4-BE49-F238E27FC236}">
                <a16:creationId xmlns:a16="http://schemas.microsoft.com/office/drawing/2014/main" id="{0A097D76-54F7-4F6F-96D2-524B868A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4412" y="5383390"/>
            <a:ext cx="1249507" cy="326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unexpected</a:t>
            </a:r>
          </a:p>
        </p:txBody>
      </p:sp>
      <p:sp>
        <p:nvSpPr>
          <p:cNvPr id="113" name="text-104 flames">
            <a:extLst xmlns:a="http://schemas.openxmlformats.org/drawingml/2006/main">
              <a:ext uri="{FF2B5EF4-FFF2-40B4-BE49-F238E27FC236}">
                <a16:creationId xmlns:a16="http://schemas.microsoft.com/office/drawing/2014/main" id="{A36EA808-11BF-4FB0-9895-C08A3FF2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629" y="5382909"/>
            <a:ext cx="731301" cy="327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flames</a:t>
            </a:r>
          </a:p>
        </p:txBody>
      </p:sp>
      <p:sp>
        <p:nvSpPr>
          <p:cNvPr id="114" name="text-104 emerged">
            <a:extLst xmlns:a="http://schemas.openxmlformats.org/drawingml/2006/main">
              <a:ext uri="{FF2B5EF4-FFF2-40B4-BE49-F238E27FC236}">
                <a16:creationId xmlns:a16="http://schemas.microsoft.com/office/drawing/2014/main" id="{6F84EE3E-D665-4DE7-BF05-9398EF49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5852" y="5383139"/>
            <a:ext cx="964739" cy="3272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emerged</a:t>
            </a:r>
          </a:p>
        </p:txBody>
      </p:sp>
      <p:sp>
        <p:nvSpPr>
          <p:cNvPr id="115" name="text-104 in">
            <a:extLst xmlns:a="http://schemas.openxmlformats.org/drawingml/2006/main">
              <a:ext uri="{FF2B5EF4-FFF2-40B4-BE49-F238E27FC236}">
                <a16:creationId xmlns:a16="http://schemas.microsoft.com/office/drawing/2014/main" id="{487D7003-F45F-4FBF-9008-B66F0F4E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4849" y="5382542"/>
            <a:ext cx="224562" cy="328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116" name="text-104 the">
            <a:extLst xmlns:a="http://schemas.openxmlformats.org/drawingml/2006/main">
              <a:ext uri="{FF2B5EF4-FFF2-40B4-BE49-F238E27FC236}">
                <a16:creationId xmlns:a16="http://schemas.microsoft.com/office/drawing/2014/main" id="{63A45282-9C7B-4ADC-BA1F-BF079880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218" y="5382007"/>
            <a:ext cx="368825" cy="328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7" name="text-105 vicinity">
            <a:extLst xmlns:a="http://schemas.openxmlformats.org/drawingml/2006/main">
              <a:ext uri="{FF2B5EF4-FFF2-40B4-BE49-F238E27FC236}">
                <a16:creationId xmlns:a16="http://schemas.microsoft.com/office/drawing/2014/main" id="{CA997A57-313C-4D7D-B19E-337FFD80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2738" y="5664531"/>
            <a:ext cx="743199" cy="327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vicinity</a:t>
            </a:r>
          </a:p>
        </p:txBody>
      </p:sp>
      <p:sp>
        <p:nvSpPr>
          <p:cNvPr id="118" name="text-105 of">
            <a:extLst xmlns:a="http://schemas.openxmlformats.org/drawingml/2006/main">
              <a:ext uri="{FF2B5EF4-FFF2-40B4-BE49-F238E27FC236}">
                <a16:creationId xmlns:a16="http://schemas.microsoft.com/office/drawing/2014/main" id="{0BCC5E00-E718-420F-85A2-22D50B5F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1386" y="5663742"/>
            <a:ext cx="237707" cy="328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19" name="text-105 the">
            <a:extLst xmlns:a="http://schemas.openxmlformats.org/drawingml/2006/main">
              <a:ext uri="{FF2B5EF4-FFF2-40B4-BE49-F238E27FC236}">
                <a16:creationId xmlns:a16="http://schemas.microsoft.com/office/drawing/2014/main" id="{45631F32-68D5-4955-A95B-58917B1B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0883" y="5663810"/>
            <a:ext cx="368030" cy="32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20" name="text-105 basket.">
            <a:extLst xmlns:a="http://schemas.openxmlformats.org/drawingml/2006/main">
              <a:ext uri="{FF2B5EF4-FFF2-40B4-BE49-F238E27FC236}">
                <a16:creationId xmlns:a16="http://schemas.microsoft.com/office/drawing/2014/main" id="{FCFA8643-F951-4150-A7BE-0753943F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1183" y="5664006"/>
            <a:ext cx="797209" cy="327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basket.</a:t>
            </a:r>
          </a:p>
        </p:txBody>
      </p:sp>
      <p:sp>
        <p:nvSpPr>
          <p:cNvPr id="121" name="path-106">
            <a:extLst xmlns:a="http://schemas.openxmlformats.org/drawingml/2006/main">
              <a:ext uri="{FF2B5EF4-FFF2-40B4-BE49-F238E27FC236}">
                <a16:creationId xmlns:a16="http://schemas.microsoft.com/office/drawing/2014/main" id="{B83A4B0D-91BD-4458-B1AC-5A95407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937" y="4579372"/>
            <a:ext cx="4699239" cy="1553391"/>
          </a:xfrm>
          <a:custGeom xmlns:a="http://schemas.openxmlformats.org/drawingml/2006/main">
            <a:pathLst>
              <a:path w="4699239" h="1553391">
                <a:moveTo>
                  <a:pt x="0" y="122679"/>
                </a:moveTo>
                <a:cubicBezTo>
                  <a:pt x="0" y="54956"/>
                  <a:pt x="54959" y="0"/>
                  <a:pt x="122679" y="0"/>
                </a:cubicBezTo>
                <a:lnTo>
                  <a:pt x="4576564" y="0"/>
                </a:lnTo>
                <a:cubicBezTo>
                  <a:pt x="4644283" y="0"/>
                  <a:pt x="4699239" y="54956"/>
                  <a:pt x="4699239" y="122679"/>
                </a:cubicBezTo>
                <a:lnTo>
                  <a:pt x="4699239" y="1430712"/>
                </a:lnTo>
                <a:cubicBezTo>
                  <a:pt x="4699239" y="1498432"/>
                  <a:pt x="4644283" y="1553391"/>
                  <a:pt x="4576564" y="1553391"/>
                </a:cubicBezTo>
                <a:lnTo>
                  <a:pt x="122679" y="1553391"/>
                </a:lnTo>
                <a:cubicBezTo>
                  <a:pt x="54959" y="1553391"/>
                  <a:pt x="0" y="1498432"/>
                  <a:pt x="0" y="1430712"/>
                </a:cubicBezTo>
                <a:lnTo>
                  <a:pt x="0" y="12267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FCB75D"/>
            </a:solidFill>
            <a:prstDash val="solid"/>
          </a:ln>
        </p:spPr>
      </p:sp>
      <p:sp>
        <p:nvSpPr>
          <p:cNvPr id="122" name="text-107 Abnormal">
            <a:extLst xmlns:a="http://schemas.openxmlformats.org/drawingml/2006/main">
              <a:ext uri="{FF2B5EF4-FFF2-40B4-BE49-F238E27FC236}">
                <a16:creationId xmlns:a16="http://schemas.microsoft.com/office/drawing/2014/main" id="{9C164E59-16CE-4AA0-8FDE-BCE2860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0815" y="4664130"/>
            <a:ext cx="1275124" cy="39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123" name="text-107 Fragment">
            <a:extLst xmlns:a="http://schemas.openxmlformats.org/drawingml/2006/main">
              <a:ext uri="{FF2B5EF4-FFF2-40B4-BE49-F238E27FC236}">
                <a16:creationId xmlns:a16="http://schemas.microsoft.com/office/drawing/2014/main" id="{3A608A9B-355E-4F12-9DB2-BF725FC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7610" y="4664130"/>
            <a:ext cx="1275123" cy="39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Fragment</a:t>
            </a:r>
          </a:p>
        </p:txBody>
      </p:sp>
      <p:sp>
        <p:nvSpPr>
          <p:cNvPr id="124" name="text-108 The">
            <a:extLst xmlns:a="http://schemas.openxmlformats.org/drawingml/2006/main">
              <a:ext uri="{FF2B5EF4-FFF2-40B4-BE49-F238E27FC236}">
                <a16:creationId xmlns:a16="http://schemas.microsoft.com/office/drawing/2014/main" id="{E7DC5160-55DB-41E2-9DDD-50C707B4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507" y="5071631"/>
            <a:ext cx="448158" cy="329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25" name="text-108 structure">
            <a:extLst xmlns:a="http://schemas.openxmlformats.org/drawingml/2006/main">
              <a:ext uri="{FF2B5EF4-FFF2-40B4-BE49-F238E27FC236}">
                <a16:creationId xmlns:a16="http://schemas.microsoft.com/office/drawing/2014/main" id="{E91434C6-161F-4DFE-918B-61733B89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3102" y="5072673"/>
            <a:ext cx="954073" cy="328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26" name="text-108 of">
            <a:extLst xmlns:a="http://schemas.openxmlformats.org/drawingml/2006/main">
              <a:ext uri="{FF2B5EF4-FFF2-40B4-BE49-F238E27FC236}">
                <a16:creationId xmlns:a16="http://schemas.microsoft.com/office/drawing/2014/main" id="{9EFAA645-34C6-429A-B6D0-3EE2D19D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441" y="5072626"/>
            <a:ext cx="237708" cy="328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27" name="text-108 the">
            <a:extLst xmlns:a="http://schemas.openxmlformats.org/drawingml/2006/main">
              <a:ext uri="{FF2B5EF4-FFF2-40B4-BE49-F238E27FC236}">
                <a16:creationId xmlns:a16="http://schemas.microsoft.com/office/drawing/2014/main" id="{3C3F96A1-C7D2-4054-BC68-ED095747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0582" y="5072695"/>
            <a:ext cx="368031" cy="32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28" name="text-108 basket">
            <a:extLst xmlns:a="http://schemas.openxmlformats.org/drawingml/2006/main">
              <a:ext uri="{FF2B5EF4-FFF2-40B4-BE49-F238E27FC236}">
                <a16:creationId xmlns:a16="http://schemas.microsoft.com/office/drawing/2014/main" id="{409C701F-AC59-437A-8C43-CA7C06FD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0882" y="5072948"/>
            <a:ext cx="732031" cy="32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basket</a:t>
            </a:r>
          </a:p>
        </p:txBody>
      </p:sp>
      <p:sp>
        <p:nvSpPr>
          <p:cNvPr id="129" name="text-108 frame">
            <a:extLst xmlns:a="http://schemas.openxmlformats.org/drawingml/2006/main">
              <a:ext uri="{FF2B5EF4-FFF2-40B4-BE49-F238E27FC236}">
                <a16:creationId xmlns:a16="http://schemas.microsoft.com/office/drawing/2014/main" id="{5A332BB0-E6F8-4E0F-A990-203F5F99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5933" y="5072522"/>
            <a:ext cx="641859" cy="328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30" name="text-108 was">
            <a:extLst xmlns:a="http://schemas.openxmlformats.org/drawingml/2006/main">
              <a:ext uri="{FF2B5EF4-FFF2-40B4-BE49-F238E27FC236}">
                <a16:creationId xmlns:a16="http://schemas.microsoft.com/office/drawing/2014/main" id="{1CF001DE-99C0-41C1-85AE-82727CFB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9563" y="5075336"/>
            <a:ext cx="453819" cy="324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was</a:t>
            </a:r>
          </a:p>
        </p:txBody>
      </p:sp>
      <p:sp>
        <p:nvSpPr>
          <p:cNvPr id="131" name="text-109 intact">
            <a:extLst xmlns:a="http://schemas.openxmlformats.org/drawingml/2006/main">
              <a:ext uri="{FF2B5EF4-FFF2-40B4-BE49-F238E27FC236}">
                <a16:creationId xmlns:a16="http://schemas.microsoft.com/office/drawing/2014/main" id="{F458961A-C711-4076-909F-23CFE7D5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507" y="5354476"/>
            <a:ext cx="601187" cy="327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intact</a:t>
            </a:r>
          </a:p>
        </p:txBody>
      </p:sp>
      <p:sp>
        <p:nvSpPr>
          <p:cNvPr id="132" name="text-109 and">
            <a:extLst xmlns:a="http://schemas.openxmlformats.org/drawingml/2006/main">
              <a:ext uri="{FF2B5EF4-FFF2-40B4-BE49-F238E27FC236}">
                <a16:creationId xmlns:a16="http://schemas.microsoft.com/office/drawing/2014/main" id="{ACC65BD0-7830-4990-BE1D-D09D8975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9223" y="5354740"/>
            <a:ext cx="431891" cy="3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33" name="text-109 undamaged,">
            <a:extLst xmlns:a="http://schemas.openxmlformats.org/drawingml/2006/main">
              <a:ext uri="{FF2B5EF4-FFF2-40B4-BE49-F238E27FC236}">
                <a16:creationId xmlns:a16="http://schemas.microsoft.com/office/drawing/2014/main" id="{346F284C-F81E-4B66-8F67-75A0854E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5396" y="5354860"/>
            <a:ext cx="1340460" cy="326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undamaged,</a:t>
            </a:r>
          </a:p>
        </p:txBody>
      </p:sp>
      <p:sp>
        <p:nvSpPr>
          <p:cNvPr id="134" name="text-109 yet">
            <a:extLst xmlns:a="http://schemas.openxmlformats.org/drawingml/2006/main">
              <a:ext uri="{FF2B5EF4-FFF2-40B4-BE49-F238E27FC236}">
                <a16:creationId xmlns:a16="http://schemas.microsoft.com/office/drawing/2014/main" id="{05EDEED8-FB50-45CC-83FB-86322BE4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2737" y="5356263"/>
            <a:ext cx="351447" cy="324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yet</a:t>
            </a:r>
          </a:p>
        </p:txBody>
      </p:sp>
      <p:sp>
        <p:nvSpPr>
          <p:cNvPr id="135" name="text-109 the">
            <a:extLst xmlns:a="http://schemas.openxmlformats.org/drawingml/2006/main">
              <a:ext uri="{FF2B5EF4-FFF2-40B4-BE49-F238E27FC236}">
                <a16:creationId xmlns:a16="http://schemas.microsoft.com/office/drawing/2014/main" id="{9153AA57-7463-4A92-A52D-B9386DC9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9208" y="5353991"/>
            <a:ext cx="368031" cy="328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36" name="text-109 basketball">
            <a:extLst xmlns:a="http://schemas.openxmlformats.org/drawingml/2006/main">
              <a:ext uri="{FF2B5EF4-FFF2-40B4-BE49-F238E27FC236}">
                <a16:creationId xmlns:a16="http://schemas.microsoft.com/office/drawing/2014/main" id="{4D4BF0D6-FAEC-4FC7-B308-A7F7FC1C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9510" y="5354584"/>
            <a:ext cx="1094843" cy="327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basketball</a:t>
            </a:r>
          </a:p>
        </p:txBody>
      </p:sp>
      <p:sp>
        <p:nvSpPr>
          <p:cNvPr id="137" name="text-110 passed">
            <a:extLst xmlns:a="http://schemas.openxmlformats.org/drawingml/2006/main">
              <a:ext uri="{FF2B5EF4-FFF2-40B4-BE49-F238E27FC236}">
                <a16:creationId xmlns:a16="http://schemas.microsoft.com/office/drawing/2014/main" id="{77B40F03-1510-44B0-BD30-0EE829EC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507" y="5635692"/>
            <a:ext cx="796703" cy="327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38" name="text-110 directly">
            <a:extLst xmlns:a="http://schemas.openxmlformats.org/drawingml/2006/main">
              <a:ext uri="{FF2B5EF4-FFF2-40B4-BE49-F238E27FC236}">
                <a16:creationId xmlns:a16="http://schemas.microsoft.com/office/drawing/2014/main" id="{5D9CE7DC-B54D-4DC9-BED8-63760575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4958" y="5635678"/>
            <a:ext cx="783344" cy="327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directly</a:t>
            </a:r>
          </a:p>
        </p:txBody>
      </p:sp>
      <p:sp>
        <p:nvSpPr>
          <p:cNvPr id="139" name="text-110 through">
            <a:extLst xmlns:a="http://schemas.openxmlformats.org/drawingml/2006/main">
              <a:ext uri="{FF2B5EF4-FFF2-40B4-BE49-F238E27FC236}">
                <a16:creationId xmlns:a16="http://schemas.microsoft.com/office/drawing/2014/main" id="{8B38B367-791C-47EA-882B-A9DAC026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2518" y="5635879"/>
            <a:ext cx="835113" cy="327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</a:t>
            </a:r>
          </a:p>
        </p:txBody>
      </p:sp>
      <p:sp>
        <p:nvSpPr>
          <p:cNvPr id="140" name="text-110 it.">
            <a:extLst xmlns:a="http://schemas.openxmlformats.org/drawingml/2006/main">
              <a:ext uri="{FF2B5EF4-FFF2-40B4-BE49-F238E27FC236}">
                <a16:creationId xmlns:a16="http://schemas.microsoft.com/office/drawing/2014/main" id="{C4650962-3C49-4EF8-AECD-72F60AD6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1883" y="5635196"/>
            <a:ext cx="224586" cy="328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it.</a:t>
            </a:r>
          </a:p>
        </p:txBody>
      </p:sp>
      <p:sp>
        <p:nvSpPr>
          <p:cNvPr id="141" name="path-111">
            <a:extLst xmlns:a="http://schemas.openxmlformats.org/drawingml/2006/main">
              <a:ext uri="{FF2B5EF4-FFF2-40B4-BE49-F238E27FC236}">
                <a16:creationId xmlns:a16="http://schemas.microsoft.com/office/drawing/2014/main" id="{BAA29F3E-9C3E-45F6-91DC-C211900D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329" y="372405"/>
            <a:ext cx="4932091" cy="1436183"/>
          </a:xfrm>
          <a:custGeom xmlns:a="http://schemas.openxmlformats.org/drawingml/2006/main">
            <a:pathLst>
              <a:path w="4932091" h="1436183">
                <a:moveTo>
                  <a:pt x="0" y="113431"/>
                </a:moveTo>
                <a:cubicBezTo>
                  <a:pt x="0" y="50789"/>
                  <a:pt x="50791" y="0"/>
                  <a:pt x="113432" y="0"/>
                </a:cubicBezTo>
                <a:lnTo>
                  <a:pt x="4818662" y="0"/>
                </a:lnTo>
                <a:cubicBezTo>
                  <a:pt x="4881302" y="0"/>
                  <a:pt x="4932091" y="50789"/>
                  <a:pt x="4932091" y="113431"/>
                </a:cubicBezTo>
                <a:lnTo>
                  <a:pt x="4932091" y="1322751"/>
                </a:lnTo>
                <a:cubicBezTo>
                  <a:pt x="4932091" y="1385392"/>
                  <a:pt x="4881302" y="1436183"/>
                  <a:pt x="4818662" y="1436183"/>
                </a:cubicBezTo>
                <a:lnTo>
                  <a:pt x="113432" y="1436183"/>
                </a:lnTo>
                <a:cubicBezTo>
                  <a:pt x="50791" y="1436183"/>
                  <a:pt x="0" y="1385392"/>
                  <a:pt x="0" y="1322751"/>
                </a:cubicBezTo>
                <a:lnTo>
                  <a:pt x="0" y="1134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FCB75D"/>
            </a:solidFill>
            <a:prstDash val="solid"/>
          </a:ln>
        </p:spPr>
      </p:sp>
      <p:sp>
        <p:nvSpPr>
          <p:cNvPr id="142" name="text-112 Overall">
            <a:extLst xmlns:a="http://schemas.openxmlformats.org/drawingml/2006/main">
              <a:ext uri="{FF2B5EF4-FFF2-40B4-BE49-F238E27FC236}">
                <a16:creationId xmlns:a16="http://schemas.microsoft.com/office/drawing/2014/main" id="{5A355686-2257-47BB-B467-2945176C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5048" y="460491"/>
            <a:ext cx="1122166" cy="390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Overall</a:t>
            </a:r>
          </a:p>
        </p:txBody>
      </p:sp>
      <p:sp>
        <p:nvSpPr>
          <p:cNvPr id="143" name="text-113 -">
            <a:extLst xmlns:a="http://schemas.openxmlformats.org/drawingml/2006/main">
              <a:ext uri="{FF2B5EF4-FFF2-40B4-BE49-F238E27FC236}">
                <a16:creationId xmlns:a16="http://schemas.microsoft.com/office/drawing/2014/main" id="{A716B00B-D081-4A6A-BA37-D22DA9DD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7106" y="460620"/>
            <a:ext cx="203235" cy="389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3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3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3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-</a:t>
            </a:r>
          </a:p>
        </p:txBody>
      </p:sp>
      <p:sp>
        <p:nvSpPr>
          <p:cNvPr id="144" name="text-114 Abnormal">
            <a:extLst xmlns:a="http://schemas.openxmlformats.org/drawingml/2006/main">
              <a:ext uri="{FF2B5EF4-FFF2-40B4-BE49-F238E27FC236}">
                <a16:creationId xmlns:a16="http://schemas.microsoft.com/office/drawing/2014/main" id="{2203C6F3-9ED7-4ACF-A909-E9B439A5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0256" y="460473"/>
            <a:ext cx="1275321" cy="39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FF8C00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145" name="text-115 The">
            <a:extLst xmlns:a="http://schemas.openxmlformats.org/drawingml/2006/main">
              <a:ext uri="{FF2B5EF4-FFF2-40B4-BE49-F238E27FC236}">
                <a16:creationId xmlns:a16="http://schemas.microsoft.com/office/drawing/2014/main" id="{F0709A84-9DDB-4591-B66B-2825030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605" y="836534"/>
            <a:ext cx="448156" cy="329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46" name="text-115 texture">
            <a:extLst xmlns:a="http://schemas.openxmlformats.org/drawingml/2006/main">
              <a:ext uri="{FF2B5EF4-FFF2-40B4-BE49-F238E27FC236}">
                <a16:creationId xmlns:a16="http://schemas.microsoft.com/office/drawing/2014/main" id="{D4F139F4-0401-4C9F-8D64-716F8886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6200" y="838111"/>
            <a:ext cx="757067" cy="327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147" name="text-115 and">
            <a:extLst xmlns:a="http://schemas.openxmlformats.org/drawingml/2006/main">
              <a:ext uri="{FF2B5EF4-FFF2-40B4-BE49-F238E27FC236}">
                <a16:creationId xmlns:a16="http://schemas.microsoft.com/office/drawing/2014/main" id="{47230635-3B22-4E37-8FEC-83C0F3D3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7506" y="838345"/>
            <a:ext cx="431892" cy="327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48" name="text-115 geometry">
            <a:extLst xmlns:a="http://schemas.openxmlformats.org/drawingml/2006/main">
              <a:ext uri="{FF2B5EF4-FFF2-40B4-BE49-F238E27FC236}">
                <a16:creationId xmlns:a16="http://schemas.microsoft.com/office/drawing/2014/main" id="{764854DC-11FA-4174-AB45-B977A3F0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3679" y="838158"/>
            <a:ext cx="1016790" cy="32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149" name="text-115 of">
            <a:extLst xmlns:a="http://schemas.openxmlformats.org/drawingml/2006/main">
              <a:ext uri="{FF2B5EF4-FFF2-40B4-BE49-F238E27FC236}">
                <a16:creationId xmlns:a16="http://schemas.microsoft.com/office/drawing/2014/main" id="{1528EE23-8C76-4AE9-B4BC-4C850714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4247" y="837530"/>
            <a:ext cx="237706" cy="328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50" name="text-115 the">
            <a:extLst xmlns:a="http://schemas.openxmlformats.org/drawingml/2006/main">
              <a:ext uri="{FF2B5EF4-FFF2-40B4-BE49-F238E27FC236}">
                <a16:creationId xmlns:a16="http://schemas.microsoft.com/office/drawing/2014/main" id="{BE5B2D82-B073-4C3B-A63B-7A2B0C5A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4917" y="837259"/>
            <a:ext cx="368561" cy="328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51" name="text-115 background">
            <a:extLst xmlns:a="http://schemas.openxmlformats.org/drawingml/2006/main">
              <a:ext uri="{FF2B5EF4-FFF2-40B4-BE49-F238E27FC236}">
                <a16:creationId xmlns:a16="http://schemas.microsoft.com/office/drawing/2014/main" id="{3F137AFA-BD5D-40A2-9E91-F9F7CEF4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5218" y="838208"/>
            <a:ext cx="1263854" cy="327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152" name="text-116 railings">
            <a:extLst xmlns:a="http://schemas.openxmlformats.org/drawingml/2006/main">
              <a:ext uri="{FF2B5EF4-FFF2-40B4-BE49-F238E27FC236}">
                <a16:creationId xmlns:a16="http://schemas.microsoft.com/office/drawing/2014/main" id="{BE3D68FE-C16B-41F5-93F2-8E927514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605" y="1119905"/>
            <a:ext cx="781354" cy="326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railings</a:t>
            </a:r>
          </a:p>
        </p:txBody>
      </p:sp>
      <p:sp>
        <p:nvSpPr>
          <p:cNvPr id="153" name="text-116 and">
            <a:extLst xmlns:a="http://schemas.openxmlformats.org/drawingml/2006/main">
              <a:ext uri="{FF2B5EF4-FFF2-40B4-BE49-F238E27FC236}">
                <a16:creationId xmlns:a16="http://schemas.microsoft.com/office/drawing/2014/main" id="{A51119CD-C0EB-4326-A44C-E380B32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5398" y="1119644"/>
            <a:ext cx="431891" cy="3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54" name="text-116 pole">
            <a:extLst xmlns:a="http://schemas.openxmlformats.org/drawingml/2006/main">
              <a:ext uri="{FF2B5EF4-FFF2-40B4-BE49-F238E27FC236}">
                <a16:creationId xmlns:a16="http://schemas.microsoft.com/office/drawing/2014/main" id="{2961E07C-9E11-44A7-B04D-D49DDF4B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0398" y="1119960"/>
            <a:ext cx="483169" cy="326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pole</a:t>
            </a:r>
          </a:p>
        </p:txBody>
      </p:sp>
      <p:sp>
        <p:nvSpPr>
          <p:cNvPr id="155" name="text-116 sections">
            <a:extLst xmlns:a="http://schemas.openxmlformats.org/drawingml/2006/main">
              <a:ext uri="{FF2B5EF4-FFF2-40B4-BE49-F238E27FC236}">
                <a16:creationId xmlns:a16="http://schemas.microsoft.com/office/drawing/2014/main" id="{F4E2E51B-5A0E-448A-940E-C15806F0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904" y="1119228"/>
            <a:ext cx="900796" cy="327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sections</a:t>
            </a:r>
          </a:p>
        </p:txBody>
      </p:sp>
      <p:sp>
        <p:nvSpPr>
          <p:cNvPr id="156" name="text-116 appear">
            <a:extLst xmlns:a="http://schemas.openxmlformats.org/drawingml/2006/main">
              <a:ext uri="{FF2B5EF4-FFF2-40B4-BE49-F238E27FC236}">
                <a16:creationId xmlns:a16="http://schemas.microsoft.com/office/drawing/2014/main" id="{FB2314C6-B236-4837-B5C9-09F7D728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2906" y="1119692"/>
            <a:ext cx="769440" cy="327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appear</a:t>
            </a:r>
          </a:p>
        </p:txBody>
      </p:sp>
      <p:sp>
        <p:nvSpPr>
          <p:cNvPr id="157" name="text-116 distorted">
            <a:extLst xmlns:a="http://schemas.openxmlformats.org/drawingml/2006/main">
              <a:ext uri="{FF2B5EF4-FFF2-40B4-BE49-F238E27FC236}">
                <a16:creationId xmlns:a16="http://schemas.microsoft.com/office/drawing/2014/main" id="{0B948EB0-69B0-42D4-A25B-A539DA71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637" y="1119214"/>
            <a:ext cx="939944" cy="327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distorted</a:t>
            </a:r>
          </a:p>
        </p:txBody>
      </p:sp>
      <p:sp>
        <p:nvSpPr>
          <p:cNvPr id="158" name="text-117 and">
            <a:extLst xmlns:a="http://schemas.openxmlformats.org/drawingml/2006/main">
              <a:ext uri="{FF2B5EF4-FFF2-40B4-BE49-F238E27FC236}">
                <a16:creationId xmlns:a16="http://schemas.microsoft.com/office/drawing/2014/main" id="{36D06625-8506-4F0E-83FD-92963084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7605" y="1400941"/>
            <a:ext cx="431891" cy="3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59" name="text-117 blurry.">
            <a:extLst xmlns:a="http://schemas.openxmlformats.org/drawingml/2006/main">
              <a:ext uri="{FF2B5EF4-FFF2-40B4-BE49-F238E27FC236}">
                <a16:creationId xmlns:a16="http://schemas.microsoft.com/office/drawing/2014/main" id="{0A47E72D-6F98-4971-9C73-7AA2D2BF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3778" y="1401928"/>
            <a:ext cx="671050" cy="32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blurry.</a:t>
            </a:r>
          </a:p>
        </p:txBody>
      </p:sp>
      <p:sp>
        <p:nvSpPr>
          <p:cNvPr id="160" name="path-118">
            <a:extLst xmlns:a="http://schemas.openxmlformats.org/drawingml/2006/main">
              <a:ext uri="{FF2B5EF4-FFF2-40B4-BE49-F238E27FC236}">
                <a16:creationId xmlns:a16="http://schemas.microsoft.com/office/drawing/2014/main" id="{750731F2-76D5-4E8C-9D27-939B4385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155" y="4107416"/>
            <a:ext cx="1045751" cy="489015"/>
          </a:xfrm>
          <a:custGeom xmlns:a="http://schemas.openxmlformats.org/drawingml/2006/main">
            <a:pathLst>
              <a:path w="1045751" h="489015">
                <a:moveTo>
                  <a:pt x="1045751" y="0"/>
                </a:moveTo>
                <a:lnTo>
                  <a:pt x="0" y="489015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CB75D"/>
            </a:solidFill>
            <a:prstDash val="dash"/>
          </a:ln>
        </p:spPr>
      </p:sp>
      <p:sp>
        <p:nvSpPr>
          <p:cNvPr id="161" name="path-119">
            <a:extLst xmlns:a="http://schemas.openxmlformats.org/drawingml/2006/main">
              <a:ext uri="{FF2B5EF4-FFF2-40B4-BE49-F238E27FC236}">
                <a16:creationId xmlns:a16="http://schemas.microsoft.com/office/drawing/2014/main" id="{C1337CA0-401B-47EC-A4F0-DA961B7F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479" y="4107416"/>
            <a:ext cx="825271" cy="504253"/>
          </a:xfrm>
          <a:custGeom xmlns:a="http://schemas.openxmlformats.org/drawingml/2006/main">
            <a:pathLst>
              <a:path w="825271" h="504253">
                <a:moveTo>
                  <a:pt x="825271" y="5042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CB75D"/>
            </a:solidFill>
            <a:prstDash val="dash"/>
          </a:ln>
        </p:spPr>
      </p:sp>
      <p:sp>
        <p:nvSpPr>
          <p:cNvPr id="162" name="path-120">
            <a:extLst xmlns:a="http://schemas.openxmlformats.org/drawingml/2006/main">
              <a:ext uri="{FF2B5EF4-FFF2-40B4-BE49-F238E27FC236}">
                <a16:creationId xmlns:a16="http://schemas.microsoft.com/office/drawing/2014/main" id="{BBEEE91D-0D4D-423B-ACE1-2BCB2596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263" y="4110543"/>
            <a:ext cx="2819621" cy="471564"/>
          </a:xfrm>
          <a:custGeom xmlns:a="http://schemas.openxmlformats.org/drawingml/2006/main">
            <a:pathLst>
              <a:path w="2819621" h="471564">
                <a:moveTo>
                  <a:pt x="0" y="471564"/>
                </a:moveTo>
                <a:lnTo>
                  <a:pt x="28196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CB75D"/>
            </a:solidFill>
            <a:prstDash val="dash"/>
          </a:ln>
        </p:spPr>
      </p:sp>
      <p:sp>
        <p:nvSpPr>
          <p:cNvPr id="163" name="path-121">
            <a:extLst xmlns:a="http://schemas.openxmlformats.org/drawingml/2006/main">
              <a:ext uri="{FF2B5EF4-FFF2-40B4-BE49-F238E27FC236}">
                <a16:creationId xmlns:a16="http://schemas.microsoft.com/office/drawing/2014/main" id="{A42C12BC-F520-4705-81A0-7EAE9D9A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7551" y="3980051"/>
            <a:ext cx="153151" cy="153151"/>
          </a:xfrm>
          <a:custGeom xmlns:a="http://schemas.openxmlformats.org/drawingml/2006/main">
            <a:pathLst>
              <a:path w="153151" h="153151">
                <a:moveTo>
                  <a:pt x="0" y="76577"/>
                </a:moveTo>
                <a:cubicBezTo>
                  <a:pt x="0" y="34251"/>
                  <a:pt x="34251" y="0"/>
                  <a:pt x="76575" y="0"/>
                </a:cubicBezTo>
                <a:cubicBezTo>
                  <a:pt x="118900" y="0"/>
                  <a:pt x="153151" y="34251"/>
                  <a:pt x="153151" y="76577"/>
                </a:cubicBezTo>
                <a:cubicBezTo>
                  <a:pt x="153151" y="118900"/>
                  <a:pt x="118900" y="153151"/>
                  <a:pt x="76575" y="153151"/>
                </a:cubicBezTo>
                <a:cubicBezTo>
                  <a:pt x="34251" y="153151"/>
                  <a:pt x="0" y="118900"/>
                  <a:pt x="0" y="765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3023">
            <a:solidFill>
              <a:srgbClr val="000000"/>
            </a:solidFill>
            <a:prstDash val="solid"/>
          </a:ln>
        </p:spPr>
      </p:sp>
      <p:sp>
        <p:nvSpPr>
          <p:cNvPr id="164" name="path-122">
            <a:extLst xmlns:a="http://schemas.openxmlformats.org/drawingml/2006/main">
              <a:ext uri="{FF2B5EF4-FFF2-40B4-BE49-F238E27FC236}">
                <a16:creationId xmlns:a16="http://schemas.microsoft.com/office/drawing/2014/main" id="{72774332-1CA2-4C6E-A0CD-6B0DEE2F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043" y="4133983"/>
            <a:ext cx="307736" cy="449164"/>
          </a:xfrm>
          <a:custGeom xmlns:a="http://schemas.openxmlformats.org/drawingml/2006/main">
            <a:pathLst>
              <a:path w="307736" h="449164">
                <a:moveTo>
                  <a:pt x="0" y="449164"/>
                </a:moveTo>
                <a:lnTo>
                  <a:pt x="307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CB75D"/>
            </a:solidFill>
            <a:prstDash val="dash"/>
          </a:ln>
        </p:spPr>
      </p:sp>
      <p:sp>
        <p:nvSpPr>
          <p:cNvPr id="165" name="text-123 0:05:63">
            <a:extLst xmlns:a="http://schemas.openxmlformats.org/drawingml/2006/main">
              <a:ext uri="{FF2B5EF4-FFF2-40B4-BE49-F238E27FC236}">
                <a16:creationId xmlns:a16="http://schemas.microsoft.com/office/drawing/2014/main" id="{4ACCEF1B-49A1-468D-A707-A5849524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4040" y="3718791"/>
            <a:ext cx="697011" cy="2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0:05:63</a:t>
            </a:r>
          </a:p>
        </p:txBody>
      </p:sp>
      <p:sp>
        <p:nvSpPr>
          <p:cNvPr id="166" name="text-124 0:06:78">
            <a:extLst xmlns:a="http://schemas.openxmlformats.org/drawingml/2006/main">
              <a:ext uri="{FF2B5EF4-FFF2-40B4-BE49-F238E27FC236}">
                <a16:creationId xmlns:a16="http://schemas.microsoft.com/office/drawing/2014/main" id="{1CDE2309-C06B-4597-BFD2-178400C9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605" y="3712019"/>
            <a:ext cx="697012" cy="291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0:06:78</a:t>
            </a:r>
          </a:p>
        </p:txBody>
      </p:sp>
      <p:sp>
        <p:nvSpPr>
          <p:cNvPr id="167" name="text-125 0:07:89">
            <a:extLst xmlns:a="http://schemas.openxmlformats.org/drawingml/2006/main">
              <a:ext uri="{FF2B5EF4-FFF2-40B4-BE49-F238E27FC236}">
                <a16:creationId xmlns:a16="http://schemas.microsoft.com/office/drawing/2014/main" id="{96E9C768-EE3D-40AF-950B-670CF4D6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3140" y="3723478"/>
            <a:ext cx="697010" cy="2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0:07:89</a:t>
            </a:r>
          </a:p>
        </p:txBody>
      </p:sp>
      <p:sp>
        <p:nvSpPr>
          <p:cNvPr id="168" name="text-126 0:08:14">
            <a:extLst xmlns:a="http://schemas.openxmlformats.org/drawingml/2006/main">
              <a:ext uri="{FF2B5EF4-FFF2-40B4-BE49-F238E27FC236}">
                <a16:creationId xmlns:a16="http://schemas.microsoft.com/office/drawing/2014/main" id="{EC98BD85-3C0F-45D7-B239-1A3B09F3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30010" y="3732335"/>
            <a:ext cx="697010" cy="2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4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0:08:14</a:t>
            </a:r>
          </a:p>
        </p:txBody>
      </p:sp>
      <p:sp>
        <p:nvSpPr>
          <p:cNvPr id="169" name="path-127">
            <a:extLst xmlns:a="http://schemas.openxmlformats.org/drawingml/2006/main">
              <a:ext uri="{FF2B5EF4-FFF2-40B4-BE49-F238E27FC236}">
                <a16:creationId xmlns:a16="http://schemas.microsoft.com/office/drawing/2014/main" id="{AFFB0FC9-7CD0-4A69-8BA7-F8239D5E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542" y="372405"/>
            <a:ext cx="2394158" cy="1436183"/>
          </a:xfrm>
          <a:custGeom xmlns:a="http://schemas.openxmlformats.org/drawingml/2006/main">
            <a:pathLst>
              <a:path w="2394158" h="1436183">
                <a:moveTo>
                  <a:pt x="0" y="113431"/>
                </a:moveTo>
                <a:cubicBezTo>
                  <a:pt x="0" y="50789"/>
                  <a:pt x="50789" y="0"/>
                  <a:pt x="113429" y="0"/>
                </a:cubicBezTo>
                <a:lnTo>
                  <a:pt x="2280727" y="0"/>
                </a:lnTo>
                <a:cubicBezTo>
                  <a:pt x="2343367" y="0"/>
                  <a:pt x="2394158" y="50789"/>
                  <a:pt x="2394158" y="113431"/>
                </a:cubicBezTo>
                <a:lnTo>
                  <a:pt x="2394158" y="1322751"/>
                </a:lnTo>
                <a:cubicBezTo>
                  <a:pt x="2394158" y="1385392"/>
                  <a:pt x="2343367" y="1436183"/>
                  <a:pt x="2280727" y="1436183"/>
                </a:cubicBezTo>
                <a:lnTo>
                  <a:pt x="113429" y="1436183"/>
                </a:lnTo>
                <a:cubicBezTo>
                  <a:pt x="50789" y="1436183"/>
                  <a:pt x="0" y="1385392"/>
                  <a:pt x="0" y="1322751"/>
                </a:cubicBezTo>
                <a:lnTo>
                  <a:pt x="0" y="11343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FCB75D"/>
            </a:solidFill>
            <a:prstDash val="solid"/>
          </a:ln>
        </p:spPr>
      </p:sp>
      <p:sp>
        <p:nvSpPr>
          <p:cNvPr id="170" name="text-128 Legend">
            <a:extLst xmlns:a="http://schemas.openxmlformats.org/drawingml/2006/main">
              <a:ext uri="{FF2B5EF4-FFF2-40B4-BE49-F238E27FC236}">
                <a16:creationId xmlns:a16="http://schemas.microsoft.com/office/drawing/2014/main" id="{BB7FD992-CB52-4B65-A702-A5B2251B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6855" y="486109"/>
            <a:ext cx="612571" cy="256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4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Legend</a:t>
            </a:r>
          </a:p>
        </p:txBody>
      </p:sp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AE50DEB3-0914-412A-8B0D-7148017319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0cab5eba24ee4"/>
          <a:stretch xmlns:a="http://schemas.openxmlformats.org/drawingml/2006/main"/>
        </p:blipFill>
        <p:spPr>
          <a:xfrm xmlns:a="http://schemas.openxmlformats.org/drawingml/2006/main">
            <a:off x="11934426" y="825580"/>
            <a:ext cx="414172" cy="414172"/>
          </a:xfrm>
          <a:prstGeom xmlns:a="http://schemas.openxmlformats.org/drawingml/2006/main" prst="rect">
            <a:avLst/>
          </a:prstGeom>
        </p:spPr>
      </p:pic>
      <p:sp>
        <p:nvSpPr>
          <p:cNvPr id="172" name="path-130">
            <a:extLst xmlns:a="http://schemas.openxmlformats.org/drawingml/2006/main">
              <a:ext uri="{FF2B5EF4-FFF2-40B4-BE49-F238E27FC236}">
                <a16:creationId xmlns:a16="http://schemas.microsoft.com/office/drawing/2014/main" id="{885A616A-E0C5-48C0-A911-481236FA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390" y="852486"/>
            <a:ext cx="307500" cy="309358"/>
          </a:xfrm>
          <a:custGeom xmlns:a="http://schemas.openxmlformats.org/drawingml/2006/main">
            <a:pathLst>
              <a:path w="307500" h="309358">
                <a:moveTo>
                  <a:pt x="307499" y="76642"/>
                </a:moveTo>
                <a:cubicBezTo>
                  <a:pt x="307500" y="85717"/>
                  <a:pt x="306063" y="94314"/>
                  <a:pt x="303191" y="102447"/>
                </a:cubicBezTo>
                <a:cubicBezTo>
                  <a:pt x="300331" y="110595"/>
                  <a:pt x="296277" y="117955"/>
                  <a:pt x="291045" y="124542"/>
                </a:cubicBezTo>
                <a:cubicBezTo>
                  <a:pt x="285824" y="131140"/>
                  <a:pt x="279669" y="136761"/>
                  <a:pt x="272603" y="141388"/>
                </a:cubicBezTo>
                <a:cubicBezTo>
                  <a:pt x="265523" y="146029"/>
                  <a:pt x="257891" y="149380"/>
                  <a:pt x="249696" y="151430"/>
                </a:cubicBezTo>
                <a:cubicBezTo>
                  <a:pt x="250299" y="156172"/>
                  <a:pt x="250607" y="160710"/>
                  <a:pt x="250607" y="165028"/>
                </a:cubicBezTo>
                <a:cubicBezTo>
                  <a:pt x="250607" y="179658"/>
                  <a:pt x="247850" y="193465"/>
                  <a:pt x="242309" y="206444"/>
                </a:cubicBezTo>
                <a:cubicBezTo>
                  <a:pt x="236781" y="219424"/>
                  <a:pt x="229188" y="230704"/>
                  <a:pt x="219556" y="240285"/>
                </a:cubicBezTo>
                <a:cubicBezTo>
                  <a:pt x="209925" y="249867"/>
                  <a:pt x="198652" y="257438"/>
                  <a:pt x="185736" y="263000"/>
                </a:cubicBezTo>
                <a:cubicBezTo>
                  <a:pt x="172821" y="268564"/>
                  <a:pt x="159085" y="271344"/>
                  <a:pt x="144529" y="271344"/>
                </a:cubicBezTo>
                <a:cubicBezTo>
                  <a:pt x="133460" y="271344"/>
                  <a:pt x="122897" y="269748"/>
                  <a:pt x="112852" y="266555"/>
                </a:cubicBezTo>
                <a:cubicBezTo>
                  <a:pt x="102808" y="263360"/>
                  <a:pt x="93480" y="258776"/>
                  <a:pt x="84870" y="252801"/>
                </a:cubicBezTo>
                <a:lnTo>
                  <a:pt x="0" y="309358"/>
                </a:lnTo>
                <a:lnTo>
                  <a:pt x="56579" y="223751"/>
                </a:lnTo>
                <a:cubicBezTo>
                  <a:pt x="50838" y="215099"/>
                  <a:pt x="46484" y="205878"/>
                  <a:pt x="43510" y="196091"/>
                </a:cubicBezTo>
                <a:cubicBezTo>
                  <a:pt x="40538" y="186305"/>
                  <a:pt x="39053" y="175946"/>
                  <a:pt x="39053" y="165028"/>
                </a:cubicBezTo>
                <a:cubicBezTo>
                  <a:pt x="39053" y="150398"/>
                  <a:pt x="41819" y="136606"/>
                  <a:pt x="47355" y="123626"/>
                </a:cubicBezTo>
                <a:cubicBezTo>
                  <a:pt x="52889" y="110646"/>
                  <a:pt x="60424" y="99354"/>
                  <a:pt x="69955" y="89778"/>
                </a:cubicBezTo>
                <a:cubicBezTo>
                  <a:pt x="79488" y="80200"/>
                  <a:pt x="90660" y="72634"/>
                  <a:pt x="103472" y="67066"/>
                </a:cubicBezTo>
                <a:cubicBezTo>
                  <a:pt x="116285" y="61496"/>
                  <a:pt x="129970" y="58726"/>
                  <a:pt x="144528" y="58726"/>
                </a:cubicBezTo>
                <a:cubicBezTo>
                  <a:pt x="146785" y="58726"/>
                  <a:pt x="148824" y="58777"/>
                  <a:pt x="150671" y="58880"/>
                </a:cubicBezTo>
                <a:cubicBezTo>
                  <a:pt x="152518" y="58983"/>
                  <a:pt x="154467" y="59139"/>
                  <a:pt x="156520" y="59344"/>
                </a:cubicBezTo>
                <a:cubicBezTo>
                  <a:pt x="158572" y="50889"/>
                  <a:pt x="161893" y="43013"/>
                  <a:pt x="166510" y="35691"/>
                </a:cubicBezTo>
                <a:cubicBezTo>
                  <a:pt x="171128" y="28383"/>
                  <a:pt x="176706" y="22093"/>
                  <a:pt x="183272" y="16846"/>
                </a:cubicBezTo>
                <a:cubicBezTo>
                  <a:pt x="189827" y="11588"/>
                  <a:pt x="197162" y="7476"/>
                  <a:pt x="205255" y="4485"/>
                </a:cubicBezTo>
                <a:cubicBezTo>
                  <a:pt x="213347" y="1496"/>
                  <a:pt x="222018" y="0"/>
                  <a:pt x="231239" y="0"/>
                </a:cubicBezTo>
                <a:cubicBezTo>
                  <a:pt x="241692" y="0"/>
                  <a:pt x="251581" y="2010"/>
                  <a:pt x="260917" y="6032"/>
                </a:cubicBezTo>
                <a:cubicBezTo>
                  <a:pt x="270241" y="10040"/>
                  <a:pt x="278335" y="15506"/>
                  <a:pt x="285209" y="22403"/>
                </a:cubicBezTo>
                <a:cubicBezTo>
                  <a:pt x="292071" y="29311"/>
                  <a:pt x="297508" y="37444"/>
                  <a:pt x="301498" y="46829"/>
                </a:cubicBezTo>
                <a:cubicBezTo>
                  <a:pt x="305499" y="56199"/>
                  <a:pt x="307499" y="66137"/>
                  <a:pt x="307499" y="76642"/>
                </a:cubicBezTo>
                <a:moveTo>
                  <a:pt x="144221" y="232404"/>
                </a:moveTo>
                <a:cubicBezTo>
                  <a:pt x="153648" y="232404"/>
                  <a:pt x="162458" y="230601"/>
                  <a:pt x="170667" y="226996"/>
                </a:cubicBezTo>
                <a:cubicBezTo>
                  <a:pt x="178861" y="223390"/>
                  <a:pt x="185993" y="218498"/>
                  <a:pt x="192033" y="212317"/>
                </a:cubicBezTo>
                <a:cubicBezTo>
                  <a:pt x="198087" y="206136"/>
                  <a:pt x="202845" y="198924"/>
                  <a:pt x="206333" y="190685"/>
                </a:cubicBezTo>
                <a:cubicBezTo>
                  <a:pt x="209821" y="182442"/>
                  <a:pt x="211566" y="173690"/>
                  <a:pt x="211566" y="164410"/>
                </a:cubicBezTo>
                <a:cubicBezTo>
                  <a:pt x="211566" y="159473"/>
                  <a:pt x="211156" y="154935"/>
                  <a:pt x="210335" y="150811"/>
                </a:cubicBezTo>
                <a:cubicBezTo>
                  <a:pt x="208694" y="150398"/>
                  <a:pt x="207155" y="149947"/>
                  <a:pt x="205717" y="149431"/>
                </a:cubicBezTo>
                <a:cubicBezTo>
                  <a:pt x="204281" y="148915"/>
                  <a:pt x="202742" y="148349"/>
                  <a:pt x="201101" y="147729"/>
                </a:cubicBezTo>
                <a:lnTo>
                  <a:pt x="174347" y="174309"/>
                </a:lnTo>
                <a:cubicBezTo>
                  <a:pt x="171487" y="177182"/>
                  <a:pt x="168307" y="179297"/>
                  <a:pt x="164818" y="180637"/>
                </a:cubicBezTo>
                <a:cubicBezTo>
                  <a:pt x="161329" y="181979"/>
                  <a:pt x="157751" y="182649"/>
                  <a:pt x="154057" y="182649"/>
                </a:cubicBezTo>
                <a:cubicBezTo>
                  <a:pt x="150364" y="182649"/>
                  <a:pt x="146734" y="181979"/>
                  <a:pt x="143142" y="180637"/>
                </a:cubicBezTo>
                <a:cubicBezTo>
                  <a:pt x="139553" y="179297"/>
                  <a:pt x="136422" y="177182"/>
                  <a:pt x="133768" y="174309"/>
                </a:cubicBezTo>
                <a:cubicBezTo>
                  <a:pt x="130895" y="171421"/>
                  <a:pt x="128792" y="168225"/>
                  <a:pt x="127457" y="164718"/>
                </a:cubicBezTo>
                <a:cubicBezTo>
                  <a:pt x="126126" y="161226"/>
                  <a:pt x="125459" y="157617"/>
                  <a:pt x="125459" y="153903"/>
                </a:cubicBezTo>
                <a:cubicBezTo>
                  <a:pt x="125459" y="150191"/>
                  <a:pt x="126126" y="146596"/>
                  <a:pt x="127457" y="143090"/>
                </a:cubicBezTo>
                <a:cubicBezTo>
                  <a:pt x="128792" y="139583"/>
                  <a:pt x="130895" y="136400"/>
                  <a:pt x="133768" y="133512"/>
                </a:cubicBezTo>
                <a:lnTo>
                  <a:pt x="160508" y="106624"/>
                </a:lnTo>
                <a:cubicBezTo>
                  <a:pt x="159906" y="104975"/>
                  <a:pt x="159341" y="103479"/>
                  <a:pt x="158828" y="102139"/>
                </a:cubicBezTo>
                <a:cubicBezTo>
                  <a:pt x="158314" y="100798"/>
                  <a:pt x="157854" y="99405"/>
                  <a:pt x="157442" y="97975"/>
                </a:cubicBezTo>
                <a:cubicBezTo>
                  <a:pt x="153544" y="97150"/>
                  <a:pt x="149132" y="96738"/>
                  <a:pt x="144219" y="96738"/>
                </a:cubicBezTo>
                <a:cubicBezTo>
                  <a:pt x="134986" y="96738"/>
                  <a:pt x="126280" y="98491"/>
                  <a:pt x="118080" y="101984"/>
                </a:cubicBezTo>
                <a:cubicBezTo>
                  <a:pt x="109878" y="105491"/>
                  <a:pt x="102704" y="110336"/>
                  <a:pt x="96555" y="116510"/>
                </a:cubicBezTo>
                <a:cubicBezTo>
                  <a:pt x="90403" y="122697"/>
                  <a:pt x="85586" y="129903"/>
                  <a:pt x="82101" y="138140"/>
                </a:cubicBezTo>
                <a:cubicBezTo>
                  <a:pt x="78617" y="146389"/>
                  <a:pt x="76875" y="155142"/>
                  <a:pt x="76875" y="164410"/>
                </a:cubicBezTo>
                <a:cubicBezTo>
                  <a:pt x="76875" y="173690"/>
                  <a:pt x="78617" y="182442"/>
                  <a:pt x="82103" y="190685"/>
                </a:cubicBezTo>
                <a:cubicBezTo>
                  <a:pt x="85586" y="198924"/>
                  <a:pt x="90404" y="206136"/>
                  <a:pt x="96555" y="212317"/>
                </a:cubicBezTo>
                <a:cubicBezTo>
                  <a:pt x="102704" y="218498"/>
                  <a:pt x="109880" y="223390"/>
                  <a:pt x="118080" y="226996"/>
                </a:cubicBezTo>
                <a:cubicBezTo>
                  <a:pt x="126280" y="230601"/>
                  <a:pt x="134986" y="232404"/>
                  <a:pt x="144221" y="232404"/>
                </a:cubicBezTo>
                <a:moveTo>
                  <a:pt x="231240" y="116820"/>
                </a:moveTo>
                <a:cubicBezTo>
                  <a:pt x="236576" y="116820"/>
                  <a:pt x="241590" y="115789"/>
                  <a:pt x="246309" y="113727"/>
                </a:cubicBezTo>
                <a:cubicBezTo>
                  <a:pt x="251017" y="111665"/>
                  <a:pt x="255172" y="108893"/>
                  <a:pt x="258763" y="105387"/>
                </a:cubicBezTo>
                <a:cubicBezTo>
                  <a:pt x="262355" y="101880"/>
                  <a:pt x="265163" y="97718"/>
                  <a:pt x="267215" y="92871"/>
                </a:cubicBezTo>
                <a:cubicBezTo>
                  <a:pt x="269267" y="88024"/>
                  <a:pt x="270293" y="82932"/>
                  <a:pt x="270293" y="77571"/>
                </a:cubicBezTo>
                <a:cubicBezTo>
                  <a:pt x="270293" y="72221"/>
                  <a:pt x="269267" y="67169"/>
                  <a:pt x="267215" y="62425"/>
                </a:cubicBezTo>
                <a:cubicBezTo>
                  <a:pt x="265163" y="57694"/>
                  <a:pt x="262355" y="53569"/>
                  <a:pt x="258763" y="50064"/>
                </a:cubicBezTo>
                <a:cubicBezTo>
                  <a:pt x="255172" y="46570"/>
                  <a:pt x="251017" y="43787"/>
                  <a:pt x="246309" y="41724"/>
                </a:cubicBezTo>
                <a:cubicBezTo>
                  <a:pt x="241590" y="39662"/>
                  <a:pt x="236576" y="38630"/>
                  <a:pt x="231240" y="38630"/>
                </a:cubicBezTo>
                <a:cubicBezTo>
                  <a:pt x="225905" y="38630"/>
                  <a:pt x="220838" y="39662"/>
                  <a:pt x="216016" y="41724"/>
                </a:cubicBezTo>
                <a:cubicBezTo>
                  <a:pt x="211207" y="43787"/>
                  <a:pt x="207051" y="46570"/>
                  <a:pt x="203563" y="50064"/>
                </a:cubicBezTo>
                <a:cubicBezTo>
                  <a:pt x="200074" y="53569"/>
                  <a:pt x="197316" y="57694"/>
                  <a:pt x="195264" y="62425"/>
                </a:cubicBezTo>
                <a:cubicBezTo>
                  <a:pt x="193212" y="67169"/>
                  <a:pt x="192186" y="72221"/>
                  <a:pt x="192186" y="77571"/>
                </a:cubicBezTo>
                <a:cubicBezTo>
                  <a:pt x="192187" y="82932"/>
                  <a:pt x="193212" y="88024"/>
                  <a:pt x="195264" y="92871"/>
                </a:cubicBezTo>
                <a:cubicBezTo>
                  <a:pt x="197316" y="97718"/>
                  <a:pt x="200075" y="101880"/>
                  <a:pt x="203563" y="105387"/>
                </a:cubicBezTo>
                <a:cubicBezTo>
                  <a:pt x="207051" y="108893"/>
                  <a:pt x="211207" y="111665"/>
                  <a:pt x="216016" y="113727"/>
                </a:cubicBezTo>
                <a:cubicBezTo>
                  <a:pt x="220838" y="115789"/>
                  <a:pt x="225905" y="116820"/>
                  <a:pt x="231240" y="116820"/>
                </a:cubicBezTo>
              </a:path>
            </a:pathLst>
          </a:custGeom>
          <a:solidFill xmlns:a="http://schemas.openxmlformats.org/drawingml/2006/main">
            <a:srgbClr val="F96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text-131 Abnormal">
            <a:extLst xmlns:a="http://schemas.openxmlformats.org/drawingml/2006/main">
              <a:ext uri="{FF2B5EF4-FFF2-40B4-BE49-F238E27FC236}">
                <a16:creationId xmlns:a16="http://schemas.microsoft.com/office/drawing/2014/main" id="{C780F9F5-9CB4-468E-81EC-B705B82A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4166" y="897159"/>
            <a:ext cx="772068" cy="25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74" name="text-132 Frame">
            <a:extLst xmlns:a="http://schemas.openxmlformats.org/drawingml/2006/main">
              <a:ext uri="{FF2B5EF4-FFF2-40B4-BE49-F238E27FC236}">
                <a16:creationId xmlns:a16="http://schemas.microsoft.com/office/drawing/2014/main" id="{7B92FA1E-6647-4D0D-9B91-2E46CE29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8675" y="897832"/>
            <a:ext cx="496768" cy="254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1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Frame</a:t>
            </a:r>
          </a:p>
        </p:txBody>
      </p:sp>
      <p:sp>
        <p:nvSpPr>
          <p:cNvPr id="175" name="path-133">
            <a:extLst xmlns:a="http://schemas.openxmlformats.org/drawingml/2006/main">
              <a:ext uri="{FF2B5EF4-FFF2-40B4-BE49-F238E27FC236}">
                <a16:creationId xmlns:a16="http://schemas.microsoft.com/office/drawing/2014/main" id="{337E5CBB-302D-4D20-90ED-9E5F8007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6305" y="1485876"/>
            <a:ext cx="325836" cy="191"/>
          </a:xfrm>
          <a:custGeom xmlns:a="http://schemas.openxmlformats.org/drawingml/2006/main">
            <a:pathLst>
              <a:path w="325836" h="191">
                <a:moveTo>
                  <a:pt x="0" y="0"/>
                </a:moveTo>
                <a:lnTo>
                  <a:pt x="3258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604">
            <a:solidFill>
              <a:srgbClr val="F96808"/>
            </a:solidFill>
            <a:prstDash val="solid"/>
          </a:ln>
        </p:spPr>
      </p:sp>
      <p:sp>
        <p:nvSpPr>
          <p:cNvPr id="176" name="text-134 Abnormal">
            <a:extLst xmlns:a="http://schemas.openxmlformats.org/drawingml/2006/main">
              <a:ext uri="{FF2B5EF4-FFF2-40B4-BE49-F238E27FC236}">
                <a16:creationId xmlns:a16="http://schemas.microsoft.com/office/drawing/2014/main" id="{A03ACF55-C611-4AB9-9DF5-8FB4A7AC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4567" y="1362863"/>
            <a:ext cx="772068" cy="25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Abnormal</a:t>
            </a:r>
          </a:p>
        </p:txBody>
      </p:sp>
      <p:sp>
        <p:nvSpPr>
          <p:cNvPr id="177" name="text-135 Fragment">
            <a:extLst xmlns:a="http://schemas.openxmlformats.org/drawingml/2006/main">
              <a:ext uri="{FF2B5EF4-FFF2-40B4-BE49-F238E27FC236}">
                <a16:creationId xmlns:a16="http://schemas.microsoft.com/office/drawing/2014/main" id="{3865A431-B16D-4E2B-99E6-A0C1FA78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076" y="1362749"/>
            <a:ext cx="732046" cy="255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3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Fragment</a:t>
            </a:r>
          </a:p>
        </p:txBody>
      </p:sp>
      <p:sp>
        <p:nvSpPr>
          <p:cNvPr id="178" name="path-136">
            <a:extLst xmlns:a="http://schemas.openxmlformats.org/drawingml/2006/main">
              <a:ext uri="{FF2B5EF4-FFF2-40B4-BE49-F238E27FC236}">
                <a16:creationId xmlns:a16="http://schemas.microsoft.com/office/drawing/2014/main" id="{557DBC43-C325-45DC-BA55-4B5A985E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919" y="1424146"/>
            <a:ext cx="606353" cy="334433"/>
          </a:xfrm>
          <a:custGeom xmlns:a="http://schemas.openxmlformats.org/drawingml/2006/main">
            <a:pathLst>
              <a:path w="606353" h="334433">
                <a:moveTo>
                  <a:pt x="0" y="0"/>
                </a:moveTo>
                <a:lnTo>
                  <a:pt x="606353" y="0"/>
                </a:lnTo>
                <a:lnTo>
                  <a:pt x="606353" y="334433"/>
                </a:lnTo>
                <a:lnTo>
                  <a:pt x="0" y="3344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solid"/>
          </a:ln>
        </p:spPr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8B9F37D-CFDD-47DF-A35B-86871936DC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80b3f9f954bef"/>
          <a:stretch xmlns:a="http://schemas.openxmlformats.org/drawingml/2006/main"/>
        </p:blipFill>
        <p:spPr>
          <a:xfrm xmlns:a="http://schemas.openxmlformats.org/drawingml/2006/main">
            <a:off x="3667125" y="409575"/>
            <a:ext cx="2438400" cy="1362075"/>
          </a:xfrm>
          <a:prstGeom xmlns:a="http://schemas.openxmlformats.org/drawingml/2006/main" prst="rect">
            <a:avLst/>
          </a:prstGeom>
        </p:spPr>
      </p:pic>
      <p:sp>
        <p:nvSpPr>
          <p:cNvPr id="180" name="path-138">
            <a:extLst xmlns:a="http://schemas.openxmlformats.org/drawingml/2006/main">
              <a:ext uri="{FF2B5EF4-FFF2-40B4-BE49-F238E27FC236}">
                <a16:creationId xmlns:a16="http://schemas.microsoft.com/office/drawing/2014/main" id="{E5E7B511-4B21-4D73-A9BF-6E5FFE98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669" y="398971"/>
            <a:ext cx="2462919" cy="1390861"/>
          </a:xfrm>
          <a:custGeom xmlns:a="http://schemas.openxmlformats.org/drawingml/2006/main">
            <a:pathLst>
              <a:path w="2462919" h="1390861">
                <a:moveTo>
                  <a:pt x="0" y="0"/>
                </a:moveTo>
                <a:lnTo>
                  <a:pt x="2462919" y="0"/>
                </a:lnTo>
                <a:lnTo>
                  <a:pt x="2462919" y="1390861"/>
                </a:lnTo>
                <a:lnTo>
                  <a:pt x="0" y="13908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solid"/>
          </a:ln>
        </p:spPr>
      </p:sp>
      <p:sp>
        <p:nvSpPr>
          <p:cNvPr id="181" name="path-139">
            <a:extLst xmlns:a="http://schemas.openxmlformats.org/drawingml/2006/main">
              <a:ext uri="{FF2B5EF4-FFF2-40B4-BE49-F238E27FC236}">
                <a16:creationId xmlns:a16="http://schemas.microsoft.com/office/drawing/2014/main" id="{43189D28-3460-4968-8A38-C684B0D9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584" y="388032"/>
            <a:ext cx="506857" cy="1034943"/>
          </a:xfrm>
          <a:custGeom xmlns:a="http://schemas.openxmlformats.org/drawingml/2006/main">
            <a:pathLst>
              <a:path w="506857" h="1034943">
                <a:moveTo>
                  <a:pt x="0" y="1034943"/>
                </a:moveTo>
                <a:lnTo>
                  <a:pt x="5068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dash"/>
          </a:ln>
        </p:spPr>
      </p:sp>
      <p:sp>
        <p:nvSpPr>
          <p:cNvPr id="182" name="path-140">
            <a:extLst xmlns:a="http://schemas.openxmlformats.org/drawingml/2006/main">
              <a:ext uri="{FF2B5EF4-FFF2-40B4-BE49-F238E27FC236}">
                <a16:creationId xmlns:a16="http://schemas.microsoft.com/office/drawing/2014/main" id="{2E1A6107-B714-49D2-8B3A-29FC42C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584" y="1758579"/>
            <a:ext cx="520662" cy="11720"/>
          </a:xfrm>
          <a:custGeom xmlns:a="http://schemas.openxmlformats.org/drawingml/2006/main">
            <a:pathLst>
              <a:path w="520662" h="11720">
                <a:moveTo>
                  <a:pt x="0" y="0"/>
                </a:moveTo>
                <a:lnTo>
                  <a:pt x="520662" y="11720"/>
                </a:lnTo>
              </a:path>
            </a:pathLst>
          </a:custGeom>
          <a:noFill xmlns:a="http://schemas.openxmlformats.org/drawingml/2006/main"/>
          <a:ln xmlns:a="http://schemas.openxmlformats.org/drawingml/2006/main" w="39069">
            <a:solidFill>
              <a:srgbClr val="F96808"/>
            </a:solidFill>
            <a:prstDash val="dash"/>
          </a:ln>
        </p:spPr>
      </p:sp>
      <p:sp>
        <p:nvSpPr>
          <p:cNvPr id="183" name="path-141">
            <a:extLst xmlns:a="http://schemas.openxmlformats.org/drawingml/2006/main">
              <a:ext uri="{FF2B5EF4-FFF2-40B4-BE49-F238E27FC236}">
                <a16:creationId xmlns:a16="http://schemas.microsoft.com/office/drawing/2014/main" id="{67C8E240-EDDF-4172-8477-98F5A0D2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90" y="6432814"/>
            <a:ext cx="7124652" cy="6466727"/>
          </a:xfrm>
          <a:custGeom xmlns:a="http://schemas.openxmlformats.org/drawingml/2006/main">
            <a:pathLst>
              <a:path w="7124652" h="6466727">
                <a:moveTo>
                  <a:pt x="0" y="510762"/>
                </a:moveTo>
                <a:cubicBezTo>
                  <a:pt x="0" y="228684"/>
                  <a:pt x="228684" y="0"/>
                  <a:pt x="510762" y="0"/>
                </a:cubicBezTo>
                <a:lnTo>
                  <a:pt x="6613888" y="0"/>
                </a:lnTo>
                <a:cubicBezTo>
                  <a:pt x="6895967" y="0"/>
                  <a:pt x="7124652" y="228684"/>
                  <a:pt x="7124652" y="510762"/>
                </a:cubicBezTo>
                <a:lnTo>
                  <a:pt x="7124652" y="5955991"/>
                </a:lnTo>
                <a:cubicBezTo>
                  <a:pt x="7124652" y="6238055"/>
                  <a:pt x="6895967" y="6466727"/>
                  <a:pt x="6613888" y="6466727"/>
                </a:cubicBezTo>
                <a:lnTo>
                  <a:pt x="510762" y="6466727"/>
                </a:lnTo>
                <a:cubicBezTo>
                  <a:pt x="228684" y="6466727"/>
                  <a:pt x="0" y="6238055"/>
                  <a:pt x="0" y="5955991"/>
                </a:cubicBezTo>
                <a:lnTo>
                  <a:pt x="0" y="510762"/>
                </a:lnTo>
              </a:path>
            </a:pathLst>
          </a:custGeom>
          <a:solidFill xmlns:a="http://schemas.openxmlformats.org/drawingml/2006/main">
            <a:srgbClr val="F2F8F3"/>
          </a:solidFill>
          <a:ln xmlns:a="http://schemas.openxmlformats.org/drawingml/2006/main" w="39069">
            <a:solidFill>
              <a:srgbClr val="476F59"/>
            </a:solidFill>
            <a:prstDash val="solid"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9B757AC-6C19-4328-840B-00D52F9F6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4b93477914988"/>
          <a:stretch xmlns:a="http://schemas.openxmlformats.org/drawingml/2006/main"/>
        </p:blipFill>
        <p:spPr>
          <a:xfrm xmlns:a="http://schemas.openxmlformats.org/drawingml/2006/main">
            <a:off x="8372033" y="7014944"/>
            <a:ext cx="2892812" cy="2892812"/>
          </a:xfrm>
          <a:prstGeom xmlns:a="http://schemas.openxmlformats.org/drawingml/2006/main" prst="rect">
            <a:avLst/>
          </a:prstGeom>
        </p:spPr>
      </p:pic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35A911B-C2A0-476A-8900-5D67C987B6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345cef56e4700"/>
          <a:stretch xmlns:a="http://schemas.openxmlformats.org/drawingml/2006/main"/>
        </p:blipFill>
        <p:spPr>
          <a:xfrm xmlns:a="http://schemas.openxmlformats.org/drawingml/2006/main">
            <a:off x="8591550" y="7239000"/>
            <a:ext cx="2266950" cy="2257425"/>
          </a:xfrm>
          <a:prstGeom xmlns:a="http://schemas.openxmlformats.org/drawingml/2006/main" prst="rect">
            <a:avLst/>
          </a:prstGeom>
        </p:spPr>
      </p:pic>
      <p:sp>
        <p:nvSpPr>
          <p:cNvPr id="186" name="path-144">
            <a:extLst xmlns:a="http://schemas.openxmlformats.org/drawingml/2006/main">
              <a:ext uri="{FF2B5EF4-FFF2-40B4-BE49-F238E27FC236}">
                <a16:creationId xmlns:a16="http://schemas.microsoft.com/office/drawing/2014/main" id="{6A658F0F-FDEB-493F-AC8D-0577951E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078" y="7229954"/>
            <a:ext cx="2292187" cy="2278123"/>
          </a:xfrm>
          <a:custGeom xmlns:a="http://schemas.openxmlformats.org/drawingml/2006/main">
            <a:pathLst>
              <a:path w="2292187" h="2278123">
                <a:moveTo>
                  <a:pt x="0" y="0"/>
                </a:moveTo>
                <a:lnTo>
                  <a:pt x="2292187" y="0"/>
                </a:lnTo>
                <a:lnTo>
                  <a:pt x="2292187" y="2278123"/>
                </a:lnTo>
                <a:lnTo>
                  <a:pt x="0" y="22781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302">
            <a:solidFill>
              <a:srgbClr val="3CAE73"/>
            </a:solidFill>
            <a:prstDash val="solid"/>
          </a:ln>
        </p:spPr>
      </p:sp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24F51AB-F17D-4108-8D12-348379E635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fe8718d8e4149"/>
          <a:stretch xmlns:a="http://schemas.openxmlformats.org/drawingml/2006/main"/>
        </p:blipFill>
        <p:spPr>
          <a:xfrm xmlns:a="http://schemas.openxmlformats.org/drawingml/2006/main">
            <a:off x="11923421" y="7038387"/>
            <a:ext cx="2891248" cy="2891248"/>
          </a:xfrm>
          <a:prstGeom xmlns:a="http://schemas.openxmlformats.org/drawingml/2006/main" prst="rect">
            <a:avLst/>
          </a:prstGeom>
        </p:spPr>
      </p:pic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42C3182-AE7C-4CBE-A8B2-CD159987D0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007f07ade4fd7"/>
          <a:stretch xmlns:a="http://schemas.openxmlformats.org/drawingml/2006/main"/>
        </p:blipFill>
        <p:spPr>
          <a:xfrm xmlns:a="http://schemas.openxmlformats.org/drawingml/2006/main">
            <a:off x="12144375" y="7267575"/>
            <a:ext cx="2266950" cy="2247900"/>
          </a:xfrm>
          <a:prstGeom xmlns:a="http://schemas.openxmlformats.org/drawingml/2006/main" prst="rect">
            <a:avLst/>
          </a:prstGeom>
        </p:spPr>
      </p:pic>
      <p:sp>
        <p:nvSpPr>
          <p:cNvPr id="189" name="path-147">
            <a:extLst xmlns:a="http://schemas.openxmlformats.org/drawingml/2006/main">
              <a:ext uri="{FF2B5EF4-FFF2-40B4-BE49-F238E27FC236}">
                <a16:creationId xmlns:a16="http://schemas.microsoft.com/office/drawing/2014/main" id="{B37978F8-D6E5-41BD-A5BD-99FBA372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0684" y="7253394"/>
            <a:ext cx="2292187" cy="2276562"/>
          </a:xfrm>
          <a:custGeom xmlns:a="http://schemas.openxmlformats.org/drawingml/2006/main">
            <a:pathLst>
              <a:path w="2292187" h="2276562">
                <a:moveTo>
                  <a:pt x="0" y="0"/>
                </a:moveTo>
                <a:lnTo>
                  <a:pt x="2292187" y="0"/>
                </a:lnTo>
                <a:lnTo>
                  <a:pt x="2292187" y="2276562"/>
                </a:lnTo>
                <a:lnTo>
                  <a:pt x="0" y="22765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302">
            <a:solidFill>
              <a:srgbClr val="3CAE73"/>
            </a:solidFill>
            <a:prstDash val="solid"/>
          </a:ln>
        </p:spPr>
      </p:sp>
      <p:sp>
        <p:nvSpPr>
          <p:cNvPr id="190" name="path-148">
            <a:extLst xmlns:a="http://schemas.openxmlformats.org/drawingml/2006/main">
              <a:ext uri="{FF2B5EF4-FFF2-40B4-BE49-F238E27FC236}">
                <a16:creationId xmlns:a16="http://schemas.microsoft.com/office/drawing/2014/main" id="{65A392E0-2103-4561-8F75-F3B31277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123" y="9778697"/>
            <a:ext cx="3181791" cy="2880179"/>
          </a:xfrm>
          <a:custGeom xmlns:a="http://schemas.openxmlformats.org/drawingml/2006/main">
            <a:pathLst>
              <a:path w="3181791" h="2880179">
                <a:moveTo>
                  <a:pt x="0" y="227512"/>
                </a:moveTo>
                <a:cubicBezTo>
                  <a:pt x="0" y="101840"/>
                  <a:pt x="101840" y="0"/>
                  <a:pt x="227512" y="0"/>
                </a:cubicBezTo>
                <a:lnTo>
                  <a:pt x="2954279" y="0"/>
                </a:lnTo>
                <a:cubicBezTo>
                  <a:pt x="3079952" y="0"/>
                  <a:pt x="3181791" y="101840"/>
                  <a:pt x="3181791" y="227512"/>
                </a:cubicBezTo>
                <a:lnTo>
                  <a:pt x="3181791" y="2652704"/>
                </a:lnTo>
                <a:cubicBezTo>
                  <a:pt x="3181791" y="2778339"/>
                  <a:pt x="3079952" y="2880179"/>
                  <a:pt x="2954279" y="2880179"/>
                </a:cubicBezTo>
                <a:lnTo>
                  <a:pt x="227512" y="2880179"/>
                </a:lnTo>
                <a:cubicBezTo>
                  <a:pt x="101840" y="2880179"/>
                  <a:pt x="0" y="2778339"/>
                  <a:pt x="0" y="2652704"/>
                </a:cubicBezTo>
                <a:lnTo>
                  <a:pt x="0" y="2275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469D89"/>
            </a:solidFill>
            <a:prstDash val="solid"/>
          </a:ln>
        </p:spPr>
      </p:sp>
      <p:sp>
        <p:nvSpPr>
          <p:cNvPr id="191" name="text-149 Texture">
            <a:extLst xmlns:a="http://schemas.openxmlformats.org/drawingml/2006/main">
              <a:ext uri="{FF2B5EF4-FFF2-40B4-BE49-F238E27FC236}">
                <a16:creationId xmlns:a16="http://schemas.microsoft.com/office/drawing/2014/main" id="{5DF40607-75D8-48DD-B4E3-11BC15E4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9837743"/>
            <a:ext cx="1122166" cy="390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rPr>
              <a:t>Texture</a:t>
            </a:r>
          </a:p>
        </p:txBody>
      </p:sp>
      <p:sp>
        <p:nvSpPr>
          <p:cNvPr id="192" name="text-149 Abnormal">
            <a:extLst xmlns:a="http://schemas.openxmlformats.org/drawingml/2006/main">
              <a:ext uri="{FF2B5EF4-FFF2-40B4-BE49-F238E27FC236}">
                <a16:creationId xmlns:a16="http://schemas.microsoft.com/office/drawing/2014/main" id="{6F147E1A-E64F-4094-AF4F-BDFA3694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4637" y="9837725"/>
            <a:ext cx="1275320" cy="390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4AD66D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193" name="text-150 The">
            <a:extLst xmlns:a="http://schemas.openxmlformats.org/drawingml/2006/main">
              <a:ext uri="{FF2B5EF4-FFF2-40B4-BE49-F238E27FC236}">
                <a16:creationId xmlns:a16="http://schemas.microsoft.com/office/drawing/2014/main" id="{05B28A28-3A1F-490B-9FE4-82205CF5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0252038"/>
            <a:ext cx="395544" cy="291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94" name="text-150 texture">
            <a:extLst xmlns:a="http://schemas.openxmlformats.org/drawingml/2006/main">
              <a:ext uri="{FF2B5EF4-FFF2-40B4-BE49-F238E27FC236}">
                <a16:creationId xmlns:a16="http://schemas.microsoft.com/office/drawing/2014/main" id="{AE1DDA26-873A-43E9-AE57-1C9413F9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8145" y="10252200"/>
            <a:ext cx="672161" cy="290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195" name="text-150 characteristics">
            <a:extLst xmlns:a="http://schemas.openxmlformats.org/drawingml/2006/main">
              <a:ext uri="{FF2B5EF4-FFF2-40B4-BE49-F238E27FC236}">
                <a16:creationId xmlns:a16="http://schemas.microsoft.com/office/drawing/2014/main" id="{0F8A4E0D-1191-453F-92DB-1AD3AFE8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3398" y="10251538"/>
            <a:ext cx="1368777" cy="29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characteristics</a:t>
            </a:r>
          </a:p>
        </p:txBody>
      </p:sp>
      <p:sp>
        <p:nvSpPr>
          <p:cNvPr id="196" name="text-150 of">
            <a:extLst xmlns:a="http://schemas.openxmlformats.org/drawingml/2006/main">
              <a:ext uri="{FF2B5EF4-FFF2-40B4-BE49-F238E27FC236}">
                <a16:creationId xmlns:a16="http://schemas.microsoft.com/office/drawing/2014/main" id="{CC0C635F-0C19-464A-9A6F-1098F87A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3067" y="10251980"/>
            <a:ext cx="210777" cy="29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97" name="text-151 the">
            <a:extLst xmlns:a="http://schemas.openxmlformats.org/drawingml/2006/main">
              <a:ext uri="{FF2B5EF4-FFF2-40B4-BE49-F238E27FC236}">
                <a16:creationId xmlns:a16="http://schemas.microsoft.com/office/drawing/2014/main" id="{0B0D2F4D-D1C9-405E-8322-938492E3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0502046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98" name="text-151 stool">
            <a:extLst xmlns:a="http://schemas.openxmlformats.org/drawingml/2006/main">
              <a:ext uri="{FF2B5EF4-FFF2-40B4-BE49-F238E27FC236}">
                <a16:creationId xmlns:a16="http://schemas.microsoft.com/office/drawing/2014/main" id="{C22CEF7A-C493-433D-AAB0-A581CF0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9347" y="10501756"/>
            <a:ext cx="477077" cy="29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</a:t>
            </a:r>
          </a:p>
        </p:txBody>
      </p:sp>
      <p:sp>
        <p:nvSpPr>
          <p:cNvPr id="199" name="text-151 vary">
            <a:extLst xmlns:a="http://schemas.openxmlformats.org/drawingml/2006/main">
              <a:ext uri="{FF2B5EF4-FFF2-40B4-BE49-F238E27FC236}">
                <a16:creationId xmlns:a16="http://schemas.microsoft.com/office/drawing/2014/main" id="{4F8E41FD-ADCD-4A90-90F6-BC56CA70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7558" y="10501743"/>
            <a:ext cx="430731" cy="291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vary</a:t>
            </a:r>
          </a:p>
        </p:txBody>
      </p:sp>
      <p:sp>
        <p:nvSpPr>
          <p:cNvPr id="200" name="text-151 from">
            <a:extLst xmlns:a="http://schemas.openxmlformats.org/drawingml/2006/main">
              <a:ext uri="{FF2B5EF4-FFF2-40B4-BE49-F238E27FC236}">
                <a16:creationId xmlns:a16="http://schemas.microsoft.com/office/drawing/2014/main" id="{04C8EAA5-A3DB-4BBC-9E95-AB457B6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8798" y="10502066"/>
            <a:ext cx="453119" cy="291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201" name="text-151 different">
            <a:extLst xmlns:a="http://schemas.openxmlformats.org/drawingml/2006/main">
              <a:ext uri="{FF2B5EF4-FFF2-40B4-BE49-F238E27FC236}">
                <a16:creationId xmlns:a16="http://schemas.microsoft.com/office/drawing/2014/main" id="{43DBE986-3CC2-47C6-B3E1-C7248641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5184" y="10501706"/>
            <a:ext cx="785950" cy="291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</a:t>
            </a:r>
          </a:p>
        </p:txBody>
      </p:sp>
      <p:sp>
        <p:nvSpPr>
          <p:cNvPr id="202" name="text-152 angles.">
            <a:extLst xmlns:a="http://schemas.openxmlformats.org/drawingml/2006/main">
              <a:ext uri="{FF2B5EF4-FFF2-40B4-BE49-F238E27FC236}">
                <a16:creationId xmlns:a16="http://schemas.microsoft.com/office/drawing/2014/main" id="{7D6DC47A-949E-44DB-A1A6-C7607BE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0751683"/>
            <a:ext cx="709057" cy="291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angles.</a:t>
            </a:r>
          </a:p>
        </p:txBody>
      </p:sp>
      <p:sp>
        <p:nvSpPr>
          <p:cNvPr id="203" name="text-152 The">
            <a:extLst xmlns:a="http://schemas.openxmlformats.org/drawingml/2006/main">
              <a:ext uri="{FF2B5EF4-FFF2-40B4-BE49-F238E27FC236}">
                <a16:creationId xmlns:a16="http://schemas.microsoft.com/office/drawing/2014/main" id="{A0A179BA-E729-4872-8F8A-88D50001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5760" y="10752124"/>
            <a:ext cx="395543" cy="29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04" name="text-152 wood">
            <a:extLst xmlns:a="http://schemas.openxmlformats.org/drawingml/2006/main">
              <a:ext uri="{FF2B5EF4-FFF2-40B4-BE49-F238E27FC236}">
                <a16:creationId xmlns:a16="http://schemas.microsoft.com/office/drawing/2014/main" id="{C76620B3-ACDA-4F39-B566-DFADFC68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2912" y="10752853"/>
            <a:ext cx="532383" cy="290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wood</a:t>
            </a:r>
          </a:p>
        </p:txBody>
      </p:sp>
      <p:sp>
        <p:nvSpPr>
          <p:cNvPr id="205" name="text-152 grain">
            <a:extLst xmlns:a="http://schemas.openxmlformats.org/drawingml/2006/main">
              <a:ext uri="{FF2B5EF4-FFF2-40B4-BE49-F238E27FC236}">
                <a16:creationId xmlns:a16="http://schemas.microsoft.com/office/drawing/2014/main" id="{1F20CC4F-4BDC-4B8C-A97E-2BDF9C17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7451" y="10752132"/>
            <a:ext cx="499465" cy="29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grain</a:t>
            </a:r>
          </a:p>
        </p:txBody>
      </p:sp>
      <p:sp>
        <p:nvSpPr>
          <p:cNvPr id="206" name="text-152 on">
            <a:extLst xmlns:a="http://schemas.openxmlformats.org/drawingml/2006/main">
              <a:ext uri="{FF2B5EF4-FFF2-40B4-BE49-F238E27FC236}">
                <a16:creationId xmlns:a16="http://schemas.microsoft.com/office/drawing/2014/main" id="{3CC3E003-F451-4EFA-912E-03D123B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7280" y="10751750"/>
            <a:ext cx="269031" cy="29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07" name="text-152 the">
            <a:extLst xmlns:a="http://schemas.openxmlformats.org/drawingml/2006/main">
              <a:ext uri="{FF2B5EF4-FFF2-40B4-BE49-F238E27FC236}">
                <a16:creationId xmlns:a16="http://schemas.microsoft.com/office/drawing/2014/main" id="{2C297851-0A66-40C9-B604-688F14E7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8058" y="10752088"/>
            <a:ext cx="326338" cy="291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08" name="text-153 side">
            <a:extLst xmlns:a="http://schemas.openxmlformats.org/drawingml/2006/main">
              <a:ext uri="{FF2B5EF4-FFF2-40B4-BE49-F238E27FC236}">
                <a16:creationId xmlns:a16="http://schemas.microsoft.com/office/drawing/2014/main" id="{2D8180C1-4961-42FC-9288-1B5014DE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1001478"/>
            <a:ext cx="419985" cy="292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side</a:t>
            </a:r>
          </a:p>
        </p:txBody>
      </p:sp>
      <p:sp>
        <p:nvSpPr>
          <p:cNvPr id="209" name="text-153 of">
            <a:extLst xmlns:a="http://schemas.openxmlformats.org/drawingml/2006/main">
              <a:ext uri="{FF2B5EF4-FFF2-40B4-BE49-F238E27FC236}">
                <a16:creationId xmlns:a16="http://schemas.microsoft.com/office/drawing/2014/main" id="{30EA1431-48DA-4906-9FCD-357EF278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9760" y="11002111"/>
            <a:ext cx="210775" cy="29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10" name="text-153 the">
            <a:extLst xmlns:a="http://schemas.openxmlformats.org/drawingml/2006/main">
              <a:ext uri="{FF2B5EF4-FFF2-40B4-BE49-F238E27FC236}">
                <a16:creationId xmlns:a16="http://schemas.microsoft.com/office/drawing/2014/main" id="{2F223F70-C831-4B78-B2EA-5A4332FF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342" y="11002132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11" name="text-153 stool">
            <a:extLst xmlns:a="http://schemas.openxmlformats.org/drawingml/2006/main">
              <a:ext uri="{FF2B5EF4-FFF2-40B4-BE49-F238E27FC236}">
                <a16:creationId xmlns:a16="http://schemas.microsoft.com/office/drawing/2014/main" id="{3EC9EE7B-AFC6-4F08-AB40-3833AC00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696" y="11001842"/>
            <a:ext cx="477077" cy="29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</a:t>
            </a:r>
          </a:p>
        </p:txBody>
      </p:sp>
      <p:sp>
        <p:nvSpPr>
          <p:cNvPr id="212" name="text-153 is">
            <a:extLst xmlns:a="http://schemas.openxmlformats.org/drawingml/2006/main">
              <a:ext uri="{FF2B5EF4-FFF2-40B4-BE49-F238E27FC236}">
                <a16:creationId xmlns:a16="http://schemas.microsoft.com/office/drawing/2014/main" id="{56A56638-D7E0-42C1-8B97-A2B20819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8906" y="11001282"/>
            <a:ext cx="188270" cy="292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213" name="text-153 not">
            <a:extLst xmlns:a="http://schemas.openxmlformats.org/drawingml/2006/main">
              <a:ext uri="{FF2B5EF4-FFF2-40B4-BE49-F238E27FC236}">
                <a16:creationId xmlns:a16="http://schemas.microsoft.com/office/drawing/2014/main" id="{16BBFC94-5917-48EA-ACAF-DC1CB540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6546" y="11002133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214" name="text-153 as">
            <a:extLst xmlns:a="http://schemas.openxmlformats.org/drawingml/2006/main">
              <a:ext uri="{FF2B5EF4-FFF2-40B4-BE49-F238E27FC236}">
                <a16:creationId xmlns:a16="http://schemas.microsoft.com/office/drawing/2014/main" id="{7C3E5AEC-BBBB-45B4-9771-8F51AB6D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4902" y="11002183"/>
            <a:ext cx="256904" cy="29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215" name="text-153 clear">
            <a:extLst xmlns:a="http://schemas.openxmlformats.org/drawingml/2006/main">
              <a:ext uri="{FF2B5EF4-FFF2-40B4-BE49-F238E27FC236}">
                <a16:creationId xmlns:a16="http://schemas.microsoft.com/office/drawing/2014/main" id="{AF425863-F23D-4FDC-B9A4-208436AA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52793" y="11001606"/>
            <a:ext cx="489176" cy="291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216" name="text-154 as">
            <a:extLst xmlns:a="http://schemas.openxmlformats.org/drawingml/2006/main">
              <a:ext uri="{FF2B5EF4-FFF2-40B4-BE49-F238E27FC236}">
                <a16:creationId xmlns:a16="http://schemas.microsoft.com/office/drawing/2014/main" id="{35050CA4-F4AE-4B95-997C-66D2A08E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1252226"/>
            <a:ext cx="256904" cy="29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</a:p>
        </p:txBody>
      </p:sp>
      <p:sp>
        <p:nvSpPr>
          <p:cNvPr id="217" name="text-154 the">
            <a:extLst xmlns:a="http://schemas.openxmlformats.org/drawingml/2006/main">
              <a:ext uri="{FF2B5EF4-FFF2-40B4-BE49-F238E27FC236}">
                <a16:creationId xmlns:a16="http://schemas.microsoft.com/office/drawing/2014/main" id="{2536DCA0-278F-4053-AD51-1516CF0D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8886" y="11252176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18" name="text-154 front.">
            <a:extLst xmlns:a="http://schemas.openxmlformats.org/drawingml/2006/main">
              <a:ext uri="{FF2B5EF4-FFF2-40B4-BE49-F238E27FC236}">
                <a16:creationId xmlns:a16="http://schemas.microsoft.com/office/drawing/2014/main" id="{10C4112C-A5CE-4585-AF7B-BBD2073C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7240" y="11252168"/>
            <a:ext cx="511115" cy="291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front.</a:t>
            </a:r>
          </a:p>
        </p:txBody>
      </p:sp>
      <p:sp>
        <p:nvSpPr>
          <p:cNvPr id="219" name="text-154 The">
            <a:extLst xmlns:a="http://schemas.openxmlformats.org/drawingml/2006/main">
              <a:ext uri="{FF2B5EF4-FFF2-40B4-BE49-F238E27FC236}">
                <a16:creationId xmlns:a16="http://schemas.microsoft.com/office/drawing/2014/main" id="{2B60E571-156E-4751-A291-85465BC6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8708" y="11252208"/>
            <a:ext cx="395546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20" name="text-154 edges">
            <a:extLst xmlns:a="http://schemas.openxmlformats.org/drawingml/2006/main">
              <a:ext uri="{FF2B5EF4-FFF2-40B4-BE49-F238E27FC236}">
                <a16:creationId xmlns:a16="http://schemas.microsoft.com/office/drawing/2014/main" id="{FD8E67BF-F3FA-4308-9EFE-D7F79CB1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5653" y="11252216"/>
            <a:ext cx="603597" cy="291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edges</a:t>
            </a:r>
          </a:p>
        </p:txBody>
      </p:sp>
      <p:sp>
        <p:nvSpPr>
          <p:cNvPr id="221" name="text-154 of">
            <a:extLst xmlns:a="http://schemas.openxmlformats.org/drawingml/2006/main">
              <a:ext uri="{FF2B5EF4-FFF2-40B4-BE49-F238E27FC236}">
                <a16:creationId xmlns:a16="http://schemas.microsoft.com/office/drawing/2014/main" id="{06D4C463-ABDC-488F-AE0E-2C614DF2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0443" y="11252152"/>
            <a:ext cx="210777" cy="29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22" name="text-154 the">
            <a:extLst xmlns:a="http://schemas.openxmlformats.org/drawingml/2006/main">
              <a:ext uri="{FF2B5EF4-FFF2-40B4-BE49-F238E27FC236}">
                <a16:creationId xmlns:a16="http://schemas.microsoft.com/office/drawing/2014/main" id="{7D5EF7CC-7AAC-4AC5-9204-C1C869C4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3025" y="11252173"/>
            <a:ext cx="326338" cy="291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23" name="text-155 stool">
            <a:extLst xmlns:a="http://schemas.openxmlformats.org/drawingml/2006/main">
              <a:ext uri="{FF2B5EF4-FFF2-40B4-BE49-F238E27FC236}">
                <a16:creationId xmlns:a16="http://schemas.microsoft.com/office/drawing/2014/main" id="{AC31080F-DB01-4CFA-BA8F-8F1B907D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1501901"/>
            <a:ext cx="477077" cy="29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</a:t>
            </a:r>
          </a:p>
        </p:txBody>
      </p:sp>
      <p:sp>
        <p:nvSpPr>
          <p:cNvPr id="224" name="text-155 texture">
            <a:extLst xmlns:a="http://schemas.openxmlformats.org/drawingml/2006/main">
              <a:ext uri="{FF2B5EF4-FFF2-40B4-BE49-F238E27FC236}">
                <a16:creationId xmlns:a16="http://schemas.microsoft.com/office/drawing/2014/main" id="{7B8FFE5E-B5A0-4632-AA8A-9DF7E6E6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9204" y="11502524"/>
            <a:ext cx="671722" cy="290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225" name="text-155 are">
            <a:extLst xmlns:a="http://schemas.openxmlformats.org/drawingml/2006/main">
              <a:ext uri="{FF2B5EF4-FFF2-40B4-BE49-F238E27FC236}">
                <a16:creationId xmlns:a16="http://schemas.microsoft.com/office/drawing/2014/main" id="{ACB9A712-3C6E-4CF4-B2F6-6478BC6E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5912" y="11502258"/>
            <a:ext cx="337759" cy="291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226" name="text-155 not">
            <a:extLst xmlns:a="http://schemas.openxmlformats.org/drawingml/2006/main">
              <a:ext uri="{FF2B5EF4-FFF2-40B4-BE49-F238E27FC236}">
                <a16:creationId xmlns:a16="http://schemas.microsoft.com/office/drawing/2014/main" id="{20D377EE-DDB1-48A4-BB0A-6783D92B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5074" y="11502192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227" name="text-155 clear">
            <a:extLst xmlns:a="http://schemas.openxmlformats.org/drawingml/2006/main">
              <a:ext uri="{FF2B5EF4-FFF2-40B4-BE49-F238E27FC236}">
                <a16:creationId xmlns:a16="http://schemas.microsoft.com/office/drawing/2014/main" id="{885ECAEA-7315-4640-B000-3F74D80D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3430" y="11501667"/>
            <a:ext cx="489174" cy="291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228" name="text-155 and">
            <a:extLst xmlns:a="http://schemas.openxmlformats.org/drawingml/2006/main">
              <a:ext uri="{FF2B5EF4-FFF2-40B4-BE49-F238E27FC236}">
                <a16:creationId xmlns:a16="http://schemas.microsoft.com/office/drawing/2014/main" id="{1B3164D3-1A9E-44F6-88D1-B67EA20D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2864" y="11502225"/>
            <a:ext cx="384114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229" name="text-156 cannot">
            <a:extLst xmlns:a="http://schemas.openxmlformats.org/drawingml/2006/main">
              <a:ext uri="{FF2B5EF4-FFF2-40B4-BE49-F238E27FC236}">
                <a16:creationId xmlns:a16="http://schemas.microsoft.com/office/drawing/2014/main" id="{2C878D9A-878F-4F13-B071-E75D83CA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1752051"/>
            <a:ext cx="662044" cy="291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cannot</a:t>
            </a:r>
          </a:p>
        </p:txBody>
      </p:sp>
      <p:sp>
        <p:nvSpPr>
          <p:cNvPr id="230" name="text-156 be">
            <a:extLst xmlns:a="http://schemas.openxmlformats.org/drawingml/2006/main">
              <a:ext uri="{FF2B5EF4-FFF2-40B4-BE49-F238E27FC236}">
                <a16:creationId xmlns:a16="http://schemas.microsoft.com/office/drawing/2014/main" id="{7634D2F5-38B9-437A-8D82-98270D43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3359" y="11752268"/>
            <a:ext cx="268549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</a:t>
            </a:r>
          </a:p>
        </p:txBody>
      </p:sp>
      <p:sp>
        <p:nvSpPr>
          <p:cNvPr id="231" name="text-156 identified.">
            <a:extLst xmlns:a="http://schemas.openxmlformats.org/drawingml/2006/main">
              <a:ext uri="{FF2B5EF4-FFF2-40B4-BE49-F238E27FC236}">
                <a16:creationId xmlns:a16="http://schemas.microsoft.com/office/drawing/2014/main" id="{845AF98F-7A97-43E7-8DC3-DA53C66B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4137" y="11751773"/>
            <a:ext cx="929178" cy="291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identified.</a:t>
            </a:r>
          </a:p>
        </p:txBody>
      </p:sp>
      <p:sp>
        <p:nvSpPr>
          <p:cNvPr id="232" name="text-156 There">
            <a:extLst xmlns:a="http://schemas.openxmlformats.org/drawingml/2006/main">
              <a:ext uri="{FF2B5EF4-FFF2-40B4-BE49-F238E27FC236}">
                <a16:creationId xmlns:a16="http://schemas.microsoft.com/office/drawing/2014/main" id="{10F6B70C-BF5B-41E9-881F-10668AF1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9224" y="11752489"/>
            <a:ext cx="579659" cy="290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</a:t>
            </a:r>
          </a:p>
        </p:txBody>
      </p:sp>
      <p:sp>
        <p:nvSpPr>
          <p:cNvPr id="233" name="text-156 are">
            <a:extLst xmlns:a="http://schemas.openxmlformats.org/drawingml/2006/main">
              <a:ext uri="{FF2B5EF4-FFF2-40B4-BE49-F238E27FC236}">
                <a16:creationId xmlns:a16="http://schemas.microsoft.com/office/drawing/2014/main" id="{8C62B2B5-53AA-4AE4-90B5-4B90DCFE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738" y="11752302"/>
            <a:ext cx="337755" cy="291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234" name="text-157 abnormal">
            <a:extLst xmlns:a="http://schemas.openxmlformats.org/drawingml/2006/main">
              <a:ext uri="{FF2B5EF4-FFF2-40B4-BE49-F238E27FC236}">
                <a16:creationId xmlns:a16="http://schemas.microsoft.com/office/drawing/2014/main" id="{A5802892-604D-426A-BB55-26140323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2002331"/>
            <a:ext cx="903729" cy="29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35" name="text-157 white">
            <a:extLst xmlns:a="http://schemas.openxmlformats.org/drawingml/2006/main">
              <a:ext uri="{FF2B5EF4-FFF2-40B4-BE49-F238E27FC236}">
                <a16:creationId xmlns:a16="http://schemas.microsoft.com/office/drawing/2014/main" id="{8B788FDA-1D1A-4D49-A1E5-0832DB58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7373" y="12002758"/>
            <a:ext cx="521419" cy="29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</a:t>
            </a:r>
          </a:p>
        </p:txBody>
      </p:sp>
      <p:sp>
        <p:nvSpPr>
          <p:cNvPr id="236" name="text-157 textures">
            <a:extLst xmlns:a="http://schemas.openxmlformats.org/drawingml/2006/main">
              <a:ext uri="{FF2B5EF4-FFF2-40B4-BE49-F238E27FC236}">
                <a16:creationId xmlns:a16="http://schemas.microsoft.com/office/drawing/2014/main" id="{6FEA6705-54DF-4780-89AB-D232B534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0687" y="12002457"/>
            <a:ext cx="776087" cy="290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textures</a:t>
            </a:r>
          </a:p>
        </p:txBody>
      </p:sp>
      <p:sp>
        <p:nvSpPr>
          <p:cNvPr id="237" name="text-157 on">
            <a:extLst xmlns:a="http://schemas.openxmlformats.org/drawingml/2006/main">
              <a:ext uri="{FF2B5EF4-FFF2-40B4-BE49-F238E27FC236}">
                <a16:creationId xmlns:a16="http://schemas.microsoft.com/office/drawing/2014/main" id="{F625190D-E7F7-4557-AEB9-D6415341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0695" y="12002312"/>
            <a:ext cx="268548" cy="291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38" name="text-158 the">
            <a:extLst xmlns:a="http://schemas.openxmlformats.org/drawingml/2006/main">
              <a:ext uri="{FF2B5EF4-FFF2-40B4-BE49-F238E27FC236}">
                <a16:creationId xmlns:a16="http://schemas.microsoft.com/office/drawing/2014/main" id="{3C4D64A3-46CE-4444-BE1B-28F7B649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0993" y="12252320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39" name="text-158 legs">
            <a:extLst xmlns:a="http://schemas.openxmlformats.org/drawingml/2006/main">
              <a:ext uri="{FF2B5EF4-FFF2-40B4-BE49-F238E27FC236}">
                <a16:creationId xmlns:a16="http://schemas.microsoft.com/office/drawing/2014/main" id="{C03A1BDC-745E-4E1C-96B7-5D295FDC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9347" y="12252007"/>
            <a:ext cx="419300" cy="29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legs</a:t>
            </a:r>
          </a:p>
        </p:txBody>
      </p:sp>
      <p:sp>
        <p:nvSpPr>
          <p:cNvPr id="240" name="text-158 of">
            <a:extLst xmlns:a="http://schemas.openxmlformats.org/drawingml/2006/main">
              <a:ext uri="{FF2B5EF4-FFF2-40B4-BE49-F238E27FC236}">
                <a16:creationId xmlns:a16="http://schemas.microsoft.com/office/drawing/2014/main" id="{7A5314AA-810D-405C-AC41-2F9EF97C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8323" y="12252299"/>
            <a:ext cx="210775" cy="29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41" name="text-158 the">
            <a:extLst xmlns:a="http://schemas.openxmlformats.org/drawingml/2006/main">
              <a:ext uri="{FF2B5EF4-FFF2-40B4-BE49-F238E27FC236}">
                <a16:creationId xmlns:a16="http://schemas.microsoft.com/office/drawing/2014/main" id="{98561554-6EDC-4493-A535-D5F24A80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0905" y="12252321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42" name="text-158 stool.">
            <a:extLst xmlns:a="http://schemas.openxmlformats.org/drawingml/2006/main">
              <a:ext uri="{FF2B5EF4-FFF2-40B4-BE49-F238E27FC236}">
                <a16:creationId xmlns:a16="http://schemas.microsoft.com/office/drawing/2014/main" id="{37516033-B3E1-49D2-AC82-9E6F6005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9259" y="12251700"/>
            <a:ext cx="535750" cy="29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stool.</a:t>
            </a:r>
          </a:p>
        </p:txBody>
      </p:sp>
      <p:sp>
        <p:nvSpPr>
          <p:cNvPr id="243" name="path-159">
            <a:extLst xmlns:a="http://schemas.openxmlformats.org/drawingml/2006/main">
              <a:ext uri="{FF2B5EF4-FFF2-40B4-BE49-F238E27FC236}">
                <a16:creationId xmlns:a16="http://schemas.microsoft.com/office/drawing/2014/main" id="{E2A8D4D8-EC30-4FDD-8F05-9264BD2B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542" y="9778697"/>
            <a:ext cx="3181791" cy="2880179"/>
          </a:xfrm>
          <a:custGeom xmlns:a="http://schemas.openxmlformats.org/drawingml/2006/main">
            <a:pathLst>
              <a:path w="3181791" h="2880179">
                <a:moveTo>
                  <a:pt x="0" y="227512"/>
                </a:moveTo>
                <a:cubicBezTo>
                  <a:pt x="0" y="101840"/>
                  <a:pt x="101840" y="0"/>
                  <a:pt x="227512" y="0"/>
                </a:cubicBezTo>
                <a:lnTo>
                  <a:pt x="2954279" y="0"/>
                </a:lnTo>
                <a:cubicBezTo>
                  <a:pt x="3079952" y="0"/>
                  <a:pt x="3181791" y="101840"/>
                  <a:pt x="3181791" y="227512"/>
                </a:cubicBezTo>
                <a:lnTo>
                  <a:pt x="3181791" y="2652704"/>
                </a:lnTo>
                <a:cubicBezTo>
                  <a:pt x="3181791" y="2778339"/>
                  <a:pt x="3079952" y="2880179"/>
                  <a:pt x="2954279" y="2880179"/>
                </a:cubicBezTo>
                <a:lnTo>
                  <a:pt x="227512" y="2880179"/>
                </a:lnTo>
                <a:cubicBezTo>
                  <a:pt x="101840" y="2880179"/>
                  <a:pt x="0" y="2778339"/>
                  <a:pt x="0" y="2652704"/>
                </a:cubicBezTo>
                <a:lnTo>
                  <a:pt x="0" y="22751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469D89"/>
            </a:solidFill>
            <a:prstDash val="solid"/>
          </a:ln>
        </p:spPr>
      </p:sp>
      <p:sp>
        <p:nvSpPr>
          <p:cNvPr id="244" name="text-160 Normal">
            <a:extLst xmlns:a="http://schemas.openxmlformats.org/drawingml/2006/main">
              <a:ext uri="{FF2B5EF4-FFF2-40B4-BE49-F238E27FC236}">
                <a16:creationId xmlns:a16="http://schemas.microsoft.com/office/drawing/2014/main" id="{4BE79DAE-9D5A-4C00-AE26-6B9E5E9D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9839287"/>
            <a:ext cx="968233" cy="38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pPr>
            <a:r>
              <a: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rPr>
              <a:t>Normal</a:t>
            </a:r>
          </a:p>
        </p:txBody>
      </p:sp>
      <p:sp>
        <p:nvSpPr>
          <p:cNvPr id="245" name="text-160 Abnormal">
            <a:extLst xmlns:a="http://schemas.openxmlformats.org/drawingml/2006/main">
              <a:ext uri="{FF2B5EF4-FFF2-40B4-BE49-F238E27FC236}">
                <a16:creationId xmlns:a16="http://schemas.microsoft.com/office/drawing/2014/main" id="{4F5ACF97-C5A3-47CC-9D91-722B4782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7599" y="9839327"/>
            <a:ext cx="1274094" cy="389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defRPr>
            </a:pPr>
            <a:r>
              <a:rPr sz="2192" b="1" i="0">
                <a:solidFill>
                  <a:srgbClr val="4AD66D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246" name="text-161 There">
            <a:extLst xmlns:a="http://schemas.openxmlformats.org/drawingml/2006/main">
              <a:ext uri="{FF2B5EF4-FFF2-40B4-BE49-F238E27FC236}">
                <a16:creationId xmlns:a16="http://schemas.microsoft.com/office/drawing/2014/main" id="{0A76994F-26BA-4E3F-84C3-141D1BD7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0253171"/>
            <a:ext cx="579659" cy="290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</a:t>
            </a:r>
          </a:p>
        </p:txBody>
      </p:sp>
      <p:sp>
        <p:nvSpPr>
          <p:cNvPr id="247" name="text-161 are">
            <a:extLst xmlns:a="http://schemas.openxmlformats.org/drawingml/2006/main">
              <a:ext uri="{FF2B5EF4-FFF2-40B4-BE49-F238E27FC236}">
                <a16:creationId xmlns:a16="http://schemas.microsoft.com/office/drawing/2014/main" id="{8B22BE5D-73B3-4D18-8AB3-396EE44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9084" y="10252984"/>
            <a:ext cx="337755" cy="291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248" name="text-161 abnormal">
            <a:extLst xmlns:a="http://schemas.openxmlformats.org/drawingml/2006/main">
              <a:ext uri="{FF2B5EF4-FFF2-40B4-BE49-F238E27FC236}">
                <a16:creationId xmlns:a16="http://schemas.microsoft.com/office/drawing/2014/main" id="{84C5656E-C6BF-4D5A-AFCD-F1333C96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9908" y="10252970"/>
            <a:ext cx="903731" cy="29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49" name="text-161 bumps">
            <a:extLst xmlns:a="http://schemas.openxmlformats.org/drawingml/2006/main">
              <a:ext uri="{FF2B5EF4-FFF2-40B4-BE49-F238E27FC236}">
                <a16:creationId xmlns:a16="http://schemas.microsoft.com/office/drawing/2014/main" id="{EBC3C2C7-7255-44FE-B0C7-12E749F3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4834" y="10252946"/>
            <a:ext cx="661174" cy="291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bumps</a:t>
            </a:r>
          </a:p>
        </p:txBody>
      </p:sp>
      <p:sp>
        <p:nvSpPr>
          <p:cNvPr id="250" name="text-162 and">
            <a:extLst xmlns:a="http://schemas.openxmlformats.org/drawingml/2006/main">
              <a:ext uri="{FF2B5EF4-FFF2-40B4-BE49-F238E27FC236}">
                <a16:creationId xmlns:a16="http://schemas.microsoft.com/office/drawing/2014/main" id="{E08CD374-4B67-47D6-B7C9-7412F310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0502992"/>
            <a:ext cx="384114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251" name="text-162 bulges">
            <a:extLst xmlns:a="http://schemas.openxmlformats.org/drawingml/2006/main">
              <a:ext uri="{FF2B5EF4-FFF2-40B4-BE49-F238E27FC236}">
                <a16:creationId xmlns:a16="http://schemas.microsoft.com/office/drawing/2014/main" id="{4B0CF9E4-4855-4CB9-A0BE-D33E869B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2043" y="10502668"/>
            <a:ext cx="650840" cy="29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bulges</a:t>
            </a:r>
          </a:p>
        </p:txBody>
      </p:sp>
      <p:sp>
        <p:nvSpPr>
          <p:cNvPr id="252" name="text-162 on">
            <a:extLst xmlns:a="http://schemas.openxmlformats.org/drawingml/2006/main">
              <a:ext uri="{FF2B5EF4-FFF2-40B4-BE49-F238E27FC236}">
                <a16:creationId xmlns:a16="http://schemas.microsoft.com/office/drawing/2014/main" id="{4342BA9F-94D2-428A-9985-27F167EB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4016" y="10502992"/>
            <a:ext cx="268549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53" name="text-162 the">
            <a:extLst xmlns:a="http://schemas.openxmlformats.org/drawingml/2006/main">
              <a:ext uri="{FF2B5EF4-FFF2-40B4-BE49-F238E27FC236}">
                <a16:creationId xmlns:a16="http://schemas.microsoft.com/office/drawing/2014/main" id="{615628B9-03A1-4497-9628-C85252FD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2926" y="10502960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54" name="text-162 stool's">
            <a:extLst xmlns:a="http://schemas.openxmlformats.org/drawingml/2006/main">
              <a:ext uri="{FF2B5EF4-FFF2-40B4-BE49-F238E27FC236}">
                <a16:creationId xmlns:a16="http://schemas.microsoft.com/office/drawing/2014/main" id="{421439A8-1955-4300-B5F7-A0574637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1487" y="10502691"/>
            <a:ext cx="620903" cy="291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stool's</a:t>
            </a:r>
          </a:p>
        </p:txBody>
      </p:sp>
      <p:sp>
        <p:nvSpPr>
          <p:cNvPr id="255" name="text-163 geometric">
            <a:extLst xmlns:a="http://schemas.openxmlformats.org/drawingml/2006/main">
              <a:ext uri="{FF2B5EF4-FFF2-40B4-BE49-F238E27FC236}">
                <a16:creationId xmlns:a16="http://schemas.microsoft.com/office/drawing/2014/main" id="{22D1B119-0B66-4F2D-8CB1-2889E4CA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0752932"/>
            <a:ext cx="950308" cy="291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geometric</a:t>
            </a:r>
          </a:p>
        </p:txBody>
      </p:sp>
      <p:sp>
        <p:nvSpPr>
          <p:cNvPr id="256" name="text-163 surface,">
            <a:extLst xmlns:a="http://schemas.openxmlformats.org/drawingml/2006/main">
              <a:ext uri="{FF2B5EF4-FFF2-40B4-BE49-F238E27FC236}">
                <a16:creationId xmlns:a16="http://schemas.microsoft.com/office/drawing/2014/main" id="{C4291209-8DA5-4F65-9FCD-1D2B2ED3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0507" y="10752830"/>
            <a:ext cx="777398" cy="291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surface,</a:t>
            </a:r>
          </a:p>
        </p:txBody>
      </p:sp>
      <p:sp>
        <p:nvSpPr>
          <p:cNvPr id="257" name="text-163 and">
            <a:extLst xmlns:a="http://schemas.openxmlformats.org/drawingml/2006/main">
              <a:ext uri="{FF2B5EF4-FFF2-40B4-BE49-F238E27FC236}">
                <a16:creationId xmlns:a16="http://schemas.microsoft.com/office/drawing/2014/main" id="{640EFD13-075F-4C09-8AC1-4580F7BD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0099" y="10753036"/>
            <a:ext cx="384112" cy="291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258" name="text-163 the">
            <a:extLst xmlns:a="http://schemas.openxmlformats.org/drawingml/2006/main">
              <a:ext uri="{FF2B5EF4-FFF2-40B4-BE49-F238E27FC236}">
                <a16:creationId xmlns:a16="http://schemas.microsoft.com/office/drawing/2014/main" id="{49B008D9-DA0E-4BBD-9204-A15528DE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6234" y="10753001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59" name="text-164 geometric">
            <a:extLst xmlns:a="http://schemas.openxmlformats.org/drawingml/2006/main">
              <a:ext uri="{FF2B5EF4-FFF2-40B4-BE49-F238E27FC236}">
                <a16:creationId xmlns:a16="http://schemas.microsoft.com/office/drawing/2014/main" id="{196F2E80-51ED-4D07-91FA-7FBB8FD3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1002974"/>
            <a:ext cx="950308" cy="291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geometric</a:t>
            </a:r>
          </a:p>
        </p:txBody>
      </p:sp>
      <p:sp>
        <p:nvSpPr>
          <p:cNvPr id="260" name="text-164 shapes">
            <a:extLst xmlns:a="http://schemas.openxmlformats.org/drawingml/2006/main">
              <a:ext uri="{FF2B5EF4-FFF2-40B4-BE49-F238E27FC236}">
                <a16:creationId xmlns:a16="http://schemas.microsoft.com/office/drawing/2014/main" id="{10364598-9B8A-4605-9366-E78DA79A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0507" y="11002896"/>
            <a:ext cx="708179" cy="291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shapes</a:t>
            </a:r>
          </a:p>
        </p:txBody>
      </p:sp>
      <p:sp>
        <p:nvSpPr>
          <p:cNvPr id="261" name="text-164 on">
            <a:extLst xmlns:a="http://schemas.openxmlformats.org/drawingml/2006/main">
              <a:ext uri="{FF2B5EF4-FFF2-40B4-BE49-F238E27FC236}">
                <a16:creationId xmlns:a16="http://schemas.microsoft.com/office/drawing/2014/main" id="{FFD9F924-90F4-4E0D-978E-9E6B7CD3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9846" y="11003079"/>
            <a:ext cx="268548" cy="291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62" name="text-164 both">
            <a:extLst xmlns:a="http://schemas.openxmlformats.org/drawingml/2006/main">
              <a:ext uri="{FF2B5EF4-FFF2-40B4-BE49-F238E27FC236}">
                <a16:creationId xmlns:a16="http://schemas.microsoft.com/office/drawing/2014/main" id="{22625013-9C66-414D-9786-4C2E03FC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8754" y="11003054"/>
            <a:ext cx="441899" cy="291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</a:t>
            </a:r>
          </a:p>
        </p:txBody>
      </p:sp>
      <p:sp>
        <p:nvSpPr>
          <p:cNvPr id="263" name="text-165 sides">
            <a:extLst xmlns:a="http://schemas.openxmlformats.org/drawingml/2006/main">
              <a:ext uri="{FF2B5EF4-FFF2-40B4-BE49-F238E27FC236}">
                <a16:creationId xmlns:a16="http://schemas.microsoft.com/office/drawing/2014/main" id="{40082F0F-E81B-40F6-9065-B40857B5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1252426"/>
            <a:ext cx="524226" cy="29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sides</a:t>
            </a:r>
          </a:p>
        </p:txBody>
      </p:sp>
      <p:sp>
        <p:nvSpPr>
          <p:cNvPr id="264" name="text-165 of">
            <a:extLst xmlns:a="http://schemas.openxmlformats.org/drawingml/2006/main">
              <a:ext uri="{FF2B5EF4-FFF2-40B4-BE49-F238E27FC236}">
                <a16:creationId xmlns:a16="http://schemas.microsoft.com/office/drawing/2014/main" id="{A3EB140D-A338-4BAB-A1B1-38671F85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0870" y="11252783"/>
            <a:ext cx="211088" cy="291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65" name="text-165 the">
            <a:extLst xmlns:a="http://schemas.openxmlformats.org/drawingml/2006/main">
              <a:ext uri="{FF2B5EF4-FFF2-40B4-BE49-F238E27FC236}">
                <a16:creationId xmlns:a16="http://schemas.microsoft.com/office/drawing/2014/main" id="{317F68A1-72F3-421D-AC61-47FC9721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3593" y="11252806"/>
            <a:ext cx="326821" cy="29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66" name="text-165 stool">
            <a:extLst xmlns:a="http://schemas.openxmlformats.org/drawingml/2006/main">
              <a:ext uri="{FF2B5EF4-FFF2-40B4-BE49-F238E27FC236}">
                <a16:creationId xmlns:a16="http://schemas.microsoft.com/office/drawing/2014/main" id="{D64BC021-2006-4491-8493-1DDA4D1F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1843" y="11252586"/>
            <a:ext cx="477569" cy="291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</a:t>
            </a:r>
          </a:p>
        </p:txBody>
      </p:sp>
      <p:sp>
        <p:nvSpPr>
          <p:cNvPr id="267" name="text-165 are">
            <a:extLst xmlns:a="http://schemas.openxmlformats.org/drawingml/2006/main">
              <a:ext uri="{FF2B5EF4-FFF2-40B4-BE49-F238E27FC236}">
                <a16:creationId xmlns:a16="http://schemas.microsoft.com/office/drawing/2014/main" id="{8D8726D1-07F0-4E80-8DE2-BA7381F3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9765" y="11252796"/>
            <a:ext cx="338269" cy="291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268" name="text-166 asymmetrical,">
            <a:extLst xmlns:a="http://schemas.openxmlformats.org/drawingml/2006/main">
              <a:ext uri="{FF2B5EF4-FFF2-40B4-BE49-F238E27FC236}">
                <a16:creationId xmlns:a16="http://schemas.microsoft.com/office/drawing/2014/main" id="{695FD876-5F82-44E7-95BB-0F8949AC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1503389"/>
            <a:ext cx="1319649" cy="291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asymmetrical,</a:t>
            </a:r>
          </a:p>
        </p:txBody>
      </p:sp>
      <p:sp>
        <p:nvSpPr>
          <p:cNvPr id="269" name="text-166 which">
            <a:extLst xmlns:a="http://schemas.openxmlformats.org/drawingml/2006/main">
              <a:ext uri="{FF2B5EF4-FFF2-40B4-BE49-F238E27FC236}">
                <a16:creationId xmlns:a16="http://schemas.microsoft.com/office/drawing/2014/main" id="{177FC9B4-3D8C-431B-A603-7604C0FF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0475" y="11503664"/>
            <a:ext cx="568231" cy="290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</a:t>
            </a:r>
          </a:p>
        </p:txBody>
      </p:sp>
      <p:sp>
        <p:nvSpPr>
          <p:cNvPr id="270" name="text-166 does">
            <a:extLst xmlns:a="http://schemas.openxmlformats.org/drawingml/2006/main">
              <a:ext uri="{FF2B5EF4-FFF2-40B4-BE49-F238E27FC236}">
                <a16:creationId xmlns:a16="http://schemas.microsoft.com/office/drawing/2014/main" id="{A4F0229C-93AA-4A31-A18D-919C992B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554" y="11503483"/>
            <a:ext cx="488034" cy="29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</a:t>
            </a:r>
          </a:p>
        </p:txBody>
      </p:sp>
      <p:sp>
        <p:nvSpPr>
          <p:cNvPr id="271" name="text-166 not">
            <a:extLst xmlns:a="http://schemas.openxmlformats.org/drawingml/2006/main">
              <a:ext uri="{FF2B5EF4-FFF2-40B4-BE49-F238E27FC236}">
                <a16:creationId xmlns:a16="http://schemas.microsoft.com/office/drawing/2014/main" id="{C67E7230-0D0B-4B39-81BA-9F34F7B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9783" y="11503442"/>
            <a:ext cx="326335" cy="291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272" name="text-167 conform">
            <a:extLst xmlns:a="http://schemas.openxmlformats.org/drawingml/2006/main">
              <a:ext uri="{FF2B5EF4-FFF2-40B4-BE49-F238E27FC236}">
                <a16:creationId xmlns:a16="http://schemas.microsoft.com/office/drawing/2014/main" id="{124502ED-0E9D-475E-B68D-1A844D64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1753316"/>
            <a:ext cx="788829" cy="291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conform</a:t>
            </a:r>
          </a:p>
        </p:txBody>
      </p:sp>
      <p:sp>
        <p:nvSpPr>
          <p:cNvPr id="273" name="text-167 to">
            <a:extLst xmlns:a="http://schemas.openxmlformats.org/drawingml/2006/main">
              <a:ext uri="{FF2B5EF4-FFF2-40B4-BE49-F238E27FC236}">
                <a16:creationId xmlns:a16="http://schemas.microsoft.com/office/drawing/2014/main" id="{CB780704-9336-4528-A99B-D07D25BE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9840" y="11753461"/>
            <a:ext cx="210777" cy="29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274" name="text-167 the">
            <a:extLst xmlns:a="http://schemas.openxmlformats.org/drawingml/2006/main">
              <a:ext uri="{FF2B5EF4-FFF2-40B4-BE49-F238E27FC236}">
                <a16:creationId xmlns:a16="http://schemas.microsoft.com/office/drawing/2014/main" id="{7715F6A3-B112-4385-AAFC-BA05ED14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2422" y="11753484"/>
            <a:ext cx="326337" cy="29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75" name="text-167 actual">
            <a:extLst xmlns:a="http://schemas.openxmlformats.org/drawingml/2006/main">
              <a:ext uri="{FF2B5EF4-FFF2-40B4-BE49-F238E27FC236}">
                <a16:creationId xmlns:a16="http://schemas.microsoft.com/office/drawing/2014/main" id="{F4128DBC-CF11-46C3-B862-200234E0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0776" y="11753297"/>
            <a:ext cx="592625" cy="291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276" name="text-168 situation">
            <a:extLst xmlns:a="http://schemas.openxmlformats.org/drawingml/2006/main">
              <a:ext uri="{FF2B5EF4-FFF2-40B4-BE49-F238E27FC236}">
                <a16:creationId xmlns:a16="http://schemas.microsoft.com/office/drawing/2014/main" id="{A628D17F-12C0-4ED0-A965-8A73AB07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97570" y="12002991"/>
            <a:ext cx="813627" cy="291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situation</a:t>
            </a:r>
          </a:p>
        </p:txBody>
      </p:sp>
      <p:sp>
        <p:nvSpPr>
          <p:cNvPr id="277" name="text-168 of">
            <a:extLst xmlns:a="http://schemas.openxmlformats.org/drawingml/2006/main">
              <a:ext uri="{FF2B5EF4-FFF2-40B4-BE49-F238E27FC236}">
                <a16:creationId xmlns:a16="http://schemas.microsoft.com/office/drawing/2014/main" id="{25B1A93C-7BC9-429A-BC44-A2E7DDD5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0002" y="12003506"/>
            <a:ext cx="210775" cy="291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78" name="text-168 a">
            <a:extLst xmlns:a="http://schemas.openxmlformats.org/drawingml/2006/main">
              <a:ext uri="{FF2B5EF4-FFF2-40B4-BE49-F238E27FC236}">
                <a16:creationId xmlns:a16="http://schemas.microsoft.com/office/drawing/2014/main" id="{5B0E9601-296F-4C08-8555-6D79954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2584" y="12003561"/>
            <a:ext cx="152985" cy="29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9" name="text-168 stool.">
            <a:extLst xmlns:a="http://schemas.openxmlformats.org/drawingml/2006/main">
              <a:ext uri="{FF2B5EF4-FFF2-40B4-BE49-F238E27FC236}">
                <a16:creationId xmlns:a16="http://schemas.microsoft.com/office/drawing/2014/main" id="{4038CBED-FB57-44B8-A41E-06714D6E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7384" y="12002907"/>
            <a:ext cx="535750" cy="291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stool.</a:t>
            </a:r>
          </a:p>
        </p:txBody>
      </p:sp>
      <p:sp>
        <p:nvSpPr>
          <p:cNvPr id="280" name="path-169">
            <a:extLst xmlns:a="http://schemas.openxmlformats.org/drawingml/2006/main">
              <a:ext uri="{FF2B5EF4-FFF2-40B4-BE49-F238E27FC236}">
                <a16:creationId xmlns:a16="http://schemas.microsoft.com/office/drawing/2014/main" id="{16C70CBD-74F6-4D17-8113-01D59D36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2" y="6451566"/>
            <a:ext cx="7684124" cy="6454202"/>
          </a:xfrm>
          <a:custGeom xmlns:a="http://schemas.openxmlformats.org/drawingml/2006/main">
            <a:pathLst>
              <a:path w="7684124" h="6454202">
                <a:moveTo>
                  <a:pt x="0" y="509725"/>
                </a:moveTo>
                <a:cubicBezTo>
                  <a:pt x="0" y="228166"/>
                  <a:pt x="228229" y="0"/>
                  <a:pt x="509749" y="0"/>
                </a:cubicBezTo>
                <a:lnTo>
                  <a:pt x="7174402" y="0"/>
                </a:lnTo>
                <a:cubicBezTo>
                  <a:pt x="7455961" y="0"/>
                  <a:pt x="7684124" y="228166"/>
                  <a:pt x="7684124" y="509725"/>
                </a:cubicBezTo>
                <a:lnTo>
                  <a:pt x="7684124" y="5944454"/>
                </a:lnTo>
                <a:cubicBezTo>
                  <a:pt x="7684124" y="6225972"/>
                  <a:pt x="7455961" y="6454202"/>
                  <a:pt x="7174402" y="6454202"/>
                </a:cubicBezTo>
                <a:lnTo>
                  <a:pt x="509749" y="6454202"/>
                </a:lnTo>
                <a:cubicBezTo>
                  <a:pt x="228229" y="6454202"/>
                  <a:pt x="0" y="6225972"/>
                  <a:pt x="0" y="5944454"/>
                </a:cubicBezTo>
                <a:lnTo>
                  <a:pt x="0" y="509725"/>
                </a:lnTo>
              </a:path>
            </a:pathLst>
          </a:custGeom>
          <a:solidFill xmlns:a="http://schemas.openxmlformats.org/drawingml/2006/main">
            <a:srgbClr val="F5F9FD"/>
          </a:solidFill>
          <a:ln xmlns:a="http://schemas.openxmlformats.org/drawingml/2006/main" w="39069">
            <a:solidFill>
              <a:srgbClr val="2F528F"/>
            </a:solidFill>
            <a:prstDash val="solid"/>
          </a:ln>
        </p:spPr>
      </p:sp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D5CC6B3-E64C-46CD-B573-2DEB02CFD1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34bea71724c79"/>
          <a:stretch xmlns:a="http://schemas.openxmlformats.org/drawingml/2006/main"/>
        </p:blipFill>
        <p:spPr>
          <a:xfrm xmlns:a="http://schemas.openxmlformats.org/drawingml/2006/main">
            <a:off x="313693" y="7029008"/>
            <a:ext cx="3389640" cy="3389640"/>
          </a:xfrm>
          <a:prstGeom xmlns:a="http://schemas.openxmlformats.org/drawingml/2006/main" prst="rect">
            <a:avLst/>
          </a:prstGeom>
        </p:spPr>
      </p:pic>
      <p:pic>
        <p:nvPic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EA48CCB-84BE-4118-A114-CE60AEB59C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a6f7582b54e3d"/>
          <a:stretch xmlns:a="http://schemas.openxmlformats.org/drawingml/2006/main"/>
        </p:blipFill>
        <p:spPr>
          <a:xfrm xmlns:a="http://schemas.openxmlformats.org/drawingml/2006/main">
            <a:off x="504825" y="7219950"/>
            <a:ext cx="2819400" cy="2819400"/>
          </a:xfrm>
          <a:prstGeom xmlns:a="http://schemas.openxmlformats.org/drawingml/2006/main" prst="rect">
            <a:avLst/>
          </a:prstGeom>
        </p:spPr>
      </p:pic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4866C21-6CC2-4BD1-B8AB-F0842B7DDD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ce8580165424c"/>
          <a:stretch xmlns:a="http://schemas.openxmlformats.org/drawingml/2006/main"/>
        </p:blipFill>
        <p:spPr>
          <a:xfrm xmlns:a="http://schemas.openxmlformats.org/drawingml/2006/main">
            <a:off x="1068509" y="9010645"/>
            <a:ext cx="2478548" cy="1248592"/>
          </a:xfrm>
          <a:prstGeom xmlns:a="http://schemas.openxmlformats.org/drawingml/2006/main" prst="rect">
            <a:avLst/>
          </a:prstGeom>
        </p:spPr>
      </p:pic>
      <p:sp>
        <p:nvSpPr>
          <p:cNvPr id="284" name="path-173">
            <a:extLst xmlns:a="http://schemas.openxmlformats.org/drawingml/2006/main">
              <a:ext uri="{FF2B5EF4-FFF2-40B4-BE49-F238E27FC236}">
                <a16:creationId xmlns:a16="http://schemas.microsoft.com/office/drawing/2014/main" id="{ABA560AE-3587-4D7C-BC81-30F2BE6D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179" y="9274704"/>
            <a:ext cx="1956583" cy="729813"/>
          </a:xfrm>
          <a:custGeom xmlns:a="http://schemas.openxmlformats.org/drawingml/2006/main">
            <a:pathLst>
              <a:path w="1956583" h="729813">
                <a:moveTo>
                  <a:pt x="0" y="0"/>
                </a:moveTo>
                <a:lnTo>
                  <a:pt x="1956583" y="0"/>
                </a:lnTo>
                <a:lnTo>
                  <a:pt x="1956583" y="729813"/>
                </a:lnTo>
                <a:lnTo>
                  <a:pt x="0" y="7298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604">
            <a:solidFill>
              <a:srgbClr val="64DEF2"/>
            </a:solidFill>
            <a:prstDash val="solid"/>
          </a:ln>
        </p:spPr>
      </p:sp>
      <p:sp>
        <p:nvSpPr>
          <p:cNvPr id="285" name="path-174">
            <a:extLst xmlns:a="http://schemas.openxmlformats.org/drawingml/2006/main">
              <a:ext uri="{FF2B5EF4-FFF2-40B4-BE49-F238E27FC236}">
                <a16:creationId xmlns:a16="http://schemas.microsoft.com/office/drawing/2014/main" id="{7A2DF4C1-58F2-414F-AA60-C4A1C8C3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466" y="7247014"/>
            <a:ext cx="4103825" cy="2787975"/>
          </a:xfrm>
          <a:custGeom xmlns:a="http://schemas.openxmlformats.org/drawingml/2006/main">
            <a:pathLst>
              <a:path w="4103825" h="2787975">
                <a:moveTo>
                  <a:pt x="0" y="220222"/>
                </a:moveTo>
                <a:cubicBezTo>
                  <a:pt x="0" y="98584"/>
                  <a:pt x="98586" y="0"/>
                  <a:pt x="220221" y="0"/>
                </a:cubicBezTo>
                <a:lnTo>
                  <a:pt x="3883606" y="0"/>
                </a:lnTo>
                <a:cubicBezTo>
                  <a:pt x="4005241" y="0"/>
                  <a:pt x="4103825" y="98584"/>
                  <a:pt x="4103825" y="220222"/>
                </a:cubicBezTo>
                <a:lnTo>
                  <a:pt x="4103825" y="2567756"/>
                </a:lnTo>
                <a:cubicBezTo>
                  <a:pt x="4103825" y="2689391"/>
                  <a:pt x="4005241" y="2787975"/>
                  <a:pt x="3883606" y="2787975"/>
                </a:cubicBezTo>
                <a:lnTo>
                  <a:pt x="220221" y="2787975"/>
                </a:lnTo>
                <a:cubicBezTo>
                  <a:pt x="98586" y="2787975"/>
                  <a:pt x="0" y="2689391"/>
                  <a:pt x="0" y="2567756"/>
                </a:cubicBezTo>
                <a:lnTo>
                  <a:pt x="0" y="22022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628CCA"/>
            </a:solidFill>
            <a:prstDash val="solid"/>
          </a:ln>
        </p:spPr>
      </p:sp>
      <p:sp>
        <p:nvSpPr>
          <p:cNvPr id="286" name="text-175 Overall">
            <a:extLst xmlns:a="http://schemas.openxmlformats.org/drawingml/2006/main">
              <a:ext uri="{FF2B5EF4-FFF2-40B4-BE49-F238E27FC236}">
                <a16:creationId xmlns:a16="http://schemas.microsoft.com/office/drawing/2014/main" id="{EE27CB2D-DDFE-4EF3-AB6C-9233A791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4561" y="7369937"/>
            <a:ext cx="1121973" cy="390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Overall</a:t>
            </a:r>
          </a:p>
        </p:txBody>
      </p:sp>
      <p:sp>
        <p:nvSpPr>
          <p:cNvPr id="287" name="text-175 Abnormal">
            <a:extLst xmlns:a="http://schemas.openxmlformats.org/drawingml/2006/main">
              <a:ext uri="{FF2B5EF4-FFF2-40B4-BE49-F238E27FC236}">
                <a16:creationId xmlns:a16="http://schemas.microsoft.com/office/drawing/2014/main" id="{4F52A77B-0761-455F-B9D9-36F8A75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8208" y="7369929"/>
            <a:ext cx="1275128" cy="39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288" name="text-176 The">
            <a:extLst xmlns:a="http://schemas.openxmlformats.org/drawingml/2006/main">
              <a:ext uri="{FF2B5EF4-FFF2-40B4-BE49-F238E27FC236}">
                <a16:creationId xmlns:a16="http://schemas.microsoft.com/office/drawing/2014/main" id="{9DB092DE-6155-4D23-9934-7441AA84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7849068"/>
            <a:ext cx="424263" cy="312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89" name="text-176 surface">
            <a:extLst xmlns:a="http://schemas.openxmlformats.org/drawingml/2006/main">
              <a:ext uri="{FF2B5EF4-FFF2-40B4-BE49-F238E27FC236}">
                <a16:creationId xmlns:a16="http://schemas.microsoft.com/office/drawing/2014/main" id="{67DBF2D5-EA40-4772-A3AE-0E54F91C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6054" y="7850468"/>
            <a:ext cx="766422" cy="310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290" name="text-176 texture">
            <a:extLst xmlns:a="http://schemas.openxmlformats.org/drawingml/2006/main">
              <a:ext uri="{FF2B5EF4-FFF2-40B4-BE49-F238E27FC236}">
                <a16:creationId xmlns:a16="http://schemas.microsoft.com/office/drawing/2014/main" id="{90E1C3D2-E937-4D6C-93CA-ACB1E58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6508" y="7851050"/>
            <a:ext cx="715278" cy="30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291" name="text-176 of">
            <a:extLst xmlns:a="http://schemas.openxmlformats.org/drawingml/2006/main">
              <a:ext uri="{FF2B5EF4-FFF2-40B4-BE49-F238E27FC236}">
                <a16:creationId xmlns:a16="http://schemas.microsoft.com/office/drawing/2014/main" id="{2F492E2E-EA43-4678-9394-1F94755F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7031" y="7850106"/>
            <a:ext cx="225021" cy="310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92" name="text-176 the">
            <a:extLst xmlns:a="http://schemas.openxmlformats.org/drawingml/2006/main">
              <a:ext uri="{FF2B5EF4-FFF2-40B4-BE49-F238E27FC236}">
                <a16:creationId xmlns:a16="http://schemas.microsoft.com/office/drawing/2014/main" id="{9701A515-D7FD-4235-B4C0-31E1425A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3798" y="7850630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293" name="text-176 duck">
            <a:extLst xmlns:a="http://schemas.openxmlformats.org/drawingml/2006/main">
              <a:ext uri="{FF2B5EF4-FFF2-40B4-BE49-F238E27FC236}">
                <a16:creationId xmlns:a16="http://schemas.microsoft.com/office/drawing/2014/main" id="{4569A6A3-6BEA-4942-BE82-9DFF60FB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3950" y="7850134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duck</a:t>
            </a:r>
          </a:p>
        </p:txBody>
      </p:sp>
      <p:sp>
        <p:nvSpPr>
          <p:cNvPr id="294" name="text-176 has">
            <a:extLst xmlns:a="http://schemas.openxmlformats.org/drawingml/2006/main">
              <a:ext uri="{FF2B5EF4-FFF2-40B4-BE49-F238E27FC236}">
                <a16:creationId xmlns:a16="http://schemas.microsoft.com/office/drawing/2014/main" id="{E74035FF-FE6C-4E4C-94D1-99D864DF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4987" y="7850134"/>
            <a:ext cx="397664" cy="310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</a:t>
            </a:r>
          </a:p>
        </p:txBody>
      </p:sp>
      <p:sp>
        <p:nvSpPr>
          <p:cNvPr id="295" name="text-177 poor">
            <a:extLst xmlns:a="http://schemas.openxmlformats.org/drawingml/2006/main">
              <a:ext uri="{FF2B5EF4-FFF2-40B4-BE49-F238E27FC236}">
                <a16:creationId xmlns:a16="http://schemas.microsoft.com/office/drawing/2014/main" id="{409AA6DB-EC47-4058-BD74-EBF87336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8115833"/>
            <a:ext cx="483983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poor</a:t>
            </a:r>
          </a:p>
        </p:txBody>
      </p:sp>
      <p:sp>
        <p:nvSpPr>
          <p:cNvPr id="296" name="text-177 clarity">
            <a:extLst xmlns:a="http://schemas.openxmlformats.org/drawingml/2006/main">
              <a:ext uri="{FF2B5EF4-FFF2-40B4-BE49-F238E27FC236}">
                <a16:creationId xmlns:a16="http://schemas.microsoft.com/office/drawing/2014/main" id="{4A82CC3A-6A9D-4992-83C0-AB4EA019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8189" y="8115390"/>
            <a:ext cx="620538" cy="311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clarity</a:t>
            </a:r>
          </a:p>
        </p:txBody>
      </p:sp>
      <p:sp>
        <p:nvSpPr>
          <p:cNvPr id="297" name="text-177 and">
            <a:extLst xmlns:a="http://schemas.openxmlformats.org/drawingml/2006/main">
              <a:ext uri="{FF2B5EF4-FFF2-40B4-BE49-F238E27FC236}">
                <a16:creationId xmlns:a16="http://schemas.microsoft.com/office/drawing/2014/main" id="{EAC51990-3F13-4EAC-8BA5-467E7B42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520" y="8115833"/>
            <a:ext cx="410085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298" name="text-177 fineness,">
            <a:extLst xmlns:a="http://schemas.openxmlformats.org/drawingml/2006/main">
              <a:ext uri="{FF2B5EF4-FFF2-40B4-BE49-F238E27FC236}">
                <a16:creationId xmlns:a16="http://schemas.microsoft.com/office/drawing/2014/main" id="{9D945CFE-8238-4DC6-B0D3-74A11C7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0250" y="8115841"/>
            <a:ext cx="927808" cy="310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fineness,</a:t>
            </a:r>
          </a:p>
        </p:txBody>
      </p:sp>
      <p:sp>
        <p:nvSpPr>
          <p:cNvPr id="299" name="text-177 the">
            <a:extLst xmlns:a="http://schemas.openxmlformats.org/drawingml/2006/main">
              <a:ext uri="{FF2B5EF4-FFF2-40B4-BE49-F238E27FC236}">
                <a16:creationId xmlns:a16="http://schemas.microsoft.com/office/drawing/2014/main" id="{3932A324-42DB-4FB7-9662-9CB2D08D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1590" y="8116300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00" name="text-177 texture">
            <a:extLst xmlns:a="http://schemas.openxmlformats.org/drawingml/2006/main">
              <a:ext uri="{FF2B5EF4-FFF2-40B4-BE49-F238E27FC236}">
                <a16:creationId xmlns:a16="http://schemas.microsoft.com/office/drawing/2014/main" id="{33092784-3791-4D0B-8C77-BD3C0C3E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1742" y="8116720"/>
            <a:ext cx="715278" cy="309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301" name="text-177 is">
            <a:extLst xmlns:a="http://schemas.openxmlformats.org/drawingml/2006/main">
              <a:ext uri="{FF2B5EF4-FFF2-40B4-BE49-F238E27FC236}">
                <a16:creationId xmlns:a16="http://schemas.microsoft.com/office/drawing/2014/main" id="{B92B7095-EE88-4F05-A192-F1977827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2265" y="8115153"/>
            <a:ext cx="200722" cy="3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02" name="text-178 blurred">
            <a:extLst xmlns:a="http://schemas.openxmlformats.org/drawingml/2006/main">
              <a:ext uri="{FF2B5EF4-FFF2-40B4-BE49-F238E27FC236}">
                <a16:creationId xmlns:a16="http://schemas.microsoft.com/office/drawing/2014/main" id="{634283C4-A749-4DDD-9DC4-B1A27B7B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8381574"/>
            <a:ext cx="730293" cy="31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blurred</a:t>
            </a:r>
          </a:p>
        </p:txBody>
      </p:sp>
      <p:sp>
        <p:nvSpPr>
          <p:cNvPr id="303" name="text-178 and">
            <a:extLst xmlns:a="http://schemas.openxmlformats.org/drawingml/2006/main">
              <a:ext uri="{FF2B5EF4-FFF2-40B4-BE49-F238E27FC236}">
                <a16:creationId xmlns:a16="http://schemas.microsoft.com/office/drawing/2014/main" id="{3B3F50BB-8C79-45F6-A157-7E63DBD0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4512" y="8381503"/>
            <a:ext cx="410086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04" name="text-178 there">
            <a:extLst xmlns:a="http://schemas.openxmlformats.org/drawingml/2006/main">
              <a:ext uri="{FF2B5EF4-FFF2-40B4-BE49-F238E27FC236}">
                <a16:creationId xmlns:a16="http://schemas.microsoft.com/office/drawing/2014/main" id="{82AF2B2D-DCD2-4FD2-AD25-2581CC49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355" y="8381468"/>
            <a:ext cx="545681" cy="310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</a:t>
            </a:r>
          </a:p>
        </p:txBody>
      </p:sp>
      <p:sp>
        <p:nvSpPr>
          <p:cNvPr id="305" name="text-178 are">
            <a:extLst xmlns:a="http://schemas.openxmlformats.org/drawingml/2006/main">
              <a:ext uri="{FF2B5EF4-FFF2-40B4-BE49-F238E27FC236}">
                <a16:creationId xmlns:a16="http://schemas.microsoft.com/office/drawing/2014/main" id="{9193875A-2CBC-40BE-96F8-43320E19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5341" y="8381481"/>
            <a:ext cx="360603" cy="310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306" name="text-178 large">
            <a:extLst xmlns:a="http://schemas.openxmlformats.org/drawingml/2006/main">
              <a:ext uri="{FF2B5EF4-FFF2-40B4-BE49-F238E27FC236}">
                <a16:creationId xmlns:a16="http://schemas.microsoft.com/office/drawing/2014/main" id="{A346048E-7902-4C35-A1E2-464F479B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7695" y="8380990"/>
            <a:ext cx="534449" cy="311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</a:t>
            </a:r>
          </a:p>
        </p:txBody>
      </p:sp>
      <p:sp>
        <p:nvSpPr>
          <p:cNvPr id="307" name="text-178 differences">
            <a:extLst xmlns:a="http://schemas.openxmlformats.org/drawingml/2006/main">
              <a:ext uri="{FF2B5EF4-FFF2-40B4-BE49-F238E27FC236}">
                <a16:creationId xmlns:a16="http://schemas.microsoft.com/office/drawing/2014/main" id="{01236CD6-7910-43E9-9F7D-911E4D9A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2923" y="8381743"/>
            <a:ext cx="1119941" cy="310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differences</a:t>
            </a:r>
          </a:p>
        </p:txBody>
      </p:sp>
      <p:sp>
        <p:nvSpPr>
          <p:cNvPr id="308" name="text-179 in">
            <a:extLst xmlns:a="http://schemas.openxmlformats.org/drawingml/2006/main">
              <a:ext uri="{FF2B5EF4-FFF2-40B4-BE49-F238E27FC236}">
                <a16:creationId xmlns:a16="http://schemas.microsoft.com/office/drawing/2014/main" id="{1CB25515-F444-4436-8CE5-85025144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8646606"/>
            <a:ext cx="213130" cy="311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309" name="text-179 texture">
            <a:extLst xmlns:a="http://schemas.openxmlformats.org/drawingml/2006/main">
              <a:ext uri="{FF2B5EF4-FFF2-40B4-BE49-F238E27FC236}">
                <a16:creationId xmlns:a16="http://schemas.microsoft.com/office/drawing/2014/main" id="{353C7F82-0E32-4AE5-8416-BB16A007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6568" y="8648062"/>
            <a:ext cx="715279" cy="309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310" name="text-179 between">
            <a:extLst xmlns:a="http://schemas.openxmlformats.org/drawingml/2006/main">
              <a:ext uri="{FF2B5EF4-FFF2-40B4-BE49-F238E27FC236}">
                <a16:creationId xmlns:a16="http://schemas.microsoft.com/office/drawing/2014/main" id="{D69E9517-517C-46D8-A3E0-E8FA71A2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7092" y="8647922"/>
            <a:ext cx="875745" cy="309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between</a:t>
            </a:r>
          </a:p>
        </p:txBody>
      </p:sp>
      <p:sp>
        <p:nvSpPr>
          <p:cNvPr id="311" name="text-179 different">
            <a:extLst xmlns:a="http://schemas.openxmlformats.org/drawingml/2006/main">
              <a:ext uri="{FF2B5EF4-FFF2-40B4-BE49-F238E27FC236}">
                <a16:creationId xmlns:a16="http://schemas.microsoft.com/office/drawing/2014/main" id="{8748EE8B-CA09-4A59-8AA3-F2F04C5B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8724" y="8647505"/>
            <a:ext cx="836321" cy="310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</a:t>
            </a:r>
          </a:p>
        </p:txBody>
      </p:sp>
      <p:sp>
        <p:nvSpPr>
          <p:cNvPr id="312" name="text-179 areas.">
            <a:extLst xmlns:a="http://schemas.openxmlformats.org/drawingml/2006/main">
              <a:ext uri="{FF2B5EF4-FFF2-40B4-BE49-F238E27FC236}">
                <a16:creationId xmlns:a16="http://schemas.microsoft.com/office/drawing/2014/main" id="{30F2A356-1B55-42B8-AA2C-D1A579AF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9746" y="8647141"/>
            <a:ext cx="656638" cy="310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areas.</a:t>
            </a:r>
          </a:p>
        </p:txBody>
      </p:sp>
      <p:sp>
        <p:nvSpPr>
          <p:cNvPr id="313" name="text-179 The">
            <a:extLst xmlns:a="http://schemas.openxmlformats.org/drawingml/2006/main">
              <a:ext uri="{FF2B5EF4-FFF2-40B4-BE49-F238E27FC236}">
                <a16:creationId xmlns:a16="http://schemas.microsoft.com/office/drawing/2014/main" id="{250EFEC1-FC68-4944-AE8B-53238AE9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474" y="8646081"/>
            <a:ext cx="424263" cy="312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14" name="text-180 overall">
            <a:extLst xmlns:a="http://schemas.openxmlformats.org/drawingml/2006/main">
              <a:ext uri="{FF2B5EF4-FFF2-40B4-BE49-F238E27FC236}">
                <a16:creationId xmlns:a16="http://schemas.microsoft.com/office/drawing/2014/main" id="{5A3E9BA0-9560-4D9A-8408-726CA857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8912851"/>
            <a:ext cx="693467" cy="3105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315" name="text-180 color">
            <a:extLst xmlns:a="http://schemas.openxmlformats.org/drawingml/2006/main">
              <a:ext uri="{FF2B5EF4-FFF2-40B4-BE49-F238E27FC236}">
                <a16:creationId xmlns:a16="http://schemas.microsoft.com/office/drawing/2014/main" id="{EE781B56-FBE7-4440-BBBA-1871B907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6566" y="8912546"/>
            <a:ext cx="521539" cy="31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</a:t>
            </a:r>
          </a:p>
        </p:txBody>
      </p:sp>
      <p:sp>
        <p:nvSpPr>
          <p:cNvPr id="316" name="text-180 saturation">
            <a:extLst xmlns:a="http://schemas.openxmlformats.org/drawingml/2006/main">
              <a:ext uri="{FF2B5EF4-FFF2-40B4-BE49-F238E27FC236}">
                <a16:creationId xmlns:a16="http://schemas.microsoft.com/office/drawing/2014/main" id="{C2A1D5DF-2901-4373-8665-00F67E8B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8698" y="8913116"/>
            <a:ext cx="1012974" cy="310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saturation</a:t>
            </a:r>
          </a:p>
        </p:txBody>
      </p:sp>
      <p:sp>
        <p:nvSpPr>
          <p:cNvPr id="317" name="text-180 of">
            <a:extLst xmlns:a="http://schemas.openxmlformats.org/drawingml/2006/main">
              <a:ext uri="{FF2B5EF4-FFF2-40B4-BE49-F238E27FC236}">
                <a16:creationId xmlns:a16="http://schemas.microsoft.com/office/drawing/2014/main" id="{CF89811B-BD2C-486D-8430-98F4BCE4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5697" y="8912788"/>
            <a:ext cx="225021" cy="310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318" name="text-180 the">
            <a:extLst xmlns:a="http://schemas.openxmlformats.org/drawingml/2006/main">
              <a:ext uri="{FF2B5EF4-FFF2-40B4-BE49-F238E27FC236}">
                <a16:creationId xmlns:a16="http://schemas.microsoft.com/office/drawing/2014/main" id="{E280C6AD-BB2C-43AA-80A5-08028924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2464" y="8913313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19" name="text-180 picture">
            <a:extLst xmlns:a="http://schemas.openxmlformats.org/drawingml/2006/main">
              <a:ext uri="{FF2B5EF4-FFF2-40B4-BE49-F238E27FC236}">
                <a16:creationId xmlns:a16="http://schemas.microsoft.com/office/drawing/2014/main" id="{257BA019-E562-43A7-828C-A9EF6352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4168" y="8912803"/>
            <a:ext cx="705903" cy="310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picture</a:t>
            </a:r>
          </a:p>
        </p:txBody>
      </p:sp>
      <p:sp>
        <p:nvSpPr>
          <p:cNvPr id="320" name="text-180 is">
            <a:extLst xmlns:a="http://schemas.openxmlformats.org/drawingml/2006/main">
              <a:ext uri="{FF2B5EF4-FFF2-40B4-BE49-F238E27FC236}">
                <a16:creationId xmlns:a16="http://schemas.microsoft.com/office/drawing/2014/main" id="{F61972D8-1DAE-47F6-AFE2-3EE2428C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0711" y="8912163"/>
            <a:ext cx="200724" cy="31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21" name="text-181 too">
            <a:extLst xmlns:a="http://schemas.openxmlformats.org/drawingml/2006/main">
              <a:ext uri="{FF2B5EF4-FFF2-40B4-BE49-F238E27FC236}">
                <a16:creationId xmlns:a16="http://schemas.microsoft.com/office/drawing/2014/main" id="{64C993F7-BADD-47C3-95C2-A65DA870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9179245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too</a:t>
            </a:r>
          </a:p>
        </p:txBody>
      </p:sp>
      <p:sp>
        <p:nvSpPr>
          <p:cNvPr id="322" name="text-181 high,">
            <a:extLst xmlns:a="http://schemas.openxmlformats.org/drawingml/2006/main">
              <a:ext uri="{FF2B5EF4-FFF2-40B4-BE49-F238E27FC236}">
                <a16:creationId xmlns:a16="http://schemas.microsoft.com/office/drawing/2014/main" id="{3D388AA4-0501-4E45-9A3B-5996519A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2601" y="9178463"/>
            <a:ext cx="521764" cy="311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high,</a:t>
            </a:r>
          </a:p>
        </p:txBody>
      </p:sp>
      <p:sp>
        <p:nvSpPr>
          <p:cNvPr id="323" name="text-181 the">
            <a:extLst xmlns:a="http://schemas.openxmlformats.org/drawingml/2006/main">
              <a:ext uri="{FF2B5EF4-FFF2-40B4-BE49-F238E27FC236}">
                <a16:creationId xmlns:a16="http://schemas.microsoft.com/office/drawing/2014/main" id="{64A83477-44DC-42DC-8AC5-4C1198C7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6065" y="9178765"/>
            <a:ext cx="348397" cy="310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24" name="text-181 color">
            <a:extLst xmlns:a="http://schemas.openxmlformats.org/drawingml/2006/main">
              <a:ext uri="{FF2B5EF4-FFF2-40B4-BE49-F238E27FC236}">
                <a16:creationId xmlns:a16="http://schemas.microsoft.com/office/drawing/2014/main" id="{1B7CA0F6-FB47-4A54-9880-53EB507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7991" y="9178477"/>
            <a:ext cx="521540" cy="311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</a:t>
            </a:r>
          </a:p>
        </p:txBody>
      </p:sp>
      <p:sp>
        <p:nvSpPr>
          <p:cNvPr id="325" name="text-181 is">
            <a:extLst xmlns:a="http://schemas.openxmlformats.org/drawingml/2006/main">
              <a:ext uri="{FF2B5EF4-FFF2-40B4-BE49-F238E27FC236}">
                <a16:creationId xmlns:a16="http://schemas.microsoft.com/office/drawing/2014/main" id="{B0E67EED-CB6C-44A2-B3B5-7F4001DA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0124" y="9178095"/>
            <a:ext cx="200724" cy="31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26" name="text-181 distorted,">
            <a:extLst xmlns:a="http://schemas.openxmlformats.org/drawingml/2006/main">
              <a:ext uri="{FF2B5EF4-FFF2-40B4-BE49-F238E27FC236}">
                <a16:creationId xmlns:a16="http://schemas.microsoft.com/office/drawing/2014/main" id="{8E1D3940-38BF-4235-96B7-562019C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0262" y="9179008"/>
            <a:ext cx="951511" cy="310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distorted,</a:t>
            </a:r>
          </a:p>
        </p:txBody>
      </p:sp>
      <p:sp>
        <p:nvSpPr>
          <p:cNvPr id="327" name="text-181 and">
            <a:extLst xmlns:a="http://schemas.openxmlformats.org/drawingml/2006/main">
              <a:ext uri="{FF2B5EF4-FFF2-40B4-BE49-F238E27FC236}">
                <a16:creationId xmlns:a16="http://schemas.microsoft.com/office/drawing/2014/main" id="{79D9FA7B-03CB-481A-9180-5200A20B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5124" y="9178777"/>
            <a:ext cx="410085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28" name="text-181 it">
            <a:extLst xmlns:a="http://schemas.openxmlformats.org/drawingml/2006/main">
              <a:ext uri="{FF2B5EF4-FFF2-40B4-BE49-F238E27FC236}">
                <a16:creationId xmlns:a16="http://schemas.microsoft.com/office/drawing/2014/main" id="{7C2E3BFF-4EA5-4003-8C1E-8A2AE359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9408" y="9177858"/>
            <a:ext cx="151501" cy="311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329" name="text-182 does">
            <a:extLst xmlns:a="http://schemas.openxmlformats.org/drawingml/2006/main">
              <a:ext uri="{FF2B5EF4-FFF2-40B4-BE49-F238E27FC236}">
                <a16:creationId xmlns:a16="http://schemas.microsoft.com/office/drawing/2014/main" id="{F9D85AF2-D3DF-420F-8B7D-62468CA7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2450" y="9444440"/>
            <a:ext cx="521044" cy="31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</a:t>
            </a:r>
          </a:p>
        </p:txBody>
      </p:sp>
      <p:sp>
        <p:nvSpPr>
          <p:cNvPr id="330" name="text-182 not">
            <a:extLst xmlns:a="http://schemas.openxmlformats.org/drawingml/2006/main">
              <a:ext uri="{FF2B5EF4-FFF2-40B4-BE49-F238E27FC236}">
                <a16:creationId xmlns:a16="http://schemas.microsoft.com/office/drawing/2014/main" id="{94A5D582-2FF4-4E73-9FC2-D19FED67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6136" y="9444435"/>
            <a:ext cx="348397" cy="310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331" name="text-182 match">
            <a:extLst xmlns:a="http://schemas.openxmlformats.org/drawingml/2006/main">
              <a:ext uri="{FF2B5EF4-FFF2-40B4-BE49-F238E27FC236}">
                <a16:creationId xmlns:a16="http://schemas.microsoft.com/office/drawing/2014/main" id="{14E3EEBB-43D9-49F5-B312-DF7157BE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6287" y="9444720"/>
            <a:ext cx="643267" cy="310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332" name="text-182 the">
            <a:extLst xmlns:a="http://schemas.openxmlformats.org/drawingml/2006/main">
              <a:ext uri="{FF2B5EF4-FFF2-40B4-BE49-F238E27FC236}">
                <a16:creationId xmlns:a16="http://schemas.microsoft.com/office/drawing/2014/main" id="{9D6CE5CC-E8EB-463F-98D3-D0D40689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026" y="9444914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33" name="text-182 actual">
            <a:extLst xmlns:a="http://schemas.openxmlformats.org/drawingml/2006/main">
              <a:ext uri="{FF2B5EF4-FFF2-40B4-BE49-F238E27FC236}">
                <a16:creationId xmlns:a16="http://schemas.microsoft.com/office/drawing/2014/main" id="{729A6251-1CB7-4993-A008-4051505E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3730" y="9444685"/>
            <a:ext cx="631289" cy="310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334" name="text-182 situation.">
            <a:extLst xmlns:a="http://schemas.openxmlformats.org/drawingml/2006/main">
              <a:ext uri="{FF2B5EF4-FFF2-40B4-BE49-F238E27FC236}">
                <a16:creationId xmlns:a16="http://schemas.microsoft.com/office/drawing/2014/main" id="{AB3A0E35-C44D-44D2-BE2C-227166E7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8152" y="9444455"/>
            <a:ext cx="927807" cy="310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situation.</a:t>
            </a:r>
          </a:p>
        </p:txBody>
      </p:sp>
      <p:sp>
        <p:nvSpPr>
          <p:cNvPr id="335" name="path-183">
            <a:extLst xmlns:a="http://schemas.openxmlformats.org/drawingml/2006/main">
              <a:ext uri="{FF2B5EF4-FFF2-40B4-BE49-F238E27FC236}">
                <a16:creationId xmlns:a16="http://schemas.microsoft.com/office/drawing/2014/main" id="{72D56C3F-D7F8-49FD-9C91-A7539CB6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43" y="10277219"/>
            <a:ext cx="7155909" cy="2487927"/>
          </a:xfrm>
          <a:custGeom xmlns:a="http://schemas.openxmlformats.org/drawingml/2006/main">
            <a:pathLst>
              <a:path w="7155909" h="2487927">
                <a:moveTo>
                  <a:pt x="0" y="196520"/>
                </a:moveTo>
                <a:cubicBezTo>
                  <a:pt x="0" y="88035"/>
                  <a:pt x="87971" y="0"/>
                  <a:pt x="196492" y="0"/>
                </a:cubicBezTo>
                <a:lnTo>
                  <a:pt x="6959391" y="0"/>
                </a:lnTo>
                <a:cubicBezTo>
                  <a:pt x="7067874" y="0"/>
                  <a:pt x="7155909" y="88035"/>
                  <a:pt x="7155909" y="196520"/>
                </a:cubicBezTo>
                <a:lnTo>
                  <a:pt x="7155909" y="2291433"/>
                </a:lnTo>
                <a:cubicBezTo>
                  <a:pt x="7155909" y="2399955"/>
                  <a:pt x="7067874" y="2487927"/>
                  <a:pt x="6959391" y="2487927"/>
                </a:cubicBezTo>
                <a:lnTo>
                  <a:pt x="196492" y="2487927"/>
                </a:lnTo>
                <a:cubicBezTo>
                  <a:pt x="87971" y="2487927"/>
                  <a:pt x="0" y="2399955"/>
                  <a:pt x="0" y="2291433"/>
                </a:cubicBezTo>
                <a:lnTo>
                  <a:pt x="0" y="19652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69">
            <a:solidFill>
              <a:srgbClr val="628CCA"/>
            </a:solidFill>
            <a:prstDash val="solid"/>
          </a:ln>
        </p:spPr>
      </p:sp>
      <p:sp>
        <p:nvSpPr>
          <p:cNvPr id="336" name="text-184 Area">
            <a:extLst xmlns:a="http://schemas.openxmlformats.org/drawingml/2006/main">
              <a:ext uri="{FF2B5EF4-FFF2-40B4-BE49-F238E27FC236}">
                <a16:creationId xmlns:a16="http://schemas.microsoft.com/office/drawing/2014/main" id="{52EA6717-B24E-4663-BEF0-BD3ACBB7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009" y="10332895"/>
            <a:ext cx="662708" cy="390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Area</a:t>
            </a:r>
          </a:p>
        </p:txBody>
      </p:sp>
      <p:sp>
        <p:nvSpPr>
          <p:cNvPr id="337" name="text-184 Abnormal">
            <a:extLst xmlns:a="http://schemas.openxmlformats.org/drawingml/2006/main">
              <a:ext uri="{FF2B5EF4-FFF2-40B4-BE49-F238E27FC236}">
                <a16:creationId xmlns:a16="http://schemas.microsoft.com/office/drawing/2014/main" id="{DF633780-56A9-4E85-9A52-E42D5189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0765" y="10332861"/>
            <a:ext cx="1275319" cy="390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defRPr>
            </a:pPr>
            <a:r>
              <a:rPr sz="2194" b="1" i="0">
                <a:solidFill>
                  <a:srgbClr val="2196F3"/>
                </a:solidFill>
                <a:latin typeface="Consolas"/>
                <a:ea typeface="Consolas"/>
                <a:cs typeface="Consolas"/>
              </a:rPr>
              <a:t>Abnormal</a:t>
            </a:r>
          </a:p>
        </p:txBody>
      </p:sp>
      <p:sp>
        <p:nvSpPr>
          <p:cNvPr id="338" name="text-185 Area">
            <a:extLst xmlns:a="http://schemas.openxmlformats.org/drawingml/2006/main">
              <a:ext uri="{FF2B5EF4-FFF2-40B4-BE49-F238E27FC236}">
                <a16:creationId xmlns:a16="http://schemas.microsoft.com/office/drawing/2014/main" id="{461F15EA-B140-4D4B-A9C3-36707EC7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006" y="11570118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339" name="text-185 2">
            <a:extLst xmlns:a="http://schemas.openxmlformats.org/drawingml/2006/main">
              <a:ext uri="{FF2B5EF4-FFF2-40B4-BE49-F238E27FC236}">
                <a16:creationId xmlns:a16="http://schemas.microsoft.com/office/drawing/2014/main" id="{0EB5BED6-A121-49B8-A8A0-06BE047A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044" y="11570206"/>
            <a:ext cx="163308" cy="31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0" name="text-186 ：">
            <a:extLst xmlns:a="http://schemas.openxmlformats.org/drawingml/2006/main">
              <a:ext uri="{FF2B5EF4-FFF2-40B4-BE49-F238E27FC236}">
                <a16:creationId xmlns:a16="http://schemas.microsoft.com/office/drawing/2014/main" id="{AA54FF55-6FA9-4612-97B1-050AF68E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806" y="11570116"/>
            <a:ext cx="261854" cy="310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defRPr>
            </a:pPr>
            <a:r>
              <a: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rPr>
              <a:t>：</a:t>
            </a:r>
          </a:p>
        </p:txBody>
      </p:sp>
      <p:sp>
        <p:nvSpPr>
          <p:cNvPr id="341" name="text-187 In">
            <a:extLst xmlns:a="http://schemas.openxmlformats.org/drawingml/2006/main">
              <a:ext uri="{FF2B5EF4-FFF2-40B4-BE49-F238E27FC236}">
                <a16:creationId xmlns:a16="http://schemas.microsoft.com/office/drawing/2014/main" id="{7350CD91-52B6-4170-A24C-D7B04C47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006" y="11844373"/>
            <a:ext cx="224211" cy="309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342" name="text-187 calm">
            <a:extLst xmlns:a="http://schemas.openxmlformats.org/drawingml/2006/main">
              <a:ext uri="{FF2B5EF4-FFF2-40B4-BE49-F238E27FC236}">
                <a16:creationId xmlns:a16="http://schemas.microsoft.com/office/drawing/2014/main" id="{7078F365-944B-4B3E-BD56-9B638153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773" y="11843301"/>
            <a:ext cx="509119" cy="3110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calm</a:t>
            </a:r>
          </a:p>
        </p:txBody>
      </p:sp>
      <p:sp>
        <p:nvSpPr>
          <p:cNvPr id="343" name="text-187 water">
            <a:extLst xmlns:a="http://schemas.openxmlformats.org/drawingml/2006/main">
              <a:ext uri="{FF2B5EF4-FFF2-40B4-BE49-F238E27FC236}">
                <a16:creationId xmlns:a16="http://schemas.microsoft.com/office/drawing/2014/main" id="{E93B4C1B-5DAB-4273-A1D3-00FE8608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479" y="11844876"/>
            <a:ext cx="579181" cy="308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344" name="text-187 areas,">
            <a:extLst xmlns:a="http://schemas.openxmlformats.org/drawingml/2006/main">
              <a:ext uri="{FF2B5EF4-FFF2-40B4-BE49-F238E27FC236}">
                <a16:creationId xmlns:a16="http://schemas.microsoft.com/office/drawing/2014/main" id="{AD9D8A0A-076B-4DF0-A23C-0421C101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4417" y="11843598"/>
            <a:ext cx="656637" cy="310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areas,</a:t>
            </a:r>
          </a:p>
        </p:txBody>
      </p:sp>
      <p:sp>
        <p:nvSpPr>
          <p:cNvPr id="345" name="text-187 the">
            <a:extLst xmlns:a="http://schemas.openxmlformats.org/drawingml/2006/main">
              <a:ext uri="{FF2B5EF4-FFF2-40B4-BE49-F238E27FC236}">
                <a16:creationId xmlns:a16="http://schemas.microsoft.com/office/drawing/2014/main" id="{E91634AA-3CBC-4DDA-89B4-6BAEAF36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4136" y="11844099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46" name="text-187 reflection">
            <a:extLst xmlns:a="http://schemas.openxmlformats.org/drawingml/2006/main">
              <a:ext uri="{FF2B5EF4-FFF2-40B4-BE49-F238E27FC236}">
                <a16:creationId xmlns:a16="http://schemas.microsoft.com/office/drawing/2014/main" id="{144BC2B6-D02C-4C08-A2D2-682260AF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14287" y="11843823"/>
            <a:ext cx="939314" cy="310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347" name="text-187 on">
            <a:extLst xmlns:a="http://schemas.openxmlformats.org/drawingml/2006/main">
              <a:ext uri="{FF2B5EF4-FFF2-40B4-BE49-F238E27FC236}">
                <a16:creationId xmlns:a16="http://schemas.microsoft.com/office/drawing/2014/main" id="{6345546D-2A2C-4476-86E8-E90016B8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057" y="11843604"/>
            <a:ext cx="286707" cy="310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348" name="text-187 the">
            <a:extLst xmlns:a="http://schemas.openxmlformats.org/drawingml/2006/main">
              <a:ext uri="{FF2B5EF4-FFF2-40B4-BE49-F238E27FC236}">
                <a16:creationId xmlns:a16="http://schemas.microsoft.com/office/drawing/2014/main" id="{FE30DDFD-23C6-49C4-BF99-FE16A62A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5181" y="11844099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49" name="text-187 water">
            <a:extLst xmlns:a="http://schemas.openxmlformats.org/drawingml/2006/main">
              <a:ext uri="{FF2B5EF4-FFF2-40B4-BE49-F238E27FC236}">
                <a16:creationId xmlns:a16="http://schemas.microsoft.com/office/drawing/2014/main" id="{80DF94F9-4E29-42FD-B637-2038387E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5333" y="11844876"/>
            <a:ext cx="579182" cy="308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350" name="text-187 surface">
            <a:extLst xmlns:a="http://schemas.openxmlformats.org/drawingml/2006/main">
              <a:ext uri="{FF2B5EF4-FFF2-40B4-BE49-F238E27FC236}">
                <a16:creationId xmlns:a16="http://schemas.microsoft.com/office/drawing/2014/main" id="{238FC4C4-1694-4ED8-ACF5-EB84E60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9824" y="11843937"/>
            <a:ext cx="766422" cy="310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351" name="text-187 is">
            <a:extLst xmlns:a="http://schemas.openxmlformats.org/drawingml/2006/main">
              <a:ext uri="{FF2B5EF4-FFF2-40B4-BE49-F238E27FC236}">
                <a16:creationId xmlns:a16="http://schemas.microsoft.com/office/drawing/2014/main" id="{6F9A2468-C428-470B-A167-0EF617BA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8724" y="11842949"/>
            <a:ext cx="200724" cy="31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52" name="text-187 not">
            <a:extLst xmlns:a="http://schemas.openxmlformats.org/drawingml/2006/main">
              <a:ext uri="{FF2B5EF4-FFF2-40B4-BE49-F238E27FC236}">
                <a16:creationId xmlns:a16="http://schemas.microsoft.com/office/drawing/2014/main" id="{DA8B2D28-8BF1-4650-AB50-C804B39B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70413" y="11843619"/>
            <a:ext cx="348398" cy="31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353" name="text-188 symmetrical">
            <a:extLst xmlns:a="http://schemas.openxmlformats.org/drawingml/2006/main">
              <a:ext uri="{FF2B5EF4-FFF2-40B4-BE49-F238E27FC236}">
                <a16:creationId xmlns:a16="http://schemas.microsoft.com/office/drawing/2014/main" id="{FD98D4D1-B7F1-4FCE-9310-8CE2E1F7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006" y="12110128"/>
            <a:ext cx="1218588" cy="30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symmetrical</a:t>
            </a:r>
          </a:p>
        </p:txBody>
      </p:sp>
      <p:sp>
        <p:nvSpPr>
          <p:cNvPr id="354" name="text-188 with">
            <a:extLst xmlns:a="http://schemas.openxmlformats.org/drawingml/2006/main">
              <a:ext uri="{FF2B5EF4-FFF2-40B4-BE49-F238E27FC236}">
                <a16:creationId xmlns:a16="http://schemas.microsoft.com/office/drawing/2014/main" id="{DF15EEEF-3043-4ECF-BABF-3AC9810C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7053" y="12110781"/>
            <a:ext cx="431567" cy="308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355" name="text-188 the">
            <a:extLst xmlns:a="http://schemas.openxmlformats.org/drawingml/2006/main">
              <a:ext uri="{FF2B5EF4-FFF2-40B4-BE49-F238E27FC236}">
                <a16:creationId xmlns:a16="http://schemas.microsoft.com/office/drawing/2014/main" id="{0C46DAEA-696D-4962-85F9-05BBB3A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309" y="12109769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56" name="text-188 duck">
            <a:extLst xmlns:a="http://schemas.openxmlformats.org/drawingml/2006/main">
              <a:ext uri="{FF2B5EF4-FFF2-40B4-BE49-F238E27FC236}">
                <a16:creationId xmlns:a16="http://schemas.microsoft.com/office/drawing/2014/main" id="{B560B350-58F6-47C4-B194-5CBBE071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3013" y="12109272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duck</a:t>
            </a:r>
          </a:p>
        </p:txBody>
      </p:sp>
      <p:sp>
        <p:nvSpPr>
          <p:cNvPr id="357" name="text-188 above">
            <a:extLst xmlns:a="http://schemas.openxmlformats.org/drawingml/2006/main">
              <a:ext uri="{FF2B5EF4-FFF2-40B4-BE49-F238E27FC236}">
                <a16:creationId xmlns:a16="http://schemas.microsoft.com/office/drawing/2014/main" id="{5578143F-E27E-48C8-9B10-0B1FD1EE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4051" y="12109273"/>
            <a:ext cx="644430" cy="310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above</a:t>
            </a:r>
          </a:p>
        </p:txBody>
      </p:sp>
      <p:sp>
        <p:nvSpPr>
          <p:cNvPr id="358" name="text-188 the">
            <a:extLst xmlns:a="http://schemas.openxmlformats.org/drawingml/2006/main">
              <a:ext uri="{FF2B5EF4-FFF2-40B4-BE49-F238E27FC236}">
                <a16:creationId xmlns:a16="http://schemas.microsoft.com/office/drawing/2014/main" id="{336F91C7-259B-4370-A06C-DD6B006C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1121" y="12109770"/>
            <a:ext cx="347643" cy="3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59" name="text-188 water">
            <a:extLst xmlns:a="http://schemas.openxmlformats.org/drawingml/2006/main">
              <a:ext uri="{FF2B5EF4-FFF2-40B4-BE49-F238E27FC236}">
                <a16:creationId xmlns:a16="http://schemas.microsoft.com/office/drawing/2014/main" id="{432532B9-43AA-4B80-8803-6DBCD8F9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1271" y="12110546"/>
            <a:ext cx="579181" cy="308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water</a:t>
            </a:r>
          </a:p>
        </p:txBody>
      </p:sp>
      <p:sp>
        <p:nvSpPr>
          <p:cNvPr id="360" name="text-188 surface,">
            <a:extLst xmlns:a="http://schemas.openxmlformats.org/drawingml/2006/main">
              <a:ext uri="{FF2B5EF4-FFF2-40B4-BE49-F238E27FC236}">
                <a16:creationId xmlns:a16="http://schemas.microsoft.com/office/drawing/2014/main" id="{CC105E93-69C7-435F-93BC-AF271945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5762" y="12109560"/>
            <a:ext cx="828124" cy="31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surface,</a:t>
            </a:r>
          </a:p>
        </p:txBody>
      </p:sp>
      <p:sp>
        <p:nvSpPr>
          <p:cNvPr id="361" name="text-188 and">
            <a:extLst xmlns:a="http://schemas.openxmlformats.org/drawingml/2006/main">
              <a:ext uri="{FF2B5EF4-FFF2-40B4-BE49-F238E27FC236}">
                <a16:creationId xmlns:a16="http://schemas.microsoft.com/office/drawing/2014/main" id="{A96E1710-41B9-480B-A484-FBC295EA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88" y="12109302"/>
            <a:ext cx="410085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62" name="text-188 there">
            <a:extLst xmlns:a="http://schemas.openxmlformats.org/drawingml/2006/main">
              <a:ext uri="{FF2B5EF4-FFF2-40B4-BE49-F238E27FC236}">
                <a16:creationId xmlns:a16="http://schemas.microsoft.com/office/drawing/2014/main" id="{4190D279-5E96-4A9B-A6B5-1012DFAD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8641" y="12109560"/>
            <a:ext cx="544961" cy="310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</a:t>
            </a:r>
          </a:p>
        </p:txBody>
      </p:sp>
      <p:sp>
        <p:nvSpPr>
          <p:cNvPr id="363" name="text-188 is">
            <a:extLst xmlns:a="http://schemas.openxmlformats.org/drawingml/2006/main">
              <a:ext uri="{FF2B5EF4-FFF2-40B4-BE49-F238E27FC236}">
                <a16:creationId xmlns:a16="http://schemas.microsoft.com/office/drawing/2014/main" id="{E5498ECF-826C-45CB-A70C-C97C5BCD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403" y="12108619"/>
            <a:ext cx="200724" cy="311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364" name="text-188 a">
            <a:extLst xmlns:a="http://schemas.openxmlformats.org/drawingml/2006/main">
              <a:ext uri="{FF2B5EF4-FFF2-40B4-BE49-F238E27FC236}">
                <a16:creationId xmlns:a16="http://schemas.microsoft.com/office/drawing/2014/main" id="{304C453C-0ED4-44C6-BA66-3D3EDFD2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9093" y="12109359"/>
            <a:ext cx="163308" cy="31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65" name="text-189 clear">
            <a:extLst xmlns:a="http://schemas.openxmlformats.org/drawingml/2006/main">
              <a:ext uri="{FF2B5EF4-FFF2-40B4-BE49-F238E27FC236}">
                <a16:creationId xmlns:a16="http://schemas.microsoft.com/office/drawing/2014/main" id="{C57CE4FC-ECC9-4106-9AFF-E9D083B1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006" y="12375088"/>
            <a:ext cx="521299" cy="310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366" name="text-189 mismatch">
            <a:extLst xmlns:a="http://schemas.openxmlformats.org/drawingml/2006/main">
              <a:ext uri="{FF2B5EF4-FFF2-40B4-BE49-F238E27FC236}">
                <a16:creationId xmlns:a16="http://schemas.microsoft.com/office/drawing/2014/main" id="{DC970D96-52FC-4456-9DC8-65D20DE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918" y="12375445"/>
            <a:ext cx="988362" cy="310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mismatch</a:t>
            </a:r>
          </a:p>
        </p:txBody>
      </p:sp>
      <p:sp>
        <p:nvSpPr>
          <p:cNvPr id="367" name="text-189 between">
            <a:extLst xmlns:a="http://schemas.openxmlformats.org/drawingml/2006/main">
              <a:ext uri="{FF2B5EF4-FFF2-40B4-BE49-F238E27FC236}">
                <a16:creationId xmlns:a16="http://schemas.microsoft.com/office/drawing/2014/main" id="{38AA0AD8-5CEF-4A3C-B167-48C3D4D8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6399" y="12376032"/>
            <a:ext cx="875747" cy="309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between</a:t>
            </a:r>
          </a:p>
        </p:txBody>
      </p:sp>
      <p:sp>
        <p:nvSpPr>
          <p:cNvPr id="368" name="text-189 the">
            <a:extLst xmlns:a="http://schemas.openxmlformats.org/drawingml/2006/main">
              <a:ext uri="{FF2B5EF4-FFF2-40B4-BE49-F238E27FC236}">
                <a16:creationId xmlns:a16="http://schemas.microsoft.com/office/drawing/2014/main" id="{A0EBC7FA-0017-40F6-A4EF-A20538BA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032" y="12375753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69" name="text-189 reflection">
            <a:extLst xmlns:a="http://schemas.openxmlformats.org/drawingml/2006/main">
              <a:ext uri="{FF2B5EF4-FFF2-40B4-BE49-F238E27FC236}">
                <a16:creationId xmlns:a16="http://schemas.microsoft.com/office/drawing/2014/main" id="{575C715E-B2B1-464D-9F98-0E18BDB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8183" y="12375477"/>
            <a:ext cx="939312" cy="310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370" name="text-189 and">
            <a:extLst xmlns:a="http://schemas.openxmlformats.org/drawingml/2006/main">
              <a:ext uri="{FF2B5EF4-FFF2-40B4-BE49-F238E27FC236}">
                <a16:creationId xmlns:a16="http://schemas.microsoft.com/office/drawing/2014/main" id="{22CD5AD1-8879-448A-A94B-294D3314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9952" y="12375286"/>
            <a:ext cx="410085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371" name="text-189 the">
            <a:extLst xmlns:a="http://schemas.openxmlformats.org/drawingml/2006/main">
              <a:ext uri="{FF2B5EF4-FFF2-40B4-BE49-F238E27FC236}">
                <a16:creationId xmlns:a16="http://schemas.microsoft.com/office/drawing/2014/main" id="{E6D4FD0C-FF0F-427E-9758-13204A2B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2683" y="12375753"/>
            <a:ext cx="347644" cy="30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372" name="text-189 duck">
            <a:extLst xmlns:a="http://schemas.openxmlformats.org/drawingml/2006/main">
              <a:ext uri="{FF2B5EF4-FFF2-40B4-BE49-F238E27FC236}">
                <a16:creationId xmlns:a16="http://schemas.microsoft.com/office/drawing/2014/main" id="{6C904548-1EF9-4D46-908A-9F8B81A9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4387" y="12375256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duck</a:t>
            </a:r>
          </a:p>
        </p:txBody>
      </p:sp>
      <p:sp>
        <p:nvSpPr>
          <p:cNvPr id="373" name="text-189 itself.">
            <a:extLst xmlns:a="http://schemas.openxmlformats.org/drawingml/2006/main">
              <a:ext uri="{FF2B5EF4-FFF2-40B4-BE49-F238E27FC236}">
                <a16:creationId xmlns:a16="http://schemas.microsoft.com/office/drawing/2014/main" id="{A13FA68F-3EF0-4A0B-9510-52770DB3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4759" y="12375204"/>
            <a:ext cx="557893" cy="31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itself.</a:t>
            </a:r>
          </a:p>
        </p:txBody>
      </p:sp>
      <p:pic>
        <p:nvPic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5AB63904-AFE5-447F-8AA2-B7257DD129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ab4c8d0574ef7"/>
          <a:stretch xmlns:a="http://schemas.openxmlformats.org/drawingml/2006/main"/>
        </p:blipFill>
        <p:spPr>
          <a:xfrm xmlns:a="http://schemas.openxmlformats.org/drawingml/2006/main">
            <a:off x="14287500" y="652462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75" name="path-191">
            <a:extLst xmlns:a="http://schemas.openxmlformats.org/drawingml/2006/main">
              <a:ext uri="{FF2B5EF4-FFF2-40B4-BE49-F238E27FC236}">
                <a16:creationId xmlns:a16="http://schemas.microsoft.com/office/drawing/2014/main" id="{D1349947-000A-4AFD-BAF2-F4B855E6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674" y="6559396"/>
            <a:ext cx="609479" cy="609480"/>
          </a:xfrm>
          <a:custGeom xmlns:a="http://schemas.openxmlformats.org/drawingml/2006/main">
            <a:pathLst>
              <a:path w="609479" h="609480">
                <a:moveTo>
                  <a:pt x="0" y="304740"/>
                </a:moveTo>
                <a:cubicBezTo>
                  <a:pt x="0" y="136483"/>
                  <a:pt x="136481" y="0"/>
                  <a:pt x="304739" y="0"/>
                </a:cubicBezTo>
                <a:cubicBezTo>
                  <a:pt x="472997" y="0"/>
                  <a:pt x="609479" y="136483"/>
                  <a:pt x="609479" y="304740"/>
                </a:cubicBezTo>
                <a:cubicBezTo>
                  <a:pt x="609479" y="472997"/>
                  <a:pt x="472997" y="609480"/>
                  <a:pt x="304739" y="609480"/>
                </a:cubicBezTo>
                <a:cubicBezTo>
                  <a:pt x="136481" y="609480"/>
                  <a:pt x="0" y="472997"/>
                  <a:pt x="0" y="3047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302">
            <a:solidFill>
              <a:srgbClr val="476F59"/>
            </a:solidFill>
            <a:prstDash val="solid"/>
          </a:ln>
        </p:spPr>
      </p:sp>
      <p:pic>
        <p:nvPic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FFAB7D58-5FED-4281-811B-85C4AEECF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7b5c735344a73"/>
          <a:stretch xmlns:a="http://schemas.openxmlformats.org/drawingml/2006/main"/>
        </p:blipFill>
        <p:spPr>
          <a:xfrm xmlns:a="http://schemas.openxmlformats.org/drawingml/2006/main">
            <a:off x="14344650" y="6591300"/>
            <a:ext cx="533400" cy="542925"/>
          </a:xfrm>
          <a:prstGeom xmlns:a="http://schemas.openxmlformats.org/drawingml/2006/main" prst="rect">
            <a:avLst/>
          </a:prstGeom>
        </p:spPr>
      </p:pic>
      <p:pic>
        <p:nvPic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A01A6C50-461C-496B-90FC-BC8008DF7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2cea774d14c83"/>
          <a:stretch xmlns:a="http://schemas.openxmlformats.org/drawingml/2006/main"/>
        </p:blipFill>
        <p:spPr>
          <a:xfrm xmlns:a="http://schemas.openxmlformats.org/drawingml/2006/main">
            <a:off x="14335125" y="285750"/>
            <a:ext cx="571500" cy="619125"/>
          </a:xfrm>
          <a:prstGeom xmlns:a="http://schemas.openxmlformats.org/drawingml/2006/main" prst="rect">
            <a:avLst/>
          </a:prstGeom>
        </p:spPr>
      </p:pic>
      <p:sp>
        <p:nvSpPr>
          <p:cNvPr id="378" name="path-194">
            <a:extLst xmlns:a="http://schemas.openxmlformats.org/drawingml/2006/main">
              <a:ext uri="{FF2B5EF4-FFF2-40B4-BE49-F238E27FC236}">
                <a16:creationId xmlns:a16="http://schemas.microsoft.com/office/drawing/2014/main" id="{22CEA7FA-4209-49F3-8C04-AFE864EE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463" y="332554"/>
            <a:ext cx="545406" cy="545404"/>
          </a:xfrm>
          <a:custGeom xmlns:a="http://schemas.openxmlformats.org/drawingml/2006/main">
            <a:pathLst>
              <a:path w="545406" h="545404">
                <a:moveTo>
                  <a:pt x="0" y="272701"/>
                </a:moveTo>
                <a:cubicBezTo>
                  <a:pt x="0" y="122155"/>
                  <a:pt x="122157" y="0"/>
                  <a:pt x="272703" y="0"/>
                </a:cubicBezTo>
                <a:cubicBezTo>
                  <a:pt x="423249" y="0"/>
                  <a:pt x="545406" y="122155"/>
                  <a:pt x="545406" y="272701"/>
                </a:cubicBezTo>
                <a:cubicBezTo>
                  <a:pt x="545406" y="423249"/>
                  <a:pt x="423249" y="545404"/>
                  <a:pt x="272703" y="545404"/>
                </a:cubicBezTo>
                <a:cubicBezTo>
                  <a:pt x="122157" y="545404"/>
                  <a:pt x="0" y="423249"/>
                  <a:pt x="0" y="272701"/>
                </a:cubicBezTo>
              </a:path>
            </a:pathLst>
          </a:custGeom>
          <a:noFill xmlns:a="http://schemas.openxmlformats.org/drawingml/2006/main"/>
          <a:ln xmlns:a="http://schemas.openxmlformats.org/drawingml/2006/main" w="65115">
            <a:solidFill>
              <a:srgbClr val="CA790C"/>
            </a:solidFill>
            <a:prstDash val="solid"/>
          </a:ln>
        </p:spPr>
      </p:sp>
      <p:sp>
        <p:nvSpPr>
          <p:cNvPr id="379" name="path-195">
            <a:extLst xmlns:a="http://schemas.openxmlformats.org/drawingml/2006/main">
              <a:ext uri="{FF2B5EF4-FFF2-40B4-BE49-F238E27FC236}">
                <a16:creationId xmlns:a16="http://schemas.microsoft.com/office/drawing/2014/main" id="{53BDFC71-8EFD-461A-8CC2-502BD471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680" y="336658"/>
            <a:ext cx="532739" cy="532686"/>
          </a:xfrm>
          <a:custGeom xmlns:a="http://schemas.openxmlformats.org/drawingml/2006/main">
            <a:pathLst>
              <a:path w="532739" h="532686">
                <a:moveTo>
                  <a:pt x="532739" y="263010"/>
                </a:moveTo>
                <a:lnTo>
                  <a:pt x="532739" y="268064"/>
                </a:lnTo>
                <a:cubicBezTo>
                  <a:pt x="531847" y="409620"/>
                  <a:pt x="420405" y="525016"/>
                  <a:pt x="280448" y="532329"/>
                </a:cubicBezTo>
                <a:cubicBezTo>
                  <a:pt x="275810" y="532566"/>
                  <a:pt x="271055" y="532686"/>
                  <a:pt x="266357" y="532686"/>
                </a:cubicBezTo>
                <a:cubicBezTo>
                  <a:pt x="254823" y="532686"/>
                  <a:pt x="243468" y="531972"/>
                  <a:pt x="232290" y="530545"/>
                </a:cubicBezTo>
                <a:cubicBezTo>
                  <a:pt x="218139" y="528702"/>
                  <a:pt x="204287" y="525789"/>
                  <a:pt x="190910" y="521865"/>
                </a:cubicBezTo>
                <a:cubicBezTo>
                  <a:pt x="190435" y="521746"/>
                  <a:pt x="189898" y="521568"/>
                  <a:pt x="189423" y="521390"/>
                </a:cubicBezTo>
                <a:cubicBezTo>
                  <a:pt x="79789" y="488393"/>
                  <a:pt x="0" y="386670"/>
                  <a:pt x="0" y="266338"/>
                </a:cubicBezTo>
                <a:cubicBezTo>
                  <a:pt x="0" y="119251"/>
                  <a:pt x="119266" y="0"/>
                  <a:pt x="266356" y="0"/>
                </a:cubicBezTo>
                <a:cubicBezTo>
                  <a:pt x="342994" y="0"/>
                  <a:pt x="412020" y="32353"/>
                  <a:pt x="460600" y="84117"/>
                </a:cubicBezTo>
                <a:cubicBezTo>
                  <a:pt x="502466" y="128706"/>
                  <a:pt x="529171" y="187743"/>
                  <a:pt x="532343" y="252963"/>
                </a:cubicBezTo>
                <a:cubicBezTo>
                  <a:pt x="532491" y="255577"/>
                  <a:pt x="532590" y="258134"/>
                  <a:pt x="532639" y="260750"/>
                </a:cubicBezTo>
                <a:cubicBezTo>
                  <a:pt x="532639" y="261464"/>
                  <a:pt x="532739" y="262237"/>
                  <a:pt x="532739" y="263010"/>
                </a:cubicBezTo>
              </a:path>
            </a:pathLst>
          </a:custGeom>
          <a:solidFill xmlns:a="http://schemas.openxmlformats.org/drawingml/2006/main">
            <a:srgbClr val="F7C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196">
            <a:extLst xmlns:a="http://schemas.openxmlformats.org/drawingml/2006/main">
              <a:ext uri="{FF2B5EF4-FFF2-40B4-BE49-F238E27FC236}">
                <a16:creationId xmlns:a16="http://schemas.microsoft.com/office/drawing/2014/main" id="{5B4DF5DB-11E4-4485-943E-A1983AA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34" y="420775"/>
            <a:ext cx="460085" cy="448569"/>
          </a:xfrm>
          <a:custGeom xmlns:a="http://schemas.openxmlformats.org/drawingml/2006/main">
            <a:pathLst>
              <a:path w="460085" h="448569">
                <a:moveTo>
                  <a:pt x="460085" y="178893"/>
                </a:moveTo>
                <a:lnTo>
                  <a:pt x="460085" y="183947"/>
                </a:lnTo>
                <a:cubicBezTo>
                  <a:pt x="459193" y="325503"/>
                  <a:pt x="347751" y="440899"/>
                  <a:pt x="207794" y="448212"/>
                </a:cubicBezTo>
                <a:cubicBezTo>
                  <a:pt x="203156" y="448449"/>
                  <a:pt x="198401" y="448569"/>
                  <a:pt x="193703" y="448569"/>
                </a:cubicBezTo>
                <a:cubicBezTo>
                  <a:pt x="182169" y="448569"/>
                  <a:pt x="170814" y="447855"/>
                  <a:pt x="159636" y="446428"/>
                </a:cubicBezTo>
                <a:cubicBezTo>
                  <a:pt x="145485" y="444585"/>
                  <a:pt x="131633" y="441672"/>
                  <a:pt x="118256" y="437748"/>
                </a:cubicBezTo>
                <a:cubicBezTo>
                  <a:pt x="117781" y="437629"/>
                  <a:pt x="117244" y="437451"/>
                  <a:pt x="116769" y="437273"/>
                </a:cubicBezTo>
                <a:cubicBezTo>
                  <a:pt x="116709" y="437154"/>
                  <a:pt x="116709" y="437094"/>
                  <a:pt x="116709" y="437094"/>
                </a:cubicBezTo>
                <a:lnTo>
                  <a:pt x="0" y="320448"/>
                </a:lnTo>
                <a:lnTo>
                  <a:pt x="355836" y="64981"/>
                </a:lnTo>
                <a:lnTo>
                  <a:pt x="387946" y="0"/>
                </a:lnTo>
                <a:cubicBezTo>
                  <a:pt x="429812" y="44589"/>
                  <a:pt x="456517" y="103626"/>
                  <a:pt x="459689" y="168846"/>
                </a:cubicBezTo>
                <a:cubicBezTo>
                  <a:pt x="459837" y="171460"/>
                  <a:pt x="459936" y="174017"/>
                  <a:pt x="459985" y="176633"/>
                </a:cubicBezTo>
                <a:cubicBezTo>
                  <a:pt x="459985" y="177347"/>
                  <a:pt x="460085" y="178120"/>
                  <a:pt x="460085" y="178893"/>
                </a:cubicBezTo>
              </a:path>
            </a:pathLst>
          </a:custGeom>
          <a:solidFill xmlns:a="http://schemas.openxmlformats.org/drawingml/2006/main">
            <a:srgbClr val="F3A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197">
            <a:extLst xmlns:a="http://schemas.openxmlformats.org/drawingml/2006/main">
              <a:ext uri="{FF2B5EF4-FFF2-40B4-BE49-F238E27FC236}">
                <a16:creationId xmlns:a16="http://schemas.microsoft.com/office/drawing/2014/main" id="{9E55D00E-2F11-4976-9847-EC9BF2E1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1059" y="387341"/>
            <a:ext cx="405942" cy="366963"/>
          </a:xfrm>
          <a:custGeom xmlns:a="http://schemas.openxmlformats.org/drawingml/2006/main">
            <a:pathLst>
              <a:path w="405942" h="366963">
                <a:moveTo>
                  <a:pt x="405942" y="35693"/>
                </a:moveTo>
                <a:lnTo>
                  <a:pt x="405942" y="331291"/>
                </a:lnTo>
                <a:cubicBezTo>
                  <a:pt x="405942" y="350910"/>
                  <a:pt x="389905" y="366963"/>
                  <a:pt x="370284" y="366963"/>
                </a:cubicBezTo>
                <a:lnTo>
                  <a:pt x="35674" y="366962"/>
                </a:lnTo>
                <a:cubicBezTo>
                  <a:pt x="16053" y="366962"/>
                  <a:pt x="0" y="350910"/>
                  <a:pt x="0" y="331291"/>
                </a:cubicBezTo>
                <a:lnTo>
                  <a:pt x="0" y="35691"/>
                </a:lnTo>
                <a:cubicBezTo>
                  <a:pt x="0" y="16053"/>
                  <a:pt x="16053" y="0"/>
                  <a:pt x="35672" y="0"/>
                </a:cubicBezTo>
                <a:lnTo>
                  <a:pt x="370342" y="1"/>
                </a:lnTo>
                <a:cubicBezTo>
                  <a:pt x="389904" y="1"/>
                  <a:pt x="405942" y="16053"/>
                  <a:pt x="405942" y="3569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198">
            <a:extLst xmlns:a="http://schemas.openxmlformats.org/drawingml/2006/main">
              <a:ext uri="{FF2B5EF4-FFF2-40B4-BE49-F238E27FC236}">
                <a16:creationId xmlns:a16="http://schemas.microsoft.com/office/drawing/2014/main" id="{57240A34-768E-4BE0-8333-6FD1EA9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036" y="387343"/>
            <a:ext cx="202964" cy="366962"/>
          </a:xfrm>
          <a:custGeom xmlns:a="http://schemas.openxmlformats.org/drawingml/2006/main">
            <a:pathLst>
              <a:path w="202964" h="366962">
                <a:moveTo>
                  <a:pt x="202964" y="35691"/>
                </a:moveTo>
                <a:lnTo>
                  <a:pt x="202964" y="331289"/>
                </a:lnTo>
                <a:cubicBezTo>
                  <a:pt x="202964" y="350909"/>
                  <a:pt x="186928" y="366962"/>
                  <a:pt x="167307" y="366962"/>
                </a:cubicBezTo>
                <a:lnTo>
                  <a:pt x="1" y="366960"/>
                </a:lnTo>
                <a:lnTo>
                  <a:pt x="0" y="0"/>
                </a:lnTo>
                <a:lnTo>
                  <a:pt x="167365" y="0"/>
                </a:lnTo>
                <a:cubicBezTo>
                  <a:pt x="186926" y="0"/>
                  <a:pt x="202964" y="16051"/>
                  <a:pt x="202964" y="35691"/>
                </a:cubicBezTo>
              </a:path>
            </a:pathLst>
          </a:custGeom>
          <a:solidFill xmlns:a="http://schemas.openxmlformats.org/drawingml/2006/main">
            <a:srgbClr val="E8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199">
            <a:extLst xmlns:a="http://schemas.openxmlformats.org/drawingml/2006/main">
              <a:ext uri="{FF2B5EF4-FFF2-40B4-BE49-F238E27FC236}">
                <a16:creationId xmlns:a16="http://schemas.microsoft.com/office/drawing/2014/main" id="{54A5E9DB-EDEE-46AD-AA58-6F830BC8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1059" y="387341"/>
            <a:ext cx="405942" cy="94551"/>
          </a:xfrm>
          <a:custGeom xmlns:a="http://schemas.openxmlformats.org/drawingml/2006/main">
            <a:pathLst>
              <a:path w="405942" h="94551">
                <a:moveTo>
                  <a:pt x="405942" y="35693"/>
                </a:moveTo>
                <a:lnTo>
                  <a:pt x="405942" y="94551"/>
                </a:lnTo>
                <a:lnTo>
                  <a:pt x="0" y="94549"/>
                </a:lnTo>
                <a:lnTo>
                  <a:pt x="0" y="35691"/>
                </a:lnTo>
                <a:cubicBezTo>
                  <a:pt x="0" y="16053"/>
                  <a:pt x="16053" y="0"/>
                  <a:pt x="35672" y="0"/>
                </a:cubicBezTo>
                <a:lnTo>
                  <a:pt x="370342" y="1"/>
                </a:lnTo>
                <a:cubicBezTo>
                  <a:pt x="379143" y="1"/>
                  <a:pt x="387228" y="3222"/>
                  <a:pt x="393470" y="8572"/>
                </a:cubicBezTo>
                <a:cubicBezTo>
                  <a:pt x="401086" y="15112"/>
                  <a:pt x="405942" y="24872"/>
                  <a:pt x="405942" y="35693"/>
                </a:cubicBezTo>
              </a:path>
            </a:pathLst>
          </a:custGeom>
          <a:solidFill xmlns:a="http://schemas.openxmlformats.org/drawingml/2006/main">
            <a:srgbClr val="5F2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200">
            <a:extLst xmlns:a="http://schemas.openxmlformats.org/drawingml/2006/main">
              <a:ext uri="{FF2B5EF4-FFF2-40B4-BE49-F238E27FC236}">
                <a16:creationId xmlns:a16="http://schemas.microsoft.com/office/drawing/2014/main" id="{90DD4DC0-6A36-4C28-8077-DDD79607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988" y="387343"/>
            <a:ext cx="202012" cy="94549"/>
          </a:xfrm>
          <a:custGeom xmlns:a="http://schemas.openxmlformats.org/drawingml/2006/main">
            <a:pathLst>
              <a:path w="202012" h="94549">
                <a:moveTo>
                  <a:pt x="202012" y="35691"/>
                </a:moveTo>
                <a:lnTo>
                  <a:pt x="202012" y="94549"/>
                </a:lnTo>
                <a:lnTo>
                  <a:pt x="0" y="94549"/>
                </a:lnTo>
                <a:lnTo>
                  <a:pt x="0" y="0"/>
                </a:lnTo>
                <a:lnTo>
                  <a:pt x="166413" y="0"/>
                </a:lnTo>
                <a:cubicBezTo>
                  <a:pt x="175213" y="0"/>
                  <a:pt x="183298" y="3221"/>
                  <a:pt x="189541" y="8571"/>
                </a:cubicBezTo>
                <a:cubicBezTo>
                  <a:pt x="197157" y="15111"/>
                  <a:pt x="202012" y="24871"/>
                  <a:pt x="202012" y="35691"/>
                </a:cubicBezTo>
              </a:path>
            </a:pathLst>
          </a:custGeom>
          <a:solidFill xmlns:a="http://schemas.openxmlformats.org/drawingml/2006/main">
            <a:srgbClr val="3D2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201">
            <a:extLst xmlns:a="http://schemas.openxmlformats.org/drawingml/2006/main">
              <a:ext uri="{FF2B5EF4-FFF2-40B4-BE49-F238E27FC236}">
                <a16:creationId xmlns:a16="http://schemas.microsoft.com/office/drawing/2014/main" id="{5CBD11C1-7097-4731-B736-64F125A3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122" y="387341"/>
            <a:ext cx="186867" cy="94549"/>
          </a:xfrm>
          <a:custGeom xmlns:a="http://schemas.openxmlformats.org/drawingml/2006/main">
            <a:pathLst>
              <a:path w="186867" h="94549">
                <a:moveTo>
                  <a:pt x="186867" y="1"/>
                </a:moveTo>
                <a:lnTo>
                  <a:pt x="92333" y="94549"/>
                </a:lnTo>
                <a:lnTo>
                  <a:pt x="0" y="94549"/>
                </a:lnTo>
                <a:lnTo>
                  <a:pt x="94533" y="0"/>
                </a:lnTo>
                <a:lnTo>
                  <a:pt x="186867" y="1"/>
                </a:lnTo>
              </a:path>
            </a:pathLst>
          </a:custGeom>
          <a:solidFill xmlns:a="http://schemas.openxmlformats.org/drawingml/2006/main">
            <a:srgbClr val="BA0C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202">
            <a:extLst xmlns:a="http://schemas.openxmlformats.org/drawingml/2006/main">
              <a:ext uri="{FF2B5EF4-FFF2-40B4-BE49-F238E27FC236}">
                <a16:creationId xmlns:a16="http://schemas.microsoft.com/office/drawing/2014/main" id="{7100EA21-EBFF-48F1-A174-808B4143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6226" y="387343"/>
            <a:ext cx="178245" cy="94549"/>
          </a:xfrm>
          <a:custGeom xmlns:a="http://schemas.openxmlformats.org/drawingml/2006/main">
            <a:pathLst>
              <a:path w="178245" h="94549">
                <a:moveTo>
                  <a:pt x="178245" y="8571"/>
                </a:moveTo>
                <a:lnTo>
                  <a:pt x="92273" y="94549"/>
                </a:lnTo>
                <a:lnTo>
                  <a:pt x="0" y="94549"/>
                </a:lnTo>
                <a:lnTo>
                  <a:pt x="94532" y="0"/>
                </a:lnTo>
                <a:lnTo>
                  <a:pt x="155175" y="0"/>
                </a:lnTo>
                <a:cubicBezTo>
                  <a:pt x="163916" y="0"/>
                  <a:pt x="172001" y="3221"/>
                  <a:pt x="178245" y="8571"/>
                </a:cubicBezTo>
              </a:path>
            </a:pathLst>
          </a:custGeom>
          <a:solidFill xmlns:a="http://schemas.openxmlformats.org/drawingml/2006/main">
            <a:srgbClr val="9B0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203">
            <a:extLst xmlns:a="http://schemas.openxmlformats.org/drawingml/2006/main">
              <a:ext uri="{FF2B5EF4-FFF2-40B4-BE49-F238E27FC236}">
                <a16:creationId xmlns:a16="http://schemas.microsoft.com/office/drawing/2014/main" id="{DCBF80AE-5EE7-4D3C-8304-DB733F51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9993" y="502046"/>
            <a:ext cx="136092" cy="161294"/>
          </a:xfrm>
          <a:custGeom xmlns:a="http://schemas.openxmlformats.org/drawingml/2006/main">
            <a:pathLst>
              <a:path w="136092" h="161294">
                <a:moveTo>
                  <a:pt x="121407" y="100117"/>
                </a:moveTo>
                <a:lnTo>
                  <a:pt x="54995" y="139891"/>
                </a:lnTo>
                <a:lnTo>
                  <a:pt x="34306" y="152258"/>
                </a:lnTo>
                <a:cubicBezTo>
                  <a:pt x="19204" y="161294"/>
                  <a:pt x="0" y="150415"/>
                  <a:pt x="0" y="132816"/>
                </a:cubicBezTo>
                <a:lnTo>
                  <a:pt x="0" y="28478"/>
                </a:lnTo>
                <a:cubicBezTo>
                  <a:pt x="0" y="10879"/>
                  <a:pt x="19204" y="0"/>
                  <a:pt x="34305" y="9036"/>
                </a:cubicBezTo>
                <a:lnTo>
                  <a:pt x="54995" y="21403"/>
                </a:lnTo>
                <a:lnTo>
                  <a:pt x="121407" y="61176"/>
                </a:lnTo>
                <a:cubicBezTo>
                  <a:pt x="136092" y="70035"/>
                  <a:pt x="136092" y="91319"/>
                  <a:pt x="121407" y="100117"/>
                </a:cubicBezTo>
              </a:path>
            </a:pathLst>
          </a:custGeom>
          <a:solidFill xmlns:a="http://schemas.openxmlformats.org/drawingml/2006/main">
            <a:srgbClr val="E95C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204">
            <a:extLst xmlns:a="http://schemas.openxmlformats.org/drawingml/2006/main">
              <a:ext uri="{FF2B5EF4-FFF2-40B4-BE49-F238E27FC236}">
                <a16:creationId xmlns:a16="http://schemas.microsoft.com/office/drawing/2014/main" id="{B1E646D5-9E28-4693-A8B8-99860AD0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9526" y="683733"/>
            <a:ext cx="344600" cy="22414"/>
          </a:xfrm>
          <a:custGeom xmlns:a="http://schemas.openxmlformats.org/drawingml/2006/main">
            <a:pathLst>
              <a:path w="344600" h="22414">
                <a:moveTo>
                  <a:pt x="344600" y="11238"/>
                </a:moveTo>
                <a:cubicBezTo>
                  <a:pt x="344600" y="14329"/>
                  <a:pt x="343351" y="17123"/>
                  <a:pt x="341329" y="19144"/>
                </a:cubicBezTo>
                <a:cubicBezTo>
                  <a:pt x="339308" y="21166"/>
                  <a:pt x="336514" y="22414"/>
                  <a:pt x="333423" y="22414"/>
                </a:cubicBezTo>
                <a:lnTo>
                  <a:pt x="11238" y="22413"/>
                </a:lnTo>
                <a:cubicBezTo>
                  <a:pt x="5053" y="22413"/>
                  <a:pt x="0" y="17359"/>
                  <a:pt x="0" y="11177"/>
                </a:cubicBezTo>
                <a:cubicBezTo>
                  <a:pt x="0" y="8085"/>
                  <a:pt x="1248" y="5292"/>
                  <a:pt x="3270" y="3270"/>
                </a:cubicBezTo>
                <a:cubicBezTo>
                  <a:pt x="5292" y="1248"/>
                  <a:pt x="8087" y="0"/>
                  <a:pt x="11178" y="0"/>
                </a:cubicBezTo>
                <a:lnTo>
                  <a:pt x="333363" y="0"/>
                </a:lnTo>
                <a:cubicBezTo>
                  <a:pt x="339606" y="0"/>
                  <a:pt x="344600" y="5053"/>
                  <a:pt x="344600" y="11238"/>
                </a:cubicBezTo>
              </a:path>
            </a:pathLst>
          </a:custGeom>
          <a:solidFill xmlns:a="http://schemas.openxmlformats.org/drawingml/2006/main">
            <a:srgbClr val="4BB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205">
            <a:extLst xmlns:a="http://schemas.openxmlformats.org/drawingml/2006/main">
              <a:ext uri="{FF2B5EF4-FFF2-40B4-BE49-F238E27FC236}">
                <a16:creationId xmlns:a16="http://schemas.microsoft.com/office/drawing/2014/main" id="{A8FDB5DA-9D22-4B3E-9583-7AE9B371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3891" y="661795"/>
            <a:ext cx="26279" cy="64624"/>
          </a:xfrm>
          <a:custGeom xmlns:a="http://schemas.openxmlformats.org/drawingml/2006/main">
            <a:pathLst>
              <a:path w="26279" h="64624">
                <a:moveTo>
                  <a:pt x="13139" y="64624"/>
                </a:moveTo>
                <a:cubicBezTo>
                  <a:pt x="5886" y="64624"/>
                  <a:pt x="0" y="58739"/>
                  <a:pt x="0" y="51485"/>
                </a:cubicBezTo>
                <a:lnTo>
                  <a:pt x="0" y="13139"/>
                </a:lnTo>
                <a:cubicBezTo>
                  <a:pt x="0" y="5885"/>
                  <a:pt x="5886" y="0"/>
                  <a:pt x="13139" y="0"/>
                </a:cubicBezTo>
                <a:cubicBezTo>
                  <a:pt x="20393" y="0"/>
                  <a:pt x="26279" y="5885"/>
                  <a:pt x="26279" y="13139"/>
                </a:cubicBezTo>
                <a:lnTo>
                  <a:pt x="26279" y="51485"/>
                </a:lnTo>
                <a:cubicBezTo>
                  <a:pt x="26279" y="58739"/>
                  <a:pt x="20393" y="64624"/>
                  <a:pt x="13139" y="64624"/>
                </a:cubicBezTo>
              </a:path>
            </a:pathLst>
          </a:custGeom>
          <a:solidFill xmlns:a="http://schemas.openxmlformats.org/drawingml/2006/main">
            <a:srgbClr val="BA0C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206">
            <a:extLst xmlns:a="http://schemas.openxmlformats.org/drawingml/2006/main">
              <a:ext uri="{FF2B5EF4-FFF2-40B4-BE49-F238E27FC236}">
                <a16:creationId xmlns:a16="http://schemas.microsoft.com/office/drawing/2014/main" id="{1C1AAEB6-BF76-47F2-B14A-C430E885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988" y="523449"/>
            <a:ext cx="81097" cy="118488"/>
          </a:xfrm>
          <a:custGeom xmlns:a="http://schemas.openxmlformats.org/drawingml/2006/main">
            <a:pathLst>
              <a:path w="81097" h="118488">
                <a:moveTo>
                  <a:pt x="66412" y="78715"/>
                </a:moveTo>
                <a:lnTo>
                  <a:pt x="0" y="118488"/>
                </a:lnTo>
                <a:lnTo>
                  <a:pt x="0" y="0"/>
                </a:lnTo>
                <a:lnTo>
                  <a:pt x="66412" y="39774"/>
                </a:lnTo>
                <a:cubicBezTo>
                  <a:pt x="81097" y="48632"/>
                  <a:pt x="81097" y="69916"/>
                  <a:pt x="66412" y="78715"/>
                </a:cubicBezTo>
              </a:path>
            </a:pathLst>
          </a:custGeom>
          <a:solidFill xmlns:a="http://schemas.openxmlformats.org/drawingml/2006/main">
            <a:srgbClr val="E02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207">
            <a:extLst xmlns:a="http://schemas.openxmlformats.org/drawingml/2006/main">
              <a:ext uri="{FF2B5EF4-FFF2-40B4-BE49-F238E27FC236}">
                <a16:creationId xmlns:a16="http://schemas.microsoft.com/office/drawing/2014/main" id="{8FC90CF2-BB37-4FFC-A4A9-9A1D45DB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4988" y="683673"/>
            <a:ext cx="179137" cy="22474"/>
          </a:xfrm>
          <a:custGeom xmlns:a="http://schemas.openxmlformats.org/drawingml/2006/main">
            <a:pathLst>
              <a:path w="179137" h="22474">
                <a:moveTo>
                  <a:pt x="179137" y="11297"/>
                </a:moveTo>
                <a:cubicBezTo>
                  <a:pt x="179137" y="14389"/>
                  <a:pt x="177889" y="17182"/>
                  <a:pt x="175867" y="19204"/>
                </a:cubicBezTo>
                <a:cubicBezTo>
                  <a:pt x="173845" y="21225"/>
                  <a:pt x="171052" y="22474"/>
                  <a:pt x="167961" y="22474"/>
                </a:cubicBezTo>
                <a:lnTo>
                  <a:pt x="0" y="22474"/>
                </a:lnTo>
                <a:lnTo>
                  <a:pt x="0" y="0"/>
                </a:lnTo>
                <a:lnTo>
                  <a:pt x="167901" y="1"/>
                </a:lnTo>
                <a:cubicBezTo>
                  <a:pt x="174143" y="60"/>
                  <a:pt x="179137" y="5113"/>
                  <a:pt x="179137" y="11297"/>
                </a:cubicBezTo>
              </a:path>
            </a:pathLst>
          </a:custGeom>
          <a:solidFill xmlns:a="http://schemas.openxmlformats.org/drawingml/2006/main">
            <a:srgbClr val="3892C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3A340EDD-0BB9-4787-8724-79C62FB024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8f63a2b5647fe"/>
          <a:stretch xmlns:a="http://schemas.openxmlformats.org/drawingml/2006/main"/>
        </p:blipFill>
        <p:spPr>
          <a:xfrm xmlns:a="http://schemas.openxmlformats.org/drawingml/2006/main">
            <a:off x="7029450" y="6534150"/>
            <a:ext cx="628650" cy="619125"/>
          </a:xfrm>
          <a:prstGeom xmlns:a="http://schemas.openxmlformats.org/drawingml/2006/main" prst="rect">
            <a:avLst/>
          </a:prstGeom>
        </p:spPr>
      </p:pic>
      <p:pic>
        <p:nvPic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5BC23B56-9353-434C-913C-B368DB2A24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96659ee3b45bc"/>
          <a:stretch xmlns:a="http://schemas.openxmlformats.org/drawingml/2006/main"/>
        </p:blipFill>
        <p:spPr>
          <a:xfrm xmlns:a="http://schemas.openxmlformats.org/drawingml/2006/main">
            <a:off x="330249" y="8985539"/>
            <a:ext cx="1196745" cy="754870"/>
          </a:xfrm>
          <a:prstGeom xmlns:a="http://schemas.openxmlformats.org/drawingml/2006/main" prst="rect">
            <a:avLst/>
          </a:prstGeom>
        </p:spPr>
      </p:pic>
      <p:pic>
        <p:nvPic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4CAF01E-B661-4BE4-AC21-09D1DE9B61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66ed191e34e14"/>
          <a:stretch xmlns:a="http://schemas.openxmlformats.org/drawingml/2006/main"/>
        </p:blipFill>
        <p:spPr>
          <a:xfrm xmlns:a="http://schemas.openxmlformats.org/drawingml/2006/main">
            <a:off x="452779" y="9099768"/>
            <a:ext cx="957989" cy="595255"/>
          </a:xfrm>
          <a:prstGeom xmlns:a="http://schemas.openxmlformats.org/drawingml/2006/main" prst="rect">
            <a:avLst/>
          </a:prstGeom>
        </p:spPr>
      </p:pic>
      <p:sp>
        <p:nvSpPr>
          <p:cNvPr id="395" name="text-211 Area">
            <a:extLst xmlns:a="http://schemas.openxmlformats.org/drawingml/2006/main">
              <a:ext uri="{FF2B5EF4-FFF2-40B4-BE49-F238E27FC236}">
                <a16:creationId xmlns:a16="http://schemas.microsoft.com/office/drawing/2014/main" id="{0DD9F163-C3C3-45CA-99A7-237D3ECE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02" y="9231525"/>
            <a:ext cx="429565" cy="290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</a:t>
            </a:r>
          </a:p>
        </p:txBody>
      </p:sp>
      <p:sp>
        <p:nvSpPr>
          <p:cNvPr id="396" name="text-211 2">
            <a:extLst xmlns:a="http://schemas.openxmlformats.org/drawingml/2006/main">
              <a:ext uri="{FF2B5EF4-FFF2-40B4-BE49-F238E27FC236}">
                <a16:creationId xmlns:a16="http://schemas.microsoft.com/office/drawing/2014/main" id="{DB89D421-46DE-49E3-8222-4C32551C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095" y="9231210"/>
            <a:ext cx="142757" cy="29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97" name="text-212 Area">
            <a:extLst xmlns:a="http://schemas.openxmlformats.org/drawingml/2006/main">
              <a:ext uri="{FF2B5EF4-FFF2-40B4-BE49-F238E27FC236}">
                <a16:creationId xmlns:a16="http://schemas.microsoft.com/office/drawing/2014/main" id="{0CDD6499-4E79-4D14-BEBA-6CC4662E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96" y="10701794"/>
            <a:ext cx="508620" cy="310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398" name="text-212 1">
            <a:extLst xmlns:a="http://schemas.openxmlformats.org/drawingml/2006/main">
              <a:ext uri="{FF2B5EF4-FFF2-40B4-BE49-F238E27FC236}">
                <a16:creationId xmlns:a16="http://schemas.microsoft.com/office/drawing/2014/main" id="{0DBB0B96-7D03-4364-9746-75B59DDF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233" y="10701881"/>
            <a:ext cx="163308" cy="31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6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6" b="0" i="0">
                <a:solidFill>
                  <a:srgbClr val="9DC3E6"/>
                </a:solidFill>
                <a:latin typeface="Arial"/>
                <a:ea typeface="Arial"/>
                <a:cs typeface="Arial"/>
              </a:defRPr>
            </a:pPr>
            <a:r>
              <a:rPr sz="1746" b="0" i="0">
                <a:solidFill>
                  <a:srgbClr val="9DC3E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99" name="text-213 ：">
            <a:extLst xmlns:a="http://schemas.openxmlformats.org/drawingml/2006/main">
              <a:ext uri="{FF2B5EF4-FFF2-40B4-BE49-F238E27FC236}">
                <a16:creationId xmlns:a16="http://schemas.microsoft.com/office/drawing/2014/main" id="{24DCC954-52E1-46A0-B6EB-47FF6A49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308" y="10701792"/>
            <a:ext cx="261854" cy="310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defRPr>
            </a:pPr>
            <a:r>
              <a:rPr sz="1747" b="0" i="0">
                <a:solidFill>
                  <a:srgbClr val="9DC3E6"/>
                </a:solidFill>
                <a:latin typeface="DengXian"/>
                <a:ea typeface="DengXian"/>
                <a:cs typeface="DengXian"/>
              </a:rPr>
              <a:t>：</a:t>
            </a:r>
          </a:p>
        </p:txBody>
      </p:sp>
      <p:sp>
        <p:nvSpPr>
          <p:cNvPr id="400" name="text-214 The">
            <a:extLst xmlns:a="http://schemas.openxmlformats.org/drawingml/2006/main">
              <a:ext uri="{FF2B5EF4-FFF2-40B4-BE49-F238E27FC236}">
                <a16:creationId xmlns:a16="http://schemas.microsoft.com/office/drawing/2014/main" id="{0277A972-8EBF-4115-AF7E-69931706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96" y="10974212"/>
            <a:ext cx="424263" cy="312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401" name="text-214 duck's">
            <a:extLst xmlns:a="http://schemas.openxmlformats.org/drawingml/2006/main">
              <a:ext uri="{FF2B5EF4-FFF2-40B4-BE49-F238E27FC236}">
                <a16:creationId xmlns:a16="http://schemas.microsoft.com/office/drawing/2014/main" id="{BEDD1E5E-9B36-43F4-8683-94F1CB29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800" y="10975275"/>
            <a:ext cx="661962" cy="31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duck's</a:t>
            </a:r>
          </a:p>
        </p:txBody>
      </p:sp>
      <p:sp>
        <p:nvSpPr>
          <p:cNvPr id="402" name="text-214 eye">
            <a:extLst xmlns:a="http://schemas.openxmlformats.org/drawingml/2006/main">
              <a:ext uri="{FF2B5EF4-FFF2-40B4-BE49-F238E27FC236}">
                <a16:creationId xmlns:a16="http://schemas.microsoft.com/office/drawing/2014/main" id="{F15BE7B5-7D26-4180-84A6-37EBF03F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5179" y="10977205"/>
            <a:ext cx="394210" cy="3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eye</a:t>
            </a:r>
          </a:p>
        </p:txBody>
      </p:sp>
      <p:sp>
        <p:nvSpPr>
          <p:cNvPr id="403" name="text-214 texture">
            <a:extLst xmlns:a="http://schemas.openxmlformats.org/drawingml/2006/main">
              <a:ext uri="{FF2B5EF4-FFF2-40B4-BE49-F238E27FC236}">
                <a16:creationId xmlns:a16="http://schemas.microsoft.com/office/drawing/2014/main" id="{F80C511B-8A36-46EC-9516-E603C14F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5260" y="10976193"/>
            <a:ext cx="715279" cy="309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sp>
        <p:nvSpPr>
          <p:cNvPr id="404" name="text-214 is">
            <a:extLst xmlns:a="http://schemas.openxmlformats.org/drawingml/2006/main">
              <a:ext uri="{FF2B5EF4-FFF2-40B4-BE49-F238E27FC236}">
                <a16:creationId xmlns:a16="http://schemas.microsoft.com/office/drawing/2014/main" id="{FB09DA91-E5EF-490A-AF0A-2D8F6156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5784" y="10974626"/>
            <a:ext cx="200722" cy="311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405" name="text-214 abnormal">
            <a:extLst xmlns:a="http://schemas.openxmlformats.org/drawingml/2006/main">
              <a:ext uri="{FF2B5EF4-FFF2-40B4-BE49-F238E27FC236}">
                <a16:creationId xmlns:a16="http://schemas.microsoft.com/office/drawing/2014/main" id="{6D809502-1CBE-499B-BC85-2E2C4C5F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5922" y="10975288"/>
            <a:ext cx="964870" cy="310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406" name="text-214 and">
            <a:extLst xmlns:a="http://schemas.openxmlformats.org/drawingml/2006/main">
              <a:ext uri="{FF2B5EF4-FFF2-40B4-BE49-F238E27FC236}">
                <a16:creationId xmlns:a16="http://schemas.microsoft.com/office/drawing/2014/main" id="{A3E7F1C7-E41A-48B2-9BF7-547378C0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3434" y="10975307"/>
            <a:ext cx="410086" cy="310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407" name="text-214 does">
            <a:extLst xmlns:a="http://schemas.openxmlformats.org/drawingml/2006/main">
              <a:ext uri="{FF2B5EF4-FFF2-40B4-BE49-F238E27FC236}">
                <a16:creationId xmlns:a16="http://schemas.microsoft.com/office/drawing/2014/main" id="{920E180F-4CE7-4CBB-B563-961B4939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6164" y="10975300"/>
            <a:ext cx="521043" cy="31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does</a:t>
            </a:r>
          </a:p>
        </p:txBody>
      </p:sp>
      <p:sp>
        <p:nvSpPr>
          <p:cNvPr id="408" name="text-214 not">
            <a:extLst xmlns:a="http://schemas.openxmlformats.org/drawingml/2006/main">
              <a:ext uri="{FF2B5EF4-FFF2-40B4-BE49-F238E27FC236}">
                <a16:creationId xmlns:a16="http://schemas.microsoft.com/office/drawing/2014/main" id="{75D4F555-ED57-4872-9D0A-2DBDE8B2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9850" y="10975295"/>
            <a:ext cx="348397" cy="310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</a:p>
        </p:txBody>
      </p:sp>
      <p:sp>
        <p:nvSpPr>
          <p:cNvPr id="409" name="text-214 match">
            <a:extLst xmlns:a="http://schemas.openxmlformats.org/drawingml/2006/main">
              <a:ext uri="{FF2B5EF4-FFF2-40B4-BE49-F238E27FC236}">
                <a16:creationId xmlns:a16="http://schemas.microsoft.com/office/drawing/2014/main" id="{E16C2085-E50A-4FF8-932B-D87E5D77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0001" y="10975580"/>
            <a:ext cx="643268" cy="310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410" name="text-214 the">
            <a:extLst xmlns:a="http://schemas.openxmlformats.org/drawingml/2006/main">
              <a:ext uri="{FF2B5EF4-FFF2-40B4-BE49-F238E27FC236}">
                <a16:creationId xmlns:a16="http://schemas.microsoft.com/office/drawing/2014/main" id="{7F526C43-50D3-47B2-A9D3-DBC7512F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5740" y="10975774"/>
            <a:ext cx="347645" cy="30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411" name="text-214 real">
            <a:extLst xmlns:a="http://schemas.openxmlformats.org/drawingml/2006/main">
              <a:ext uri="{FF2B5EF4-FFF2-40B4-BE49-F238E27FC236}">
                <a16:creationId xmlns:a16="http://schemas.microsoft.com/office/drawing/2014/main" id="{BF8EF432-ED33-4082-AAC4-68F15D16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7444" y="10975326"/>
            <a:ext cx="409860" cy="310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412" name="text-215 eye">
            <a:extLst xmlns:a="http://schemas.openxmlformats.org/drawingml/2006/main">
              <a:ext uri="{FF2B5EF4-FFF2-40B4-BE49-F238E27FC236}">
                <a16:creationId xmlns:a16="http://schemas.microsoft.com/office/drawing/2014/main" id="{4D691BD5-9E27-428C-B551-A64995A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196" y="11242875"/>
            <a:ext cx="394210" cy="3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eye</a:t>
            </a:r>
          </a:p>
        </p:txBody>
      </p:sp>
      <p:sp>
        <p:nvSpPr>
          <p:cNvPr id="413" name="text-215 texture.">
            <a:extLst xmlns:a="http://schemas.openxmlformats.org/drawingml/2006/main">
              <a:ext uri="{FF2B5EF4-FFF2-40B4-BE49-F238E27FC236}">
                <a16:creationId xmlns:a16="http://schemas.microsoft.com/office/drawing/2014/main" id="{882AE84D-3B7E-47FB-A6E6-6622B60D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77" y="11241766"/>
            <a:ext cx="776988" cy="309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texture.</a:t>
            </a:r>
          </a:p>
        </p:txBody>
      </p:sp>
      <p:sp>
        <p:nvSpPr>
          <p:cNvPr id="414" name="text-215 The">
            <a:extLst xmlns:a="http://schemas.openxmlformats.org/drawingml/2006/main">
              <a:ext uri="{FF2B5EF4-FFF2-40B4-BE49-F238E27FC236}">
                <a16:creationId xmlns:a16="http://schemas.microsoft.com/office/drawing/2014/main" id="{310ED17E-A58B-46C1-BD46-00378D95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720" y="11239882"/>
            <a:ext cx="424263" cy="312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415" name="text-215 nose">
            <a:extLst xmlns:a="http://schemas.openxmlformats.org/drawingml/2006/main">
              <a:ext uri="{FF2B5EF4-FFF2-40B4-BE49-F238E27FC236}">
                <a16:creationId xmlns:a16="http://schemas.microsoft.com/office/drawing/2014/main" id="{13EFAD31-28B8-411B-B4BC-B9A6AF49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9323" y="11240969"/>
            <a:ext cx="521044" cy="310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nose</a:t>
            </a:r>
          </a:p>
        </p:txBody>
      </p:sp>
      <p:sp>
        <p:nvSpPr>
          <p:cNvPr id="416" name="text-215 structure">
            <a:extLst xmlns:a="http://schemas.openxmlformats.org/drawingml/2006/main">
              <a:ext uri="{FF2B5EF4-FFF2-40B4-BE49-F238E27FC236}">
                <a16:creationId xmlns:a16="http://schemas.microsoft.com/office/drawing/2014/main" id="{B44B4410-11E2-4187-B8B2-95942796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3010" y="11241384"/>
            <a:ext cx="901327" cy="31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417" name="text-215 is">
            <a:extLst xmlns:a="http://schemas.openxmlformats.org/drawingml/2006/main">
              <a:ext uri="{FF2B5EF4-FFF2-40B4-BE49-F238E27FC236}">
                <a16:creationId xmlns:a16="http://schemas.microsoft.com/office/drawing/2014/main" id="{9942B140-F395-4DBB-B175-BB98718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7944" y="11240297"/>
            <a:ext cx="200721" cy="311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5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418" name="text-215 wrong.">
            <a:extLst xmlns:a="http://schemas.openxmlformats.org/drawingml/2006/main">
              <a:ext uri="{FF2B5EF4-FFF2-40B4-BE49-F238E27FC236}">
                <a16:creationId xmlns:a16="http://schemas.microsoft.com/office/drawing/2014/main" id="{26B068DD-D93B-4749-911C-E161CE0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081" y="11241748"/>
            <a:ext cx="703315" cy="309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wrong.</a:t>
            </a:r>
          </a:p>
        </p:txBody>
      </p:sp>
      <p:pic>
        <p:nvPic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2421327A-A591-48CD-8043-ADFEA11B63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a09ab50c040f7"/>
          <a:stretch xmlns:a="http://schemas.openxmlformats.org/drawingml/2006/main"/>
        </p:blipFill>
        <p:spPr>
          <a:xfrm xmlns:a="http://schemas.openxmlformats.org/drawingml/2006/main">
            <a:off x="2141687" y="7502464"/>
            <a:ext cx="1404250" cy="1145573"/>
          </a:xfrm>
          <a:prstGeom xmlns:a="http://schemas.openxmlformats.org/drawingml/2006/main" prst="rect">
            <a:avLst/>
          </a:prstGeom>
        </p:spPr>
      </p:pic>
      <p:sp>
        <p:nvSpPr>
          <p:cNvPr id="420" name="path-217">
            <a:extLst xmlns:a="http://schemas.openxmlformats.org/drawingml/2006/main">
              <a:ext uri="{FF2B5EF4-FFF2-40B4-BE49-F238E27FC236}">
                <a16:creationId xmlns:a16="http://schemas.microsoft.com/office/drawing/2014/main" id="{4F83F667-9D54-4A7A-861A-76D1AF12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238" y="7768197"/>
            <a:ext cx="884525" cy="623543"/>
          </a:xfrm>
          <a:custGeom xmlns:a="http://schemas.openxmlformats.org/drawingml/2006/main">
            <a:pathLst>
              <a:path w="884525" h="623543">
                <a:moveTo>
                  <a:pt x="0" y="0"/>
                </a:moveTo>
                <a:lnTo>
                  <a:pt x="884525" y="0"/>
                </a:lnTo>
                <a:lnTo>
                  <a:pt x="884525" y="623543"/>
                </a:lnTo>
                <a:lnTo>
                  <a:pt x="0" y="6235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604">
            <a:solidFill>
              <a:srgbClr val="64DEF2"/>
            </a:solidFill>
            <a:prstDash val="solid"/>
          </a:ln>
        </p:spPr>
      </p:sp>
      <p:pic>
        <p:nvPic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85243C21-FE0B-4448-B582-E6E3AECC3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5a8c0a20a4c89"/>
          <a:stretch xmlns:a="http://schemas.openxmlformats.org/drawingml/2006/main"/>
        </p:blipFill>
        <p:spPr>
          <a:xfrm xmlns:a="http://schemas.openxmlformats.org/drawingml/2006/main">
            <a:off x="1433219" y="7497891"/>
            <a:ext cx="1194307" cy="753332"/>
          </a:xfrm>
          <a:prstGeom xmlns:a="http://schemas.openxmlformats.org/drawingml/2006/main" prst="rect">
            <a:avLst/>
          </a:prstGeom>
        </p:spPr>
      </p:pic>
      <p:pic>
        <p:nvPic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575A7735-4825-460C-AACC-8379DAB46C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17891aa5d4945"/>
          <a:stretch xmlns:a="http://schemas.openxmlformats.org/drawingml/2006/main"/>
        </p:blipFill>
        <p:spPr>
          <a:xfrm xmlns:a="http://schemas.openxmlformats.org/drawingml/2006/main">
            <a:off x="1552967" y="7610452"/>
            <a:ext cx="957989" cy="595255"/>
          </a:xfrm>
          <a:prstGeom xmlns:a="http://schemas.openxmlformats.org/drawingml/2006/main" prst="rect">
            <a:avLst/>
          </a:prstGeom>
        </p:spPr>
      </p:pic>
      <p:sp>
        <p:nvSpPr>
          <p:cNvPr id="423" name="text-220 Area">
            <a:extLst xmlns:a="http://schemas.openxmlformats.org/drawingml/2006/main">
              <a:ext uri="{FF2B5EF4-FFF2-40B4-BE49-F238E27FC236}">
                <a16:creationId xmlns:a16="http://schemas.microsoft.com/office/drawing/2014/main" id="{161C86F5-5236-462A-90B7-7F82D01C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1076" y="7742860"/>
            <a:ext cx="429565" cy="290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34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</a:t>
            </a:r>
          </a:p>
        </p:txBody>
      </p:sp>
      <p:sp>
        <p:nvSpPr>
          <p:cNvPr id="424" name="text-220 1">
            <a:extLst xmlns:a="http://schemas.openxmlformats.org/drawingml/2006/main">
              <a:ext uri="{FF2B5EF4-FFF2-40B4-BE49-F238E27FC236}">
                <a16:creationId xmlns:a16="http://schemas.microsoft.com/office/drawing/2014/main" id="{AFED25D2-1139-4729-9FAC-A383F6DA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3168" y="7742546"/>
            <a:ext cx="142757" cy="29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37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25" name="text-221 (a)">
            <a:extLst xmlns:a="http://schemas.openxmlformats.org/drawingml/2006/main">
              <a:ext uri="{FF2B5EF4-FFF2-40B4-BE49-F238E27FC236}">
                <a16:creationId xmlns:a16="http://schemas.microsoft.com/office/drawing/2014/main" id="{1687A43D-B02D-45AF-9293-30C628DB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627" y="372575"/>
            <a:ext cx="472523" cy="510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0" b="1" i="0">
                <a:solidFill>
                  <a:srgbClr val="FE8B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0" b="1" i="0">
                <a:solidFill>
                  <a:srgbClr val="FE8B00"/>
                </a:solidFill>
                <a:latin typeface="Calibri"/>
                <a:ea typeface="Calibri"/>
                <a:cs typeface="Calibri"/>
              </a:defRPr>
            </a:pPr>
            <a:r>
              <a:rPr sz="2870" b="1" i="0">
                <a:solidFill>
                  <a:srgbClr val="FE8B00"/>
                </a:solidFill>
                <a:latin typeface="Calibri"/>
                <a:ea typeface="Calibri"/>
                <a:cs typeface="Calibri"/>
              </a:rPr>
              <a:t>(a)</a:t>
            </a:r>
          </a:p>
        </p:txBody>
      </p:sp>
      <p:sp>
        <p:nvSpPr>
          <p:cNvPr id="426" name="text-222 (b)">
            <a:extLst xmlns:a="http://schemas.openxmlformats.org/drawingml/2006/main">
              <a:ext uri="{FF2B5EF4-FFF2-40B4-BE49-F238E27FC236}">
                <a16:creationId xmlns:a16="http://schemas.microsoft.com/office/drawing/2014/main" id="{16188388-484D-4386-BA85-64CC997D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819" y="6572313"/>
            <a:ext cx="488184" cy="510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0" b="1" i="0">
                <a:solidFill>
                  <a:srgbClr val="628C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0" b="1" i="0">
                <a:solidFill>
                  <a:srgbClr val="628CCA"/>
                </a:solidFill>
                <a:latin typeface="Calibri"/>
                <a:ea typeface="Calibri"/>
                <a:cs typeface="Calibri"/>
              </a:defRPr>
            </a:pPr>
            <a:r>
              <a:rPr sz="2870" b="1" i="0">
                <a:solidFill>
                  <a:srgbClr val="628CCA"/>
                </a:solidFill>
                <a:latin typeface="Calibri"/>
                <a:ea typeface="Calibri"/>
                <a:cs typeface="Calibri"/>
              </a:rPr>
              <a:t>(b)</a:t>
            </a:r>
          </a:p>
        </p:txBody>
      </p:sp>
      <p:sp>
        <p:nvSpPr>
          <p:cNvPr id="427" name="text-223 (c)">
            <a:extLst xmlns:a="http://schemas.openxmlformats.org/drawingml/2006/main">
              <a:ext uri="{FF2B5EF4-FFF2-40B4-BE49-F238E27FC236}">
                <a16:creationId xmlns:a16="http://schemas.microsoft.com/office/drawing/2014/main" id="{2A018010-E17D-4C8E-B417-A0CEBAB0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0624" y="6603655"/>
            <a:ext cx="446094" cy="51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7" b="1" i="0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7" b="1" i="0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2877" b="1" i="0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38321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ask and rubric panel">
            <a:extLst xmlns:a="http://schemas.openxmlformats.org/drawingml/2006/main">
              <a:ext uri="{FF2B5EF4-FFF2-40B4-BE49-F238E27FC236}">
                <a16:creationId xmlns:a16="http://schemas.microsoft.com/office/drawing/2014/main" id="{88126657-A025-4312-B6BF-F4A362D9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4" y="4044984"/>
            <a:ext cx="3371439" cy="5006906"/>
          </a:xfrm>
          <a:custGeom xmlns:a="http://schemas.openxmlformats.org/drawingml/2006/main">
            <a:pathLst>
              <a:path w="3514725" h="5219700">
                <a:moveTo>
                  <a:pt x="161925" y="0"/>
                </a:moveTo>
                <a:lnTo>
                  <a:pt x="3352800" y="0"/>
                </a:lnTo>
                <a:cubicBezTo>
                  <a:pt x="3442229" y="0"/>
                  <a:pt x="3514725" y="72496"/>
                  <a:pt x="3514725" y="161925"/>
                </a:cubicBezTo>
                <a:lnTo>
                  <a:pt x="3514725" y="5057775"/>
                </a:lnTo>
                <a:cubicBezTo>
                  <a:pt x="3514725" y="5147204"/>
                  <a:pt x="3442229" y="5219700"/>
                  <a:pt x="3352800" y="5219700"/>
                </a:cubicBezTo>
                <a:lnTo>
                  <a:pt x="161925" y="5219700"/>
                </a:lnTo>
                <a:cubicBezTo>
                  <a:pt x="72496" y="5219700"/>
                  <a:pt x="0" y="5147204"/>
                  <a:pt x="0" y="505777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 xmlns:a="http://schemas.openxmlformats.org/drawingml/2006/main">
            <a:srgbClr val="FFF9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valuator pipeline panel">
            <a:extLst xmlns:a="http://schemas.openxmlformats.org/drawingml/2006/main">
              <a:ext uri="{FF2B5EF4-FFF2-40B4-BE49-F238E27FC236}">
                <a16:creationId xmlns:a16="http://schemas.microsoft.com/office/drawing/2014/main" id="{743ABF0F-6FE4-456D-BA34-7C9002E7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309" y="4044984"/>
            <a:ext cx="6651511" cy="5006906"/>
          </a:xfrm>
          <a:custGeom xmlns:a="http://schemas.openxmlformats.org/drawingml/2006/main">
            <a:pathLst>
              <a:path w="6934200" h="5219700">
                <a:moveTo>
                  <a:pt x="209550" y="0"/>
                </a:moveTo>
                <a:lnTo>
                  <a:pt x="6724650" y="0"/>
                </a:lnTo>
                <a:cubicBezTo>
                  <a:pt x="6840381" y="0"/>
                  <a:pt x="6934200" y="93819"/>
                  <a:pt x="6934200" y="209550"/>
                </a:cubicBezTo>
                <a:lnTo>
                  <a:pt x="6934200" y="5010150"/>
                </a:lnTo>
                <a:cubicBezTo>
                  <a:pt x="6934200" y="5125881"/>
                  <a:pt x="6840381" y="5219700"/>
                  <a:pt x="6724650" y="5219700"/>
                </a:cubicBezTo>
                <a:lnTo>
                  <a:pt x="209550" y="5219700"/>
                </a:lnTo>
                <a:cubicBezTo>
                  <a:pt x="93819" y="5219700"/>
                  <a:pt x="0" y="5125881"/>
                  <a:pt x="0" y="50101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 xmlns:a="http://schemas.openxmlformats.org/drawingml/2006/main">
            <a:srgbClr val="FB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tailed evaluation feedback panel">
            <a:extLst xmlns:a="http://schemas.openxmlformats.org/drawingml/2006/main">
              <a:ext uri="{FF2B5EF4-FFF2-40B4-BE49-F238E27FC236}">
                <a16:creationId xmlns:a16="http://schemas.microsoft.com/office/drawing/2014/main" id="{98B50E36-1AEF-4E7B-86C6-789C182F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050" y="6155560"/>
            <a:ext cx="4796763" cy="2905468"/>
          </a:xfrm>
          <a:custGeom xmlns:a="http://schemas.openxmlformats.org/drawingml/2006/main">
            <a:pathLst>
              <a:path w="5000625" h="3028950">
                <a:moveTo>
                  <a:pt x="142875" y="0"/>
                </a:moveTo>
                <a:lnTo>
                  <a:pt x="4857750" y="0"/>
                </a:lnTo>
                <a:cubicBezTo>
                  <a:pt x="4936658" y="0"/>
                  <a:pt x="5000625" y="63967"/>
                  <a:pt x="5000625" y="142875"/>
                </a:cubicBezTo>
                <a:lnTo>
                  <a:pt x="5000625" y="2886075"/>
                </a:lnTo>
                <a:cubicBezTo>
                  <a:pt x="5000625" y="2964983"/>
                  <a:pt x="4936658" y="3028950"/>
                  <a:pt x="4857750" y="3028950"/>
                </a:cubicBezTo>
                <a:lnTo>
                  <a:pt x="142875" y="3028950"/>
                </a:lnTo>
                <a:cubicBezTo>
                  <a:pt x="63967" y="3028950"/>
                  <a:pt x="0" y="2964983"/>
                  <a:pt x="0" y="28860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6DADA-DA7E-435E-A239-A7F5F911FD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ee46f61f145ee"/>
          <a:stretch xmlns:a="http://schemas.openxmlformats.org/drawingml/2006/main"/>
        </p:blipFill>
        <p:spPr>
          <a:xfrm xmlns:a="http://schemas.openxmlformats.org/drawingml/2006/main">
            <a:off x="10607698" y="4017574"/>
            <a:ext cx="1836475" cy="1836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F44BE-6884-456C-A3C5-996DE18BE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587deaa8748e9"/>
          <a:stretch xmlns:a="http://schemas.openxmlformats.org/drawingml/2006/main"/>
        </p:blipFill>
        <p:spPr>
          <a:xfrm xmlns:a="http://schemas.openxmlformats.org/drawingml/2006/main">
            <a:off x="12882734" y="4017574"/>
            <a:ext cx="1827338" cy="1836475"/>
          </a:xfrm>
          <a:prstGeom xmlns:a="http://schemas.openxmlformats.org/drawingml/2006/main" prst="rect">
            <a:avLst/>
          </a:prstGeom>
        </p:spPr>
      </p:pic>
      <p:sp>
        <p:nvSpPr>
          <p:cNvPr id="6" name="Task Description heading">
            <a:extLst xmlns:a="http://schemas.openxmlformats.org/drawingml/2006/main">
              <a:ext uri="{FF2B5EF4-FFF2-40B4-BE49-F238E27FC236}">
                <a16:creationId xmlns:a16="http://schemas.microsoft.com/office/drawing/2014/main" id="{88DA8321-9B19-44B3-91BE-2587D98C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1" y="4081531"/>
            <a:ext cx="3696705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Task Description:</a:t>
            </a:r>
          </a:p>
        </p:txBody>
      </p:sp>
      <p:sp>
        <p:nvSpPr>
          <p:cNvPr id="7" name="Task description line 0">
            <a:extLst xmlns:a="http://schemas.openxmlformats.org/drawingml/2006/main">
              <a:ext uri="{FF2B5EF4-FFF2-40B4-BE49-F238E27FC236}">
                <a16:creationId xmlns:a16="http://schemas.microsoft.com/office/drawing/2014/main" id="{236CADFD-D237-4FFD-94A8-40592F66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374" y="4474409"/>
            <a:ext cx="4636871" cy="31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799" b="0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We request your assistance in</a:t>
            </a:r>
          </a:p>
        </p:txBody>
      </p:sp>
      <p:sp>
        <p:nvSpPr>
          <p:cNvPr id="8" name="Task description line 1">
            <a:extLst xmlns:a="http://schemas.openxmlformats.org/drawingml/2006/main">
              <a:ext uri="{FF2B5EF4-FFF2-40B4-BE49-F238E27FC236}">
                <a16:creationId xmlns:a16="http://schemas.microsoft.com/office/drawing/2014/main" id="{9FA0A680-D73C-4D77-B561-B520B423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374" y="4748509"/>
            <a:ext cx="4636871" cy="31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799" b="0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evaluating the response of an</a:t>
            </a:r>
          </a:p>
        </p:txBody>
      </p:sp>
      <p:sp>
        <p:nvSpPr>
          <p:cNvPr id="9" name="Task description line 2">
            <a:extLst xmlns:a="http://schemas.openxmlformats.org/drawingml/2006/main">
              <a:ext uri="{FF2B5EF4-FFF2-40B4-BE49-F238E27FC236}">
                <a16:creationId xmlns:a16="http://schemas.microsoft.com/office/drawing/2014/main" id="{7337D677-4EDC-42E2-BA22-FD44FD51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374" y="5022610"/>
            <a:ext cx="5116547" cy="31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0" i="0">
                <a:solidFill>
                  <a:srgbClr val="858585"/>
                </a:solidFill>
                <a:latin typeface="Calibri"/>
                <a:ea typeface="Calibri"/>
                <a:cs typeface="Calibri"/>
              </a:defRPr>
            </a:pPr>
            <a:r>
              <a:rPr sz="1799" b="0" i="0">
                <a:solidFill>
                  <a:srgbClr val="858585"/>
                </a:solidFill>
                <a:latin typeface="Calibri"/>
                <a:ea typeface="Calibri"/>
                <a:cs typeface="Calibri"/>
              </a:rPr>
              <a:t>AI assistant to the question ...</a:t>
            </a:r>
          </a:p>
        </p:txBody>
      </p:sp>
      <p:sp>
        <p:nvSpPr>
          <p:cNvPr id="10" name="Evaluation dimensions heading">
            <a:extLst xmlns:a="http://schemas.openxmlformats.org/drawingml/2006/main">
              <a:ext uri="{FF2B5EF4-FFF2-40B4-BE49-F238E27FC236}">
                <a16:creationId xmlns:a16="http://schemas.microsoft.com/office/drawing/2014/main" id="{8F0F529C-2685-4C5F-A86B-97CBFAF5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417" y="5351531"/>
            <a:ext cx="4783971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Evaluation Dimensions:</a:t>
            </a:r>
          </a:p>
        </p:txBody>
      </p:sp>
      <p:sp>
        <p:nvSpPr>
          <p:cNvPr id="11" name="Rubric bullet 0">
            <a:extLst xmlns:a="http://schemas.openxmlformats.org/drawingml/2006/main">
              <a:ext uri="{FF2B5EF4-FFF2-40B4-BE49-F238E27FC236}">
                <a16:creationId xmlns:a16="http://schemas.microsoft.com/office/drawing/2014/main" id="{263C992A-300C-4AEF-B838-9E4CF209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68" y="5835776"/>
            <a:ext cx="155324" cy="201007"/>
          </a:xfrm>
          <a:custGeom xmlns:a="http://schemas.openxmlformats.org/drawingml/2006/main">
            <a:pathLst>
              <a:path w="161925" h="209550">
                <a:moveTo>
                  <a:pt x="0" y="0"/>
                </a:moveTo>
                <a:lnTo>
                  <a:pt x="161925" y="104775"/>
                </a:lnTo>
                <a:lnTo>
                  <a:pt x="0" y="209550"/>
                </a:lnTo>
                <a:lnTo>
                  <a:pt x="47625" y="1047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964">
            <a:solidFill>
              <a:srgbClr val="000000"/>
            </a:solidFill>
            <a:prstDash val="solid"/>
          </a:ln>
        </p:spPr>
      </p:sp>
      <p:sp>
        <p:nvSpPr>
          <p:cNvPr id="12" name="Rubric dimension 0">
            <a:extLst xmlns:a="http://schemas.openxmlformats.org/drawingml/2006/main">
              <a:ext uri="{FF2B5EF4-FFF2-40B4-BE49-F238E27FC236}">
                <a16:creationId xmlns:a16="http://schemas.microsoft.com/office/drawing/2014/main" id="{26B16A1A-1EC0-4ACB-A643-9D673DEF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82" y="5790092"/>
            <a:ext cx="2686187" cy="38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Global Score ;</a:t>
            </a:r>
          </a:p>
        </p:txBody>
      </p:sp>
      <p:sp>
        <p:nvSpPr>
          <p:cNvPr id="13" name="Rubric bullet 1">
            <a:extLst xmlns:a="http://schemas.openxmlformats.org/drawingml/2006/main">
              <a:ext uri="{FF2B5EF4-FFF2-40B4-BE49-F238E27FC236}">
                <a16:creationId xmlns:a16="http://schemas.microsoft.com/office/drawing/2014/main" id="{594475A7-4566-41CB-8CCE-AF270F18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68" y="6228653"/>
            <a:ext cx="155324" cy="201007"/>
          </a:xfrm>
          <a:custGeom xmlns:a="http://schemas.openxmlformats.org/drawingml/2006/main">
            <a:pathLst>
              <a:path w="161925" h="209550">
                <a:moveTo>
                  <a:pt x="0" y="0"/>
                </a:moveTo>
                <a:lnTo>
                  <a:pt x="161925" y="104775"/>
                </a:lnTo>
                <a:lnTo>
                  <a:pt x="0" y="209550"/>
                </a:lnTo>
                <a:lnTo>
                  <a:pt x="47625" y="1047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964">
            <a:solidFill>
              <a:srgbClr val="000000"/>
            </a:solidFill>
            <a:prstDash val="solid"/>
          </a:ln>
        </p:spPr>
      </p:sp>
      <p:sp>
        <p:nvSpPr>
          <p:cNvPr id="14" name="Rubric dimension 1">
            <a:extLst xmlns:a="http://schemas.openxmlformats.org/drawingml/2006/main">
              <a:ext uri="{FF2B5EF4-FFF2-40B4-BE49-F238E27FC236}">
                <a16:creationId xmlns:a16="http://schemas.microsoft.com/office/drawing/2014/main" id="{A4DE4EA1-2696-4FEC-80B1-0615434C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82" y="6182970"/>
            <a:ext cx="2686187" cy="38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Completeness ;</a:t>
            </a:r>
          </a:p>
        </p:txBody>
      </p:sp>
      <p:sp>
        <p:nvSpPr>
          <p:cNvPr id="15" name="Rubric bullet 2">
            <a:extLst xmlns:a="http://schemas.openxmlformats.org/drawingml/2006/main">
              <a:ext uri="{FF2B5EF4-FFF2-40B4-BE49-F238E27FC236}">
                <a16:creationId xmlns:a16="http://schemas.microsoft.com/office/drawing/2014/main" id="{D2AC6443-A6C3-407E-8F0F-AE00E615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68" y="6621531"/>
            <a:ext cx="155324" cy="201007"/>
          </a:xfrm>
          <a:custGeom xmlns:a="http://schemas.openxmlformats.org/drawingml/2006/main">
            <a:pathLst>
              <a:path w="161925" h="209550">
                <a:moveTo>
                  <a:pt x="0" y="0"/>
                </a:moveTo>
                <a:lnTo>
                  <a:pt x="161925" y="104775"/>
                </a:lnTo>
                <a:lnTo>
                  <a:pt x="0" y="209550"/>
                </a:lnTo>
                <a:lnTo>
                  <a:pt x="47625" y="1047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964">
            <a:solidFill>
              <a:srgbClr val="000000"/>
            </a:solidFill>
            <a:prstDash val="solid"/>
          </a:ln>
        </p:spPr>
      </p:sp>
      <p:sp>
        <p:nvSpPr>
          <p:cNvPr id="16" name="Rubric dimension 2">
            <a:extLst xmlns:a="http://schemas.openxmlformats.org/drawingml/2006/main">
              <a:ext uri="{FF2B5EF4-FFF2-40B4-BE49-F238E27FC236}">
                <a16:creationId xmlns:a16="http://schemas.microsoft.com/office/drawing/2014/main" id="{7DD26279-D1CE-4C00-8C17-E767A06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82" y="6575848"/>
            <a:ext cx="2494317" cy="38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Correctness ;</a:t>
            </a:r>
          </a:p>
        </p:txBody>
      </p:sp>
      <p:sp>
        <p:nvSpPr>
          <p:cNvPr id="17" name="Rubric bullet 3">
            <a:extLst xmlns:a="http://schemas.openxmlformats.org/drawingml/2006/main">
              <a:ext uri="{FF2B5EF4-FFF2-40B4-BE49-F238E27FC236}">
                <a16:creationId xmlns:a16="http://schemas.microsoft.com/office/drawing/2014/main" id="{3A99BDD5-1533-488C-952F-CF3192B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68" y="7014409"/>
            <a:ext cx="155324" cy="201007"/>
          </a:xfrm>
          <a:custGeom xmlns:a="http://schemas.openxmlformats.org/drawingml/2006/main">
            <a:pathLst>
              <a:path w="161925" h="209550">
                <a:moveTo>
                  <a:pt x="0" y="0"/>
                </a:moveTo>
                <a:lnTo>
                  <a:pt x="161925" y="104775"/>
                </a:lnTo>
                <a:lnTo>
                  <a:pt x="0" y="209550"/>
                </a:lnTo>
                <a:lnTo>
                  <a:pt x="47625" y="1047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964">
            <a:solidFill>
              <a:srgbClr val="000000"/>
            </a:solidFill>
            <a:prstDash val="solid"/>
          </a:ln>
        </p:spPr>
      </p:sp>
      <p:sp>
        <p:nvSpPr>
          <p:cNvPr id="18" name="Rubric dimension 3">
            <a:extLst xmlns:a="http://schemas.openxmlformats.org/drawingml/2006/main">
              <a:ext uri="{FF2B5EF4-FFF2-40B4-BE49-F238E27FC236}">
                <a16:creationId xmlns:a16="http://schemas.microsoft.com/office/drawing/2014/main" id="{06DCE3B7-D7BA-4C5A-A3B5-E738A4BE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482" y="6968725"/>
            <a:ext cx="2686187" cy="38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Plausibility ;</a:t>
            </a:r>
          </a:p>
        </p:txBody>
      </p:sp>
      <p:sp>
        <p:nvSpPr>
          <p:cNvPr id="19" name="Scoring range heading">
            <a:extLst xmlns:a="http://schemas.openxmlformats.org/drawingml/2006/main">
              <a:ext uri="{FF2B5EF4-FFF2-40B4-BE49-F238E27FC236}">
                <a16:creationId xmlns:a16="http://schemas.microsoft.com/office/drawing/2014/main" id="{605CC7B4-1A17-46AA-94EC-6FA56269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54" y="7361603"/>
            <a:ext cx="3044345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Scoring Range:</a:t>
            </a:r>
          </a:p>
        </p:txBody>
      </p:sp>
      <p:sp>
        <p:nvSpPr>
          <p:cNvPr id="20" name="Scoring rubric first line">
            <a:extLst xmlns:a="http://schemas.openxmlformats.org/drawingml/2006/main">
              <a:ext uri="{FF2B5EF4-FFF2-40B4-BE49-F238E27FC236}">
                <a16:creationId xmlns:a16="http://schemas.microsoft.com/office/drawing/2014/main" id="{F5402D2B-221D-4834-803D-E73BBBAA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374" y="7827574"/>
            <a:ext cx="5564245" cy="38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1 - Poor 2 - Fair 3 - Average</a:t>
            </a:r>
          </a:p>
        </p:txBody>
      </p:sp>
      <p:sp>
        <p:nvSpPr>
          <p:cNvPr id="21" name="Scoring rubric second line">
            <a:extLst xmlns:a="http://schemas.openxmlformats.org/drawingml/2006/main">
              <a:ext uri="{FF2B5EF4-FFF2-40B4-BE49-F238E27FC236}">
                <a16:creationId xmlns:a16="http://schemas.microsoft.com/office/drawing/2014/main" id="{727E040F-9862-4E1D-99DD-AE826CF1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374" y="8174768"/>
            <a:ext cx="4221151" cy="383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4 - Good 5 - Excellent</a:t>
            </a:r>
          </a:p>
        </p:txBody>
      </p:sp>
      <p:sp>
        <p:nvSpPr>
          <p:cNvPr id="22" name="Example heading">
            <a:extLst xmlns:a="http://schemas.openxmlformats.org/drawingml/2006/main">
              <a:ext uri="{FF2B5EF4-FFF2-40B4-BE49-F238E27FC236}">
                <a16:creationId xmlns:a16="http://schemas.microsoft.com/office/drawing/2014/main" id="{5E263566-F415-4F3F-813D-A2ADCC3A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54" y="8512826"/>
            <a:ext cx="2609439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1" i="0">
                <a:solidFill>
                  <a:srgbClr val="B40000"/>
                </a:solidFill>
                <a:latin typeface="Times New Roman"/>
                <a:ea typeface="Times New Roman"/>
                <a:cs typeface="Times New Roman"/>
              </a:rPr>
              <a:t>Example: ...</a:t>
            </a:r>
          </a:p>
        </p:txBody>
      </p:sp>
      <p:sp>
        <p:nvSpPr>
          <p:cNvPr id="23" name="Instructions label">
            <a:extLst xmlns:a="http://schemas.openxmlformats.org/drawingml/2006/main">
              <a:ext uri="{FF2B5EF4-FFF2-40B4-BE49-F238E27FC236}">
                <a16:creationId xmlns:a16="http://schemas.microsoft.com/office/drawing/2014/main" id="{188E36EA-3B81-4C3E-8DEB-07D5EA29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4676" y="4410452"/>
            <a:ext cx="2609439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Instructions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A43D6-D5EF-4A44-9E9D-000841D900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f97d1932e49c3"/>
          <a:stretch xmlns:a="http://schemas.openxmlformats.org/drawingml/2006/main"/>
        </p:blipFill>
        <p:spPr>
          <a:xfrm xmlns:a="http://schemas.openxmlformats.org/drawingml/2006/main">
            <a:off x="4047554" y="4839876"/>
            <a:ext cx="721799" cy="922806"/>
          </a:xfrm>
          <a:prstGeom xmlns:a="http://schemas.openxmlformats.org/drawingml/2006/main" prst="rect">
            <a:avLst/>
          </a:prstGeom>
        </p:spPr>
      </p:pic>
      <p:sp>
        <p:nvSpPr>
          <p:cNvPr id="25" name="Instructions to GPT-4o arrow">
            <a:extLst xmlns:a="http://schemas.openxmlformats.org/drawingml/2006/main">
              <a:ext uri="{FF2B5EF4-FFF2-40B4-BE49-F238E27FC236}">
                <a16:creationId xmlns:a16="http://schemas.microsoft.com/office/drawing/2014/main" id="{5877EB22-7A6B-4B63-A991-4330573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676" y="5031747"/>
            <a:ext cx="1041583" cy="420288"/>
          </a:xfrm>
          <a:custGeom xmlns:a="http://schemas.openxmlformats.org/drawingml/2006/main">
            <a:pathLst>
              <a:path w="1085850" h="438150">
                <a:moveTo>
                  <a:pt x="0" y="114300"/>
                </a:moveTo>
                <a:lnTo>
                  <a:pt x="838200" y="114300"/>
                </a:lnTo>
                <a:lnTo>
                  <a:pt x="838200" y="0"/>
                </a:lnTo>
                <a:lnTo>
                  <a:pt x="1085850" y="219075"/>
                </a:lnTo>
                <a:lnTo>
                  <a:pt x="838200" y="438150"/>
                </a:lnTo>
                <a:lnTo>
                  <a:pt x="838200" y="323850"/>
                </a:lnTo>
                <a:lnTo>
                  <a:pt x="0" y="3238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BFAFF"/>
              </a:gs>
              <a:gs pos="85000">
                <a:srgbClr val="3F3C7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70FB58-249D-40AA-A8C1-35923BF77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d6430c27e48e2"/>
          <a:stretch xmlns:a="http://schemas.openxmlformats.org/drawingml/2006/main"/>
        </p:blipFill>
        <p:spPr>
          <a:xfrm xmlns:a="http://schemas.openxmlformats.org/drawingml/2006/main">
            <a:off x="6267770" y="4510955"/>
            <a:ext cx="1023309" cy="1059856"/>
          </a:xfrm>
          <a:prstGeom xmlns:a="http://schemas.openxmlformats.org/drawingml/2006/main" prst="rect">
            <a:avLst/>
          </a:prstGeom>
        </p:spPr>
      </p:pic>
      <p:sp>
        <p:nvSpPr>
          <p:cNvPr id="27" name="GPT-4o label">
            <a:extLst xmlns:a="http://schemas.openxmlformats.org/drawingml/2006/main">
              <a:ext uri="{FF2B5EF4-FFF2-40B4-BE49-F238E27FC236}">
                <a16:creationId xmlns:a16="http://schemas.microsoft.com/office/drawing/2014/main" id="{2335A64E-C4EE-419B-9866-B5A469D5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9496" y="5653042"/>
            <a:ext cx="1304719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GPT-4o</a:t>
            </a:r>
          </a:p>
        </p:txBody>
      </p:sp>
      <p:sp>
        <p:nvSpPr>
          <p:cNvPr id="28" name="Evaluator label">
            <a:extLst xmlns:a="http://schemas.openxmlformats.org/drawingml/2006/main">
              <a:ext uri="{FF2B5EF4-FFF2-40B4-BE49-F238E27FC236}">
                <a16:creationId xmlns:a16="http://schemas.microsoft.com/office/drawing/2014/main" id="{8C22691C-822B-48AE-89CA-06712318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6763" y="6055056"/>
            <a:ext cx="1957079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Evaluator</a:t>
            </a:r>
          </a:p>
        </p:txBody>
      </p:sp>
      <p:sp>
        <p:nvSpPr>
          <p:cNvPr id="29" name="GPT-4o to Score arrow">
            <a:extLst xmlns:a="http://schemas.openxmlformats.org/drawingml/2006/main">
              <a:ext uri="{FF2B5EF4-FFF2-40B4-BE49-F238E27FC236}">
                <a16:creationId xmlns:a16="http://schemas.microsoft.com/office/drawing/2014/main" id="{2AEADD94-586F-4829-AF4E-1A483F22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266" y="4976927"/>
            <a:ext cx="1114676" cy="657842"/>
          </a:xfrm>
          <a:custGeom xmlns:a="http://schemas.openxmlformats.org/drawingml/2006/main">
            <a:pathLst>
              <a:path w="1162050" h="685800">
                <a:moveTo>
                  <a:pt x="0" y="171450"/>
                </a:moveTo>
                <a:lnTo>
                  <a:pt x="704850" y="171450"/>
                </a:lnTo>
                <a:lnTo>
                  <a:pt x="704850" y="0"/>
                </a:lnTo>
                <a:lnTo>
                  <a:pt x="1162050" y="333375"/>
                </a:lnTo>
                <a:lnTo>
                  <a:pt x="704850" y="685800"/>
                </a:lnTo>
                <a:lnTo>
                  <a:pt x="704850" y="504825"/>
                </a:lnTo>
                <a:lnTo>
                  <a:pt x="0" y="5048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BFAFF"/>
              </a:gs>
              <a:gs pos="85000">
                <a:srgbClr val="8C7470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45255-D14D-4403-8961-E8FEE6052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bafec4e344edf"/>
          <a:stretch xmlns:a="http://schemas.openxmlformats.org/drawingml/2006/main"/>
        </p:blipFill>
        <p:spPr>
          <a:xfrm xmlns:a="http://schemas.openxmlformats.org/drawingml/2006/main">
            <a:off x="8835180" y="4629732"/>
            <a:ext cx="831439" cy="895396"/>
          </a:xfrm>
          <a:prstGeom xmlns:a="http://schemas.openxmlformats.org/drawingml/2006/main" prst="rect">
            <a:avLst/>
          </a:prstGeom>
        </p:spPr>
      </p:pic>
      <p:sp>
        <p:nvSpPr>
          <p:cNvPr id="31" name="Score label">
            <a:extLst xmlns:a="http://schemas.openxmlformats.org/drawingml/2006/main">
              <a:ext uri="{FF2B5EF4-FFF2-40B4-BE49-F238E27FC236}">
                <a16:creationId xmlns:a16="http://schemas.microsoft.com/office/drawing/2014/main" id="{76DD3C4C-CFC0-4247-A8A4-20E57A0E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1727" y="5561675"/>
            <a:ext cx="1087266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</a:t>
            </a:r>
          </a:p>
        </p:txBody>
      </p:sp>
      <p:sp>
        <p:nvSpPr>
          <p:cNvPr id="32" name="Data label">
            <a:extLst xmlns:a="http://schemas.openxmlformats.org/drawingml/2006/main">
              <a:ext uri="{FF2B5EF4-FFF2-40B4-BE49-F238E27FC236}">
                <a16:creationId xmlns:a16="http://schemas.microsoft.com/office/drawing/2014/main" id="{17EA4E07-2DC5-4CC7-8046-51C574C6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3237" y="7233689"/>
            <a:ext cx="869813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D796A2-2574-43BC-8EE5-12F6D08207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5d7f49cd941cd"/>
          <a:stretch xmlns:a="http://schemas.openxmlformats.org/drawingml/2006/main"/>
        </p:blipFill>
        <p:spPr>
          <a:xfrm xmlns:a="http://schemas.openxmlformats.org/drawingml/2006/main">
            <a:off x="3855683" y="7681387"/>
            <a:ext cx="986763" cy="831439"/>
          </a:xfrm>
          <a:prstGeom xmlns:a="http://schemas.openxmlformats.org/drawingml/2006/main" prst="rect">
            <a:avLst/>
          </a:prstGeom>
        </p:spPr>
      </p:pic>
      <p:sp>
        <p:nvSpPr>
          <p:cNvPr id="34" name="Data to Evaluator diagonal arrow">
            <a:extLst xmlns:a="http://schemas.openxmlformats.org/drawingml/2006/main">
              <a:ext uri="{FF2B5EF4-FFF2-40B4-BE49-F238E27FC236}">
                <a16:creationId xmlns:a16="http://schemas.microsoft.com/office/drawing/2014/main" id="{FAF69D25-D1E0-4C5C-AF91-4BE5302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676" y="6173833"/>
            <a:ext cx="977626" cy="867986"/>
          </a:xfrm>
          <a:custGeom xmlns:a="http://schemas.openxmlformats.org/drawingml/2006/main">
            <a:pathLst>
              <a:path w="1019175" h="904875">
                <a:moveTo>
                  <a:pt x="0" y="838200"/>
                </a:moveTo>
                <a:lnTo>
                  <a:pt x="714375" y="161925"/>
                </a:lnTo>
                <a:lnTo>
                  <a:pt x="628650" y="0"/>
                </a:lnTo>
                <a:lnTo>
                  <a:pt x="1019175" y="9525"/>
                </a:lnTo>
                <a:lnTo>
                  <a:pt x="904875" y="314325"/>
                </a:lnTo>
                <a:lnTo>
                  <a:pt x="819150" y="228600"/>
                </a:lnTo>
                <a:lnTo>
                  <a:pt x="142875" y="9048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BFAFF"/>
              </a:gs>
              <a:gs pos="80000">
                <a:srgbClr val="3F3C7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5" name="Answer label">
            <a:extLst xmlns:a="http://schemas.openxmlformats.org/drawingml/2006/main">
              <a:ext uri="{FF2B5EF4-FFF2-40B4-BE49-F238E27FC236}">
                <a16:creationId xmlns:a16="http://schemas.microsoft.com/office/drawing/2014/main" id="{BE85F198-8B23-4700-A8D5-0140F69D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1223" y="7535200"/>
            <a:ext cx="1304719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Answer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0F8EC4-CEB3-4102-8497-4FAE8873CF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db5d4d9bb4410"/>
          <a:stretch xmlns:a="http://schemas.openxmlformats.org/drawingml/2006/main"/>
        </p:blipFill>
        <p:spPr>
          <a:xfrm xmlns:a="http://schemas.openxmlformats.org/drawingml/2006/main">
            <a:off x="6322590" y="7964625"/>
            <a:ext cx="1005036" cy="822302"/>
          </a:xfrm>
          <a:prstGeom xmlns:a="http://schemas.openxmlformats.org/drawingml/2006/main" prst="rect">
            <a:avLst/>
          </a:prstGeom>
        </p:spPr>
      </p:pic>
      <p:sp>
        <p:nvSpPr>
          <p:cNvPr id="37" name="Answer to Evaluator arrow">
            <a:extLst xmlns:a="http://schemas.openxmlformats.org/drawingml/2006/main">
              <a:ext uri="{FF2B5EF4-FFF2-40B4-BE49-F238E27FC236}">
                <a16:creationId xmlns:a16="http://schemas.microsoft.com/office/drawing/2014/main" id="{F867B599-D4EE-4CB4-A502-7E895BAA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07" y="6447934"/>
            <a:ext cx="447698" cy="1087266"/>
          </a:xfrm>
          <a:custGeom xmlns:a="http://schemas.openxmlformats.org/drawingml/2006/main">
            <a:pathLst>
              <a:path w="466725" h="1133475">
                <a:moveTo>
                  <a:pt x="123825" y="1133475"/>
                </a:moveTo>
                <a:lnTo>
                  <a:pt x="123825" y="257175"/>
                </a:lnTo>
                <a:lnTo>
                  <a:pt x="0" y="257175"/>
                </a:lnTo>
                <a:lnTo>
                  <a:pt x="228600" y="0"/>
                </a:lnTo>
                <a:lnTo>
                  <a:pt x="466725" y="257175"/>
                </a:lnTo>
                <a:lnTo>
                  <a:pt x="333375" y="257175"/>
                </a:lnTo>
                <a:lnTo>
                  <a:pt x="333375" y="11334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BFAFF"/>
              </a:gs>
              <a:gs pos="85000">
                <a:srgbClr val="3F3C7E"/>
              </a:gs>
            </a:gsLst>
            <a:lin ang="162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8" name="Final score rounded box">
            <a:extLst xmlns:a="http://schemas.openxmlformats.org/drawingml/2006/main">
              <a:ext uri="{FF2B5EF4-FFF2-40B4-BE49-F238E27FC236}">
                <a16:creationId xmlns:a16="http://schemas.microsoft.com/office/drawing/2014/main" id="{A14363EA-AFA1-4BBD-AAFD-6B280A9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683" y="6018509"/>
            <a:ext cx="2457770" cy="2896331"/>
          </a:xfrm>
          <a:custGeom xmlns:a="http://schemas.openxmlformats.org/drawingml/2006/main">
            <a:pathLst>
              <a:path w="2562225" h="3019425">
                <a:moveTo>
                  <a:pt x="238125" y="0"/>
                </a:moveTo>
                <a:lnTo>
                  <a:pt x="2324100" y="0"/>
                </a:lnTo>
                <a:cubicBezTo>
                  <a:pt x="2455613" y="0"/>
                  <a:pt x="2562225" y="106612"/>
                  <a:pt x="2562225" y="238125"/>
                </a:cubicBezTo>
                <a:lnTo>
                  <a:pt x="2562225" y="2781300"/>
                </a:lnTo>
                <a:cubicBezTo>
                  <a:pt x="2562225" y="2912813"/>
                  <a:pt x="2455613" y="3019425"/>
                  <a:pt x="2324100" y="3019425"/>
                </a:cubicBezTo>
                <a:lnTo>
                  <a:pt x="238125" y="3019425"/>
                </a:lnTo>
                <a:cubicBezTo>
                  <a:pt x="106612" y="3019425"/>
                  <a:pt x="0" y="2912813"/>
                  <a:pt x="0" y="27813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FBFAFF"/>
          </a:solidFill>
          <a:ln xmlns:a="http://schemas.openxmlformats.org/drawingml/2006/main" w="24669">
            <a:solidFill>
              <a:srgbClr val="7B78A1"/>
            </a:solidFill>
            <a:prstDash val="solid"/>
          </a:ln>
        </p:spPr>
      </p:sp>
      <p:sp>
        <p:nvSpPr>
          <p:cNvPr id="39" name="Final scoring heading">
            <a:extLst xmlns:a="http://schemas.openxmlformats.org/drawingml/2006/main">
              <a:ext uri="{FF2B5EF4-FFF2-40B4-BE49-F238E27FC236}">
                <a16:creationId xmlns:a16="http://schemas.microsoft.com/office/drawing/2014/main" id="{C79ECACF-3F4F-4976-8BA9-960D435A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4460" y="6146423"/>
            <a:ext cx="3044345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rPr>
              <a:t>Final Scoring:</a:t>
            </a:r>
          </a:p>
        </p:txBody>
      </p:sp>
      <p:sp>
        <p:nvSpPr>
          <p:cNvPr id="40" name="Score values">
            <a:extLst xmlns:a="http://schemas.openxmlformats.org/drawingml/2006/main">
              <a:ext uri="{FF2B5EF4-FFF2-40B4-BE49-F238E27FC236}">
                <a16:creationId xmlns:a16="http://schemas.microsoft.com/office/drawing/2014/main" id="{DB3CE903-A519-47D1-B304-F0A91B91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3597" y="6530164"/>
            <a:ext cx="3357734" cy="31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8B9FB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8B9FB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9" b="1" i="0">
                <a:solidFill>
                  <a:srgbClr val="8B9FB7"/>
                </a:solidFill>
                <a:latin typeface="Times New Roman"/>
                <a:ea typeface="Times New Roman"/>
                <a:cs typeface="Times New Roman"/>
              </a:rPr>
              <a:t>(4-4-4-5)   Total: 17</a:t>
            </a:r>
          </a:p>
        </p:txBody>
      </p:sp>
      <p:sp>
        <p:nvSpPr>
          <p:cNvPr id="41" name="Reason heading">
            <a:extLst xmlns:a="http://schemas.openxmlformats.org/drawingml/2006/main">
              <a:ext uri="{FF2B5EF4-FFF2-40B4-BE49-F238E27FC236}">
                <a16:creationId xmlns:a16="http://schemas.microsoft.com/office/drawing/2014/main" id="{6977957B-B867-4AAC-ABEB-F7E5A0B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4460" y="6813402"/>
            <a:ext cx="1522173" cy="434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46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46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46" b="1" i="0">
                <a:solidFill>
                  <a:srgbClr val="3F3C7E"/>
                </a:solidFill>
                <a:latin typeface="Times New Roman"/>
                <a:ea typeface="Times New Roman"/>
                <a:cs typeface="Times New Roman"/>
              </a:rPr>
              <a:t>Reason:</a:t>
            </a:r>
          </a:p>
        </p:txBody>
      </p:sp>
      <p:sp>
        <p:nvSpPr>
          <p:cNvPr id="42" name="Final reason 0">
            <a:extLst xmlns:a="http://schemas.openxmlformats.org/drawingml/2006/main">
              <a:ext uri="{FF2B5EF4-FFF2-40B4-BE49-F238E27FC236}">
                <a16:creationId xmlns:a16="http://schemas.microsoft.com/office/drawing/2014/main" id="{9BCFCEB9-CCE5-48BA-B98D-DC5FF14F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4460" y="7169732"/>
            <a:ext cx="3824619" cy="29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Overall, the image appears</a:t>
            </a:r>
          </a:p>
        </p:txBody>
      </p:sp>
      <p:sp>
        <p:nvSpPr>
          <p:cNvPr id="43" name="Final reason 1">
            <a:extLst xmlns:a="http://schemas.openxmlformats.org/drawingml/2006/main">
              <a:ext uri="{FF2B5EF4-FFF2-40B4-BE49-F238E27FC236}">
                <a16:creationId xmlns:a16="http://schemas.microsoft.com/office/drawing/2014/main" id="{224B9787-44F1-40E7-91E1-3428A02A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4460" y="7425560"/>
            <a:ext cx="3677518" cy="29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inauthentic primarily due</a:t>
            </a:r>
          </a:p>
        </p:txBody>
      </p:sp>
      <p:sp>
        <p:nvSpPr>
          <p:cNvPr id="44" name="Final reason 2">
            <a:extLst xmlns:a="http://schemas.openxmlformats.org/drawingml/2006/main">
              <a:ext uri="{FF2B5EF4-FFF2-40B4-BE49-F238E27FC236}">
                <a16:creationId xmlns:a16="http://schemas.microsoft.com/office/drawing/2014/main" id="{36D3B08F-72CC-448B-8BD7-7A1542CE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4460" y="7681387"/>
            <a:ext cx="3677518" cy="29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to slight distortions and</a:t>
            </a:r>
          </a:p>
        </p:txBody>
      </p:sp>
      <p:sp>
        <p:nvSpPr>
          <p:cNvPr id="45" name="Final reason 3">
            <a:extLst xmlns:a="http://schemas.openxmlformats.org/drawingml/2006/main">
              <a:ext uri="{FF2B5EF4-FFF2-40B4-BE49-F238E27FC236}">
                <a16:creationId xmlns:a16="http://schemas.microsoft.com/office/drawing/2014/main" id="{0FFB6BE8-A15A-4CC6-BCDD-AC66EED9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4460" y="7937214"/>
            <a:ext cx="3530417" cy="29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unnatural poses that are</a:t>
            </a:r>
          </a:p>
        </p:txBody>
      </p:sp>
      <p:sp>
        <p:nvSpPr>
          <p:cNvPr id="46" name="Final reason 4">
            <a:extLst xmlns:a="http://schemas.openxmlformats.org/drawingml/2006/main">
              <a:ext uri="{FF2B5EF4-FFF2-40B4-BE49-F238E27FC236}">
                <a16:creationId xmlns:a16="http://schemas.microsoft.com/office/drawing/2014/main" id="{95945B9E-B296-48E7-A099-55FE0368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4460" y="8193042"/>
            <a:ext cx="3971719" cy="29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often characteristic of AI-</a:t>
            </a:r>
          </a:p>
        </p:txBody>
      </p:sp>
      <p:sp>
        <p:nvSpPr>
          <p:cNvPr id="47" name="Final reason 5">
            <a:extLst xmlns:a="http://schemas.openxmlformats.org/drawingml/2006/main">
              <a:ext uri="{FF2B5EF4-FFF2-40B4-BE49-F238E27FC236}">
                <a16:creationId xmlns:a16="http://schemas.microsoft.com/office/drawing/2014/main" id="{DE8E1FCF-4436-4AA3-A537-31F21565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4460" y="8448869"/>
            <a:ext cx="2647813" cy="294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5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generated images …</a:t>
            </a:r>
          </a:p>
        </p:txBody>
      </p:sp>
      <p:sp>
        <p:nvSpPr>
          <p:cNvPr id="48" name="Reference Image label">
            <a:extLst xmlns:a="http://schemas.openxmlformats.org/drawingml/2006/main">
              <a:ext uri="{FF2B5EF4-FFF2-40B4-BE49-F238E27FC236}">
                <a16:creationId xmlns:a16="http://schemas.microsoft.com/office/drawing/2014/main" id="{EFA41C48-B7A6-4913-BCBF-653A00F5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9928" y="5854049"/>
            <a:ext cx="2686187" cy="35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 Image</a:t>
            </a:r>
          </a:p>
        </p:txBody>
      </p:sp>
      <p:sp>
        <p:nvSpPr>
          <p:cNvPr id="49" name="Synthetic Image label">
            <a:extLst xmlns:a="http://schemas.openxmlformats.org/drawingml/2006/main">
              <a:ext uri="{FF2B5EF4-FFF2-40B4-BE49-F238E27FC236}">
                <a16:creationId xmlns:a16="http://schemas.microsoft.com/office/drawing/2014/main" id="{DE195EF6-00C5-434E-A704-BA88CA8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1511" y="5872322"/>
            <a:ext cx="2686187" cy="35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Synthetic Image</a:t>
            </a:r>
          </a:p>
        </p:txBody>
      </p:sp>
      <p:sp>
        <p:nvSpPr>
          <p:cNvPr id="50" name="Feedback heading 0">
            <a:extLst xmlns:a="http://schemas.openxmlformats.org/drawingml/2006/main">
              <a:ext uri="{FF2B5EF4-FFF2-40B4-BE49-F238E27FC236}">
                <a16:creationId xmlns:a16="http://schemas.microsoft.com/office/drawing/2014/main" id="{9C2D1E8B-877F-4B78-B12F-5983ECDA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6164696"/>
            <a:ext cx="3357734" cy="31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0A295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0A29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9" b="1" i="0">
                <a:solidFill>
                  <a:srgbClr val="0A295D"/>
                </a:solidFill>
                <a:latin typeface="Times New Roman"/>
                <a:ea typeface="Times New Roman"/>
                <a:cs typeface="Times New Roman"/>
              </a:rPr>
              <a:t>Global Score (4-Good)</a:t>
            </a:r>
          </a:p>
        </p:txBody>
      </p:sp>
      <p:sp>
        <p:nvSpPr>
          <p:cNvPr id="51" name="Feedback first line 0">
            <a:extLst xmlns:a="http://schemas.openxmlformats.org/drawingml/2006/main">
              <a:ext uri="{FF2B5EF4-FFF2-40B4-BE49-F238E27FC236}">
                <a16:creationId xmlns:a16="http://schemas.microsoft.com/office/drawing/2014/main" id="{59EB38EC-0465-4699-9CD1-90586CE5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3094" y="6182970"/>
            <a:ext cx="3799036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: The assistant effectively</a:t>
            </a:r>
          </a:p>
        </p:txBody>
      </p:sp>
      <p:sp>
        <p:nvSpPr>
          <p:cNvPr id="52" name="Feedback continuation 0 0">
            <a:extLst xmlns:a="http://schemas.openxmlformats.org/drawingml/2006/main">
              <a:ext uri="{FF2B5EF4-FFF2-40B4-BE49-F238E27FC236}">
                <a16:creationId xmlns:a16="http://schemas.microsoft.com/office/drawing/2014/main" id="{5B651E62-589D-4818-8D3C-52195CD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6402250"/>
            <a:ext cx="7316662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captured the overall visual inconsistencies, such as</a:t>
            </a:r>
          </a:p>
        </p:txBody>
      </p:sp>
      <p:sp>
        <p:nvSpPr>
          <p:cNvPr id="53" name="Feedback continuation 0 1">
            <a:extLst xmlns:a="http://schemas.openxmlformats.org/drawingml/2006/main">
              <a:ext uri="{FF2B5EF4-FFF2-40B4-BE49-F238E27FC236}">
                <a16:creationId xmlns:a16="http://schemas.microsoft.com/office/drawing/2014/main" id="{384E6D83-9A04-4D0A-A2B8-A1C4E10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6594121"/>
            <a:ext cx="5346791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unnatural poses and lighting issues, …</a:t>
            </a:r>
          </a:p>
        </p:txBody>
      </p:sp>
      <p:sp>
        <p:nvSpPr>
          <p:cNvPr id="54" name="Feedback heading 1">
            <a:extLst xmlns:a="http://schemas.openxmlformats.org/drawingml/2006/main">
              <a:ext uri="{FF2B5EF4-FFF2-40B4-BE49-F238E27FC236}">
                <a16:creationId xmlns:a16="http://schemas.microsoft.com/office/drawing/2014/main" id="{B38E0CDE-F6DA-4945-BAED-8336DF72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6822538"/>
            <a:ext cx="3357734" cy="31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8DAFE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8DAFE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9" b="1" i="0">
                <a:solidFill>
                  <a:srgbClr val="8DAFE2"/>
                </a:solidFill>
                <a:latin typeface="Times New Roman"/>
                <a:ea typeface="Times New Roman"/>
                <a:cs typeface="Times New Roman"/>
              </a:rPr>
              <a:t>Completeness (4-Good)</a:t>
            </a:r>
          </a:p>
        </p:txBody>
      </p:sp>
      <p:sp>
        <p:nvSpPr>
          <p:cNvPr id="55" name="Feedback first line 1">
            <a:extLst xmlns:a="http://schemas.openxmlformats.org/drawingml/2006/main">
              <a:ext uri="{FF2B5EF4-FFF2-40B4-BE49-F238E27FC236}">
                <a16:creationId xmlns:a16="http://schemas.microsoft.com/office/drawing/2014/main" id="{54DF1A7E-BFF4-4630-8AF1-E13DA33D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374" y="6840812"/>
            <a:ext cx="3658331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: The assistant identified</a:t>
            </a:r>
          </a:p>
        </p:txBody>
      </p:sp>
      <p:sp>
        <p:nvSpPr>
          <p:cNvPr id="56" name="Feedback continuation 1 0">
            <a:extLst xmlns:a="http://schemas.openxmlformats.org/drawingml/2006/main">
              <a:ext uri="{FF2B5EF4-FFF2-40B4-BE49-F238E27FC236}">
                <a16:creationId xmlns:a16="http://schemas.microsoft.com/office/drawing/2014/main" id="{DA9C32E8-BB1A-4B72-8FF7-31F471AC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7060092"/>
            <a:ext cx="7175957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most of the regions marked by the human annotators,</a:t>
            </a:r>
          </a:p>
        </p:txBody>
      </p:sp>
      <p:sp>
        <p:nvSpPr>
          <p:cNvPr id="57" name="Feedback continuation 1 1">
            <a:extLst xmlns:a="http://schemas.openxmlformats.org/drawingml/2006/main">
              <a:ext uri="{FF2B5EF4-FFF2-40B4-BE49-F238E27FC236}">
                <a16:creationId xmlns:a16="http://schemas.microsoft.com/office/drawing/2014/main" id="{B8C8DFE6-3F1C-424B-90D3-68783A7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7251963"/>
            <a:ext cx="6613137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including the athlete’s pose, racket and hand …</a:t>
            </a:r>
          </a:p>
        </p:txBody>
      </p:sp>
      <p:sp>
        <p:nvSpPr>
          <p:cNvPr id="58" name="Feedback heading 2">
            <a:extLst xmlns:a="http://schemas.openxmlformats.org/drawingml/2006/main">
              <a:ext uri="{FF2B5EF4-FFF2-40B4-BE49-F238E27FC236}">
                <a16:creationId xmlns:a16="http://schemas.microsoft.com/office/drawing/2014/main" id="{7E41FC4B-75FB-471B-84AE-12B35E6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7480380"/>
            <a:ext cx="3197842" cy="31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8FCD3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8FCD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9" b="1" i="0">
                <a:solidFill>
                  <a:srgbClr val="8FCD3C"/>
                </a:solidFill>
                <a:latin typeface="Times New Roman"/>
                <a:ea typeface="Times New Roman"/>
                <a:cs typeface="Times New Roman"/>
              </a:rPr>
              <a:t>Correctness (4-Good)</a:t>
            </a:r>
          </a:p>
        </p:txBody>
      </p:sp>
      <p:sp>
        <p:nvSpPr>
          <p:cNvPr id="59" name="Feedback first line 2">
            <a:extLst xmlns:a="http://schemas.openxmlformats.org/drawingml/2006/main">
              <a:ext uri="{FF2B5EF4-FFF2-40B4-BE49-F238E27FC236}">
                <a16:creationId xmlns:a16="http://schemas.microsoft.com/office/drawing/2014/main" id="{37EF37BA-4EDC-41E1-A24C-54BDD3AF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1727" y="7498653"/>
            <a:ext cx="4221151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: The assistant’s explanations</a:t>
            </a:r>
          </a:p>
        </p:txBody>
      </p:sp>
      <p:sp>
        <p:nvSpPr>
          <p:cNvPr id="60" name="Feedback continuation 2 0">
            <a:extLst xmlns:a="http://schemas.openxmlformats.org/drawingml/2006/main">
              <a:ext uri="{FF2B5EF4-FFF2-40B4-BE49-F238E27FC236}">
                <a16:creationId xmlns:a16="http://schemas.microsoft.com/office/drawing/2014/main" id="{A9286E04-C682-4528-B1F7-9EBF9BEF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7717934"/>
            <a:ext cx="7598072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were mostly aligned with the annotations. It correctly</a:t>
            </a:r>
          </a:p>
        </p:txBody>
      </p:sp>
      <p:sp>
        <p:nvSpPr>
          <p:cNvPr id="61" name="Feedback continuation 2 1">
            <a:extLst xmlns:a="http://schemas.openxmlformats.org/drawingml/2006/main">
              <a:ext uri="{FF2B5EF4-FFF2-40B4-BE49-F238E27FC236}">
                <a16:creationId xmlns:a16="http://schemas.microsoft.com/office/drawing/2014/main" id="{16561EF1-D662-4046-83DC-EA91D6E5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7909804"/>
            <a:ext cx="8301597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identified issues with …  However, it did not fully capture</a:t>
            </a:r>
          </a:p>
        </p:txBody>
      </p:sp>
      <p:sp>
        <p:nvSpPr>
          <p:cNvPr id="62" name="Feedback continuation 2 2">
            <a:extLst xmlns:a="http://schemas.openxmlformats.org/drawingml/2006/main">
              <a:ext uri="{FF2B5EF4-FFF2-40B4-BE49-F238E27FC236}">
                <a16:creationId xmlns:a16="http://schemas.microsoft.com/office/drawing/2014/main" id="{3098033D-C229-4502-9B1D-91024C7B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8101675"/>
            <a:ext cx="6191022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the blending issues with the shoe and sock …</a:t>
            </a:r>
          </a:p>
        </p:txBody>
      </p:sp>
      <p:sp>
        <p:nvSpPr>
          <p:cNvPr id="63" name="Feedback heading 3">
            <a:extLst xmlns:a="http://schemas.openxmlformats.org/drawingml/2006/main">
              <a:ext uri="{FF2B5EF4-FFF2-40B4-BE49-F238E27FC236}">
                <a16:creationId xmlns:a16="http://schemas.microsoft.com/office/drawing/2014/main" id="{2516E6A8-756C-4D2E-9492-360317CC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8302682"/>
            <a:ext cx="4157194" cy="319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9" b="1" i="0">
                <a:solidFill>
                  <a:srgbClr val="00C25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9" b="1" i="0">
                <a:solidFill>
                  <a:srgbClr val="00C25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9" b="1" i="0">
                <a:solidFill>
                  <a:srgbClr val="00C253"/>
                </a:solidFill>
                <a:latin typeface="Times New Roman"/>
                <a:ea typeface="Times New Roman"/>
                <a:cs typeface="Times New Roman"/>
              </a:rPr>
              <a:t>Plausibility (5-Excellent)</a:t>
            </a:r>
          </a:p>
        </p:txBody>
      </p:sp>
      <p:sp>
        <p:nvSpPr>
          <p:cNvPr id="64" name="Feedback first line 3">
            <a:extLst xmlns:a="http://schemas.openxmlformats.org/drawingml/2006/main">
              <a:ext uri="{FF2B5EF4-FFF2-40B4-BE49-F238E27FC236}">
                <a16:creationId xmlns:a16="http://schemas.microsoft.com/office/drawing/2014/main" id="{B23FD56E-4DDA-4C11-8D6A-CC726F8E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374" y="8320955"/>
            <a:ext cx="3236216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: The assistant did not</a:t>
            </a:r>
          </a:p>
        </p:txBody>
      </p:sp>
      <p:sp>
        <p:nvSpPr>
          <p:cNvPr id="65" name="Feedback continuation 3 0">
            <a:extLst xmlns:a="http://schemas.openxmlformats.org/drawingml/2006/main">
              <a:ext uri="{FF2B5EF4-FFF2-40B4-BE49-F238E27FC236}">
                <a16:creationId xmlns:a16="http://schemas.microsoft.com/office/drawing/2014/main" id="{4E184791-6195-4429-B8EA-06A33B0B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8540236"/>
            <a:ext cx="8020187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incorrectly identify authentic regions as inauthentic. It</a:t>
            </a:r>
          </a:p>
        </p:txBody>
      </p:sp>
      <p:sp>
        <p:nvSpPr>
          <p:cNvPr id="66" name="Feedback continuation 3 1">
            <a:extLst xmlns:a="http://schemas.openxmlformats.org/drawingml/2006/main">
              <a:ext uri="{FF2B5EF4-FFF2-40B4-BE49-F238E27FC236}">
                <a16:creationId xmlns:a16="http://schemas.microsoft.com/office/drawing/2014/main" id="{ED4BC83C-68D5-45CF-B468-3FED2141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4964" y="8732107"/>
            <a:ext cx="6753842" cy="28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3" b="0" i="0">
                <a:solidFill>
                  <a:srgbClr val="858585"/>
                </a:solidFill>
                <a:latin typeface="Times New Roman"/>
                <a:ea typeface="Times New Roman"/>
                <a:cs typeface="Times New Roman"/>
              </a:rPr>
              <a:t>also avoided adding regions beyond those marked.</a:t>
            </a:r>
          </a:p>
        </p:txBody>
      </p:sp>
    </p:spTree>
    <p:extLst>
      <p:ext uri="{BB962C8B-B14F-4D97-AF65-F5344CB8AC3E}">
        <p14:creationId xmlns:p14="http://schemas.microsoft.com/office/powerpoint/2010/main" val="1132753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6675" dist="55540" dir="3542175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2026-10-18T11:18:42.5480000Z</dcterms:created>
  <dcterms:modified xsi:type="dcterms:W3CDTF">2026-10-18T11:18:42.5480000Z</dcterms:modified>
</coreProperties>
</file>