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2478e3c6494bfd" /><Relationship Type="http://schemas.openxmlformats.org/officeDocument/2006/relationships/extended-properties" Target="/docProps/app.xml" Id="R7d65a97b841240dc" /><Relationship Type="http://schemas.openxmlformats.org/officeDocument/2006/relationships/officeDocument" Target="/ppt/presentation.xml" Id="Rf9d8bb1c2ed04d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c363f4ea704e47"/>
  </p:sldMasterIdLst>
  <p:notesMasterIdLst>
    <p:notesMasterId xmlns:r="http://schemas.openxmlformats.org/officeDocument/2006/relationships" r:id="R5b1a570276aa4b7c"/>
  </p:notesMasterIdLst>
  <p:sldIdLst>
    <p:sldId xmlns:r="http://schemas.openxmlformats.org/officeDocument/2006/relationships" id="256" r:id="Rc2298f6f17574df9"/>
  </p:sldIdLst>
  <p:sldSz cx="1823085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a49e3dbb684d4b" /><Relationship Type="http://schemas.openxmlformats.org/officeDocument/2006/relationships/slideMaster" Target="/ppt/slideMasters/slideMaster1.xml" Id="R2fc363f4ea704e47" /><Relationship Type="http://schemas.openxmlformats.org/officeDocument/2006/relationships/notesMaster" Target="/ppt/notesMasters/notesMaster1.xml" Id="R5b1a570276aa4b7c" /><Relationship Type="http://schemas.openxmlformats.org/officeDocument/2006/relationships/presProps" Target="/ppt/presProps.xml" Id="Rd192ac3153d24246" /><Relationship Type="http://schemas.openxmlformats.org/officeDocument/2006/relationships/tableStyles" Target="/ppt/tableStyles.xml" Id="R9c8bbb978f564f57" /><Relationship Type="http://schemas.openxmlformats.org/officeDocument/2006/relationships/slide" Target="/ppt/slides/slide1.xml" Id="Rc2298f6f17574d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105a7e562846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71bfd672064ee3" /><Relationship Type="http://schemas.openxmlformats.org/officeDocument/2006/relationships/notesMaster" Target="/ppt/notesMasters/notesMaster1.xml" Id="R3b90ed5ec11544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reconstruction, not author-provided PowerPoint.</a:t>
            </a:r>
          </a:p>
          <a:p xmlns:a="http://schemas.openxmlformats.org/drawingml/2006/main">
            <a:r>
              <a:t>Synthetic Data Advantages</a:t>
            </a:r>
          </a:p>
          <a:p xmlns:a="http://schemas.openxmlformats.org/drawingml/2006/main">
            <a:r>
              <a:t>Source: https://arxiv.org/abs/2508.09987v1</a:t>
            </a:r>
          </a:p>
          <a:p xmlns:a="http://schemas.openxmlformats.org/drawingml/2006/main">
            <a:r>
              <a:t>Approved image: fig2_synthetic_data_advantages.png; SHA-256: ad4d7f02698179c56cf04cb1240de784cabf8c7c1c4584edd3f237b528be46c2</a:t>
            </a:r>
          </a:p>
          <a:p xmlns:a="http://schemas.openxmlformats.org/drawingml/2006/main">
            <a:r>
              <a:t>Readable diagram labels and vector geometry are native editable PowerPoint objects. Arrow paths are not endpoint-bound connectors and plot paths are not data-bound charts. Photos and complex local illustrations remain independent raster objects (55), whose internal pixels are not editable.</a:t>
            </a:r>
          </a:p>
          <a:p xmlns:a="http://schemas.openxmlformats.org/drawingml/2006/main">
            <a:r>
              <a:t>Font substitution: flattened source artwork rebuilt with Comic Sans MS (installed Windows fonts). Gradients, shadows, 3-D bar shading and freehand strokes are approximate. This is a reconstruction,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roundtrip,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d3f3c848649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3410c402d44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9054ea20648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fa732220be45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78a826eea45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d214eab5f4d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58330D-0A9E-4D06-860F-5151D02051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3085" y="4605867"/>
            <a:ext cx="14584680" cy="1761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1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D73DAB-21B4-4F66-9CEC-81109D5D6D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34628" y="6705600"/>
            <a:ext cx="12761595" cy="1354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D627EA-F8BF-47F7-AA98-8CCB65619B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3085" y="5080000"/>
            <a:ext cx="1458468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EDC998-8650-4F2A-A676-6AEABF474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5485" y="948267"/>
            <a:ext cx="16179879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67FC9A-E86F-4C54-910E-0A1F8E8FD5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5485" y="3386667"/>
            <a:ext cx="16179879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182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1pPr>
            <a:lvl2pPr marL="797600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2pPr>
            <a:lvl3pPr marL="1253371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3pPr>
            <a:lvl4pPr marL="1709142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4pPr>
            <a:lvl5pPr marL="2164913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5pPr>
            <a:lvl6pPr marL="2620685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6pPr>
            <a:lvl7pPr marL="3076456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7pPr>
            <a:lvl8pPr marL="3532227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8pPr>
            <a:lvl9pPr marL="398799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E49628-DED1-404A-BD43-AB4437432E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5485" y="948267"/>
            <a:ext cx="16179879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0EF6E1-E80F-46E6-A759-99F0A128B2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5485" y="3386667"/>
            <a:ext cx="7520226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182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1pPr>
            <a:lvl2pPr marL="797600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2pPr>
            <a:lvl3pPr marL="1253371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3pPr>
            <a:lvl4pPr marL="1709142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4pPr>
            <a:lvl5pPr marL="2164913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5pPr>
            <a:lvl6pPr marL="2620685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6pPr>
            <a:lvl7pPr marL="3076456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7pPr>
            <a:lvl8pPr marL="3532227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8pPr>
            <a:lvl9pPr marL="398799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836818-208A-46A8-8F76-9AE06657D7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685139" y="3386667"/>
            <a:ext cx="7520226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182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1pPr>
            <a:lvl2pPr marL="797600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2pPr>
            <a:lvl3pPr marL="1253371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3pPr>
            <a:lvl4pPr marL="1709142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4pPr>
            <a:lvl5pPr marL="2164913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5pPr>
            <a:lvl6pPr marL="2620685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6pPr>
            <a:lvl7pPr marL="3076456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7pPr>
            <a:lvl8pPr marL="3532227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8pPr>
            <a:lvl9pPr marL="398799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40288F-0A0D-4106-A698-E10A075A5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5485" y="948267"/>
            <a:ext cx="16179879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787771-B5C0-4FA0-8639-86D5F4D9F2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5485" y="3386667"/>
            <a:ext cx="7520226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182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1pPr>
            <a:lvl2pPr marL="797600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2pPr>
            <a:lvl3pPr marL="1253371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3pPr>
            <a:lvl4pPr marL="1709142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4pPr>
            <a:lvl5pPr marL="2164913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5pPr>
            <a:lvl6pPr marL="2620685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6pPr>
            <a:lvl7pPr marL="3076456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7pPr>
            <a:lvl8pPr marL="3532227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8pPr>
            <a:lvl9pPr marL="398799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8b41387e44479e" /><Relationship Type="http://schemas.openxmlformats.org/officeDocument/2006/relationships/slideLayout" Target="/ppt/slideLayouts/slideLayout1.xml" Id="R35b9e8e87e1a4099" /><Relationship Type="http://schemas.openxmlformats.org/officeDocument/2006/relationships/slideLayout" Target="/ppt/slideLayouts/slideLayout2.xml" Id="R8eea858fe1464189" /><Relationship Type="http://schemas.openxmlformats.org/officeDocument/2006/relationships/slideLayout" Target="/ppt/slideLayouts/slideLayout3.xml" Id="R2dbee3ac02a14a51" /><Relationship Type="http://schemas.openxmlformats.org/officeDocument/2006/relationships/slideLayout" Target="/ppt/slideLayouts/slideLayout4.xml" Id="R01f1b07c90f04b6d" /><Relationship Type="http://schemas.openxmlformats.org/officeDocument/2006/relationships/slideLayout" Target="/ppt/slideLayouts/slideLayout5.xml" Id="R4e848c70eb304f33" /><Relationship Type="http://schemas.openxmlformats.org/officeDocument/2006/relationships/slideLayout" Target="/ppt/slideLayouts/slideLayout6.xml" Id="R328d4b481c6b4d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b9e8e87e1a4099"/>
    <p:sldLayoutId xmlns:r="http://schemas.openxmlformats.org/officeDocument/2006/relationships" id="2147483650" r:id="R8eea858fe1464189"/>
    <p:sldLayoutId xmlns:r="http://schemas.openxmlformats.org/officeDocument/2006/relationships" id="2147483651" r:id="R2dbee3ac02a14a51"/>
    <p:sldLayoutId xmlns:r="http://schemas.openxmlformats.org/officeDocument/2006/relationships" id="2147483652" r:id="R01f1b07c90f04b6d"/>
    <p:sldLayoutId xmlns:r="http://schemas.openxmlformats.org/officeDocument/2006/relationships" id="2147483653" r:id="R4e848c70eb304f33"/>
    <p:sldLayoutId xmlns:r="http://schemas.openxmlformats.org/officeDocument/2006/relationships" id="2147483654" r:id="R328d4b481c6b4d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600eead3fb45f0" /><Relationship Type="http://schemas.openxmlformats.org/officeDocument/2006/relationships/image" Target="/ppt/media/image.png" Id="Ra2bc63e769af42c4" /><Relationship Type="http://schemas.openxmlformats.org/officeDocument/2006/relationships/image" Target="/ppt/media/image2.png" Id="R5172d68809584958" /><Relationship Type="http://schemas.openxmlformats.org/officeDocument/2006/relationships/image" Target="/ppt/media/image3.png" Id="Rdb175e30617348ce" /><Relationship Type="http://schemas.openxmlformats.org/officeDocument/2006/relationships/image" Target="/ppt/media/image4.png" Id="R9095683fd0284c21" /><Relationship Type="http://schemas.openxmlformats.org/officeDocument/2006/relationships/image" Target="/ppt/media/image5.png" Id="Re827da03f0574996" /><Relationship Type="http://schemas.openxmlformats.org/officeDocument/2006/relationships/image" Target="/ppt/media/image6.png" Id="R6ec7a80333e74f08" /><Relationship Type="http://schemas.openxmlformats.org/officeDocument/2006/relationships/image" Target="/ppt/media/image7.png" Id="R4fc6ea237e1345bc" /><Relationship Type="http://schemas.openxmlformats.org/officeDocument/2006/relationships/image" Target="/ppt/media/image8.png" Id="R6590041b7fbe4e54" /><Relationship Type="http://schemas.openxmlformats.org/officeDocument/2006/relationships/image" Target="/ppt/media/image9.png" Id="R10a6452cfff549ba" /><Relationship Type="http://schemas.openxmlformats.org/officeDocument/2006/relationships/image" Target="/ppt/media/image10.png" Id="R30d45a80a6bf4631" /><Relationship Type="http://schemas.openxmlformats.org/officeDocument/2006/relationships/image" Target="/ppt/media/image11.png" Id="Racd3ffa57e174dda" /><Relationship Type="http://schemas.openxmlformats.org/officeDocument/2006/relationships/image" Target="/ppt/media/image12.png" Id="R9fd9778521b449be" /><Relationship Type="http://schemas.openxmlformats.org/officeDocument/2006/relationships/image" Target="/ppt/media/image13.png" Id="R2070b07552254407" /><Relationship Type="http://schemas.openxmlformats.org/officeDocument/2006/relationships/image" Target="/ppt/media/image14.png" Id="R7263cc417769442a" /><Relationship Type="http://schemas.openxmlformats.org/officeDocument/2006/relationships/image" Target="/ppt/media/image15.png" Id="Rf629e106d70e43fd" /><Relationship Type="http://schemas.openxmlformats.org/officeDocument/2006/relationships/image" Target="/ppt/media/image16.png" Id="R63bb0fc35e364bf1" /><Relationship Type="http://schemas.openxmlformats.org/officeDocument/2006/relationships/image" Target="/ppt/media/image17.png" Id="Rcffcdbdb385b4ead" /><Relationship Type="http://schemas.openxmlformats.org/officeDocument/2006/relationships/image" Target="/ppt/media/image18.png" Id="R78a99cc88aab4548" /><Relationship Type="http://schemas.openxmlformats.org/officeDocument/2006/relationships/image" Target="/ppt/media/image19.png" Id="R2603fa47eb0d47cb" /><Relationship Type="http://schemas.openxmlformats.org/officeDocument/2006/relationships/image" Target="/ppt/media/image20.png" Id="R58e672d1f9814f35" /><Relationship Type="http://schemas.openxmlformats.org/officeDocument/2006/relationships/image" Target="/ppt/media/image21.png" Id="R5092f6139f89446f" /><Relationship Type="http://schemas.openxmlformats.org/officeDocument/2006/relationships/image" Target="/ppt/media/image22.png" Id="Rd4fb618278eb4819" /><Relationship Type="http://schemas.openxmlformats.org/officeDocument/2006/relationships/image" Target="/ppt/media/image23.png" Id="R31515d1c8d6444bd" /><Relationship Type="http://schemas.openxmlformats.org/officeDocument/2006/relationships/image" Target="/ppt/media/image24.png" Id="Rf976414eadc44157" /><Relationship Type="http://schemas.openxmlformats.org/officeDocument/2006/relationships/image" Target="/ppt/media/image25.png" Id="R11f241b46b6b40cb" /><Relationship Type="http://schemas.openxmlformats.org/officeDocument/2006/relationships/image" Target="/ppt/media/image26.png" Id="R64cc582ce8c54a9c" /><Relationship Type="http://schemas.openxmlformats.org/officeDocument/2006/relationships/image" Target="/ppt/media/image27.png" Id="Rc9cf5359663b4205" /><Relationship Type="http://schemas.openxmlformats.org/officeDocument/2006/relationships/image" Target="/ppt/media/image28.png" Id="R01c6d6da280d4b91" /><Relationship Type="http://schemas.openxmlformats.org/officeDocument/2006/relationships/image" Target="/ppt/media/image29.png" Id="R8b72f5b5f0d143c3" /><Relationship Type="http://schemas.openxmlformats.org/officeDocument/2006/relationships/image" Target="/ppt/media/image30.png" Id="R855b378475234633" /><Relationship Type="http://schemas.openxmlformats.org/officeDocument/2006/relationships/image" Target="/ppt/media/image31.png" Id="R9018a5b0f20f41c1" /><Relationship Type="http://schemas.openxmlformats.org/officeDocument/2006/relationships/image" Target="/ppt/media/image32.png" Id="R7a95f5dfc8b54cd6" /><Relationship Type="http://schemas.openxmlformats.org/officeDocument/2006/relationships/image" Target="/ppt/media/image33.png" Id="Rb62555844a0e4971" /><Relationship Type="http://schemas.openxmlformats.org/officeDocument/2006/relationships/image" Target="/ppt/media/image34.png" Id="Rdbc099959fc14f24" /><Relationship Type="http://schemas.openxmlformats.org/officeDocument/2006/relationships/image" Target="/ppt/media/image35.png" Id="R1a32446c0841430d" /><Relationship Type="http://schemas.openxmlformats.org/officeDocument/2006/relationships/image" Target="/ppt/media/image36.png" Id="Rf603d2f8e5994838" /><Relationship Type="http://schemas.openxmlformats.org/officeDocument/2006/relationships/image" Target="/ppt/media/image37.png" Id="Red0f26c3b5b144b5" /><Relationship Type="http://schemas.openxmlformats.org/officeDocument/2006/relationships/image" Target="/ppt/media/image38.png" Id="R6a748144900249ab" /><Relationship Type="http://schemas.openxmlformats.org/officeDocument/2006/relationships/image" Target="/ppt/media/image39.png" Id="Ra580cc3a2f914ce1" /><Relationship Type="http://schemas.openxmlformats.org/officeDocument/2006/relationships/image" Target="/ppt/media/image40.png" Id="R9b1b3fcd5e354990" /><Relationship Type="http://schemas.openxmlformats.org/officeDocument/2006/relationships/image" Target="/ppt/media/image41.png" Id="R1b99a01b828e43dc" /><Relationship Type="http://schemas.openxmlformats.org/officeDocument/2006/relationships/image" Target="/ppt/media/image42.png" Id="Rd2d91575b12f47fd" /><Relationship Type="http://schemas.openxmlformats.org/officeDocument/2006/relationships/image" Target="/ppt/media/image43.png" Id="R48f9e21902684b65" /><Relationship Type="http://schemas.openxmlformats.org/officeDocument/2006/relationships/image" Target="/ppt/media/image44.png" Id="R904ae8ae2b10462c" /><Relationship Type="http://schemas.openxmlformats.org/officeDocument/2006/relationships/image" Target="/ppt/media/image45.png" Id="Ra73b9ed411f64bcb" /><Relationship Type="http://schemas.openxmlformats.org/officeDocument/2006/relationships/image" Target="/ppt/media/image46.png" Id="R620a59f241364f05" /><Relationship Type="http://schemas.openxmlformats.org/officeDocument/2006/relationships/image" Target="/ppt/media/image47.png" Id="R1f989d5c512b4263" /><Relationship Type="http://schemas.openxmlformats.org/officeDocument/2006/relationships/image" Target="/ppt/media/image48.png" Id="R9938452d2dd94af5" /><Relationship Type="http://schemas.openxmlformats.org/officeDocument/2006/relationships/image" Target="/ppt/media/image49.png" Id="Rb04807302d9944b5" /><Relationship Type="http://schemas.openxmlformats.org/officeDocument/2006/relationships/image" Target="/ppt/media/image50.png" Id="R586ed6940a5c4102" /><Relationship Type="http://schemas.openxmlformats.org/officeDocument/2006/relationships/image" Target="/ppt/media/image51.png" Id="Rf010561cf43b4a9a" /><Relationship Type="http://schemas.openxmlformats.org/officeDocument/2006/relationships/image" Target="/ppt/media/image52.png" Id="R048a4ae96ca74258" /><Relationship Type="http://schemas.openxmlformats.org/officeDocument/2006/relationships/image" Target="/ppt/media/image53.png" Id="R6be5525ea3e34ae0" /><Relationship Type="http://schemas.openxmlformats.org/officeDocument/2006/relationships/image" Target="/ppt/media/image54.png" Id="Rb6627fdba3714661" /><Relationship Type="http://schemas.openxmlformats.org/officeDocument/2006/relationships/image" Target="/ppt/media/image55.png" Id="R20ccc431a5f24d09" /><Relationship Type="http://schemas.openxmlformats.org/officeDocument/2006/relationships/notesSlide" Target="/ppt/notesSlides/notesSlide1.xml" Id="Ra60489f3910348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8" name="Surreal fantasy pan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206E2F1D-4FB0-409D-9644-6A157993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61925"/>
            <a:ext cx="17764125" cy="3600450"/>
          </a:xfrm>
          <a:custGeom xmlns:a="http://schemas.openxmlformats.org/drawingml/2006/main">
            <a:pathLst>
              <a:path w="17764125" h="3600450">
                <a:moveTo>
                  <a:pt x="180975" y="0"/>
                </a:moveTo>
                <a:lnTo>
                  <a:pt x="17583150" y="0"/>
                </a:lnTo>
                <a:cubicBezTo>
                  <a:pt x="17683100" y="0"/>
                  <a:pt x="17764125" y="81025"/>
                  <a:pt x="17764125" y="180975"/>
                </a:cubicBezTo>
                <a:lnTo>
                  <a:pt x="17764125" y="3419475"/>
                </a:lnTo>
                <a:cubicBezTo>
                  <a:pt x="17764125" y="3519425"/>
                  <a:pt x="17683100" y="3600450"/>
                  <a:pt x="17583150" y="3600450"/>
                </a:cubicBezTo>
                <a:lnTo>
                  <a:pt x="180975" y="3600450"/>
                </a:lnTo>
                <a:cubicBezTo>
                  <a:pt x="81025" y="3600450"/>
                  <a:pt x="0" y="3519425"/>
                  <a:pt x="0" y="34194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" name="Surreal fantasy panel">
            <a:extLst xmlns:a="http://schemas.openxmlformats.org/drawingml/2006/main">
              <a:ext uri="{FF2B5EF4-FFF2-40B4-BE49-F238E27FC236}">
                <a16:creationId xmlns:a16="http://schemas.microsoft.com/office/drawing/2014/main" id="{2E06E551-6209-4DF3-82AB-0D260A37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4300"/>
            <a:ext cx="17764125" cy="3600450"/>
          </a:xfrm>
          <a:custGeom xmlns:a="http://schemas.openxmlformats.org/drawingml/2006/main">
            <a:pathLst>
              <a:path w="17764125" h="3600450">
                <a:moveTo>
                  <a:pt x="180975" y="0"/>
                </a:moveTo>
                <a:lnTo>
                  <a:pt x="17583150" y="0"/>
                </a:lnTo>
                <a:cubicBezTo>
                  <a:pt x="17683100" y="0"/>
                  <a:pt x="17764125" y="81025"/>
                  <a:pt x="17764125" y="180975"/>
                </a:cubicBezTo>
                <a:lnTo>
                  <a:pt x="17764125" y="3419475"/>
                </a:lnTo>
                <a:cubicBezTo>
                  <a:pt x="17764125" y="3519425"/>
                  <a:pt x="17683100" y="3600450"/>
                  <a:pt x="17583150" y="3600450"/>
                </a:cubicBezTo>
                <a:lnTo>
                  <a:pt x="180975" y="3600450"/>
                </a:lnTo>
                <a:cubicBezTo>
                  <a:pt x="81025" y="3600450"/>
                  <a:pt x="0" y="3519425"/>
                  <a:pt x="0" y="34194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FF5790"/>
            </a:solidFill>
            <a:prstDash val="solid"/>
          </a:ln>
        </p:spPr>
      </p:sp>
      <p:sp>
        <p:nvSpPr>
          <p:cNvPr id="3" name="Multi reference pan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E3FA5360-CE27-4A37-AE12-8725583C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933825"/>
            <a:ext cx="17764125" cy="3676650"/>
          </a:xfrm>
          <a:custGeom xmlns:a="http://schemas.openxmlformats.org/drawingml/2006/main">
            <a:pathLst>
              <a:path w="17764125" h="3676650">
                <a:moveTo>
                  <a:pt x="180975" y="0"/>
                </a:moveTo>
                <a:lnTo>
                  <a:pt x="17583150" y="0"/>
                </a:lnTo>
                <a:cubicBezTo>
                  <a:pt x="17683100" y="0"/>
                  <a:pt x="17764125" y="81025"/>
                  <a:pt x="17764125" y="180975"/>
                </a:cubicBezTo>
                <a:lnTo>
                  <a:pt x="17764125" y="3495675"/>
                </a:lnTo>
                <a:cubicBezTo>
                  <a:pt x="17764125" y="3595625"/>
                  <a:pt x="17683100" y="3676650"/>
                  <a:pt x="17583150" y="3676650"/>
                </a:cubicBezTo>
                <a:lnTo>
                  <a:pt x="180975" y="3676650"/>
                </a:lnTo>
                <a:cubicBezTo>
                  <a:pt x="81025" y="3676650"/>
                  <a:pt x="0" y="3595625"/>
                  <a:pt x="0" y="34956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Multi reference panel">
            <a:extLst xmlns:a="http://schemas.openxmlformats.org/drawingml/2006/main">
              <a:ext uri="{FF2B5EF4-FFF2-40B4-BE49-F238E27FC236}">
                <a16:creationId xmlns:a16="http://schemas.microsoft.com/office/drawing/2014/main" id="{FAA37BAF-D014-42A3-A59B-237BE01E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886200"/>
            <a:ext cx="17764125" cy="3676650"/>
          </a:xfrm>
          <a:custGeom xmlns:a="http://schemas.openxmlformats.org/drawingml/2006/main">
            <a:pathLst>
              <a:path w="17764125" h="3676650">
                <a:moveTo>
                  <a:pt x="180975" y="0"/>
                </a:moveTo>
                <a:lnTo>
                  <a:pt x="17583150" y="0"/>
                </a:lnTo>
                <a:cubicBezTo>
                  <a:pt x="17683100" y="0"/>
                  <a:pt x="17764125" y="81025"/>
                  <a:pt x="17764125" y="180975"/>
                </a:cubicBezTo>
                <a:lnTo>
                  <a:pt x="17764125" y="3495675"/>
                </a:lnTo>
                <a:cubicBezTo>
                  <a:pt x="17764125" y="3595625"/>
                  <a:pt x="17683100" y="3676650"/>
                  <a:pt x="17583150" y="3676650"/>
                </a:cubicBezTo>
                <a:lnTo>
                  <a:pt x="180975" y="3676650"/>
                </a:lnTo>
                <a:cubicBezTo>
                  <a:pt x="81025" y="3676650"/>
                  <a:pt x="0" y="3595625"/>
                  <a:pt x="0" y="34956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0877BE"/>
            </a:solidFill>
            <a:prstDash val="solid"/>
          </a:ln>
        </p:spPr>
      </p:sp>
      <p:sp>
        <p:nvSpPr>
          <p:cNvPr id="5" name="Pure alignment pan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5AC0B81D-5475-4C75-BE9A-D6D1D751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858125"/>
            <a:ext cx="4914900" cy="4114800"/>
          </a:xfrm>
          <a:custGeom xmlns:a="http://schemas.openxmlformats.org/drawingml/2006/main">
            <a:pathLst>
              <a:path w="4914900" h="4114800">
                <a:moveTo>
                  <a:pt x="180975" y="0"/>
                </a:moveTo>
                <a:lnTo>
                  <a:pt x="4733925" y="0"/>
                </a:lnTo>
                <a:cubicBezTo>
                  <a:pt x="4833875" y="0"/>
                  <a:pt x="4914900" y="81025"/>
                  <a:pt x="4914900" y="180975"/>
                </a:cubicBezTo>
                <a:lnTo>
                  <a:pt x="4914900" y="3933825"/>
                </a:lnTo>
                <a:cubicBezTo>
                  <a:pt x="4914900" y="4033775"/>
                  <a:pt x="4833875" y="4114800"/>
                  <a:pt x="4733925" y="4114800"/>
                </a:cubicBezTo>
                <a:lnTo>
                  <a:pt x="180975" y="4114800"/>
                </a:lnTo>
                <a:cubicBezTo>
                  <a:pt x="81025" y="4114800"/>
                  <a:pt x="0" y="4033775"/>
                  <a:pt x="0" y="393382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" name="Pure alignment panel">
            <a:extLst xmlns:a="http://schemas.openxmlformats.org/drawingml/2006/main">
              <a:ext uri="{FF2B5EF4-FFF2-40B4-BE49-F238E27FC236}">
                <a16:creationId xmlns:a16="http://schemas.microsoft.com/office/drawing/2014/main" id="{0C7FB474-E314-4AAB-A9EA-CC93CD49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7810500"/>
            <a:ext cx="4914900" cy="4114800"/>
          </a:xfrm>
          <a:custGeom xmlns:a="http://schemas.openxmlformats.org/drawingml/2006/main">
            <a:pathLst>
              <a:path w="4914900" h="4114800">
                <a:moveTo>
                  <a:pt x="180975" y="0"/>
                </a:moveTo>
                <a:lnTo>
                  <a:pt x="4733925" y="0"/>
                </a:lnTo>
                <a:cubicBezTo>
                  <a:pt x="4833875" y="0"/>
                  <a:pt x="4914900" y="81025"/>
                  <a:pt x="4914900" y="180975"/>
                </a:cubicBezTo>
                <a:lnTo>
                  <a:pt x="4914900" y="3933825"/>
                </a:lnTo>
                <a:cubicBezTo>
                  <a:pt x="4914900" y="4033775"/>
                  <a:pt x="4833875" y="4114800"/>
                  <a:pt x="4733925" y="4114800"/>
                </a:cubicBezTo>
                <a:lnTo>
                  <a:pt x="180975" y="4114800"/>
                </a:lnTo>
                <a:cubicBezTo>
                  <a:pt x="81025" y="4114800"/>
                  <a:pt x="0" y="4033775"/>
                  <a:pt x="0" y="393382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76A6A7"/>
            </a:solidFill>
            <a:prstDash val="solid"/>
          </a:ln>
        </p:spPr>
      </p:sp>
      <p:sp>
        <p:nvSpPr>
          <p:cNvPr id="7" name="Long tail pan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EF8AD740-EA5A-486C-A0FE-8A33C304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7839075"/>
            <a:ext cx="12639675" cy="4124325"/>
          </a:xfrm>
          <a:custGeom xmlns:a="http://schemas.openxmlformats.org/drawingml/2006/main">
            <a:pathLst>
              <a:path w="12639675" h="4124325">
                <a:moveTo>
                  <a:pt x="180975" y="0"/>
                </a:moveTo>
                <a:lnTo>
                  <a:pt x="12458700" y="0"/>
                </a:lnTo>
                <a:cubicBezTo>
                  <a:pt x="12558650" y="0"/>
                  <a:pt x="12639675" y="81025"/>
                  <a:pt x="12639675" y="180975"/>
                </a:cubicBezTo>
                <a:lnTo>
                  <a:pt x="12639675" y="3943350"/>
                </a:lnTo>
                <a:cubicBezTo>
                  <a:pt x="12639675" y="4043300"/>
                  <a:pt x="12558650" y="4124325"/>
                  <a:pt x="12458700" y="4124325"/>
                </a:cubicBezTo>
                <a:lnTo>
                  <a:pt x="180975" y="4124325"/>
                </a:lnTo>
                <a:cubicBezTo>
                  <a:pt x="81025" y="4124325"/>
                  <a:pt x="0" y="4043300"/>
                  <a:pt x="0" y="3943350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" name="Long tail panel">
            <a:extLst xmlns:a="http://schemas.openxmlformats.org/drawingml/2006/main">
              <a:ext uri="{FF2B5EF4-FFF2-40B4-BE49-F238E27FC236}">
                <a16:creationId xmlns:a16="http://schemas.microsoft.com/office/drawing/2014/main" id="{767DFE8A-7252-4AC8-AA80-F48801E8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791450"/>
            <a:ext cx="12639675" cy="4124325"/>
          </a:xfrm>
          <a:custGeom xmlns:a="http://schemas.openxmlformats.org/drawingml/2006/main">
            <a:pathLst>
              <a:path w="12639675" h="4124325">
                <a:moveTo>
                  <a:pt x="180975" y="0"/>
                </a:moveTo>
                <a:lnTo>
                  <a:pt x="12458700" y="0"/>
                </a:lnTo>
                <a:cubicBezTo>
                  <a:pt x="12558650" y="0"/>
                  <a:pt x="12639675" y="81025"/>
                  <a:pt x="12639675" y="180975"/>
                </a:cubicBezTo>
                <a:lnTo>
                  <a:pt x="12639675" y="3943350"/>
                </a:lnTo>
                <a:cubicBezTo>
                  <a:pt x="12639675" y="4043300"/>
                  <a:pt x="12558650" y="4124325"/>
                  <a:pt x="12458700" y="4124325"/>
                </a:cubicBezTo>
                <a:lnTo>
                  <a:pt x="180975" y="4124325"/>
                </a:lnTo>
                <a:cubicBezTo>
                  <a:pt x="81025" y="4124325"/>
                  <a:pt x="0" y="4043300"/>
                  <a:pt x="0" y="3943350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9561CF"/>
            </a:solidFill>
            <a:prstDash val="solid"/>
          </a:ln>
        </p:spPr>
      </p:sp>
      <p:sp>
        <p:nvSpPr>
          <p:cNvPr id="9" name="a. Surreal fantasy data label background">
            <a:extLst xmlns:a="http://schemas.openxmlformats.org/drawingml/2006/main">
              <a:ext uri="{FF2B5EF4-FFF2-40B4-BE49-F238E27FC236}">
                <a16:creationId xmlns:a16="http://schemas.microsoft.com/office/drawing/2014/main" id="{7ECDE7BE-A333-46D1-B01A-614F21F9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"/>
            <a:ext cx="4381500" cy="457200"/>
          </a:xfrm>
          <a:custGeom xmlns:a="http://schemas.openxmlformats.org/drawingml/2006/main">
            <a:pathLst>
              <a:path w="4381500" h="457200">
                <a:moveTo>
                  <a:pt x="228600" y="0"/>
                </a:moveTo>
                <a:lnTo>
                  <a:pt x="4152900" y="0"/>
                </a:lnTo>
                <a:cubicBezTo>
                  <a:pt x="4279152" y="0"/>
                  <a:pt x="4381500" y="102348"/>
                  <a:pt x="4381500" y="228600"/>
                </a:cubicBezTo>
                <a:lnTo>
                  <a:pt x="4381500" y="228600"/>
                </a:lnTo>
                <a:cubicBezTo>
                  <a:pt x="4381500" y="354852"/>
                  <a:pt x="4279152" y="457200"/>
                  <a:pt x="4152900" y="457200"/>
                </a:cubicBezTo>
                <a:lnTo>
                  <a:pt x="228600" y="457200"/>
                </a:lnTo>
                <a:cubicBezTo>
                  <a:pt x="102348" y="457200"/>
                  <a:pt x="0" y="354852"/>
                  <a:pt x="0" y="2286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 xmlns:a="http://schemas.openxmlformats.org/drawingml/2006/main">
            <a:srgbClr val="FFE7E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" name="a. Surreal fantasy data">
            <a:extLst xmlns:a="http://schemas.openxmlformats.org/drawingml/2006/main">
              <a:ext uri="{FF2B5EF4-FFF2-40B4-BE49-F238E27FC236}">
                <a16:creationId xmlns:a16="http://schemas.microsoft.com/office/drawing/2014/main" id="{A39A614C-4714-4D9F-AE25-CC1F3629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276225"/>
            <a:ext cx="415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 i="0">
                <a:solidFill>
                  <a:srgbClr val="BE16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BE165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1" i="0">
                <a:solidFill>
                  <a:srgbClr val="BE1650"/>
                </a:solidFill>
                <a:latin typeface="Comic Sans MS"/>
                <a:ea typeface="Comic Sans MS"/>
                <a:cs typeface="Comic Sans MS"/>
              </a:rPr>
              <a:t>a. Surreal fantasy data</a:t>
            </a:r>
          </a:p>
        </p:txBody>
      </p:sp>
      <p:sp>
        <p:nvSpPr>
          <p:cNvPr id="11" name="real photos headin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61ECB695-D0B0-4F3B-80BA-A1ECE6EC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"/>
            <a:ext cx="2905125" cy="504825"/>
          </a:xfrm>
          <a:custGeom xmlns:a="http://schemas.openxmlformats.org/drawingml/2006/main">
            <a:pathLst>
              <a:path w="2905125" h="504825">
                <a:moveTo>
                  <a:pt x="114300" y="0"/>
                </a:moveTo>
                <a:lnTo>
                  <a:pt x="2790825" y="0"/>
                </a:lnTo>
                <a:cubicBezTo>
                  <a:pt x="2853951" y="0"/>
                  <a:pt x="2905125" y="51174"/>
                  <a:pt x="2905125" y="114300"/>
                </a:cubicBezTo>
                <a:lnTo>
                  <a:pt x="2905125" y="390525"/>
                </a:lnTo>
                <a:cubicBezTo>
                  <a:pt x="2905125" y="453651"/>
                  <a:pt x="2853951" y="504825"/>
                  <a:pt x="2790825" y="504825"/>
                </a:cubicBezTo>
                <a:lnTo>
                  <a:pt x="114300" y="504825"/>
                </a:lnTo>
                <a:cubicBezTo>
                  <a:pt x="51174" y="504825"/>
                  <a:pt x="0" y="453651"/>
                  <a:pt x="0" y="3905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" name="real photos heading">
            <a:extLst xmlns:a="http://schemas.openxmlformats.org/drawingml/2006/main">
              <a:ext uri="{FF2B5EF4-FFF2-40B4-BE49-F238E27FC236}">
                <a16:creationId xmlns:a16="http://schemas.microsoft.com/office/drawing/2014/main" id="{A334EBB4-4B0E-4C0B-A935-6E36A3CA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3850"/>
            <a:ext cx="2905125" cy="504825"/>
          </a:xfrm>
          <a:custGeom xmlns:a="http://schemas.openxmlformats.org/drawingml/2006/main">
            <a:pathLst>
              <a:path w="2905125" h="504825">
                <a:moveTo>
                  <a:pt x="114300" y="0"/>
                </a:moveTo>
                <a:lnTo>
                  <a:pt x="2790825" y="0"/>
                </a:lnTo>
                <a:cubicBezTo>
                  <a:pt x="2853951" y="0"/>
                  <a:pt x="2905125" y="51174"/>
                  <a:pt x="2905125" y="114300"/>
                </a:cubicBezTo>
                <a:lnTo>
                  <a:pt x="2905125" y="390525"/>
                </a:lnTo>
                <a:cubicBezTo>
                  <a:pt x="2905125" y="453651"/>
                  <a:pt x="2853951" y="504825"/>
                  <a:pt x="2790825" y="504825"/>
                </a:cubicBezTo>
                <a:lnTo>
                  <a:pt x="114300" y="504825"/>
                </a:lnTo>
                <a:cubicBezTo>
                  <a:pt x="51174" y="504825"/>
                  <a:pt x="0" y="453651"/>
                  <a:pt x="0" y="3905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FF0F5"/>
          </a:solidFill>
          <a:ln xmlns:a="http://schemas.openxmlformats.org/drawingml/2006/main" w="19050">
            <a:solidFill>
              <a:srgbClr val="FFC4D8"/>
            </a:solidFill>
            <a:prstDash val="solid"/>
          </a:ln>
        </p:spPr>
      </p:sp>
      <p:sp>
        <p:nvSpPr>
          <p:cNvPr id="13" name="Real-world images">
            <a:extLst xmlns:a="http://schemas.openxmlformats.org/drawingml/2006/main">
              <a:ext uri="{FF2B5EF4-FFF2-40B4-BE49-F238E27FC236}">
                <a16:creationId xmlns:a16="http://schemas.microsoft.com/office/drawing/2014/main" id="{4F2AA520-D439-41B4-BACD-121D1213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81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Real-world images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72625-8A3B-43DE-98E9-CA3B6DC80B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c63e769af42c4"/>
          <a:stretch xmlns:a="http://schemas.openxmlformats.org/drawingml/2006/main"/>
        </p:blipFill>
        <p:spPr>
          <a:xfrm xmlns:a="http://schemas.openxmlformats.org/drawingml/2006/main">
            <a:off x="838200" y="1115695"/>
            <a:ext cx="1314450" cy="978535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2AA21-D2E5-49EF-B301-828B0D3C6F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2d68809584958"/>
          <a:stretch xmlns:a="http://schemas.openxmlformats.org/drawingml/2006/main"/>
        </p:blipFill>
        <p:spPr>
          <a:xfrm xmlns:a="http://schemas.openxmlformats.org/drawingml/2006/main">
            <a:off x="2154119" y="1019175"/>
            <a:ext cx="978137" cy="781050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02382-C969-4FBA-92A3-601B0C0E34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75e30617348ce"/>
          <a:stretch xmlns:a="http://schemas.openxmlformats.org/drawingml/2006/main"/>
        </p:blipFill>
        <p:spPr>
          <a:xfrm xmlns:a="http://schemas.openxmlformats.org/drawingml/2006/main">
            <a:off x="3134276" y="1123950"/>
            <a:ext cx="1046647" cy="695325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2863D-8CF1-4071-AF11-0C1CEDF666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5683fd0284c21"/>
          <a:stretch xmlns:a="http://schemas.openxmlformats.org/drawingml/2006/main"/>
        </p:blipFill>
        <p:spPr>
          <a:xfrm xmlns:a="http://schemas.openxmlformats.org/drawingml/2006/main">
            <a:off x="638175" y="2097157"/>
            <a:ext cx="838200" cy="911087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E390D-7EFC-4A6B-9F59-C967332533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7da03f0574996"/>
          <a:stretch xmlns:a="http://schemas.openxmlformats.org/drawingml/2006/main"/>
        </p:blipFill>
        <p:spPr>
          <a:xfrm xmlns:a="http://schemas.openxmlformats.org/drawingml/2006/main">
            <a:off x="1476375" y="2212372"/>
            <a:ext cx="1466850" cy="718756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5EB73-C8B5-4FAE-A749-CBB6E45F4E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7a80333e74f08"/>
          <a:stretch xmlns:a="http://schemas.openxmlformats.org/drawingml/2006/main"/>
        </p:blipFill>
        <p:spPr>
          <a:xfrm xmlns:a="http://schemas.openxmlformats.org/drawingml/2006/main">
            <a:off x="2947290" y="2200275"/>
            <a:ext cx="1439671" cy="847725"/>
          </a:xfrm>
          <a:prstGeom xmlns:a="http://schemas.openxmlformats.org/drawingml/2006/main" prst="rect">
            <a:avLst/>
          </a:prstGeom>
        </p:spPr>
      </p:pic>
      <p:sp>
        <p:nvSpPr>
          <p:cNvPr id="20" name="limited expression native cap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5E73A962-81B1-47A0-ADA4-E7428787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47850"/>
            <a:ext cx="3076575" cy="419100"/>
          </a:xfrm>
          <a:custGeom xmlns:a="http://schemas.openxmlformats.org/drawingml/2006/main">
            <a:pathLst>
              <a:path w="3076575" h="419100">
                <a:moveTo>
                  <a:pt x="28575" y="0"/>
                </a:moveTo>
                <a:lnTo>
                  <a:pt x="3048000" y="0"/>
                </a:lnTo>
                <a:cubicBezTo>
                  <a:pt x="3063782" y="0"/>
                  <a:pt x="3076575" y="12793"/>
                  <a:pt x="3076575" y="28575"/>
                </a:cubicBezTo>
                <a:lnTo>
                  <a:pt x="3076575" y="390525"/>
                </a:lnTo>
                <a:cubicBezTo>
                  <a:pt x="3076575" y="406307"/>
                  <a:pt x="3063782" y="419100"/>
                  <a:pt x="3048000" y="419100"/>
                </a:cubicBezTo>
                <a:lnTo>
                  <a:pt x="28575" y="419100"/>
                </a:lnTo>
                <a:cubicBezTo>
                  <a:pt x="12793" y="419100"/>
                  <a:pt x="0" y="406307"/>
                  <a:pt x="0" y="3905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" name="limited expression native caption">
            <a:extLst xmlns:a="http://schemas.openxmlformats.org/drawingml/2006/main">
              <a:ext uri="{FF2B5EF4-FFF2-40B4-BE49-F238E27FC236}">
                <a16:creationId xmlns:a16="http://schemas.microsoft.com/office/drawing/2014/main" id="{A21E143B-8D3F-4AD2-B99F-8B248B90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0225"/>
            <a:ext cx="3076575" cy="419100"/>
          </a:xfrm>
          <a:custGeom xmlns:a="http://schemas.openxmlformats.org/drawingml/2006/main">
            <a:pathLst>
              <a:path w="3076575" h="419100">
                <a:moveTo>
                  <a:pt x="28575" y="0"/>
                </a:moveTo>
                <a:lnTo>
                  <a:pt x="3048000" y="0"/>
                </a:lnTo>
                <a:cubicBezTo>
                  <a:pt x="3063782" y="0"/>
                  <a:pt x="3076575" y="12793"/>
                  <a:pt x="3076575" y="28575"/>
                </a:cubicBezTo>
                <a:lnTo>
                  <a:pt x="3076575" y="390525"/>
                </a:lnTo>
                <a:cubicBezTo>
                  <a:pt x="3076575" y="406307"/>
                  <a:pt x="3063782" y="419100"/>
                  <a:pt x="3048000" y="419100"/>
                </a:cubicBezTo>
                <a:lnTo>
                  <a:pt x="28575" y="419100"/>
                </a:lnTo>
                <a:cubicBezTo>
                  <a:pt x="12793" y="419100"/>
                  <a:pt x="0" y="406307"/>
                  <a:pt x="0" y="3905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" name="Limited expression">
            <a:extLst xmlns:a="http://schemas.openxmlformats.org/drawingml/2006/main">
              <a:ext uri="{FF2B5EF4-FFF2-40B4-BE49-F238E27FC236}">
                <a16:creationId xmlns:a16="http://schemas.microsoft.com/office/drawing/2014/main" id="{28FBE7EC-A11D-4122-A89D-485CA5F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18288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EE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EE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EE0000"/>
                </a:solidFill>
                <a:latin typeface="Comic Sans MS"/>
                <a:ea typeface="Comic Sans MS"/>
                <a:cs typeface="Comic Sans MS"/>
              </a:rPr>
              <a:t>Limited expression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B9779-3D09-48B2-8C93-96B5A1BFB5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6ea237e1345bc"/>
          <a:stretch xmlns:a="http://schemas.openxmlformats.org/drawingml/2006/main"/>
        </p:blipFill>
        <p:spPr>
          <a:xfrm xmlns:a="http://schemas.openxmlformats.org/drawingml/2006/main">
            <a:off x="955582" y="3152775"/>
            <a:ext cx="546287" cy="495300"/>
          </a:xfrm>
          <a:prstGeom xmlns:a="http://schemas.openxmlformats.org/drawingml/2006/main" prst="rect">
            <a:avLst/>
          </a:prstGeom>
        </p:spPr>
      </p:pic>
      <p:sp>
        <p:nvSpPr>
          <p:cNvPr id="24" name="General knowledge">
            <a:extLst xmlns:a="http://schemas.openxmlformats.org/drawingml/2006/main">
              <a:ext uri="{FF2B5EF4-FFF2-40B4-BE49-F238E27FC236}">
                <a16:creationId xmlns:a16="http://schemas.microsoft.com/office/drawing/2014/main" id="{42B06913-5A11-48A8-90AB-E0281BFB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" y="3238500"/>
            <a:ext cx="259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General knowledge</a:t>
            </a:r>
          </a:p>
        </p:txBody>
      </p:sp>
      <p:sp>
        <p:nvSpPr>
          <p:cNvPr id="25" name="Transpar-&#10;ent shirt? bubble">
            <a:extLst xmlns:a="http://schemas.openxmlformats.org/drawingml/2006/main">
              <a:ext uri="{FF2B5EF4-FFF2-40B4-BE49-F238E27FC236}">
                <a16:creationId xmlns:a16="http://schemas.microsoft.com/office/drawing/2014/main" id="{AF763F23-9D4B-4345-B3CD-2136B8D1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990600"/>
            <a:ext cx="2238375" cy="1104900"/>
          </a:xfrm>
          <a:custGeom xmlns:a="http://schemas.openxmlformats.org/drawingml/2006/main">
            <a:pathLst>
              <a:path w="2238375" h="1104900">
                <a:moveTo>
                  <a:pt x="2238375" y="552450"/>
                </a:moveTo>
                <a:cubicBezTo>
                  <a:pt x="2238375" y="857560"/>
                  <a:pt x="1737298" y="1104900"/>
                  <a:pt x="1119188" y="1104900"/>
                </a:cubicBezTo>
                <a:cubicBezTo>
                  <a:pt x="501077" y="1104900"/>
                  <a:pt x="0" y="857560"/>
                  <a:pt x="0" y="552450"/>
                </a:cubicBezTo>
                <a:cubicBezTo>
                  <a:pt x="0" y="247340"/>
                  <a:pt x="501077" y="0"/>
                  <a:pt x="1119188" y="0"/>
                </a:cubicBezTo>
                <a:cubicBezTo>
                  <a:pt x="1737298" y="0"/>
                  <a:pt x="2238375" y="247340"/>
                  <a:pt x="2238375" y="55245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6" name="Transpar-&#10;ent shirt? bubble tail">
            <a:extLst xmlns:a="http://schemas.openxmlformats.org/drawingml/2006/main">
              <a:ext uri="{FF2B5EF4-FFF2-40B4-BE49-F238E27FC236}">
                <a16:creationId xmlns:a16="http://schemas.microsoft.com/office/drawing/2014/main" id="{B96EE5DE-1B84-4C5A-A6E5-BA72D09A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594" y="2066925"/>
            <a:ext cx="559594" cy="171450"/>
          </a:xfrm>
          <a:custGeom xmlns:a="http://schemas.openxmlformats.org/drawingml/2006/main">
            <a:pathLst>
              <a:path w="559594" h="171450">
                <a:moveTo>
                  <a:pt x="223838" y="0"/>
                </a:moveTo>
                <a:lnTo>
                  <a:pt x="559594" y="1714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7" name="Transpar-">
            <a:extLst xmlns:a="http://schemas.openxmlformats.org/drawingml/2006/main">
              <a:ext uri="{FF2B5EF4-FFF2-40B4-BE49-F238E27FC236}">
                <a16:creationId xmlns:a16="http://schemas.microsoft.com/office/drawing/2014/main" id="{11898CA5-A08C-47E0-A8A2-16A12874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1171575"/>
            <a:ext cx="18383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Transpar-</a:t>
            </a:r>
          </a:p>
        </p:txBody>
      </p:sp>
      <p:sp>
        <p:nvSpPr>
          <p:cNvPr id="28" name="ent shirt?">
            <a:extLst xmlns:a="http://schemas.openxmlformats.org/drawingml/2006/main">
              <a:ext uri="{FF2B5EF4-FFF2-40B4-BE49-F238E27FC236}">
                <a16:creationId xmlns:a16="http://schemas.microsoft.com/office/drawing/2014/main" id="{6B36DCAD-90ED-42F3-A88D-FFD50002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1495425"/>
            <a:ext cx="18383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 shirt?</a:t>
            </a:r>
          </a:p>
        </p:txBody>
      </p:sp>
      <p:sp>
        <p:nvSpPr>
          <p:cNvPr id="29" name="Poker card&#10;train? bubble">
            <a:extLst xmlns:a="http://schemas.openxmlformats.org/drawingml/2006/main">
              <a:ext uri="{FF2B5EF4-FFF2-40B4-BE49-F238E27FC236}">
                <a16:creationId xmlns:a16="http://schemas.microsoft.com/office/drawing/2014/main" id="{DBFC43BE-E67C-4566-A5E6-8AC5A1B9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76450"/>
            <a:ext cx="2238375" cy="1095375"/>
          </a:xfrm>
          <a:custGeom xmlns:a="http://schemas.openxmlformats.org/drawingml/2006/main">
            <a:pathLst>
              <a:path w="2238375" h="1095375">
                <a:moveTo>
                  <a:pt x="2238375" y="547688"/>
                </a:moveTo>
                <a:cubicBezTo>
                  <a:pt x="2238375" y="850167"/>
                  <a:pt x="1737298" y="1095375"/>
                  <a:pt x="1119188" y="1095375"/>
                </a:cubicBezTo>
                <a:cubicBezTo>
                  <a:pt x="501077" y="1095375"/>
                  <a:pt x="0" y="850167"/>
                  <a:pt x="0" y="547688"/>
                </a:cubicBezTo>
                <a:cubicBezTo>
                  <a:pt x="0" y="245208"/>
                  <a:pt x="501077" y="0"/>
                  <a:pt x="1119188" y="0"/>
                </a:cubicBezTo>
                <a:cubicBezTo>
                  <a:pt x="1737298" y="0"/>
                  <a:pt x="2238375" y="245208"/>
                  <a:pt x="2238375" y="54768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0" name="Poker card&#10;train? bubble tail">
            <a:extLst xmlns:a="http://schemas.openxmlformats.org/drawingml/2006/main">
              <a:ext uri="{FF2B5EF4-FFF2-40B4-BE49-F238E27FC236}">
                <a16:creationId xmlns:a16="http://schemas.microsoft.com/office/drawing/2014/main" id="{C9170B01-D9AB-4446-B897-6B4391E1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419" y="3143250"/>
            <a:ext cx="559594" cy="171450"/>
          </a:xfrm>
          <a:custGeom xmlns:a="http://schemas.openxmlformats.org/drawingml/2006/main">
            <a:pathLst>
              <a:path w="559594" h="171450">
                <a:moveTo>
                  <a:pt x="223838" y="0"/>
                </a:moveTo>
                <a:lnTo>
                  <a:pt x="559594" y="1714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1" name="Poker card">
            <a:extLst xmlns:a="http://schemas.openxmlformats.org/drawingml/2006/main">
              <a:ext uri="{FF2B5EF4-FFF2-40B4-BE49-F238E27FC236}">
                <a16:creationId xmlns:a16="http://schemas.microsoft.com/office/drawing/2014/main" id="{E34BF773-C2BC-4CB2-B327-452DA7BD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2257425"/>
            <a:ext cx="18383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Poker card</a:t>
            </a:r>
          </a:p>
        </p:txBody>
      </p:sp>
      <p:sp>
        <p:nvSpPr>
          <p:cNvPr id="32" name="train?">
            <a:extLst xmlns:a="http://schemas.openxmlformats.org/drawingml/2006/main">
              <a:ext uri="{FF2B5EF4-FFF2-40B4-BE49-F238E27FC236}">
                <a16:creationId xmlns:a16="http://schemas.microsoft.com/office/drawing/2014/main" id="{393DB06A-08F3-4682-99B7-A84AB764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2581275"/>
            <a:ext cx="18383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train?</a:t>
            </a:r>
          </a:p>
        </p:txBody>
      </p:sp>
      <p:sp>
        <p:nvSpPr>
          <p:cNvPr id="33" name="A square&#10;football? bubble">
            <a:extLst xmlns:a="http://schemas.openxmlformats.org/drawingml/2006/main">
              <a:ext uri="{FF2B5EF4-FFF2-40B4-BE49-F238E27FC236}">
                <a16:creationId xmlns:a16="http://schemas.microsoft.com/office/drawing/2014/main" id="{A94B46CC-0100-4B3A-8070-61C1E3B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28750"/>
            <a:ext cx="2095500" cy="1200150"/>
          </a:xfrm>
          <a:custGeom xmlns:a="http://schemas.openxmlformats.org/drawingml/2006/main">
            <a:pathLst>
              <a:path w="2095500" h="1200150">
                <a:moveTo>
                  <a:pt x="2095500" y="600075"/>
                </a:moveTo>
                <a:cubicBezTo>
                  <a:pt x="2095500" y="931487"/>
                  <a:pt x="1626406" y="1200150"/>
                  <a:pt x="1047750" y="1200150"/>
                </a:cubicBezTo>
                <a:cubicBezTo>
                  <a:pt x="469094" y="1200150"/>
                  <a:pt x="0" y="931487"/>
                  <a:pt x="0" y="600075"/>
                </a:cubicBezTo>
                <a:cubicBezTo>
                  <a:pt x="0" y="268663"/>
                  <a:pt x="469094" y="0"/>
                  <a:pt x="1047750" y="0"/>
                </a:cubicBezTo>
                <a:cubicBezTo>
                  <a:pt x="1626406" y="0"/>
                  <a:pt x="2095500" y="268663"/>
                  <a:pt x="2095500" y="60007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4" name="A square&#10;football? bubble tail">
            <a:extLst xmlns:a="http://schemas.openxmlformats.org/drawingml/2006/main">
              <a:ext uri="{FF2B5EF4-FFF2-40B4-BE49-F238E27FC236}">
                <a16:creationId xmlns:a16="http://schemas.microsoft.com/office/drawing/2014/main" id="{219F385F-141A-4400-BA52-F3FBED6A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00325"/>
            <a:ext cx="523875" cy="171450"/>
          </a:xfrm>
          <a:custGeom xmlns:a="http://schemas.openxmlformats.org/drawingml/2006/main">
            <a:pathLst>
              <a:path w="523875" h="171450">
                <a:moveTo>
                  <a:pt x="209550" y="0"/>
                </a:moveTo>
                <a:lnTo>
                  <a:pt x="523875" y="1714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5" name="A square">
            <a:extLst xmlns:a="http://schemas.openxmlformats.org/drawingml/2006/main">
              <a:ext uri="{FF2B5EF4-FFF2-40B4-BE49-F238E27FC236}">
                <a16:creationId xmlns:a16="http://schemas.microsoft.com/office/drawing/2014/main" id="{2D94C4E4-B3B1-4891-B12A-BC0012DE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1609725"/>
            <a:ext cx="16954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square</a:t>
            </a:r>
          </a:p>
        </p:txBody>
      </p:sp>
      <p:sp>
        <p:nvSpPr>
          <p:cNvPr id="36" name="football?">
            <a:extLst xmlns:a="http://schemas.openxmlformats.org/drawingml/2006/main">
              <a:ext uri="{FF2B5EF4-FFF2-40B4-BE49-F238E27FC236}">
                <a16:creationId xmlns:a16="http://schemas.microsoft.com/office/drawing/2014/main" id="{D9A9946A-B3DA-47A8-A855-514108B4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1933575"/>
            <a:ext cx="16954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football?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66220B-9DE5-4E6A-BFA6-60C8C3BED9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0041b7fbe4e54"/>
          <a:stretch xmlns:a="http://schemas.openxmlformats.org/drawingml/2006/main"/>
        </p:blipFill>
        <p:spPr>
          <a:xfrm xmlns:a="http://schemas.openxmlformats.org/drawingml/2006/main">
            <a:off x="7715250" y="2109092"/>
            <a:ext cx="647700" cy="982466"/>
          </a:xfrm>
          <a:prstGeom xmlns:a="http://schemas.openxmlformats.org/drawingml/2006/main" prst="rect">
            <a:avLst/>
          </a:prstGeom>
        </p:spPr>
      </p:pic>
      <p:sp>
        <p:nvSpPr>
          <p:cNvPr id="38" name="Surreal knowledge">
            <a:extLst xmlns:a="http://schemas.openxmlformats.org/drawingml/2006/main">
              <a:ext uri="{FF2B5EF4-FFF2-40B4-BE49-F238E27FC236}">
                <a16:creationId xmlns:a16="http://schemas.microsoft.com/office/drawing/2014/main" id="{CD2FF763-E729-4E64-8CB8-22C82AB7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3276600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Surreal knowledge</a:t>
            </a: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C9343E-8881-4C1E-B2EF-CF3F7C6989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6452cfff549ba"/>
          <a:stretch xmlns:a="http://schemas.openxmlformats.org/drawingml/2006/main"/>
        </p:blipFill>
        <p:spPr>
          <a:xfrm xmlns:a="http://schemas.openxmlformats.org/drawingml/2006/main">
            <a:off x="9582150" y="3126864"/>
            <a:ext cx="428625" cy="537597"/>
          </a:xfrm>
          <a:prstGeom xmlns:a="http://schemas.openxmlformats.org/drawingml/2006/main" prst="rect">
            <a:avLst/>
          </a:prstGeom>
        </p:spPr>
      </p:pic>
      <p:sp>
        <p:nvSpPr>
          <p:cNvPr id="40" name="Surreal synthesis arrow">
            <a:extLst xmlns:a="http://schemas.openxmlformats.org/drawingml/2006/main">
              <a:ext uri="{FF2B5EF4-FFF2-40B4-BE49-F238E27FC236}">
                <a16:creationId xmlns:a16="http://schemas.microsoft.com/office/drawing/2014/main" id="{EAD9E1C6-32ED-46F4-91E9-D0DF33DF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400175"/>
            <a:ext cx="866775" cy="800100"/>
          </a:xfrm>
          <a:custGeom xmlns:a="http://schemas.openxmlformats.org/drawingml/2006/main">
            <a:pathLst>
              <a:path w="866775" h="800100">
                <a:moveTo>
                  <a:pt x="0" y="561975"/>
                </a:moveTo>
                <a:lnTo>
                  <a:pt x="466725" y="561975"/>
                </a:lnTo>
                <a:lnTo>
                  <a:pt x="466725" y="800100"/>
                </a:lnTo>
                <a:lnTo>
                  <a:pt x="866775" y="400050"/>
                </a:lnTo>
                <a:lnTo>
                  <a:pt x="466725" y="0"/>
                </a:lnTo>
                <a:lnTo>
                  <a:pt x="466725" y="238125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FF5790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710E45-D617-4AD8-A3A7-50A64D42A5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45a80a6bf4631"/>
          <a:stretch xmlns:a="http://schemas.openxmlformats.org/drawingml/2006/main"/>
        </p:blipFill>
        <p:spPr>
          <a:xfrm xmlns:a="http://schemas.openxmlformats.org/drawingml/2006/main">
            <a:off x="10534650" y="1346158"/>
            <a:ext cx="552450" cy="603334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D0952C-06E2-4A77-932A-61C584263A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3ffa57e174dda"/>
          <a:stretch xmlns:a="http://schemas.openxmlformats.org/drawingml/2006/main"/>
        </p:blipFill>
        <p:spPr>
          <a:xfrm xmlns:a="http://schemas.openxmlformats.org/drawingml/2006/main">
            <a:off x="11734800" y="439573"/>
            <a:ext cx="1276350" cy="1349703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F43A2F-C16F-485D-AB26-CFBB2FFFF0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9778521b449be"/>
          <a:stretch xmlns:a="http://schemas.openxmlformats.org/drawingml/2006/main"/>
        </p:blipFill>
        <p:spPr>
          <a:xfrm xmlns:a="http://schemas.openxmlformats.org/drawingml/2006/main">
            <a:off x="13011150" y="440581"/>
            <a:ext cx="2124075" cy="1347689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57B82D-36B4-469A-B1EE-AB28A7515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0b07552254407"/>
          <a:stretch xmlns:a="http://schemas.openxmlformats.org/drawingml/2006/main"/>
        </p:blipFill>
        <p:spPr>
          <a:xfrm xmlns:a="http://schemas.openxmlformats.org/drawingml/2006/main">
            <a:off x="15135225" y="442091"/>
            <a:ext cx="847725" cy="1344667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3A907A-9800-4377-8EF0-A3441FD351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3cc417769442a"/>
          <a:stretch xmlns:a="http://schemas.openxmlformats.org/drawingml/2006/main"/>
        </p:blipFill>
        <p:spPr>
          <a:xfrm xmlns:a="http://schemas.openxmlformats.org/drawingml/2006/main">
            <a:off x="15982950" y="440348"/>
            <a:ext cx="1333500" cy="1348154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246A1D-A6B8-4893-BF58-D1029595E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9e106d70e43fd"/>
          <a:stretch xmlns:a="http://schemas.openxmlformats.org/drawingml/2006/main"/>
        </p:blipFill>
        <p:spPr>
          <a:xfrm xmlns:a="http://schemas.openxmlformats.org/drawingml/2006/main">
            <a:off x="11737347" y="1809750"/>
            <a:ext cx="1871330" cy="125730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DE0CED-8B2E-4AFC-8D9A-D703FDAF90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b0fc35e364bf1"/>
          <a:stretch xmlns:a="http://schemas.openxmlformats.org/drawingml/2006/main"/>
        </p:blipFill>
        <p:spPr>
          <a:xfrm xmlns:a="http://schemas.openxmlformats.org/drawingml/2006/main">
            <a:off x="13611225" y="1810056"/>
            <a:ext cx="1819275" cy="1256688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CCB557-D13E-4AFF-AC9A-D6A05699DA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cdbdb385b4ead"/>
          <a:stretch xmlns:a="http://schemas.openxmlformats.org/drawingml/2006/main"/>
        </p:blipFill>
        <p:spPr>
          <a:xfrm xmlns:a="http://schemas.openxmlformats.org/drawingml/2006/main">
            <a:off x="15434155" y="1809750"/>
            <a:ext cx="1878640" cy="1257300"/>
          </a:xfrm>
          <a:prstGeom xmlns:a="http://schemas.openxmlformats.org/drawingml/2006/main" prst="rect">
            <a:avLst/>
          </a:prstGeom>
        </p:spPr>
      </p:pic>
      <p:sp>
        <p:nvSpPr>
          <p:cNvPr id="49" name="Beyond Real-world Data Distribution">
            <a:extLst xmlns:a="http://schemas.openxmlformats.org/drawingml/2006/main">
              <a:ext uri="{FF2B5EF4-FFF2-40B4-BE49-F238E27FC236}">
                <a16:creationId xmlns:a16="http://schemas.microsoft.com/office/drawing/2014/main" id="{42BBB79C-DA3C-4B89-8A52-B170BDAB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11025" y="3200400"/>
            <a:ext cx="5362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79AF4A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79AF4A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1" i="0">
                <a:solidFill>
                  <a:srgbClr val="79AF4A"/>
                </a:solidFill>
                <a:latin typeface="Comic Sans MS"/>
                <a:ea typeface="Comic Sans MS"/>
                <a:cs typeface="Comic Sans MS"/>
              </a:rPr>
              <a:t>Beyond Real-world Data Distribution</a:t>
            </a:r>
          </a:p>
        </p:txBody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0DFA59-7108-4585-B248-994B6F83BB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99cc88aab4548"/>
          <a:stretch xmlns:a="http://schemas.openxmlformats.org/drawingml/2006/main"/>
        </p:blipFill>
        <p:spPr>
          <a:xfrm xmlns:a="http://schemas.openxmlformats.org/drawingml/2006/main">
            <a:off x="17174036" y="2847975"/>
            <a:ext cx="656303" cy="685800"/>
          </a:xfrm>
          <a:prstGeom xmlns:a="http://schemas.openxmlformats.org/drawingml/2006/main" prst="rect">
            <a:avLst/>
          </a:prstGeom>
        </p:spPr>
      </p:pic>
      <p:sp>
        <p:nvSpPr>
          <p:cNvPr id="51" name="second real photos header native soft shadow">
            <a:extLst xmlns:a="http://schemas.openxmlformats.org/drawingml/2006/main">
              <a:ext uri="{FF2B5EF4-FFF2-40B4-BE49-F238E27FC236}">
                <a16:creationId xmlns:a16="http://schemas.microsoft.com/office/drawing/2014/main" id="{9132075D-2D66-4CAF-92EB-0A5733E1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76700"/>
            <a:ext cx="3228975" cy="514350"/>
          </a:xfrm>
          <a:custGeom xmlns:a="http://schemas.openxmlformats.org/drawingml/2006/main">
            <a:pathLst>
              <a:path w="3228975" h="514350">
                <a:moveTo>
                  <a:pt x="114300" y="0"/>
                </a:moveTo>
                <a:lnTo>
                  <a:pt x="3114675" y="0"/>
                </a:lnTo>
                <a:cubicBezTo>
                  <a:pt x="3177801" y="0"/>
                  <a:pt x="3228975" y="51174"/>
                  <a:pt x="3228975" y="114300"/>
                </a:cubicBezTo>
                <a:lnTo>
                  <a:pt x="3228975" y="400050"/>
                </a:lnTo>
                <a:cubicBezTo>
                  <a:pt x="3228975" y="463176"/>
                  <a:pt x="3177801" y="514350"/>
                  <a:pt x="3114675" y="514350"/>
                </a:cubicBezTo>
                <a:lnTo>
                  <a:pt x="114300" y="514350"/>
                </a:lnTo>
                <a:cubicBezTo>
                  <a:pt x="51174" y="514350"/>
                  <a:pt x="0" y="463176"/>
                  <a:pt x="0" y="400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2" name="second real photos header">
            <a:extLst xmlns:a="http://schemas.openxmlformats.org/drawingml/2006/main">
              <a:ext uri="{FF2B5EF4-FFF2-40B4-BE49-F238E27FC236}">
                <a16:creationId xmlns:a16="http://schemas.microsoft.com/office/drawing/2014/main" id="{B594ED70-8F32-4EBA-BA31-5EF6DB76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29075"/>
            <a:ext cx="3228975" cy="514350"/>
          </a:xfrm>
          <a:custGeom xmlns:a="http://schemas.openxmlformats.org/drawingml/2006/main">
            <a:pathLst>
              <a:path w="3228975" h="514350">
                <a:moveTo>
                  <a:pt x="114300" y="0"/>
                </a:moveTo>
                <a:lnTo>
                  <a:pt x="3114675" y="0"/>
                </a:lnTo>
                <a:cubicBezTo>
                  <a:pt x="3177801" y="0"/>
                  <a:pt x="3228975" y="51174"/>
                  <a:pt x="3228975" y="114300"/>
                </a:cubicBezTo>
                <a:lnTo>
                  <a:pt x="3228975" y="400050"/>
                </a:lnTo>
                <a:cubicBezTo>
                  <a:pt x="3228975" y="463176"/>
                  <a:pt x="3177801" y="514350"/>
                  <a:pt x="3114675" y="514350"/>
                </a:cubicBezTo>
                <a:lnTo>
                  <a:pt x="114300" y="514350"/>
                </a:lnTo>
                <a:cubicBezTo>
                  <a:pt x="51174" y="514350"/>
                  <a:pt x="0" y="463176"/>
                  <a:pt x="0" y="400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EFF8FF"/>
          </a:solidFill>
          <a:ln xmlns:a="http://schemas.openxmlformats.org/drawingml/2006/main" w="19050">
            <a:solidFill>
              <a:srgbClr val="B8D4EE"/>
            </a:solidFill>
            <a:prstDash val="solid"/>
          </a:ln>
        </p:spPr>
      </p:sp>
      <p:sp>
        <p:nvSpPr>
          <p:cNvPr id="53" name="Real-world images">
            <a:extLst xmlns:a="http://schemas.openxmlformats.org/drawingml/2006/main">
              <a:ext uri="{FF2B5EF4-FFF2-40B4-BE49-F238E27FC236}">
                <a16:creationId xmlns:a16="http://schemas.microsoft.com/office/drawing/2014/main" id="{F10E115F-E79B-4288-A6EB-A1EC5319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095750"/>
            <a:ext cx="28765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Real-world images</a:t>
            </a:r>
          </a:p>
        </p:txBody>
      </p:sp>
      <p:sp>
        <p:nvSpPr>
          <p:cNvPr id="54" name="b. Multi-reference image generation label background">
            <a:extLst xmlns:a="http://schemas.openxmlformats.org/drawingml/2006/main">
              <a:ext uri="{FF2B5EF4-FFF2-40B4-BE49-F238E27FC236}">
                <a16:creationId xmlns:a16="http://schemas.microsoft.com/office/drawing/2014/main" id="{289CDDED-3D86-4CF0-9032-0186DD66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38600"/>
            <a:ext cx="5857875" cy="476250"/>
          </a:xfrm>
          <a:custGeom xmlns:a="http://schemas.openxmlformats.org/drawingml/2006/main">
            <a:pathLst>
              <a:path w="5857875" h="476250">
                <a:moveTo>
                  <a:pt x="238125" y="0"/>
                </a:moveTo>
                <a:lnTo>
                  <a:pt x="5619750" y="0"/>
                </a:lnTo>
                <a:cubicBezTo>
                  <a:pt x="5751263" y="0"/>
                  <a:pt x="5857875" y="106612"/>
                  <a:pt x="5857875" y="238125"/>
                </a:cubicBezTo>
                <a:lnTo>
                  <a:pt x="5857875" y="238125"/>
                </a:lnTo>
                <a:cubicBezTo>
                  <a:pt x="5857875" y="369638"/>
                  <a:pt x="5751263" y="476250"/>
                  <a:pt x="5619750" y="476250"/>
                </a:cubicBezTo>
                <a:lnTo>
                  <a:pt x="238125" y="476250"/>
                </a:lnTo>
                <a:cubicBezTo>
                  <a:pt x="106612" y="476250"/>
                  <a:pt x="0" y="369638"/>
                  <a:pt x="0" y="23812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D7EC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5" name="b. Multi-reference image generation">
            <a:extLst xmlns:a="http://schemas.openxmlformats.org/drawingml/2006/main">
              <a:ext uri="{FF2B5EF4-FFF2-40B4-BE49-F238E27FC236}">
                <a16:creationId xmlns:a16="http://schemas.microsoft.com/office/drawing/2014/main" id="{C56A454E-92C0-4088-8602-29B08560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057650"/>
            <a:ext cx="5629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 i="0">
                <a:solidFill>
                  <a:srgbClr val="0877B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0877BE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1" i="0">
                <a:solidFill>
                  <a:srgbClr val="0877BE"/>
                </a:solidFill>
                <a:latin typeface="Comic Sans MS"/>
                <a:ea typeface="Comic Sans MS"/>
                <a:cs typeface="Comic Sans MS"/>
              </a:rPr>
              <a:t>b. Multi-reference image generation</a:t>
            </a:r>
          </a:p>
        </p:txBody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E5178A-FECB-4C49-883C-D4F3AFDD29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3fa47eb0d47cb"/>
          <a:stretch xmlns:a="http://schemas.openxmlformats.org/drawingml/2006/main"/>
        </p:blipFill>
        <p:spPr>
          <a:xfrm xmlns:a="http://schemas.openxmlformats.org/drawingml/2006/main">
            <a:off x="667050" y="4743450"/>
            <a:ext cx="1428150" cy="1743075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BCD336-4104-4A1B-9C92-FABCA2A627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672d1f9814f35"/>
          <a:stretch xmlns:a="http://schemas.openxmlformats.org/drawingml/2006/main"/>
        </p:blipFill>
        <p:spPr>
          <a:xfrm xmlns:a="http://schemas.openxmlformats.org/drawingml/2006/main">
            <a:off x="2352675" y="4755735"/>
            <a:ext cx="1285875" cy="1680405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BB2E1E-E614-4F40-A9EB-D0B9ED0A9F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2f6139f89446f"/>
          <a:stretch xmlns:a="http://schemas.openxmlformats.org/drawingml/2006/main"/>
        </p:blipFill>
        <p:spPr>
          <a:xfrm xmlns:a="http://schemas.openxmlformats.org/drawingml/2006/main">
            <a:off x="2762250" y="6117606"/>
            <a:ext cx="1295400" cy="1280763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B84977-9608-4391-A2EC-C26D8A8322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b618278eb4819"/>
          <a:stretch xmlns:a="http://schemas.openxmlformats.org/drawingml/2006/main"/>
        </p:blipFill>
        <p:spPr>
          <a:xfrm xmlns:a="http://schemas.openxmlformats.org/drawingml/2006/main">
            <a:off x="4649383" y="4876800"/>
            <a:ext cx="1064434" cy="1152525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29A6D3-177F-4C86-9D3A-CF840D8622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15d1c8d6444bd"/>
          <a:stretch xmlns:a="http://schemas.openxmlformats.org/drawingml/2006/main"/>
        </p:blipFill>
        <p:spPr>
          <a:xfrm xmlns:a="http://schemas.openxmlformats.org/drawingml/2006/main">
            <a:off x="4658504" y="6105525"/>
            <a:ext cx="1055716" cy="1209675"/>
          </a:xfrm>
          <a:prstGeom xmlns:a="http://schemas.openxmlformats.org/drawingml/2006/main" prst="rect">
            <a:avLst/>
          </a:prstGeom>
        </p:spPr>
      </p:pic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ACB6E78-F9FD-4843-94DB-B10C80A7D5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6414eadc44157"/>
          <a:stretch xmlns:a="http://schemas.openxmlformats.org/drawingml/2006/main"/>
        </p:blipFill>
        <p:spPr>
          <a:xfrm xmlns:a="http://schemas.openxmlformats.org/drawingml/2006/main">
            <a:off x="6296025" y="5735526"/>
            <a:ext cx="1562100" cy="1540099"/>
          </a:xfrm>
          <a:prstGeom xmlns:a="http://schemas.openxmlformats.org/drawingml/2006/main" prst="rect">
            <a:avLst/>
          </a:prstGeom>
        </p:spPr>
      </p:pic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4947A1-3A22-4E1B-9FCF-9E2938CB78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241b46b6b40cb"/>
          <a:stretch xmlns:a="http://schemas.openxmlformats.org/drawingml/2006/main"/>
        </p:blipFill>
        <p:spPr>
          <a:xfrm xmlns:a="http://schemas.openxmlformats.org/drawingml/2006/main">
            <a:off x="8639175" y="4920223"/>
            <a:ext cx="742950" cy="1056154"/>
          </a:xfrm>
          <a:prstGeom xmlns:a="http://schemas.openxmlformats.org/drawingml/2006/main" prst="rect">
            <a:avLst/>
          </a:prstGeom>
        </p:spPr>
      </p:pic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EBED70-B742-4A67-A1C9-3AB1186F4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c582ce8c54a9c"/>
          <a:stretch xmlns:a="http://schemas.openxmlformats.org/drawingml/2006/main"/>
        </p:blipFill>
        <p:spPr>
          <a:xfrm xmlns:a="http://schemas.openxmlformats.org/drawingml/2006/main">
            <a:off x="9553575" y="4718172"/>
            <a:ext cx="762000" cy="1260231"/>
          </a:xfrm>
          <a:prstGeom xmlns:a="http://schemas.openxmlformats.org/drawingml/2006/main" prst="rect">
            <a:avLst/>
          </a:prstGeom>
        </p:spPr>
      </p:pic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FFB49E-E915-4E8D-AEF2-444D70514B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f5359663b4205"/>
          <a:stretch xmlns:a="http://schemas.openxmlformats.org/drawingml/2006/main"/>
        </p:blipFill>
        <p:spPr>
          <a:xfrm xmlns:a="http://schemas.openxmlformats.org/drawingml/2006/main">
            <a:off x="8658944" y="6200775"/>
            <a:ext cx="1732112" cy="1162050"/>
          </a:xfrm>
          <a:prstGeom xmlns:a="http://schemas.openxmlformats.org/drawingml/2006/main" prst="rect">
            <a:avLst/>
          </a:prstGeom>
        </p:spPr>
      </p:pic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55F6BF6-76BC-45A4-8E5F-403E43CC5B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6d6da280d4b91"/>
          <a:stretch xmlns:a="http://schemas.openxmlformats.org/drawingml/2006/main"/>
        </p:blipFill>
        <p:spPr>
          <a:xfrm xmlns:a="http://schemas.openxmlformats.org/drawingml/2006/main">
            <a:off x="10839450" y="5745417"/>
            <a:ext cx="1552575" cy="1596516"/>
          </a:xfrm>
          <a:prstGeom xmlns:a="http://schemas.openxmlformats.org/drawingml/2006/main" prst="rect">
            <a:avLst/>
          </a:prstGeom>
        </p:spPr>
      </p:pic>
      <p:pic>
        <p:nvPic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1F52DCD-463A-4EFB-93BA-57833A25C3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2f5b5f0d143c3"/>
          <a:stretch xmlns:a="http://schemas.openxmlformats.org/drawingml/2006/main"/>
        </p:blipFill>
        <p:spPr>
          <a:xfrm xmlns:a="http://schemas.openxmlformats.org/drawingml/2006/main">
            <a:off x="13439775" y="4594886"/>
            <a:ext cx="790575" cy="1163902"/>
          </a:xfrm>
          <a:prstGeom xmlns:a="http://schemas.openxmlformats.org/drawingml/2006/main" prst="rect">
            <a:avLst/>
          </a:prstGeom>
        </p:spPr>
      </p:pic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CBD6078-FE0F-44B2-A435-DFF60B4BDD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b378475234633"/>
          <a:stretch xmlns:a="http://schemas.openxmlformats.org/drawingml/2006/main"/>
        </p:blipFill>
        <p:spPr>
          <a:xfrm xmlns:a="http://schemas.openxmlformats.org/drawingml/2006/main">
            <a:off x="14707337" y="4429125"/>
            <a:ext cx="760525" cy="1133475"/>
          </a:xfrm>
          <a:prstGeom xmlns:a="http://schemas.openxmlformats.org/drawingml/2006/main" prst="rect">
            <a:avLst/>
          </a:prstGeom>
        </p:spPr>
      </p:pic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E8FCBC4-28B4-4C9E-9909-3F33A3FA5B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8a5b0f20f41c1"/>
          <a:stretch xmlns:a="http://schemas.openxmlformats.org/drawingml/2006/main"/>
        </p:blipFill>
        <p:spPr>
          <a:xfrm xmlns:a="http://schemas.openxmlformats.org/drawingml/2006/main">
            <a:off x="13121808" y="6076950"/>
            <a:ext cx="1121709" cy="1114425"/>
          </a:xfrm>
          <a:prstGeom xmlns:a="http://schemas.openxmlformats.org/drawingml/2006/main" prst="rect">
            <a:avLst/>
          </a:prstGeom>
        </p:spPr>
      </p:pic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A91EB6E-3EEC-40B1-9FA1-C4C6ABC6D3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5f5dfc8b54cd6"/>
          <a:stretch xmlns:a="http://schemas.openxmlformats.org/drawingml/2006/main"/>
        </p:blipFill>
        <p:spPr>
          <a:xfrm xmlns:a="http://schemas.openxmlformats.org/drawingml/2006/main">
            <a:off x="14402850" y="5905500"/>
            <a:ext cx="1179000" cy="1362075"/>
          </a:xfrm>
          <a:prstGeom xmlns:a="http://schemas.openxmlformats.org/drawingml/2006/main" prst="rect">
            <a:avLst/>
          </a:prstGeom>
        </p:spPr>
      </p:pic>
      <p:pic>
        <p:nvPic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0C7DE06-BF10-4777-9DB2-41D30B014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555844a0e4971"/>
          <a:stretch xmlns:a="http://schemas.openxmlformats.org/drawingml/2006/main"/>
        </p:blipFill>
        <p:spPr>
          <a:xfrm xmlns:a="http://schemas.openxmlformats.org/drawingml/2006/main">
            <a:off x="15868650" y="5718958"/>
            <a:ext cx="1685925" cy="1649433"/>
          </a:xfrm>
          <a:prstGeom xmlns:a="http://schemas.openxmlformats.org/drawingml/2006/main" prst="rect">
            <a:avLst/>
          </a:prstGeom>
        </p:spPr>
      </p:pic>
      <p:sp>
        <p:nvSpPr>
          <p:cNvPr id="71" name="Generated image frame">
            <a:extLst xmlns:a="http://schemas.openxmlformats.org/drawingml/2006/main">
              <a:ext uri="{FF2B5EF4-FFF2-40B4-BE49-F238E27FC236}">
                <a16:creationId xmlns:a16="http://schemas.microsoft.com/office/drawing/2014/main" id="{58CECC01-20CB-46E6-A818-2F582997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067425"/>
            <a:ext cx="1428750" cy="1390650"/>
          </a:xfrm>
          <a:custGeom xmlns:a="http://schemas.openxmlformats.org/drawingml/2006/main">
            <a:pathLst>
              <a:path w="1428750" h="1390650">
                <a:moveTo>
                  <a:pt x="114300" y="0"/>
                </a:moveTo>
                <a:lnTo>
                  <a:pt x="1314450" y="0"/>
                </a:lnTo>
                <a:cubicBezTo>
                  <a:pt x="1377576" y="0"/>
                  <a:pt x="1428750" y="51174"/>
                  <a:pt x="1428750" y="114300"/>
                </a:cubicBezTo>
                <a:lnTo>
                  <a:pt x="1428750" y="1276350"/>
                </a:lnTo>
                <a:cubicBezTo>
                  <a:pt x="1428750" y="1339476"/>
                  <a:pt x="1377576" y="1390650"/>
                  <a:pt x="1314450" y="1390650"/>
                </a:cubicBezTo>
                <a:lnTo>
                  <a:pt x="114300" y="1390650"/>
                </a:lnTo>
                <a:cubicBezTo>
                  <a:pt x="51174" y="1390650"/>
                  <a:pt x="0" y="1339476"/>
                  <a:pt x="0" y="12763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7BE"/>
            </a:solidFill>
            <a:prstDash val="solid"/>
          </a:ln>
        </p:spPr>
      </p:sp>
      <p:sp>
        <p:nvSpPr>
          <p:cNvPr id="72" name="Generated image frame">
            <a:extLst xmlns:a="http://schemas.openxmlformats.org/drawingml/2006/main">
              <a:ext uri="{FF2B5EF4-FFF2-40B4-BE49-F238E27FC236}">
                <a16:creationId xmlns:a16="http://schemas.microsoft.com/office/drawing/2014/main" id="{94275633-E946-4E5E-8164-D15C7976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657850"/>
            <a:ext cx="1714500" cy="1724025"/>
          </a:xfrm>
          <a:custGeom xmlns:a="http://schemas.openxmlformats.org/drawingml/2006/main">
            <a:pathLst>
              <a:path w="1714500" h="1724025">
                <a:moveTo>
                  <a:pt x="114300" y="0"/>
                </a:moveTo>
                <a:lnTo>
                  <a:pt x="1600200" y="0"/>
                </a:lnTo>
                <a:cubicBezTo>
                  <a:pt x="1663326" y="0"/>
                  <a:pt x="1714500" y="51174"/>
                  <a:pt x="1714500" y="114300"/>
                </a:cubicBezTo>
                <a:lnTo>
                  <a:pt x="1714500" y="1609725"/>
                </a:lnTo>
                <a:cubicBezTo>
                  <a:pt x="1714500" y="1672851"/>
                  <a:pt x="1663326" y="1724025"/>
                  <a:pt x="1600200" y="1724025"/>
                </a:cubicBezTo>
                <a:lnTo>
                  <a:pt x="114300" y="1724025"/>
                </a:lnTo>
                <a:cubicBezTo>
                  <a:pt x="51174" y="1724025"/>
                  <a:pt x="0" y="1672851"/>
                  <a:pt x="0" y="16097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7BE"/>
            </a:solidFill>
            <a:prstDash val="solid"/>
          </a:ln>
        </p:spPr>
      </p:sp>
      <p:sp>
        <p:nvSpPr>
          <p:cNvPr id="73" name="Generated image frame">
            <a:extLst xmlns:a="http://schemas.openxmlformats.org/drawingml/2006/main">
              <a:ext uri="{FF2B5EF4-FFF2-40B4-BE49-F238E27FC236}">
                <a16:creationId xmlns:a16="http://schemas.microsoft.com/office/drawing/2014/main" id="{6C7DE4A6-48E8-4A38-8595-ACCA6F46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67375"/>
            <a:ext cx="1743075" cy="1714500"/>
          </a:xfrm>
          <a:custGeom xmlns:a="http://schemas.openxmlformats.org/drawingml/2006/main">
            <a:pathLst>
              <a:path w="1743075" h="1714500">
                <a:moveTo>
                  <a:pt x="114300" y="0"/>
                </a:moveTo>
                <a:lnTo>
                  <a:pt x="1628775" y="0"/>
                </a:lnTo>
                <a:cubicBezTo>
                  <a:pt x="1691901" y="0"/>
                  <a:pt x="1743075" y="51174"/>
                  <a:pt x="1743075" y="114300"/>
                </a:cubicBezTo>
                <a:lnTo>
                  <a:pt x="1743075" y="1600200"/>
                </a:lnTo>
                <a:cubicBezTo>
                  <a:pt x="1743075" y="1663326"/>
                  <a:pt x="1691901" y="1714500"/>
                  <a:pt x="1628775" y="1714500"/>
                </a:cubicBezTo>
                <a:lnTo>
                  <a:pt x="114300" y="1714500"/>
                </a:lnTo>
                <a:cubicBezTo>
                  <a:pt x="51174" y="1714500"/>
                  <a:pt x="0" y="1663326"/>
                  <a:pt x="0" y="1600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7BE"/>
            </a:solidFill>
            <a:prstDash val="solid"/>
          </a:ln>
        </p:spPr>
      </p:sp>
      <p:sp>
        <p:nvSpPr>
          <p:cNvPr id="74" name="Generated image frame">
            <a:extLst xmlns:a="http://schemas.openxmlformats.org/drawingml/2006/main">
              <a:ext uri="{FF2B5EF4-FFF2-40B4-BE49-F238E27FC236}">
                <a16:creationId xmlns:a16="http://schemas.microsoft.com/office/drawing/2014/main" id="{F4D27997-7C19-4B2F-8071-6D4B2A3E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5619750"/>
            <a:ext cx="1847850" cy="1809750"/>
          </a:xfrm>
          <a:custGeom xmlns:a="http://schemas.openxmlformats.org/drawingml/2006/main">
            <a:pathLst>
              <a:path w="1847850" h="1809750">
                <a:moveTo>
                  <a:pt x="114300" y="0"/>
                </a:moveTo>
                <a:lnTo>
                  <a:pt x="1733550" y="0"/>
                </a:lnTo>
                <a:cubicBezTo>
                  <a:pt x="1796676" y="0"/>
                  <a:pt x="1847850" y="51174"/>
                  <a:pt x="1847850" y="114300"/>
                </a:cubicBezTo>
                <a:lnTo>
                  <a:pt x="1847850" y="1695450"/>
                </a:lnTo>
                <a:cubicBezTo>
                  <a:pt x="1847850" y="1758576"/>
                  <a:pt x="1796676" y="1809750"/>
                  <a:pt x="173355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7BE"/>
            </a:solidFill>
            <a:prstDash val="solid"/>
          </a:ln>
        </p:spPr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E69BE97-5FA3-42E1-A635-99B313A863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099959fc14f24"/>
          <a:stretch xmlns:a="http://schemas.openxmlformats.org/drawingml/2006/main"/>
        </p:blipFill>
        <p:spPr>
          <a:xfrm xmlns:a="http://schemas.openxmlformats.org/drawingml/2006/main">
            <a:off x="3152775" y="6553413"/>
            <a:ext cx="485775" cy="456774"/>
          </a:xfrm>
          <a:prstGeom xmlns:a="http://schemas.openxmlformats.org/drawingml/2006/main" prst="rect">
            <a:avLst/>
          </a:prstGeom>
        </p:spPr>
      </p:pic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3FB1DED-EA45-45DD-B6CD-1AE6C4426A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2446c0841430d"/>
          <a:stretch xmlns:a="http://schemas.openxmlformats.org/drawingml/2006/main"/>
        </p:blipFill>
        <p:spPr>
          <a:xfrm xmlns:a="http://schemas.openxmlformats.org/drawingml/2006/main">
            <a:off x="1143000" y="6516230"/>
            <a:ext cx="428625" cy="864515"/>
          </a:xfrm>
          <a:prstGeom xmlns:a="http://schemas.openxmlformats.org/drawingml/2006/main" prst="rect">
            <a:avLst/>
          </a:prstGeom>
        </p:spPr>
      </p:pic>
      <p:sp>
        <p:nvSpPr>
          <p:cNvPr id="77" name="Invalid blend arrow">
            <a:extLst xmlns:a="http://schemas.openxmlformats.org/drawingml/2006/main">
              <a:ext uri="{FF2B5EF4-FFF2-40B4-BE49-F238E27FC236}">
                <a16:creationId xmlns:a16="http://schemas.microsoft.com/office/drawing/2014/main" id="{5F9538F6-F642-4659-98C4-16A248A6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588" y="6325888"/>
            <a:ext cx="931737" cy="832660"/>
          </a:xfrm>
          <a:custGeom xmlns:a="http://schemas.openxmlformats.org/drawingml/2006/main">
            <a:pathLst>
              <a:path w="931737" h="832660">
                <a:moveTo>
                  <a:pt x="0" y="130775"/>
                </a:moveTo>
                <a:lnTo>
                  <a:pt x="716464" y="738212"/>
                </a:lnTo>
                <a:lnTo>
                  <a:pt x="636388" y="832660"/>
                </a:lnTo>
                <a:lnTo>
                  <a:pt x="931737" y="808337"/>
                </a:lnTo>
                <a:lnTo>
                  <a:pt x="907414" y="512989"/>
                </a:lnTo>
                <a:lnTo>
                  <a:pt x="827338" y="607437"/>
                </a:lnTo>
                <a:lnTo>
                  <a:pt x="110874" y="0"/>
                </a:lnTo>
                <a:close/>
              </a:path>
            </a:pathLst>
          </a:custGeom>
          <a:solidFill xmlns:a="http://schemas.openxmlformats.org/drawingml/2006/main">
            <a:srgbClr val="EB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8" name="Two-reference">
            <a:extLst xmlns:a="http://schemas.openxmlformats.org/drawingml/2006/main">
              <a:ext uri="{FF2B5EF4-FFF2-40B4-BE49-F238E27FC236}">
                <a16:creationId xmlns:a16="http://schemas.microsoft.com/office/drawing/2014/main" id="{97DEB380-0748-48C6-9204-6BF7ED62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47910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Two-reference</a:t>
            </a:r>
          </a:p>
        </p:txBody>
      </p:sp>
      <p:sp>
        <p:nvSpPr>
          <p:cNvPr id="79" name="Three-reference">
            <a:extLst xmlns:a="http://schemas.openxmlformats.org/drawingml/2006/main">
              <a:ext uri="{FF2B5EF4-FFF2-40B4-BE49-F238E27FC236}">
                <a16:creationId xmlns:a16="http://schemas.microsoft.com/office/drawing/2014/main" id="{ADE71363-8F54-4216-9972-C5815CBD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0" y="47815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Three-reference</a:t>
            </a:r>
          </a:p>
        </p:txBody>
      </p:sp>
      <p:sp>
        <p:nvSpPr>
          <p:cNvPr id="80" name="Four-reference">
            <a:extLst xmlns:a="http://schemas.openxmlformats.org/drawingml/2006/main">
              <a:ext uri="{FF2B5EF4-FFF2-40B4-BE49-F238E27FC236}">
                <a16:creationId xmlns:a16="http://schemas.microsoft.com/office/drawing/2014/main" id="{38C3ACC7-D4EC-45AE-8397-7A52DC4D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0" y="45529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Four-reference</a:t>
            </a:r>
          </a:p>
        </p:txBody>
      </p:sp>
      <p:sp>
        <p:nvSpPr>
          <p:cNvPr id="81" name="Reference synthesis arrow">
            <a:extLst xmlns:a="http://schemas.openxmlformats.org/drawingml/2006/main">
              <a:ext uri="{FF2B5EF4-FFF2-40B4-BE49-F238E27FC236}">
                <a16:creationId xmlns:a16="http://schemas.microsoft.com/office/drawing/2014/main" id="{3D6ADC13-954D-4CEA-9DE1-FAED946E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383" y="5144154"/>
            <a:ext cx="943517" cy="564527"/>
          </a:xfrm>
          <a:custGeom xmlns:a="http://schemas.openxmlformats.org/drawingml/2006/main">
            <a:pathLst>
              <a:path w="943517" h="564527">
                <a:moveTo>
                  <a:pt x="0" y="151091"/>
                </a:moveTo>
                <a:lnTo>
                  <a:pt x="692207" y="417879"/>
                </a:lnTo>
                <a:lnTo>
                  <a:pt x="635686" y="564527"/>
                </a:lnTo>
                <a:lnTo>
                  <a:pt x="943517" y="427971"/>
                </a:lnTo>
                <a:lnTo>
                  <a:pt x="806960" y="120141"/>
                </a:lnTo>
                <a:lnTo>
                  <a:pt x="750440" y="266788"/>
                </a:lnTo>
                <a:lnTo>
                  <a:pt x="58233" y="0"/>
                </a:lnTo>
                <a:close/>
              </a:path>
            </a:pathLst>
          </a:custGeom>
          <a:solidFill xmlns:a="http://schemas.openxmlformats.org/drawingml/2006/main">
            <a:srgbClr val="83BE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2" name="Reference synthesis arrow">
            <a:extLst xmlns:a="http://schemas.openxmlformats.org/drawingml/2006/main">
              <a:ext uri="{FF2B5EF4-FFF2-40B4-BE49-F238E27FC236}">
                <a16:creationId xmlns:a16="http://schemas.microsoft.com/office/drawing/2014/main" id="{FEC3289C-F7D7-4ED0-AAD8-6F1A75ED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357" y="5183384"/>
            <a:ext cx="831993" cy="542386"/>
          </a:xfrm>
          <a:custGeom xmlns:a="http://schemas.openxmlformats.org/drawingml/2006/main">
            <a:pathLst>
              <a:path w="831993" h="542386">
                <a:moveTo>
                  <a:pt x="0" y="148833"/>
                </a:moveTo>
                <a:lnTo>
                  <a:pt x="581229" y="397931"/>
                </a:lnTo>
                <a:lnTo>
                  <a:pt x="519319" y="542386"/>
                </a:lnTo>
                <a:lnTo>
                  <a:pt x="831993" y="417316"/>
                </a:lnTo>
                <a:lnTo>
                  <a:pt x="706923" y="104643"/>
                </a:lnTo>
                <a:lnTo>
                  <a:pt x="645014" y="249098"/>
                </a:lnTo>
                <a:lnTo>
                  <a:pt x="63785" y="0"/>
                </a:lnTo>
                <a:close/>
              </a:path>
            </a:pathLst>
          </a:custGeom>
          <a:solidFill xmlns:a="http://schemas.openxmlformats.org/drawingml/2006/main">
            <a:srgbClr val="83BE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3" name="Reference synthesis arrow">
            <a:extLst xmlns:a="http://schemas.openxmlformats.org/drawingml/2006/main">
              <a:ext uri="{FF2B5EF4-FFF2-40B4-BE49-F238E27FC236}">
                <a16:creationId xmlns:a16="http://schemas.microsoft.com/office/drawing/2014/main" id="{4B194C66-35FF-4A69-AA40-90F74201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1424" y="4992518"/>
            <a:ext cx="926376" cy="574948"/>
          </a:xfrm>
          <a:custGeom xmlns:a="http://schemas.openxmlformats.org/drawingml/2006/main">
            <a:pathLst>
              <a:path w="926376" h="574948">
                <a:moveTo>
                  <a:pt x="0" y="149563"/>
                </a:moveTo>
                <a:lnTo>
                  <a:pt x="675404" y="429784"/>
                </a:lnTo>
                <a:lnTo>
                  <a:pt x="615176" y="574948"/>
                </a:lnTo>
                <a:lnTo>
                  <a:pt x="926376" y="446257"/>
                </a:lnTo>
                <a:lnTo>
                  <a:pt x="797685" y="135057"/>
                </a:lnTo>
                <a:lnTo>
                  <a:pt x="737457" y="280221"/>
                </a:lnTo>
                <a:lnTo>
                  <a:pt x="62053" y="0"/>
                </a:lnTo>
                <a:close/>
              </a:path>
            </a:pathLst>
          </a:custGeom>
          <a:solidFill xmlns:a="http://schemas.openxmlformats.org/drawingml/2006/main">
            <a:srgbClr val="83BEED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6908F87-EF64-4839-B59D-855692C6C4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3d2f8e5994838"/>
          <a:stretch xmlns:a="http://schemas.openxmlformats.org/drawingml/2006/main"/>
        </p:blipFill>
        <p:spPr>
          <a:xfrm xmlns:a="http://schemas.openxmlformats.org/drawingml/2006/main">
            <a:off x="7308795" y="5248275"/>
            <a:ext cx="498584" cy="419100"/>
          </a:xfrm>
          <a:prstGeom xmlns:a="http://schemas.openxmlformats.org/drawingml/2006/main" prst="rect">
            <a:avLst/>
          </a:prstGeom>
        </p:spPr>
      </p:pic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E52B0D4-137A-40D4-A88E-AB2C71FD4B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f26c3b5b144b5"/>
          <a:stretch xmlns:a="http://schemas.openxmlformats.org/drawingml/2006/main"/>
        </p:blipFill>
        <p:spPr>
          <a:xfrm xmlns:a="http://schemas.openxmlformats.org/drawingml/2006/main">
            <a:off x="11668125" y="5174853"/>
            <a:ext cx="523875" cy="480219"/>
          </a:xfrm>
          <a:prstGeom xmlns:a="http://schemas.openxmlformats.org/drawingml/2006/main" prst="rect">
            <a:avLst/>
          </a:prstGeom>
        </p:spPr>
      </p:pic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BFE1D89-19EA-4079-BF89-5E1F3D5909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48144900249ab"/>
          <a:stretch xmlns:a="http://schemas.openxmlformats.org/drawingml/2006/main"/>
        </p:blipFill>
        <p:spPr>
          <a:xfrm xmlns:a="http://schemas.openxmlformats.org/drawingml/2006/main">
            <a:off x="16849725" y="5040289"/>
            <a:ext cx="485775" cy="435022"/>
          </a:xfrm>
          <a:prstGeom xmlns:a="http://schemas.openxmlformats.org/drawingml/2006/main" prst="rect">
            <a:avLst/>
          </a:prstGeom>
        </p:spPr>
      </p:pic>
      <p:sp>
        <p:nvSpPr>
          <p:cNvPr id="87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8DBEBAC9-EBE0-4070-B9B4-50036CF1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2578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88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7E34E2CC-4C76-4D04-9AB0-F9E4718F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3721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89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B4137486-B454-479F-8552-C12C3EBC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4864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0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65807023-B156-4C66-A04A-F7F826B2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6007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1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ACA19710-2486-47EA-BB76-EE2262D7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7150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2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D3266AFE-68CE-4FE7-B010-B5CE4C3F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8293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3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EB0FE30C-64C7-4039-B7F5-BC42614F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9436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4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CB8A5A37-A53C-44EA-8CB9-A1A66909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579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5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56B3F52A-CD42-4806-81A7-6E4504C0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1722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6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D5D6508E-6DCF-4688-8CCB-8F7398E7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2865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7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484A4F35-F539-4E72-B882-44A08F82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4008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8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38D5E6A7-D65A-4849-8D96-D40D8D2C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5151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9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1971F654-6CFB-4DB6-8CFE-476587B0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6294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0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70B85A71-CF78-45E9-83BC-3C8B6E96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7437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1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52A6AF60-C7B5-45BD-A59B-E4B3672C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8580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2" name="Separator endpoint">
            <a:extLst xmlns:a="http://schemas.openxmlformats.org/drawingml/2006/main">
              <a:ext uri="{FF2B5EF4-FFF2-40B4-BE49-F238E27FC236}">
                <a16:creationId xmlns:a16="http://schemas.microsoft.com/office/drawing/2014/main" id="{3D4A987D-E35D-449C-B2A7-A480DBA0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720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9CCFE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3" name="Separator endpoint">
            <a:extLst xmlns:a="http://schemas.openxmlformats.org/drawingml/2006/main">
              <a:ext uri="{FF2B5EF4-FFF2-40B4-BE49-F238E27FC236}">
                <a16:creationId xmlns:a16="http://schemas.microsoft.com/office/drawing/2014/main" id="{2761E70B-A233-49D8-AD5E-E923F155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8770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9CCFE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4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2B46AC43-DAA9-459D-8B8B-F5F497BF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52578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5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E2B2606F-1D50-48E4-833B-25718B31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53721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6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88965E38-EDF4-4296-B51A-DCFFF936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54864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7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89EFD4D6-0927-4C36-9A54-00662E5D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56007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8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A18845F8-245F-40F3-9C11-9D9A48ED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57150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9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4D1BA01D-D047-4401-9221-1B7D88D8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58293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0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42483848-05FC-4F62-B240-2BCD7EDD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59436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1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576E28F5-125C-4A87-B229-6E24EE1D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60579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2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B7EC8399-7C2E-4677-B7D3-49740CC1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61722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3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14A30E10-B1CC-4317-9F8F-C2915985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62865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4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815EF45B-1DCA-4078-9BC7-D1712692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64008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5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24E6FD91-1A65-44C6-A0F2-9EC7D88E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65151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6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DD1EE333-FB22-491D-984B-1C21EE5A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66294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7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DF266B74-1A74-4A1B-8B88-98C7C6E6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67437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8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5636F300-4887-475C-B364-82532863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68580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9" name="Separator endpoint">
            <a:extLst xmlns:a="http://schemas.openxmlformats.org/drawingml/2006/main">
              <a:ext uri="{FF2B5EF4-FFF2-40B4-BE49-F238E27FC236}">
                <a16:creationId xmlns:a16="http://schemas.microsoft.com/office/drawing/2014/main" id="{21A49051-DF2D-46A1-A17F-71ECFE09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51720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9CCFE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0" name="Separator endpoint">
            <a:extLst xmlns:a="http://schemas.openxmlformats.org/drawingml/2006/main">
              <a:ext uri="{FF2B5EF4-FFF2-40B4-BE49-F238E27FC236}">
                <a16:creationId xmlns:a16="http://schemas.microsoft.com/office/drawing/2014/main" id="{EB1CB8DE-1F3B-4CC8-8293-8A2436BC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68770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9CCFE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1" name="c. Pure instruction alignment label background">
            <a:extLst xmlns:a="http://schemas.openxmlformats.org/drawingml/2006/main">
              <a:ext uri="{FF2B5EF4-FFF2-40B4-BE49-F238E27FC236}">
                <a16:creationId xmlns:a16="http://schemas.microsoft.com/office/drawing/2014/main" id="{0B986773-9F2C-4409-A54F-4E7ADF83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915275"/>
            <a:ext cx="4524375" cy="438150"/>
          </a:xfrm>
          <a:custGeom xmlns:a="http://schemas.openxmlformats.org/drawingml/2006/main">
            <a:pathLst>
              <a:path w="4524375" h="438150">
                <a:moveTo>
                  <a:pt x="219075" y="0"/>
                </a:moveTo>
                <a:lnTo>
                  <a:pt x="4305300" y="0"/>
                </a:lnTo>
                <a:cubicBezTo>
                  <a:pt x="4426292" y="0"/>
                  <a:pt x="4524375" y="98083"/>
                  <a:pt x="4524375" y="219075"/>
                </a:cubicBezTo>
                <a:lnTo>
                  <a:pt x="4524375" y="219075"/>
                </a:lnTo>
                <a:cubicBezTo>
                  <a:pt x="4524375" y="340067"/>
                  <a:pt x="4426292" y="438150"/>
                  <a:pt x="4305300" y="438150"/>
                </a:cubicBezTo>
                <a:lnTo>
                  <a:pt x="219075" y="438150"/>
                </a:lnTo>
                <a:cubicBezTo>
                  <a:pt x="98083" y="438150"/>
                  <a:pt x="0" y="340067"/>
                  <a:pt x="0" y="219075"/>
                </a:cubicBezTo>
                <a:lnTo>
                  <a:pt x="0" y="219075"/>
                </a:lnTo>
                <a:cubicBezTo>
                  <a:pt x="0" y="98083"/>
                  <a:pt x="98083" y="0"/>
                  <a:pt x="219075" y="0"/>
                </a:cubicBezTo>
                <a:close/>
              </a:path>
            </a:pathLst>
          </a:custGeom>
          <a:solidFill xmlns:a="http://schemas.openxmlformats.org/drawingml/2006/main">
            <a:srgbClr val="D5EEEE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2" name="c. Pure instruction alignment">
            <a:extLst xmlns:a="http://schemas.openxmlformats.org/drawingml/2006/main">
              <a:ext uri="{FF2B5EF4-FFF2-40B4-BE49-F238E27FC236}">
                <a16:creationId xmlns:a16="http://schemas.microsoft.com/office/drawing/2014/main" id="{256D53AF-234C-47E0-BC9A-EC512F24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7934325"/>
            <a:ext cx="4295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4B838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4B8381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1" i="0">
                <a:solidFill>
                  <a:srgbClr val="4B8381"/>
                </a:solidFill>
                <a:latin typeface="Comic Sans MS"/>
                <a:ea typeface="Comic Sans MS"/>
                <a:cs typeface="Comic Sans MS"/>
              </a:rPr>
              <a:t>c. Pure instruction alignment</a:t>
            </a:r>
          </a:p>
        </p:txBody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587CEA0-2DCB-472B-B1A9-E9C59D771A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0cc3a2f914ce1"/>
          <a:stretch xmlns:a="http://schemas.openxmlformats.org/drawingml/2006/main"/>
        </p:blipFill>
        <p:spPr>
          <a:xfrm xmlns:a="http://schemas.openxmlformats.org/drawingml/2006/main">
            <a:off x="552450" y="8640817"/>
            <a:ext cx="1695450" cy="701566"/>
          </a:xfrm>
          <a:prstGeom xmlns:a="http://schemas.openxmlformats.org/drawingml/2006/main" prst="rect">
            <a:avLst/>
          </a:prstGeom>
        </p:spPr>
      </p:pic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19FA958-5FEA-4A14-91B1-9B66AAFDC5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b3fcd5e354990"/>
          <a:stretch xmlns:a="http://schemas.openxmlformats.org/drawingml/2006/main"/>
        </p:blipFill>
        <p:spPr>
          <a:xfrm xmlns:a="http://schemas.openxmlformats.org/drawingml/2006/main">
            <a:off x="2247900" y="8640374"/>
            <a:ext cx="1104900" cy="702453"/>
          </a:xfrm>
          <a:prstGeom xmlns:a="http://schemas.openxmlformats.org/drawingml/2006/main" prst="rect">
            <a:avLst/>
          </a:prstGeom>
        </p:spPr>
      </p:pic>
      <p:sp>
        <p:nvSpPr>
          <p:cNvPr id="125" name="Real image alignment lab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5CAD56C6-4A50-43C7-8C39-C3B7F03F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401175"/>
            <a:ext cx="2895600" cy="504825"/>
          </a:xfrm>
          <a:custGeom xmlns:a="http://schemas.openxmlformats.org/drawingml/2006/main">
            <a:pathLst>
              <a:path w="2895600" h="504825">
                <a:moveTo>
                  <a:pt x="38100" y="0"/>
                </a:moveTo>
                <a:lnTo>
                  <a:pt x="2857500" y="0"/>
                </a:lnTo>
                <a:cubicBezTo>
                  <a:pt x="2878542" y="0"/>
                  <a:pt x="2895600" y="17058"/>
                  <a:pt x="2895600" y="38100"/>
                </a:cubicBezTo>
                <a:lnTo>
                  <a:pt x="2895600" y="466725"/>
                </a:lnTo>
                <a:cubicBezTo>
                  <a:pt x="2895600" y="487767"/>
                  <a:pt x="2878542" y="504825"/>
                  <a:pt x="2857500" y="504825"/>
                </a:cubicBezTo>
                <a:lnTo>
                  <a:pt x="38100" y="504825"/>
                </a:lnTo>
                <a:cubicBezTo>
                  <a:pt x="17058" y="504825"/>
                  <a:pt x="0" y="487767"/>
                  <a:pt x="0" y="4667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6" name="Real image alignment label">
            <a:extLst xmlns:a="http://schemas.openxmlformats.org/drawingml/2006/main">
              <a:ext uri="{FF2B5EF4-FFF2-40B4-BE49-F238E27FC236}">
                <a16:creationId xmlns:a16="http://schemas.microsoft.com/office/drawing/2014/main" id="{9934885D-1E86-4B9A-B1A7-0E074BB7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2895600" cy="504825"/>
          </a:xfrm>
          <a:custGeom xmlns:a="http://schemas.openxmlformats.org/drawingml/2006/main">
            <a:pathLst>
              <a:path w="2895600" h="504825">
                <a:moveTo>
                  <a:pt x="38100" y="0"/>
                </a:moveTo>
                <a:lnTo>
                  <a:pt x="2857500" y="0"/>
                </a:lnTo>
                <a:cubicBezTo>
                  <a:pt x="2878542" y="0"/>
                  <a:pt x="2895600" y="17058"/>
                  <a:pt x="2895600" y="38100"/>
                </a:cubicBezTo>
                <a:lnTo>
                  <a:pt x="2895600" y="466725"/>
                </a:lnTo>
                <a:cubicBezTo>
                  <a:pt x="2895600" y="487767"/>
                  <a:pt x="2878542" y="504825"/>
                  <a:pt x="2857500" y="504825"/>
                </a:cubicBezTo>
                <a:lnTo>
                  <a:pt x="38100" y="504825"/>
                </a:lnTo>
                <a:cubicBezTo>
                  <a:pt x="17058" y="504825"/>
                  <a:pt x="0" y="487767"/>
                  <a:pt x="0" y="4667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FF5F1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7" name="Real-world images">
            <a:extLst xmlns:a="http://schemas.openxmlformats.org/drawingml/2006/main">
              <a:ext uri="{FF2B5EF4-FFF2-40B4-BE49-F238E27FC236}">
                <a16:creationId xmlns:a16="http://schemas.microsoft.com/office/drawing/2014/main" id="{87430344-E221-4A7A-81F0-B659FC7A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9410700"/>
            <a:ext cx="2647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Real-world images</a:t>
            </a:r>
          </a:p>
        </p:txBody>
      </p:sp>
      <p:sp>
        <p:nvSpPr>
          <p:cNvPr id="128" name="Cluttered">
            <a:extLst xmlns:a="http://schemas.openxmlformats.org/drawingml/2006/main">
              <a:ext uri="{FF2B5EF4-FFF2-40B4-BE49-F238E27FC236}">
                <a16:creationId xmlns:a16="http://schemas.microsoft.com/office/drawing/2014/main" id="{F468A471-456C-4CC2-ADBF-1B623287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9906000"/>
            <a:ext cx="16668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F3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3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1" i="0">
                <a:solidFill>
                  <a:srgbClr val="F30000"/>
                </a:solidFill>
                <a:latin typeface="Comic Sans MS"/>
                <a:ea typeface="Comic Sans MS"/>
                <a:cs typeface="Comic Sans MS"/>
              </a:rPr>
              <a:t>Cluttered</a:t>
            </a:r>
          </a:p>
        </p:txBody>
      </p:sp>
      <p:sp>
        <p:nvSpPr>
          <p:cNvPr id="129" name="Pure">
            <a:extLst xmlns:a="http://schemas.openxmlformats.org/drawingml/2006/main">
              <a:ext uri="{FF2B5EF4-FFF2-40B4-BE49-F238E27FC236}">
                <a16:creationId xmlns:a16="http://schemas.microsoft.com/office/drawing/2014/main" id="{98737212-2899-423C-BEAA-4A9729A1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10287000"/>
            <a:ext cx="10477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76AB4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76AB48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1" i="0">
                <a:solidFill>
                  <a:srgbClr val="76AB48"/>
                </a:solidFill>
                <a:latin typeface="Comic Sans MS"/>
                <a:ea typeface="Comic Sans MS"/>
                <a:cs typeface="Comic Sans MS"/>
              </a:rPr>
              <a:t>Pure</a:t>
            </a:r>
          </a:p>
        </p:txBody>
      </p:sp>
      <p:sp>
        <p:nvSpPr>
          <p:cNvPr id="130" name="Alignment cleanup arrow">
            <a:extLst xmlns:a="http://schemas.openxmlformats.org/drawingml/2006/main">
              <a:ext uri="{FF2B5EF4-FFF2-40B4-BE49-F238E27FC236}">
                <a16:creationId xmlns:a16="http://schemas.microsoft.com/office/drawing/2014/main" id="{26615F46-97F3-4DEF-BF78-3658323B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86" y="10209062"/>
            <a:ext cx="505364" cy="444995"/>
          </a:xfrm>
          <a:custGeom xmlns:a="http://schemas.openxmlformats.org/drawingml/2006/main">
            <a:pathLst>
              <a:path w="505364" h="444995">
                <a:moveTo>
                  <a:pt x="0" y="174927"/>
                </a:moveTo>
                <a:lnTo>
                  <a:pt x="264797" y="349580"/>
                </a:lnTo>
                <a:lnTo>
                  <a:pt x="201864" y="444995"/>
                </a:lnTo>
                <a:lnTo>
                  <a:pt x="505364" y="382738"/>
                </a:lnTo>
                <a:lnTo>
                  <a:pt x="443107" y="79239"/>
                </a:lnTo>
                <a:lnTo>
                  <a:pt x="380174" y="174653"/>
                </a:lnTo>
                <a:lnTo>
                  <a:pt x="115377" y="0"/>
                </a:lnTo>
                <a:close/>
              </a:path>
            </a:pathLst>
          </a:custGeom>
          <a:solidFill xmlns:a="http://schemas.openxmlformats.org/drawingml/2006/main">
            <a:srgbClr val="8BC6C5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10D3DE6-A052-4A94-B2BD-99D109496C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9a01b828e43dc"/>
          <a:stretch xmlns:a="http://schemas.openxmlformats.org/drawingml/2006/main"/>
        </p:blipFill>
        <p:spPr>
          <a:xfrm xmlns:a="http://schemas.openxmlformats.org/drawingml/2006/main">
            <a:off x="602776" y="10525125"/>
            <a:ext cx="442273" cy="485775"/>
          </a:xfrm>
          <a:prstGeom xmlns:a="http://schemas.openxmlformats.org/drawingml/2006/main" prst="rect">
            <a:avLst/>
          </a:prstGeom>
        </p:spPr>
      </p:pic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D6B2FD2-D881-4799-8DC4-14CA8BCEA2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91575b12f47fd"/>
          <a:stretch xmlns:a="http://schemas.openxmlformats.org/drawingml/2006/main"/>
        </p:blipFill>
        <p:spPr>
          <a:xfrm xmlns:a="http://schemas.openxmlformats.org/drawingml/2006/main">
            <a:off x="4048125" y="8602540"/>
            <a:ext cx="666750" cy="454269"/>
          </a:xfrm>
          <a:prstGeom xmlns:a="http://schemas.openxmlformats.org/drawingml/2006/main" prst="rect">
            <a:avLst/>
          </a:prstGeom>
        </p:spPr>
      </p:pic>
      <p:sp>
        <p:nvSpPr>
          <p:cNvPr id="133" name="Objects">
            <a:extLst xmlns:a="http://schemas.openxmlformats.org/drawingml/2006/main">
              <a:ext uri="{FF2B5EF4-FFF2-40B4-BE49-F238E27FC236}">
                <a16:creationId xmlns:a16="http://schemas.microsoft.com/office/drawing/2014/main" id="{1996A723-47AA-41F8-AA84-41E14D96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90868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Objects</a:t>
            </a:r>
          </a:p>
        </p:txBody>
      </p:sp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EA5B0C1-841C-406A-8AC3-2337E90E5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9e21902684b65"/>
          <a:stretch xmlns:a="http://schemas.openxmlformats.org/drawingml/2006/main"/>
        </p:blipFill>
        <p:spPr>
          <a:xfrm xmlns:a="http://schemas.openxmlformats.org/drawingml/2006/main">
            <a:off x="4030174" y="9372600"/>
            <a:ext cx="674077" cy="571500"/>
          </a:xfrm>
          <a:prstGeom xmlns:a="http://schemas.openxmlformats.org/drawingml/2006/main" prst="rect">
            <a:avLst/>
          </a:prstGeom>
        </p:spPr>
      </p:pic>
      <p:sp>
        <p:nvSpPr>
          <p:cNvPr id="135" name="Background">
            <a:extLst xmlns:a="http://schemas.openxmlformats.org/drawingml/2006/main">
              <a:ext uri="{FF2B5EF4-FFF2-40B4-BE49-F238E27FC236}">
                <a16:creationId xmlns:a16="http://schemas.microsoft.com/office/drawing/2014/main" id="{F21A195D-991F-4C18-973E-48B8807C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9953625"/>
            <a:ext cx="117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Background</a:t>
            </a:r>
          </a:p>
        </p:txBody>
      </p:sp>
      <p:sp>
        <p:nvSpPr>
          <p:cNvPr id="136" name="Objects and background branched braces">
            <a:extLst xmlns:a="http://schemas.openxmlformats.org/drawingml/2006/main">
              <a:ext uri="{FF2B5EF4-FFF2-40B4-BE49-F238E27FC236}">
                <a16:creationId xmlns:a16="http://schemas.microsoft.com/office/drawing/2014/main" id="{01CA0D81-544D-4CFF-91A0-14E00AF4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9067800"/>
            <a:ext cx="266700" cy="476250"/>
          </a:xfrm>
          <a:custGeom xmlns:a="http://schemas.openxmlformats.org/drawingml/2006/main">
            <a:pathLst>
              <a:path w="266700" h="476250">
                <a:moveTo>
                  <a:pt x="0" y="209550"/>
                </a:moveTo>
                <a:cubicBezTo>
                  <a:pt x="142875" y="209550"/>
                  <a:pt x="152400" y="85725"/>
                  <a:pt x="247650" y="0"/>
                </a:cubicBezTo>
                <a:moveTo>
                  <a:pt x="0" y="209550"/>
                </a:moveTo>
                <a:cubicBezTo>
                  <a:pt x="152400" y="247650"/>
                  <a:pt x="152400" y="371475"/>
                  <a:pt x="266700" y="476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B9290"/>
            </a:solidFill>
            <a:prstDash val="solid"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9FE0F4F-E319-4538-9BAE-5378D56F05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ae8ae2b10462c"/>
          <a:stretch xmlns:a="http://schemas.openxmlformats.org/drawingml/2006/main"/>
        </p:blipFill>
        <p:spPr>
          <a:xfrm xmlns:a="http://schemas.openxmlformats.org/drawingml/2006/main">
            <a:off x="619125" y="10620697"/>
            <a:ext cx="1085850" cy="1151881"/>
          </a:xfrm>
          <a:prstGeom xmlns:a="http://schemas.openxmlformats.org/drawingml/2006/main" prst="rect">
            <a:avLst/>
          </a:prstGeom>
        </p:spPr>
      </p:pic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9263F7-0126-48ED-BD45-D16FF0AF9A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b9ed411f64bcb"/>
          <a:stretch xmlns:a="http://schemas.openxmlformats.org/drawingml/2006/main"/>
        </p:blipFill>
        <p:spPr>
          <a:xfrm xmlns:a="http://schemas.openxmlformats.org/drawingml/2006/main">
            <a:off x="1704975" y="10621224"/>
            <a:ext cx="1685925" cy="1150827"/>
          </a:xfrm>
          <a:prstGeom xmlns:a="http://schemas.openxmlformats.org/drawingml/2006/main" prst="rect">
            <a:avLst/>
          </a:prstGeom>
        </p:spPr>
      </p:pic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C0C8660-B1C7-4AC8-B397-CA1E359A90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a59f241364f05"/>
          <a:stretch xmlns:a="http://schemas.openxmlformats.org/drawingml/2006/main"/>
        </p:blipFill>
        <p:spPr>
          <a:xfrm xmlns:a="http://schemas.openxmlformats.org/drawingml/2006/main">
            <a:off x="3390900" y="10621834"/>
            <a:ext cx="1171575" cy="1149608"/>
          </a:xfrm>
          <a:prstGeom xmlns:a="http://schemas.openxmlformats.org/drawingml/2006/main" prst="rect">
            <a:avLst/>
          </a:prstGeom>
        </p:spPr>
      </p:pic>
      <p:sp>
        <p:nvSpPr>
          <p:cNvPr id="140" name="d. Controllable long-tail composition label background">
            <a:extLst xmlns:a="http://schemas.openxmlformats.org/drawingml/2006/main">
              <a:ext uri="{FF2B5EF4-FFF2-40B4-BE49-F238E27FC236}">
                <a16:creationId xmlns:a16="http://schemas.microsoft.com/office/drawing/2014/main" id="{85016C13-AE52-46F6-8178-A80C60D5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7924800"/>
            <a:ext cx="7124700" cy="438150"/>
          </a:xfrm>
          <a:custGeom xmlns:a="http://schemas.openxmlformats.org/drawingml/2006/main">
            <a:pathLst>
              <a:path w="7124700" h="438150">
                <a:moveTo>
                  <a:pt x="219075" y="0"/>
                </a:moveTo>
                <a:lnTo>
                  <a:pt x="6905625" y="0"/>
                </a:lnTo>
                <a:cubicBezTo>
                  <a:pt x="7026617" y="0"/>
                  <a:pt x="7124700" y="98083"/>
                  <a:pt x="7124700" y="219075"/>
                </a:cubicBezTo>
                <a:lnTo>
                  <a:pt x="7124700" y="219075"/>
                </a:lnTo>
                <a:cubicBezTo>
                  <a:pt x="7124700" y="340067"/>
                  <a:pt x="7026617" y="438150"/>
                  <a:pt x="6905625" y="438150"/>
                </a:cubicBezTo>
                <a:lnTo>
                  <a:pt x="219075" y="438150"/>
                </a:lnTo>
                <a:cubicBezTo>
                  <a:pt x="98083" y="438150"/>
                  <a:pt x="0" y="340067"/>
                  <a:pt x="0" y="219075"/>
                </a:cubicBezTo>
                <a:lnTo>
                  <a:pt x="0" y="219075"/>
                </a:lnTo>
                <a:cubicBezTo>
                  <a:pt x="0" y="98083"/>
                  <a:pt x="98083" y="0"/>
                  <a:pt x="219075" y="0"/>
                </a:cubicBezTo>
                <a:close/>
              </a:path>
            </a:pathLst>
          </a:custGeom>
          <a:solidFill xmlns:a="http://schemas.openxmlformats.org/drawingml/2006/main">
            <a:srgbClr val="E7DE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1" name="d. Controllable long-tail composition">
            <a:extLst xmlns:a="http://schemas.openxmlformats.org/drawingml/2006/main">
              <a:ext uri="{FF2B5EF4-FFF2-40B4-BE49-F238E27FC236}">
                <a16:creationId xmlns:a16="http://schemas.microsoft.com/office/drawing/2014/main" id="{1C1E3D6C-D582-4332-9DC3-5974686D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7943850"/>
            <a:ext cx="6896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1" i="0">
                <a:solidFill>
                  <a:srgbClr val="663A9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663A99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1" i="0">
                <a:solidFill>
                  <a:srgbClr val="663A99"/>
                </a:solidFill>
                <a:latin typeface="Comic Sans MS"/>
                <a:ea typeface="Comic Sans MS"/>
                <a:cs typeface="Comic Sans MS"/>
              </a:rPr>
              <a:t>d. Controllable long-tail composition</a:t>
            </a:r>
          </a:p>
        </p:txBody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6F7459D-B3BB-42B6-BBD1-BD0928677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89d5c512b4263"/>
          <a:stretch xmlns:a="http://schemas.openxmlformats.org/drawingml/2006/main"/>
        </p:blipFill>
        <p:spPr>
          <a:xfrm xmlns:a="http://schemas.openxmlformats.org/drawingml/2006/main">
            <a:off x="5981700" y="8658936"/>
            <a:ext cx="1819275" cy="1855954"/>
          </a:xfrm>
          <a:prstGeom xmlns:a="http://schemas.openxmlformats.org/drawingml/2006/main" prst="rect">
            <a:avLst/>
          </a:prstGeom>
        </p:spPr>
      </p:pic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E9F3DAF-B2D8-4385-9EA9-E37F097727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8452d2dd94af5"/>
          <a:stretch xmlns:a="http://schemas.openxmlformats.org/drawingml/2006/main"/>
        </p:blipFill>
        <p:spPr>
          <a:xfrm xmlns:a="http://schemas.openxmlformats.org/drawingml/2006/main">
            <a:off x="8248650" y="9099550"/>
            <a:ext cx="2105025" cy="1403350"/>
          </a:xfrm>
          <a:prstGeom xmlns:a="http://schemas.openxmlformats.org/drawingml/2006/main" prst="rect">
            <a:avLst/>
          </a:prstGeom>
        </p:spPr>
      </p:pic>
      <p:sp>
        <p:nvSpPr>
          <p:cNvPr id="144" name="Butterfly image native border">
            <a:extLst xmlns:a="http://schemas.openxmlformats.org/drawingml/2006/main">
              <a:ext uri="{FF2B5EF4-FFF2-40B4-BE49-F238E27FC236}">
                <a16:creationId xmlns:a16="http://schemas.microsoft.com/office/drawing/2014/main" id="{CB3B0B1B-2C7F-40C1-A292-B4FCEB7E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8648700"/>
            <a:ext cx="1838325" cy="1876425"/>
          </a:xfrm>
          <a:custGeom xmlns:a="http://schemas.openxmlformats.org/drawingml/2006/main">
            <a:pathLst>
              <a:path w="1838325" h="1876425">
                <a:moveTo>
                  <a:pt x="0" y="0"/>
                </a:moveTo>
                <a:lnTo>
                  <a:pt x="1838325" y="0"/>
                </a:lnTo>
                <a:lnTo>
                  <a:pt x="1838325" y="1876425"/>
                </a:lnTo>
                <a:lnTo>
                  <a:pt x="0" y="18764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45" name="Skateboard image native border">
            <a:extLst xmlns:a="http://schemas.openxmlformats.org/drawingml/2006/main">
              <a:ext uri="{FF2B5EF4-FFF2-40B4-BE49-F238E27FC236}">
                <a16:creationId xmlns:a16="http://schemas.microsoft.com/office/drawing/2014/main" id="{E7DCDB87-01DF-4793-BC1F-D50A0F28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9058275"/>
            <a:ext cx="2143125" cy="1457325"/>
          </a:xfrm>
          <a:custGeom xmlns:a="http://schemas.openxmlformats.org/drawingml/2006/main">
            <a:pathLst>
              <a:path w="2143125" h="1457325">
                <a:moveTo>
                  <a:pt x="0" y="0"/>
                </a:moveTo>
                <a:lnTo>
                  <a:pt x="2143125" y="0"/>
                </a:lnTo>
                <a:lnTo>
                  <a:pt x="2143125" y="1457325"/>
                </a:lnTo>
                <a:lnTo>
                  <a:pt x="0" y="1457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46" name="Controllable synthesis arrow">
            <a:extLst xmlns:a="http://schemas.openxmlformats.org/drawingml/2006/main">
              <a:ext uri="{FF2B5EF4-FFF2-40B4-BE49-F238E27FC236}">
                <a16:creationId xmlns:a16="http://schemas.microsoft.com/office/drawing/2014/main" id="{014D7A0C-9EB6-428B-9AF3-28C6290F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8515350"/>
            <a:ext cx="1762125" cy="609600"/>
          </a:xfrm>
          <a:custGeom xmlns:a="http://schemas.openxmlformats.org/drawingml/2006/main">
            <a:pathLst>
              <a:path w="1762125" h="609600">
                <a:moveTo>
                  <a:pt x="1762125" y="176213"/>
                </a:moveTo>
                <a:lnTo>
                  <a:pt x="304800" y="176213"/>
                </a:lnTo>
                <a:lnTo>
                  <a:pt x="304800" y="0"/>
                </a:lnTo>
                <a:lnTo>
                  <a:pt x="0" y="304800"/>
                </a:lnTo>
                <a:lnTo>
                  <a:pt x="304800" y="609600"/>
                </a:lnTo>
                <a:lnTo>
                  <a:pt x="304800" y="433388"/>
                </a:lnTo>
                <a:lnTo>
                  <a:pt x="1762125" y="433388"/>
                </a:lnTo>
                <a:close/>
              </a:path>
            </a:pathLst>
          </a:custGeom>
          <a:solidFill xmlns:a="http://schemas.openxmlformats.org/drawingml/2006/main">
            <a:srgbClr val="A887D1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0ACF33A-355C-47E8-AAFA-16B0067725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807302d9944b5"/>
          <a:stretch xmlns:a="http://schemas.openxmlformats.org/drawingml/2006/main"/>
        </p:blipFill>
        <p:spPr>
          <a:xfrm xmlns:a="http://schemas.openxmlformats.org/drawingml/2006/main">
            <a:off x="8172450" y="8639391"/>
            <a:ext cx="485775" cy="390092"/>
          </a:xfrm>
          <a:prstGeom xmlns:a="http://schemas.openxmlformats.org/drawingml/2006/main" prst="rect">
            <a:avLst/>
          </a:prstGeom>
        </p:spPr>
      </p:pic>
      <p:sp>
        <p:nvSpPr>
          <p:cNvPr id="148" name="A photo of six&#10;butterflies neatly&#10;arranged instruction box">
            <a:extLst xmlns:a="http://schemas.openxmlformats.org/drawingml/2006/main">
              <a:ext uri="{FF2B5EF4-FFF2-40B4-BE49-F238E27FC236}">
                <a16:creationId xmlns:a16="http://schemas.microsoft.com/office/drawing/2014/main" id="{9B9E38B0-90E5-4BE5-B3E8-FF896D91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0668000"/>
            <a:ext cx="2028825" cy="1076325"/>
          </a:xfrm>
          <a:custGeom xmlns:a="http://schemas.openxmlformats.org/drawingml/2006/main">
            <a:pathLst>
              <a:path w="2028825" h="1076325">
                <a:moveTo>
                  <a:pt x="152400" y="0"/>
                </a:moveTo>
                <a:lnTo>
                  <a:pt x="1876425" y="0"/>
                </a:lnTo>
                <a:cubicBezTo>
                  <a:pt x="1960593" y="0"/>
                  <a:pt x="2028825" y="68232"/>
                  <a:pt x="2028825" y="152400"/>
                </a:cubicBezTo>
                <a:lnTo>
                  <a:pt x="2028825" y="923925"/>
                </a:lnTo>
                <a:cubicBezTo>
                  <a:pt x="2028825" y="1008093"/>
                  <a:pt x="1960593" y="1076325"/>
                  <a:pt x="1876425" y="1076325"/>
                </a:cubicBezTo>
                <a:lnTo>
                  <a:pt x="152400" y="1076325"/>
                </a:lnTo>
                <a:cubicBezTo>
                  <a:pt x="68232" y="1076325"/>
                  <a:pt x="0" y="1008093"/>
                  <a:pt x="0" y="9239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8F8F8F"/>
            </a:solidFill>
            <a:prstDash val="solid"/>
          </a:ln>
        </p:spPr>
      </p:sp>
      <p:sp>
        <p:nvSpPr>
          <p:cNvPr id="149" name="A photo of six">
            <a:extLst xmlns:a="http://schemas.openxmlformats.org/drawingml/2006/main">
              <a:ext uri="{FF2B5EF4-FFF2-40B4-BE49-F238E27FC236}">
                <a16:creationId xmlns:a16="http://schemas.microsoft.com/office/drawing/2014/main" id="{251ECD8E-16F6-4A6E-99A2-7033DDBD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10782300"/>
            <a:ext cx="185737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photo of six</a:t>
            </a:r>
          </a:p>
        </p:txBody>
      </p:sp>
      <p:sp>
        <p:nvSpPr>
          <p:cNvPr id="150" name="butterflies neatly">
            <a:extLst xmlns:a="http://schemas.openxmlformats.org/drawingml/2006/main">
              <a:ext uri="{FF2B5EF4-FFF2-40B4-BE49-F238E27FC236}">
                <a16:creationId xmlns:a16="http://schemas.microsoft.com/office/drawing/2014/main" id="{A476BB53-521F-4587-9CFC-5524533F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11039475"/>
            <a:ext cx="185737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butterflies neatly</a:t>
            </a:r>
          </a:p>
        </p:txBody>
      </p:sp>
      <p:sp>
        <p:nvSpPr>
          <p:cNvPr id="151" name="arranged">
            <a:extLst xmlns:a="http://schemas.openxmlformats.org/drawingml/2006/main">
              <a:ext uri="{FF2B5EF4-FFF2-40B4-BE49-F238E27FC236}">
                <a16:creationId xmlns:a16="http://schemas.microsoft.com/office/drawing/2014/main" id="{CA204F24-522E-487F-9448-90DAAED7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11296650"/>
            <a:ext cx="185737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arranged</a:t>
            </a:r>
          </a:p>
        </p:txBody>
      </p:sp>
      <p:sp>
        <p:nvSpPr>
          <p:cNvPr id="152" name="A photo of three&#10;skateboards and&#10;three pairs of shoes instruction box">
            <a:extLst xmlns:a="http://schemas.openxmlformats.org/drawingml/2006/main">
              <a:ext uri="{FF2B5EF4-FFF2-40B4-BE49-F238E27FC236}">
                <a16:creationId xmlns:a16="http://schemas.microsoft.com/office/drawing/2014/main" id="{4A777DBD-E20C-493C-95F1-55AF4927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677525"/>
            <a:ext cx="2190750" cy="1066800"/>
          </a:xfrm>
          <a:custGeom xmlns:a="http://schemas.openxmlformats.org/drawingml/2006/main">
            <a:pathLst>
              <a:path w="2190750" h="1066800">
                <a:moveTo>
                  <a:pt x="152400" y="0"/>
                </a:moveTo>
                <a:lnTo>
                  <a:pt x="2038350" y="0"/>
                </a:lnTo>
                <a:cubicBezTo>
                  <a:pt x="2122518" y="0"/>
                  <a:pt x="2190750" y="68232"/>
                  <a:pt x="2190750" y="152400"/>
                </a:cubicBezTo>
                <a:lnTo>
                  <a:pt x="2190750" y="914400"/>
                </a:lnTo>
                <a:cubicBezTo>
                  <a:pt x="2190750" y="998568"/>
                  <a:pt x="2122518" y="1066800"/>
                  <a:pt x="2038350" y="1066800"/>
                </a:cubicBezTo>
                <a:lnTo>
                  <a:pt x="152400" y="1066800"/>
                </a:lnTo>
                <a:cubicBezTo>
                  <a:pt x="68232" y="1066800"/>
                  <a:pt x="0" y="998568"/>
                  <a:pt x="0" y="914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8F8F8F"/>
            </a:solidFill>
            <a:prstDash val="solid"/>
          </a:ln>
        </p:spPr>
      </p:sp>
      <p:sp>
        <p:nvSpPr>
          <p:cNvPr id="153" name="A photo of three">
            <a:extLst xmlns:a="http://schemas.openxmlformats.org/drawingml/2006/main">
              <a:ext uri="{FF2B5EF4-FFF2-40B4-BE49-F238E27FC236}">
                <a16:creationId xmlns:a16="http://schemas.microsoft.com/office/drawing/2014/main" id="{48FBF198-04A4-4685-9AD0-CB483B7C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10791825"/>
            <a:ext cx="20193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photo of three</a:t>
            </a:r>
          </a:p>
        </p:txBody>
      </p:sp>
      <p:sp>
        <p:nvSpPr>
          <p:cNvPr id="154" name="skateboards and">
            <a:extLst xmlns:a="http://schemas.openxmlformats.org/drawingml/2006/main">
              <a:ext uri="{FF2B5EF4-FFF2-40B4-BE49-F238E27FC236}">
                <a16:creationId xmlns:a16="http://schemas.microsoft.com/office/drawing/2014/main" id="{77665B0A-1340-4C09-B54E-89D5E9CF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11049000"/>
            <a:ext cx="20193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skateboards and</a:t>
            </a:r>
          </a:p>
        </p:txBody>
      </p:sp>
      <p:sp>
        <p:nvSpPr>
          <p:cNvPr id="155" name="three pairs of shoes">
            <a:extLst xmlns:a="http://schemas.openxmlformats.org/drawingml/2006/main">
              <a:ext uri="{FF2B5EF4-FFF2-40B4-BE49-F238E27FC236}">
                <a16:creationId xmlns:a16="http://schemas.microsoft.com/office/drawing/2014/main" id="{8E545863-B8E3-4A70-89AE-C5F7DCF1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11306175"/>
            <a:ext cx="20193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three pairs of shoes</a:t>
            </a:r>
          </a:p>
        </p:txBody>
      </p:sp>
      <p:sp>
        <p:nvSpPr>
          <p:cNvPr id="156" name="Real-world&#10;images label background">
            <a:extLst xmlns:a="http://schemas.openxmlformats.org/drawingml/2006/main">
              <a:ext uri="{FF2B5EF4-FFF2-40B4-BE49-F238E27FC236}">
                <a16:creationId xmlns:a16="http://schemas.microsoft.com/office/drawing/2014/main" id="{8A029410-8664-4739-A280-F546ECDD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8077200"/>
            <a:ext cx="1981200" cy="762000"/>
          </a:xfrm>
          <a:custGeom xmlns:a="http://schemas.openxmlformats.org/drawingml/2006/main">
            <a:pathLst>
              <a:path w="1981200" h="762000">
                <a:moveTo>
                  <a:pt x="381000" y="0"/>
                </a:moveTo>
                <a:lnTo>
                  <a:pt x="1600200" y="0"/>
                </a:lnTo>
                <a:cubicBezTo>
                  <a:pt x="1810620" y="0"/>
                  <a:pt x="1981200" y="170580"/>
                  <a:pt x="1981200" y="381000"/>
                </a:cubicBezTo>
                <a:lnTo>
                  <a:pt x="1981200" y="381000"/>
                </a:lnTo>
                <a:cubicBezTo>
                  <a:pt x="1981200" y="591420"/>
                  <a:pt x="1810620" y="762000"/>
                  <a:pt x="16002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F0E9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7" name="Real-world&#10;images">
            <a:extLst xmlns:a="http://schemas.openxmlformats.org/drawingml/2006/main">
              <a:ext uri="{FF2B5EF4-FFF2-40B4-BE49-F238E27FC236}">
                <a16:creationId xmlns:a16="http://schemas.microsoft.com/office/drawing/2014/main" id="{FEC832F9-44B2-417E-ABD9-450A0DE4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73425" y="8096250"/>
            <a:ext cx="1752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Real-world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images</a:t>
            </a:r>
          </a:p>
        </p:txBody>
      </p:sp>
      <p:sp>
        <p:nvSpPr>
          <p:cNvPr id="15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3C6FB361-7445-42C6-8D90-0A68BB8D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9715500"/>
            <a:ext cx="219075" cy="1228725"/>
          </a:xfrm>
          <a:custGeom xmlns:a="http://schemas.openxmlformats.org/drawingml/2006/main">
            <a:pathLst>
              <a:path w="219075" h="1228725">
                <a:moveTo>
                  <a:pt x="0" y="1143000"/>
                </a:moveTo>
                <a:lnTo>
                  <a:pt x="219075" y="1228725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140517D6-CC8C-44B5-8D16-FF90ECE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9734550"/>
            <a:ext cx="123825" cy="1209675"/>
          </a:xfrm>
          <a:custGeom xmlns:a="http://schemas.openxmlformats.org/drawingml/2006/main">
            <a:pathLst>
              <a:path w="123825" h="1209675">
                <a:moveTo>
                  <a:pt x="0" y="1209675"/>
                </a:moveTo>
                <a:lnTo>
                  <a:pt x="123825" y="1143000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1815E18B-F377-4E25-BF41-45DE57DE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9648825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64FA4D25-9469-4F48-837E-D1CF03F1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964882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2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EDA4708A-FBE1-4990-A5EA-AFC1C3B2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0102097"/>
            <a:ext cx="219075" cy="899278"/>
          </a:xfrm>
          <a:custGeom xmlns:a="http://schemas.openxmlformats.org/drawingml/2006/main">
            <a:pathLst>
              <a:path w="219075" h="899278">
                <a:moveTo>
                  <a:pt x="0" y="813553"/>
                </a:moveTo>
                <a:lnTo>
                  <a:pt x="219075" y="899278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3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93EC794E-3D82-4F5A-A3E5-2F45E14E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10121147"/>
            <a:ext cx="123825" cy="880228"/>
          </a:xfrm>
          <a:custGeom xmlns:a="http://schemas.openxmlformats.org/drawingml/2006/main">
            <a:pathLst>
              <a:path w="123825" h="880228">
                <a:moveTo>
                  <a:pt x="0" y="880228"/>
                </a:moveTo>
                <a:lnTo>
                  <a:pt x="123825" y="813553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4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85E6F3AC-5D9A-475C-8F10-16D856DE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0035422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5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534AABD7-FEF0-4365-9C8A-02962472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1003542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6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F05E552A-F823-4C76-84EE-F785E83B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10393737"/>
            <a:ext cx="219075" cy="664788"/>
          </a:xfrm>
          <a:custGeom xmlns:a="http://schemas.openxmlformats.org/drawingml/2006/main">
            <a:pathLst>
              <a:path w="219075" h="664788">
                <a:moveTo>
                  <a:pt x="0" y="579063"/>
                </a:moveTo>
                <a:lnTo>
                  <a:pt x="219075" y="664788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7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950049D8-D68A-4825-B1EA-1D3DC8A9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10412787"/>
            <a:ext cx="123825" cy="645738"/>
          </a:xfrm>
          <a:custGeom xmlns:a="http://schemas.openxmlformats.org/drawingml/2006/main">
            <a:pathLst>
              <a:path w="123825" h="645738">
                <a:moveTo>
                  <a:pt x="0" y="645738"/>
                </a:moveTo>
                <a:lnTo>
                  <a:pt x="123825" y="579063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8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EFE67C0E-0F38-4E35-A206-341D42BF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10327062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9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88A3962E-A388-4760-AC58-8A8EC8FA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1032706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0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5CB89ED7-6E5A-48CD-9617-50C64511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10617790"/>
            <a:ext cx="219075" cy="497885"/>
          </a:xfrm>
          <a:custGeom xmlns:a="http://schemas.openxmlformats.org/drawingml/2006/main">
            <a:pathLst>
              <a:path w="219075" h="497885">
                <a:moveTo>
                  <a:pt x="0" y="412160"/>
                </a:moveTo>
                <a:lnTo>
                  <a:pt x="219075" y="497885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1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67351177-50F2-489E-AD0E-0543E765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10636840"/>
            <a:ext cx="123825" cy="478835"/>
          </a:xfrm>
          <a:custGeom xmlns:a="http://schemas.openxmlformats.org/drawingml/2006/main">
            <a:pathLst>
              <a:path w="123825" h="478835">
                <a:moveTo>
                  <a:pt x="0" y="478835"/>
                </a:moveTo>
                <a:lnTo>
                  <a:pt x="123825" y="412160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2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5F0A5C48-E791-4226-9381-BA5A3814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10551115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3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978518D0-3A5E-4245-97B1-F69516A7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225" y="1055111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4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AE0E6590-6CD7-491E-BBD7-7749E5FC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10793737"/>
            <a:ext cx="219075" cy="379088"/>
          </a:xfrm>
          <a:custGeom xmlns:a="http://schemas.openxmlformats.org/drawingml/2006/main">
            <a:pathLst>
              <a:path w="219075" h="379088">
                <a:moveTo>
                  <a:pt x="0" y="293363"/>
                </a:moveTo>
                <a:lnTo>
                  <a:pt x="219075" y="379088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5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98A099EE-A873-4494-A259-6838AC46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0812787"/>
            <a:ext cx="123825" cy="360038"/>
          </a:xfrm>
          <a:custGeom xmlns:a="http://schemas.openxmlformats.org/drawingml/2006/main">
            <a:pathLst>
              <a:path w="123825" h="360038">
                <a:moveTo>
                  <a:pt x="0" y="360038"/>
                </a:moveTo>
                <a:lnTo>
                  <a:pt x="123825" y="293363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6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3333192D-7AB9-46CC-84D5-F9482347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10727062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7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1AFF79A0-2514-4C49-9655-6CB165FD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425" y="1072706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F16FAD58-CFA8-4C5D-9E1A-8477B602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10935443"/>
            <a:ext cx="219075" cy="294532"/>
          </a:xfrm>
          <a:custGeom xmlns:a="http://schemas.openxmlformats.org/drawingml/2006/main">
            <a:pathLst>
              <a:path w="219075" h="294532">
                <a:moveTo>
                  <a:pt x="0" y="208807"/>
                </a:moveTo>
                <a:lnTo>
                  <a:pt x="219075" y="294532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7DF9C21A-5704-4FC2-AA5F-95B87050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10954493"/>
            <a:ext cx="123825" cy="275482"/>
          </a:xfrm>
          <a:custGeom xmlns:a="http://schemas.openxmlformats.org/drawingml/2006/main">
            <a:pathLst>
              <a:path w="123825" h="275482">
                <a:moveTo>
                  <a:pt x="0" y="275482"/>
                </a:moveTo>
                <a:lnTo>
                  <a:pt x="123825" y="208807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9AB64954-D5A2-4209-8DB4-6673495B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1086876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9D2200AF-F571-4ACE-8F4D-D170289F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86876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2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CB1CCFC4-E209-447F-B7A6-A44798BE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11052777"/>
            <a:ext cx="219075" cy="234348"/>
          </a:xfrm>
          <a:custGeom xmlns:a="http://schemas.openxmlformats.org/drawingml/2006/main">
            <a:pathLst>
              <a:path w="219075" h="234348">
                <a:moveTo>
                  <a:pt x="0" y="148623"/>
                </a:moveTo>
                <a:lnTo>
                  <a:pt x="219075" y="234348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3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50BC000F-A1B3-4CC4-8222-58B00DE6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11071827"/>
            <a:ext cx="123825" cy="215298"/>
          </a:xfrm>
          <a:custGeom xmlns:a="http://schemas.openxmlformats.org/drawingml/2006/main">
            <a:pathLst>
              <a:path w="123825" h="215298">
                <a:moveTo>
                  <a:pt x="0" y="215298"/>
                </a:moveTo>
                <a:lnTo>
                  <a:pt x="123825" y="148623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4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2C7E1D35-9E66-486C-B6F7-A1C013B9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10986102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5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4C11AF52-8948-4DBE-85B3-245E52F5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3825" y="1098610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6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9C186AAA-4E5B-45A2-97F3-C69A800F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11115675"/>
            <a:ext cx="219075" cy="228600"/>
          </a:xfrm>
          <a:custGeom xmlns:a="http://schemas.openxmlformats.org/drawingml/2006/main">
            <a:pathLst>
              <a:path w="219075" h="228600">
                <a:moveTo>
                  <a:pt x="0" y="142875"/>
                </a:moveTo>
                <a:lnTo>
                  <a:pt x="219075" y="22860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7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4676094A-B192-445F-98E8-DBC7F65B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525" y="11134725"/>
            <a:ext cx="123825" cy="209550"/>
          </a:xfrm>
          <a:custGeom xmlns:a="http://schemas.openxmlformats.org/drawingml/2006/main">
            <a:pathLst>
              <a:path w="123825" h="209550">
                <a:moveTo>
                  <a:pt x="0" y="209550"/>
                </a:moveTo>
                <a:lnTo>
                  <a:pt x="123825" y="14287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8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8C79FC5F-BA7A-45E3-A8BA-AEFC2685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1104900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9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FB265AD4-FEB1-4C59-B4E9-72553894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1025" y="110490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0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7724E186-ABF2-4199-98A6-ED99D47C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9650" y="11172825"/>
            <a:ext cx="219075" cy="228600"/>
          </a:xfrm>
          <a:custGeom xmlns:a="http://schemas.openxmlformats.org/drawingml/2006/main">
            <a:pathLst>
              <a:path w="219075" h="228600">
                <a:moveTo>
                  <a:pt x="0" y="142875"/>
                </a:moveTo>
                <a:lnTo>
                  <a:pt x="219075" y="22860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1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2A8B80CC-77DD-4732-968A-01D1B3EC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25" y="11191875"/>
            <a:ext cx="123825" cy="209550"/>
          </a:xfrm>
          <a:custGeom xmlns:a="http://schemas.openxmlformats.org/drawingml/2006/main">
            <a:pathLst>
              <a:path w="123825" h="209550">
                <a:moveTo>
                  <a:pt x="0" y="209550"/>
                </a:moveTo>
                <a:lnTo>
                  <a:pt x="123825" y="14287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2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12229DDD-19C5-4E04-B0B5-9D0C0EA1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9650" y="1110615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3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0B9D3D5B-E7DF-4773-A0A1-56536EF3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8225" y="111061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4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58304517-2B08-48D2-8A47-B21A5379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323070"/>
            <a:ext cx="219075" cy="1525905"/>
          </a:xfrm>
          <a:custGeom xmlns:a="http://schemas.openxmlformats.org/drawingml/2006/main">
            <a:pathLst>
              <a:path w="219075" h="1525905">
                <a:moveTo>
                  <a:pt x="0" y="1440180"/>
                </a:moveTo>
                <a:lnTo>
                  <a:pt x="219075" y="1525905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5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BF3AC302-7204-4C9C-8697-EBED55E6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9342120"/>
            <a:ext cx="123825" cy="1506855"/>
          </a:xfrm>
          <a:custGeom xmlns:a="http://schemas.openxmlformats.org/drawingml/2006/main">
            <a:pathLst>
              <a:path w="123825" h="1506855">
                <a:moveTo>
                  <a:pt x="0" y="1506855"/>
                </a:moveTo>
                <a:lnTo>
                  <a:pt x="123825" y="1440180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6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4CA86090-A926-48A2-B8E5-B7380CA4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256395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7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54F31D5E-BEBB-4AE9-8376-69773571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925639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C7200EF4-C4E6-4E85-8907-EF2E01D6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9795323"/>
            <a:ext cx="219075" cy="1110802"/>
          </a:xfrm>
          <a:custGeom xmlns:a="http://schemas.openxmlformats.org/drawingml/2006/main">
            <a:pathLst>
              <a:path w="219075" h="1110802">
                <a:moveTo>
                  <a:pt x="0" y="1025077"/>
                </a:moveTo>
                <a:lnTo>
                  <a:pt x="219075" y="1110802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5A5B0587-E43A-4152-9A29-E5994C3B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9814373"/>
            <a:ext cx="123825" cy="1091752"/>
          </a:xfrm>
          <a:custGeom xmlns:a="http://schemas.openxmlformats.org/drawingml/2006/main">
            <a:pathLst>
              <a:path w="123825" h="1091752">
                <a:moveTo>
                  <a:pt x="0" y="1091752"/>
                </a:moveTo>
                <a:lnTo>
                  <a:pt x="123825" y="1025077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8FDF0308-58A8-4998-B0EE-014AC4FB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972864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25C6FA36-AA97-4F34-9012-98AF88CD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972864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2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0AF6D5C9-95AA-46EA-BCE6-D2C3090D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10147930"/>
            <a:ext cx="219075" cy="815345"/>
          </a:xfrm>
          <a:custGeom xmlns:a="http://schemas.openxmlformats.org/drawingml/2006/main">
            <a:pathLst>
              <a:path w="219075" h="815345">
                <a:moveTo>
                  <a:pt x="0" y="729620"/>
                </a:moveTo>
                <a:lnTo>
                  <a:pt x="219075" y="815345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3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7E710DBF-24F4-4702-AACE-B720EA8A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10166980"/>
            <a:ext cx="123825" cy="796295"/>
          </a:xfrm>
          <a:custGeom xmlns:a="http://schemas.openxmlformats.org/drawingml/2006/main">
            <a:pathLst>
              <a:path w="123825" h="796295">
                <a:moveTo>
                  <a:pt x="0" y="796295"/>
                </a:moveTo>
                <a:lnTo>
                  <a:pt x="123825" y="729620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4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A16C2CBE-319A-447F-A708-9468A02D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10081255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5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3CD48F95-DB2E-4870-9312-46A0997F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1008125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6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9758B034-C434-4148-8C4C-8D788B36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10415378"/>
            <a:ext cx="219075" cy="605047"/>
          </a:xfrm>
          <a:custGeom xmlns:a="http://schemas.openxmlformats.org/drawingml/2006/main">
            <a:pathLst>
              <a:path w="219075" h="605047">
                <a:moveTo>
                  <a:pt x="0" y="519322"/>
                </a:moveTo>
                <a:lnTo>
                  <a:pt x="219075" y="605047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7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C0E241FC-5DB8-4BAB-B31D-410245AE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10434428"/>
            <a:ext cx="123825" cy="585997"/>
          </a:xfrm>
          <a:custGeom xmlns:a="http://schemas.openxmlformats.org/drawingml/2006/main">
            <a:pathLst>
              <a:path w="123825" h="585997">
                <a:moveTo>
                  <a:pt x="0" y="585997"/>
                </a:moveTo>
                <a:lnTo>
                  <a:pt x="123825" y="519322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8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9AE043D4-2535-4ABC-9D02-C3DD3914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10348703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9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76CE33F5-B95E-4668-9737-1A7AB495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10348703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0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977716F5-8A9D-4D8D-AA50-98C8B372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10622212"/>
            <a:ext cx="219075" cy="455363"/>
          </a:xfrm>
          <a:custGeom xmlns:a="http://schemas.openxmlformats.org/drawingml/2006/main">
            <a:pathLst>
              <a:path w="219075" h="455363">
                <a:moveTo>
                  <a:pt x="0" y="369638"/>
                </a:moveTo>
                <a:lnTo>
                  <a:pt x="219075" y="455363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1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796FD3C0-DA31-4E38-AD6A-0F4979EC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7575" y="10641262"/>
            <a:ext cx="123825" cy="436313"/>
          </a:xfrm>
          <a:custGeom xmlns:a="http://schemas.openxmlformats.org/drawingml/2006/main">
            <a:pathLst>
              <a:path w="123825" h="436313">
                <a:moveTo>
                  <a:pt x="0" y="436313"/>
                </a:moveTo>
                <a:lnTo>
                  <a:pt x="123825" y="369638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2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8C2C5E76-4B76-4E53-BF55-953175C6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10555537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3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26E02C4E-946B-459D-883F-EB51F3AC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10555537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4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F2BD5B95-DB7C-4D4E-8BE8-090430F4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10785903"/>
            <a:ext cx="219075" cy="348822"/>
          </a:xfrm>
          <a:custGeom xmlns:a="http://schemas.openxmlformats.org/drawingml/2006/main">
            <a:pathLst>
              <a:path w="219075" h="348822">
                <a:moveTo>
                  <a:pt x="0" y="263097"/>
                </a:moveTo>
                <a:lnTo>
                  <a:pt x="219075" y="348822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5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0847E28E-57AE-4C6A-BCB4-8C7E84F7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4775" y="10804953"/>
            <a:ext cx="123825" cy="329772"/>
          </a:xfrm>
          <a:custGeom xmlns:a="http://schemas.openxmlformats.org/drawingml/2006/main">
            <a:pathLst>
              <a:path w="123825" h="329772">
                <a:moveTo>
                  <a:pt x="0" y="329772"/>
                </a:moveTo>
                <a:lnTo>
                  <a:pt x="123825" y="263097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6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80B905EB-B2E3-4ED3-B9E0-820867C1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1071922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7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4AA34824-F8E6-44A7-A1B0-30D4AC2B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1071922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C8C38892-1636-47E4-A2C6-DFB9F960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10918885"/>
            <a:ext cx="219075" cy="272990"/>
          </a:xfrm>
          <a:custGeom xmlns:a="http://schemas.openxmlformats.org/drawingml/2006/main">
            <a:pathLst>
              <a:path w="219075" h="272990">
                <a:moveTo>
                  <a:pt x="0" y="187265"/>
                </a:moveTo>
                <a:lnTo>
                  <a:pt x="219075" y="27299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0872D3CD-EE80-46E9-ABB2-3022F30D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975" y="10937935"/>
            <a:ext cx="123825" cy="253940"/>
          </a:xfrm>
          <a:custGeom xmlns:a="http://schemas.openxmlformats.org/drawingml/2006/main">
            <a:pathLst>
              <a:path w="123825" h="253940">
                <a:moveTo>
                  <a:pt x="0" y="253940"/>
                </a:moveTo>
                <a:lnTo>
                  <a:pt x="123825" y="18726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6C449B2E-7E67-4451-9743-C77F82EE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1085221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8F9C7991-D157-429C-B61D-EF0329ED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1085221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2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60A6E5ED-6D06-4B5D-B628-0740BC3F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11020425"/>
            <a:ext cx="219075" cy="228600"/>
          </a:xfrm>
          <a:custGeom xmlns:a="http://schemas.openxmlformats.org/drawingml/2006/main">
            <a:pathLst>
              <a:path w="219075" h="228600">
                <a:moveTo>
                  <a:pt x="0" y="142875"/>
                </a:moveTo>
                <a:lnTo>
                  <a:pt x="219075" y="22860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3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9A62D5DA-2266-4B7B-AE06-7BF36983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11039475"/>
            <a:ext cx="123825" cy="209550"/>
          </a:xfrm>
          <a:custGeom xmlns:a="http://schemas.openxmlformats.org/drawingml/2006/main">
            <a:pathLst>
              <a:path w="123825" h="209550">
                <a:moveTo>
                  <a:pt x="0" y="209550"/>
                </a:moveTo>
                <a:lnTo>
                  <a:pt x="123825" y="14287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4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220F38A2-97D3-472A-ADEB-7762563B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1095375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5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ED29E6ED-20DB-4B79-B9C7-94D52EE4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109537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6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A5B09849-8FEC-49FF-9843-52FFF042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11077575"/>
            <a:ext cx="219075" cy="228600"/>
          </a:xfrm>
          <a:custGeom xmlns:a="http://schemas.openxmlformats.org/drawingml/2006/main">
            <a:pathLst>
              <a:path w="219075" h="228600">
                <a:moveTo>
                  <a:pt x="0" y="142875"/>
                </a:moveTo>
                <a:lnTo>
                  <a:pt x="219075" y="22860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7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37DA73E0-A686-4747-A215-345BC247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11096625"/>
            <a:ext cx="123825" cy="209550"/>
          </a:xfrm>
          <a:custGeom xmlns:a="http://schemas.openxmlformats.org/drawingml/2006/main">
            <a:pathLst>
              <a:path w="123825" h="209550">
                <a:moveTo>
                  <a:pt x="0" y="209550"/>
                </a:moveTo>
                <a:lnTo>
                  <a:pt x="123825" y="14287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8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D1B6E629-72C4-4211-8481-2AB3A158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1101090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9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81875D76-0089-459B-AE14-3C46A713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110109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30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7041109A-045A-4FBE-A833-A641E648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8930640"/>
            <a:ext cx="219075" cy="1823085"/>
          </a:xfrm>
          <a:custGeom xmlns:a="http://schemas.openxmlformats.org/drawingml/2006/main">
            <a:pathLst>
              <a:path w="219075" h="1823085">
                <a:moveTo>
                  <a:pt x="0" y="1737360"/>
                </a:moveTo>
                <a:lnTo>
                  <a:pt x="219075" y="1823085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1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5F3D4EB2-65ED-478A-8B90-647AD8AC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8949690"/>
            <a:ext cx="123825" cy="1804035"/>
          </a:xfrm>
          <a:custGeom xmlns:a="http://schemas.openxmlformats.org/drawingml/2006/main">
            <a:pathLst>
              <a:path w="123825" h="1804035">
                <a:moveTo>
                  <a:pt x="0" y="1804035"/>
                </a:moveTo>
                <a:lnTo>
                  <a:pt x="123825" y="1737360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2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7A250603-0693-443F-A007-B8F471B7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8863965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3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EB2794DE-0836-4CBA-B1BA-66F9185C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886396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34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BB57A297-24C4-467F-8047-668D6B63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9488549"/>
            <a:ext cx="219075" cy="1322326"/>
          </a:xfrm>
          <a:custGeom xmlns:a="http://schemas.openxmlformats.org/drawingml/2006/main">
            <a:pathLst>
              <a:path w="219075" h="1322326">
                <a:moveTo>
                  <a:pt x="0" y="1236601"/>
                </a:moveTo>
                <a:lnTo>
                  <a:pt x="219075" y="1322326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5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6AC4236C-3FD1-4778-883F-D19B19EE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9507599"/>
            <a:ext cx="123825" cy="1303276"/>
          </a:xfrm>
          <a:custGeom xmlns:a="http://schemas.openxmlformats.org/drawingml/2006/main">
            <a:pathLst>
              <a:path w="123825" h="1303276">
                <a:moveTo>
                  <a:pt x="0" y="1303276"/>
                </a:moveTo>
                <a:lnTo>
                  <a:pt x="123825" y="1236601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6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93772E6B-055C-486A-8B2C-BE6817CA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9421874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7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8355444E-8BAC-4285-9024-03AF34CD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9421874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3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71D99A3A-E267-40BF-B804-10E511E7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902124"/>
            <a:ext cx="219075" cy="965901"/>
          </a:xfrm>
          <a:custGeom xmlns:a="http://schemas.openxmlformats.org/drawingml/2006/main">
            <a:pathLst>
              <a:path w="219075" h="965901">
                <a:moveTo>
                  <a:pt x="0" y="880176"/>
                </a:moveTo>
                <a:lnTo>
                  <a:pt x="219075" y="965901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3420E19B-28B3-4F9A-9CD1-C7975F56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25" y="9921174"/>
            <a:ext cx="123825" cy="946851"/>
          </a:xfrm>
          <a:custGeom xmlns:a="http://schemas.openxmlformats.org/drawingml/2006/main">
            <a:pathLst>
              <a:path w="123825" h="946851">
                <a:moveTo>
                  <a:pt x="0" y="946851"/>
                </a:moveTo>
                <a:lnTo>
                  <a:pt x="123825" y="880176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EB5C5AB0-C5BF-4A94-9678-5FD131E2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35449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3E23C498-A211-4FAC-B7E3-75915DB1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9835449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2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26331D31-3DF7-4FF6-8621-42A3CA18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10212967"/>
            <a:ext cx="219075" cy="712208"/>
          </a:xfrm>
          <a:custGeom xmlns:a="http://schemas.openxmlformats.org/drawingml/2006/main">
            <a:pathLst>
              <a:path w="219075" h="712208">
                <a:moveTo>
                  <a:pt x="0" y="626483"/>
                </a:moveTo>
                <a:lnTo>
                  <a:pt x="219075" y="712208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3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DE768C1F-22B2-47B3-B4D5-739DB662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10232017"/>
            <a:ext cx="123825" cy="693158"/>
          </a:xfrm>
          <a:custGeom xmlns:a="http://schemas.openxmlformats.org/drawingml/2006/main">
            <a:pathLst>
              <a:path w="123825" h="693158">
                <a:moveTo>
                  <a:pt x="0" y="693158"/>
                </a:moveTo>
                <a:lnTo>
                  <a:pt x="123825" y="626483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4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D1C3F474-E275-485C-85C3-B435E98C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10146292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5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FB132200-6E1A-4806-9631-BE185D3F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7525" y="1014629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6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078710A5-BD32-4709-9094-5956C326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10450688"/>
            <a:ext cx="219075" cy="531637"/>
          </a:xfrm>
          <a:custGeom xmlns:a="http://schemas.openxmlformats.org/drawingml/2006/main">
            <a:pathLst>
              <a:path w="219075" h="531637">
                <a:moveTo>
                  <a:pt x="0" y="445912"/>
                </a:moveTo>
                <a:lnTo>
                  <a:pt x="219075" y="531637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7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5E19954C-CD45-4667-BD4A-7715A3F0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10469738"/>
            <a:ext cx="123825" cy="512587"/>
          </a:xfrm>
          <a:custGeom xmlns:a="http://schemas.openxmlformats.org/drawingml/2006/main">
            <a:pathLst>
              <a:path w="123825" h="512587">
                <a:moveTo>
                  <a:pt x="0" y="512587"/>
                </a:moveTo>
                <a:lnTo>
                  <a:pt x="123825" y="445912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8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0A204C0F-8F5A-4679-B53D-D87C6343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10384013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9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A73DE1C5-3202-4077-99A7-348F09BA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10384013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0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C70C23A9-9039-44F2-BFEE-ADD4ACAE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10636363"/>
            <a:ext cx="219075" cy="403112"/>
          </a:xfrm>
          <a:custGeom xmlns:a="http://schemas.openxmlformats.org/drawingml/2006/main">
            <a:pathLst>
              <a:path w="219075" h="403112">
                <a:moveTo>
                  <a:pt x="0" y="317387"/>
                </a:moveTo>
                <a:lnTo>
                  <a:pt x="219075" y="403112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1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D2563AFD-E895-4917-99C8-29A9CD11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425" y="10655413"/>
            <a:ext cx="123825" cy="384062"/>
          </a:xfrm>
          <a:custGeom xmlns:a="http://schemas.openxmlformats.org/drawingml/2006/main">
            <a:pathLst>
              <a:path w="123825" h="384062">
                <a:moveTo>
                  <a:pt x="0" y="384062"/>
                </a:moveTo>
                <a:lnTo>
                  <a:pt x="123825" y="317387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2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BE8A01E0-EB51-4ADF-957A-F187B5FC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1056968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3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6CDCE962-B74B-40B8-A6D8-B5F9EE11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1925" y="1056968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4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2C990AF9-A1D8-4459-8F5D-C2C38BEA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0784993"/>
            <a:ext cx="219075" cy="311632"/>
          </a:xfrm>
          <a:custGeom xmlns:a="http://schemas.openxmlformats.org/drawingml/2006/main">
            <a:pathLst>
              <a:path w="219075" h="311632">
                <a:moveTo>
                  <a:pt x="0" y="225907"/>
                </a:moveTo>
                <a:lnTo>
                  <a:pt x="219075" y="311632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5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DAFBB8F6-EA0E-48D7-8D66-8DBDA704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0804043"/>
            <a:ext cx="123825" cy="292582"/>
          </a:xfrm>
          <a:custGeom xmlns:a="http://schemas.openxmlformats.org/drawingml/2006/main">
            <a:pathLst>
              <a:path w="123825" h="292582">
                <a:moveTo>
                  <a:pt x="0" y="292582"/>
                </a:moveTo>
                <a:lnTo>
                  <a:pt x="123825" y="225907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6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BCE71023-2857-4840-B57D-5997E7BF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071831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7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BC9C8408-C108-4FE3-B930-9559A75B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071831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E5F7E14F-8709-4228-A785-40BAEFD6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0907256"/>
            <a:ext cx="219075" cy="246519"/>
          </a:xfrm>
          <a:custGeom xmlns:a="http://schemas.openxmlformats.org/drawingml/2006/main">
            <a:pathLst>
              <a:path w="219075" h="246519">
                <a:moveTo>
                  <a:pt x="0" y="160794"/>
                </a:moveTo>
                <a:lnTo>
                  <a:pt x="219075" y="246519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6D8E7456-A4BB-4A2E-9587-DCD7A9D9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6825" y="10926306"/>
            <a:ext cx="123825" cy="227469"/>
          </a:xfrm>
          <a:custGeom xmlns:a="http://schemas.openxmlformats.org/drawingml/2006/main">
            <a:pathLst>
              <a:path w="123825" h="227469">
                <a:moveTo>
                  <a:pt x="0" y="227469"/>
                </a:moveTo>
                <a:lnTo>
                  <a:pt x="123825" y="160794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BD0E80CF-B7CD-4799-BC21-CFFCD7AF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0840581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417A378B-2D39-459A-999B-4EAF360E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25" y="10840581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2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F5F4E04D-D26B-4C0B-9CEA-ACD74C5C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10982325"/>
            <a:ext cx="219075" cy="228600"/>
          </a:xfrm>
          <a:custGeom xmlns:a="http://schemas.openxmlformats.org/drawingml/2006/main">
            <a:pathLst>
              <a:path w="219075" h="228600">
                <a:moveTo>
                  <a:pt x="0" y="142875"/>
                </a:moveTo>
                <a:lnTo>
                  <a:pt x="219075" y="22860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3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32F08013-6C4C-456D-B8B0-5FE1D624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025" y="11001375"/>
            <a:ext cx="123825" cy="209550"/>
          </a:xfrm>
          <a:custGeom xmlns:a="http://schemas.openxmlformats.org/drawingml/2006/main">
            <a:pathLst>
              <a:path w="123825" h="209550">
                <a:moveTo>
                  <a:pt x="0" y="209550"/>
                </a:moveTo>
                <a:lnTo>
                  <a:pt x="123825" y="14287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4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2B865C49-0404-46FE-A27C-EB79ABDA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1091565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5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04814A2D-4667-4EF4-AE6C-90C8096C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3525" y="109156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6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E33573EB-7A49-4C75-8F9E-F0B6225B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538210"/>
            <a:ext cx="219075" cy="2120265"/>
          </a:xfrm>
          <a:custGeom xmlns:a="http://schemas.openxmlformats.org/drawingml/2006/main">
            <a:pathLst>
              <a:path w="219075" h="2120265">
                <a:moveTo>
                  <a:pt x="0" y="2034540"/>
                </a:moveTo>
                <a:lnTo>
                  <a:pt x="219075" y="2120265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7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CEA32018-FAD9-4386-A188-05A8EE39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8557260"/>
            <a:ext cx="123825" cy="2101215"/>
          </a:xfrm>
          <a:custGeom xmlns:a="http://schemas.openxmlformats.org/drawingml/2006/main">
            <a:pathLst>
              <a:path w="123825" h="2101215">
                <a:moveTo>
                  <a:pt x="0" y="2101215"/>
                </a:moveTo>
                <a:lnTo>
                  <a:pt x="123825" y="2034540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8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67075A7F-D912-4E1D-9344-7F2D3BDA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471535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9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42693A09-F99D-47E2-9ED9-14A362B4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847153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0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FED09B55-1205-4F88-A238-D91BBB47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9181775"/>
            <a:ext cx="219075" cy="1533850"/>
          </a:xfrm>
          <a:custGeom xmlns:a="http://schemas.openxmlformats.org/drawingml/2006/main">
            <a:pathLst>
              <a:path w="219075" h="1533850">
                <a:moveTo>
                  <a:pt x="0" y="1448125"/>
                </a:moveTo>
                <a:lnTo>
                  <a:pt x="219075" y="153385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1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C7E1D366-C8E6-465A-87C0-A80A268E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9200825"/>
            <a:ext cx="123825" cy="1514800"/>
          </a:xfrm>
          <a:custGeom xmlns:a="http://schemas.openxmlformats.org/drawingml/2006/main">
            <a:pathLst>
              <a:path w="123825" h="1514800">
                <a:moveTo>
                  <a:pt x="0" y="1514800"/>
                </a:moveTo>
                <a:lnTo>
                  <a:pt x="123825" y="144812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2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C8329A11-4643-4936-8DC9-8015DD2C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911510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3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C004B503-41CD-4E22-A6EB-3EA48064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91151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4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31F8C04F-8352-4669-BC5B-E902C1CC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9656317"/>
            <a:ext cx="219075" cy="1116458"/>
          </a:xfrm>
          <a:custGeom xmlns:a="http://schemas.openxmlformats.org/drawingml/2006/main">
            <a:pathLst>
              <a:path w="219075" h="1116458">
                <a:moveTo>
                  <a:pt x="0" y="1030733"/>
                </a:moveTo>
                <a:lnTo>
                  <a:pt x="219075" y="1116458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5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83F93EDC-80A5-42EB-8055-CD648B42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9675367"/>
            <a:ext cx="123825" cy="1097408"/>
          </a:xfrm>
          <a:custGeom xmlns:a="http://schemas.openxmlformats.org/drawingml/2006/main">
            <a:pathLst>
              <a:path w="123825" h="1097408">
                <a:moveTo>
                  <a:pt x="0" y="1097408"/>
                </a:moveTo>
                <a:lnTo>
                  <a:pt x="123825" y="1030733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6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312536CE-542D-442B-832F-ECBA74DA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9589642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7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39D129A6-FD4C-46C3-9DD1-ECCEC7C6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958964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65B8AB57-2EB0-4F7A-A043-329EA95E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10010555"/>
            <a:ext cx="219075" cy="819370"/>
          </a:xfrm>
          <a:custGeom xmlns:a="http://schemas.openxmlformats.org/drawingml/2006/main">
            <a:pathLst>
              <a:path w="219075" h="819370">
                <a:moveTo>
                  <a:pt x="0" y="733645"/>
                </a:moveTo>
                <a:lnTo>
                  <a:pt x="219075" y="81937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89413ABA-D638-4FF9-BC94-BCD6BA10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675" y="10029605"/>
            <a:ext cx="123825" cy="800320"/>
          </a:xfrm>
          <a:custGeom xmlns:a="http://schemas.openxmlformats.org/drawingml/2006/main">
            <a:pathLst>
              <a:path w="123825" h="800320">
                <a:moveTo>
                  <a:pt x="0" y="800320"/>
                </a:moveTo>
                <a:lnTo>
                  <a:pt x="123825" y="73364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88B78885-7279-4C3B-B484-9A5DF67E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994388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64ECFD44-4E92-492E-909A-16224A22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994388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2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BAC73413-1399-451F-8E6A-6E80BC29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10279163"/>
            <a:ext cx="219075" cy="607912"/>
          </a:xfrm>
          <a:custGeom xmlns:a="http://schemas.openxmlformats.org/drawingml/2006/main">
            <a:pathLst>
              <a:path w="219075" h="607912">
                <a:moveTo>
                  <a:pt x="0" y="522187"/>
                </a:moveTo>
                <a:lnTo>
                  <a:pt x="219075" y="607912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3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6FE8B8DB-7B31-4188-80E7-F459C462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10298213"/>
            <a:ext cx="123825" cy="588862"/>
          </a:xfrm>
          <a:custGeom xmlns:a="http://schemas.openxmlformats.org/drawingml/2006/main">
            <a:pathLst>
              <a:path w="123825" h="588862">
                <a:moveTo>
                  <a:pt x="0" y="588862"/>
                </a:moveTo>
                <a:lnTo>
                  <a:pt x="123825" y="522187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4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F745C9D8-B8AC-4222-8444-1DC8C183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1021248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5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8670FE39-1B7B-4311-BD3D-D9B6C67A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021248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6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A4CA5AF5-C849-4FDC-B22A-917D7459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0486823"/>
            <a:ext cx="219075" cy="457402"/>
          </a:xfrm>
          <a:custGeom xmlns:a="http://schemas.openxmlformats.org/drawingml/2006/main">
            <a:pathLst>
              <a:path w="219075" h="457402">
                <a:moveTo>
                  <a:pt x="0" y="371677"/>
                </a:moveTo>
                <a:lnTo>
                  <a:pt x="219075" y="457402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7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C43109C4-62BA-49F2-876B-3E7795BF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75" y="10505873"/>
            <a:ext cx="123825" cy="438352"/>
          </a:xfrm>
          <a:custGeom xmlns:a="http://schemas.openxmlformats.org/drawingml/2006/main">
            <a:pathLst>
              <a:path w="123825" h="438352">
                <a:moveTo>
                  <a:pt x="0" y="438352"/>
                </a:moveTo>
                <a:lnTo>
                  <a:pt x="123825" y="371677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8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C7033285-8CC6-4DDF-9CA0-7AAE8AB9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042014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9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2C0384D4-5131-4CDE-8E32-0EFF23F5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5" y="1042014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0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466541C6-E6F3-47F2-BA0F-F517257F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10651101"/>
            <a:ext cx="219075" cy="350274"/>
          </a:xfrm>
          <a:custGeom xmlns:a="http://schemas.openxmlformats.org/drawingml/2006/main">
            <a:pathLst>
              <a:path w="219075" h="350274">
                <a:moveTo>
                  <a:pt x="0" y="264549"/>
                </a:moveTo>
                <a:lnTo>
                  <a:pt x="219075" y="350274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1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5AC629F5-E4B1-4FFA-B6CD-9A843271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7275" y="10670151"/>
            <a:ext cx="123825" cy="331224"/>
          </a:xfrm>
          <a:custGeom xmlns:a="http://schemas.openxmlformats.org/drawingml/2006/main">
            <a:pathLst>
              <a:path w="123825" h="331224">
                <a:moveTo>
                  <a:pt x="0" y="331224"/>
                </a:moveTo>
                <a:lnTo>
                  <a:pt x="123825" y="264549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2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30BA6749-725A-4B0C-8DF4-26072E18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10584426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3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99F21428-A99B-4C59-989A-C6EB2E1D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75" y="1058442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4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297065B9-EF5D-4A63-A627-649E85B9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10784502"/>
            <a:ext cx="219075" cy="274023"/>
          </a:xfrm>
          <a:custGeom xmlns:a="http://schemas.openxmlformats.org/drawingml/2006/main">
            <a:pathLst>
              <a:path w="219075" h="274023">
                <a:moveTo>
                  <a:pt x="0" y="188298"/>
                </a:moveTo>
                <a:lnTo>
                  <a:pt x="219075" y="274023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5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A100EE0E-2764-4AC6-8AE8-A6268946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4475" y="10803552"/>
            <a:ext cx="123825" cy="254973"/>
          </a:xfrm>
          <a:custGeom xmlns:a="http://schemas.openxmlformats.org/drawingml/2006/main">
            <a:pathLst>
              <a:path w="123825" h="254973">
                <a:moveTo>
                  <a:pt x="0" y="254973"/>
                </a:moveTo>
                <a:lnTo>
                  <a:pt x="123825" y="188298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6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F0024ACE-ECF7-402F-844B-34107503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10717827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7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61936CBF-0B41-40DB-BF08-C1F0BCF3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3975" y="10717827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9C8AE841-741F-41A7-ADE3-DFEC6B21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10887075"/>
            <a:ext cx="219075" cy="228600"/>
          </a:xfrm>
          <a:custGeom xmlns:a="http://schemas.openxmlformats.org/drawingml/2006/main">
            <a:pathLst>
              <a:path w="219075" h="228600">
                <a:moveTo>
                  <a:pt x="0" y="142875"/>
                </a:moveTo>
                <a:lnTo>
                  <a:pt x="219075" y="22860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7FA51F74-8CC1-429D-8259-215F645B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1675" y="10906125"/>
            <a:ext cx="123825" cy="209550"/>
          </a:xfrm>
          <a:custGeom xmlns:a="http://schemas.openxmlformats.org/drawingml/2006/main">
            <a:pathLst>
              <a:path w="123825" h="209550">
                <a:moveTo>
                  <a:pt x="0" y="209550"/>
                </a:moveTo>
                <a:lnTo>
                  <a:pt x="123825" y="14287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D62B07B5-59F3-4291-AC76-D04A87FD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1082040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D35EBDDB-42D2-4B76-9FD1-1AF02C0D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175" y="108204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02" name="Complexity axis">
            <a:extLst xmlns:a="http://schemas.openxmlformats.org/drawingml/2006/main">
              <a:ext uri="{FF2B5EF4-FFF2-40B4-BE49-F238E27FC236}">
                <a16:creationId xmlns:a16="http://schemas.microsoft.com/office/drawing/2014/main" id="{D1C0F9C8-72EE-42A0-80E4-72ADB167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4407" y="10801456"/>
            <a:ext cx="5125868" cy="860952"/>
          </a:xfrm>
          <a:custGeom xmlns:a="http://schemas.openxmlformats.org/drawingml/2006/main">
            <a:pathLst>
              <a:path w="5125868" h="860952">
                <a:moveTo>
                  <a:pt x="0" y="18838"/>
                </a:moveTo>
                <a:lnTo>
                  <a:pt x="5030262" y="776182"/>
                </a:lnTo>
                <a:lnTo>
                  <a:pt x="5017499" y="860952"/>
                </a:lnTo>
                <a:lnTo>
                  <a:pt x="5125868" y="780944"/>
                </a:lnTo>
                <a:lnTo>
                  <a:pt x="5045860" y="672575"/>
                </a:lnTo>
                <a:lnTo>
                  <a:pt x="5033098" y="757344"/>
                </a:lnTo>
                <a:lnTo>
                  <a:pt x="2836" y="0"/>
                </a:ln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3" name="Number axis">
            <a:extLst xmlns:a="http://schemas.openxmlformats.org/drawingml/2006/main">
              <a:ext uri="{FF2B5EF4-FFF2-40B4-BE49-F238E27FC236}">
                <a16:creationId xmlns:a16="http://schemas.microsoft.com/office/drawing/2014/main" id="{A19CF023-05BF-461E-983A-31D8615C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025" y="8286750"/>
            <a:ext cx="171450" cy="2200275"/>
          </a:xfrm>
          <a:custGeom xmlns:a="http://schemas.openxmlformats.org/drawingml/2006/main">
            <a:pathLst>
              <a:path w="171450" h="2200275">
                <a:moveTo>
                  <a:pt x="95250" y="2200275"/>
                </a:moveTo>
                <a:lnTo>
                  <a:pt x="95250" y="85725"/>
                </a:lnTo>
                <a:lnTo>
                  <a:pt x="171450" y="85725"/>
                </a:lnTo>
                <a:lnTo>
                  <a:pt x="85725" y="0"/>
                </a:lnTo>
                <a:lnTo>
                  <a:pt x="0" y="85725"/>
                </a:lnTo>
                <a:lnTo>
                  <a:pt x="76200" y="85725"/>
                </a:lnTo>
                <a:lnTo>
                  <a:pt x="76200" y="2200275"/>
                </a:lnTo>
                <a:close/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4" name="Attribute axis">
            <a:extLst xmlns:a="http://schemas.openxmlformats.org/drawingml/2006/main">
              <a:ext uri="{FF2B5EF4-FFF2-40B4-BE49-F238E27FC236}">
                <a16:creationId xmlns:a16="http://schemas.microsoft.com/office/drawing/2014/main" id="{9D1078DA-D497-4742-973B-5083E412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0763816"/>
            <a:ext cx="1270058" cy="517693"/>
          </a:xfrm>
          <a:custGeom xmlns:a="http://schemas.openxmlformats.org/drawingml/2006/main">
            <a:pathLst>
              <a:path w="1270058" h="517693">
                <a:moveTo>
                  <a:pt x="1263592" y="0"/>
                </a:moveTo>
                <a:lnTo>
                  <a:pt x="77401" y="428099"/>
                </a:lnTo>
                <a:lnTo>
                  <a:pt x="51533" y="356424"/>
                </a:lnTo>
                <a:lnTo>
                  <a:pt x="0" y="466159"/>
                </a:lnTo>
                <a:lnTo>
                  <a:pt x="109735" y="517693"/>
                </a:lnTo>
                <a:lnTo>
                  <a:pt x="83868" y="446018"/>
                </a:lnTo>
                <a:lnTo>
                  <a:pt x="1270058" y="17919"/>
                </a:lnTo>
                <a:close/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5" name="Number">
            <a:extLst xmlns:a="http://schemas.openxmlformats.org/drawingml/2006/main">
              <a:ext uri="{FF2B5EF4-FFF2-40B4-BE49-F238E27FC236}">
                <a16:creationId xmlns:a16="http://schemas.microsoft.com/office/drawing/2014/main" id="{32A22EFA-254A-4C42-9BEA-AC81FE11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7375" y="8096250"/>
            <a:ext cx="13811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Number</a:t>
            </a:r>
          </a:p>
        </p:txBody>
      </p:sp>
      <p:sp>
        <p:nvSpPr>
          <p:cNvPr id="306" name="Complexity">
            <a:extLst xmlns:a="http://schemas.openxmlformats.org/drawingml/2006/main">
              <a:ext uri="{FF2B5EF4-FFF2-40B4-BE49-F238E27FC236}">
                <a16:creationId xmlns:a16="http://schemas.microsoft.com/office/drawing/2014/main" id="{2BC333A5-4382-48B5-A329-766098E1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40000">
            <a:off x="15925800" y="10915650"/>
            <a:ext cx="16478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Complexity</a:t>
            </a:r>
          </a:p>
        </p:txBody>
      </p:sp>
      <p:sp>
        <p:nvSpPr>
          <p:cNvPr id="307" name="Attribute">
            <a:extLst xmlns:a="http://schemas.openxmlformats.org/drawingml/2006/main">
              <a:ext uri="{FF2B5EF4-FFF2-40B4-BE49-F238E27FC236}">
                <a16:creationId xmlns:a16="http://schemas.microsoft.com/office/drawing/2014/main" id="{10F1AFCE-6937-4717-9040-37102FF6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0">
            <a:off x="10906125" y="1065847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Attribute</a:t>
            </a:r>
          </a:p>
        </p:txBody>
      </p:sp>
      <p:sp>
        <p:nvSpPr>
          <p:cNvPr id="308" name="Color">
            <a:extLst xmlns:a="http://schemas.openxmlformats.org/drawingml/2006/main">
              <a:ext uri="{FF2B5EF4-FFF2-40B4-BE49-F238E27FC236}">
                <a16:creationId xmlns:a16="http://schemas.microsoft.com/office/drawing/2014/main" id="{2A5650A4-7F1E-409B-B412-55DE127A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11096625" y="94011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Color</a:t>
            </a:r>
          </a:p>
        </p:txBody>
      </p:sp>
      <p:sp>
        <p:nvSpPr>
          <p:cNvPr id="309" name="Size">
            <a:extLst xmlns:a="http://schemas.openxmlformats.org/drawingml/2006/main">
              <a:ext uri="{FF2B5EF4-FFF2-40B4-BE49-F238E27FC236}">
                <a16:creationId xmlns:a16="http://schemas.microsoft.com/office/drawing/2014/main" id="{B354C87D-8185-4FAD-9A22-E5EF0C0F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11096625" y="97821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Size</a:t>
            </a:r>
          </a:p>
        </p:txBody>
      </p:sp>
      <p:sp>
        <p:nvSpPr>
          <p:cNvPr id="310" name="Structure">
            <a:extLst xmlns:a="http://schemas.openxmlformats.org/drawingml/2006/main">
              <a:ext uri="{FF2B5EF4-FFF2-40B4-BE49-F238E27FC236}">
                <a16:creationId xmlns:a16="http://schemas.microsoft.com/office/drawing/2014/main" id="{55FC0689-148D-4677-9E07-3210A2F4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11096625" y="101631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Structure</a:t>
            </a:r>
          </a:p>
        </p:txBody>
      </p:sp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F32CEC65-8C7D-4E01-A82B-A7FFFC3AE9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ed6940a5c4102"/>
          <a:stretch xmlns:a="http://schemas.openxmlformats.org/drawingml/2006/main"/>
        </p:blipFill>
        <p:spPr>
          <a:xfrm xmlns:a="http://schemas.openxmlformats.org/drawingml/2006/main">
            <a:off x="11841634" y="9086850"/>
            <a:ext cx="338781" cy="266700"/>
          </a:xfrm>
          <a:prstGeom xmlns:a="http://schemas.openxmlformats.org/drawingml/2006/main" prst="rect">
            <a:avLst/>
          </a:prstGeom>
        </p:spPr>
      </p:pic>
      <p:pic>
        <p:nvPic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9640E33-42B7-4C6D-A3D0-CE1E78428B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0561cf43b4a9a"/>
          <a:stretch xmlns:a="http://schemas.openxmlformats.org/drawingml/2006/main"/>
        </p:blipFill>
        <p:spPr>
          <a:xfrm xmlns:a="http://schemas.openxmlformats.org/drawingml/2006/main">
            <a:off x="11840482" y="9496425"/>
            <a:ext cx="341086" cy="304800"/>
          </a:xfrm>
          <a:prstGeom xmlns:a="http://schemas.openxmlformats.org/drawingml/2006/main" prst="rect">
            <a:avLst/>
          </a:prstGeom>
        </p:spPr>
      </p:pic>
      <p:pic>
        <p:nvPic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D01D8DB2-613D-4036-BB71-549C3D3220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a4ae96ca74258"/>
          <a:stretch xmlns:a="http://schemas.openxmlformats.org/drawingml/2006/main"/>
        </p:blipFill>
        <p:spPr>
          <a:xfrm xmlns:a="http://schemas.openxmlformats.org/drawingml/2006/main">
            <a:off x="11849100" y="9936298"/>
            <a:ext cx="342900" cy="291830"/>
          </a:xfrm>
          <a:prstGeom xmlns:a="http://schemas.openxmlformats.org/drawingml/2006/main" prst="rect">
            <a:avLst/>
          </a:prstGeom>
        </p:spPr>
      </p:pic>
      <p:sp>
        <p:nvSpPr>
          <p:cNvPr id="314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4B8AEC4F-EC7A-4CFA-8AF6-0924C74E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51547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15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8A324F1C-2D3C-4CAE-AAE5-9C5C60C1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2025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16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21EEB16B-4D94-4B11-BA91-9303C805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72502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17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3A97C1E9-E6A7-4D5A-9AE0-7F2B3D43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8298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18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556E63B8-7799-43B1-8170-B291790A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93457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19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5A113380-E658-4F7D-B0E0-F2E15E10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03935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0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28063C31-B01E-45C9-8A64-39C9FA5C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14412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1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74517174-45DD-48CB-A02A-E6535EBB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2489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2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EFBE5B52-823A-4A38-B6ED-DD809750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35367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3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78C084FD-1B7C-4060-AA17-4A3C81E6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45845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4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42280D75-C070-4E28-8CB1-40957272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56322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5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D7C11C08-F4C6-44CD-9776-A91AAFEC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6680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6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5C3A241C-1B93-4EAE-A4E7-F29C3A66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77277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7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FC4E4BDB-C92A-47E5-9C9A-6D1D2942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87755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8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13AA9760-CCEB-4107-8DD9-02B25BA2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98232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9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66B2082D-0781-4225-A00C-1C234508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871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30" name="Attribute endpoint">
            <a:extLst xmlns:a="http://schemas.openxmlformats.org/drawingml/2006/main">
              <a:ext uri="{FF2B5EF4-FFF2-40B4-BE49-F238E27FC236}">
                <a16:creationId xmlns:a16="http://schemas.microsoft.com/office/drawing/2014/main" id="{B9AC1DB3-5124-4A1B-AFD0-7A953E80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94297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CBB5E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31" name="Attribute endpoint">
            <a:extLst xmlns:a="http://schemas.openxmlformats.org/drawingml/2006/main">
              <a:ext uri="{FF2B5EF4-FFF2-40B4-BE49-F238E27FC236}">
                <a16:creationId xmlns:a16="http://schemas.microsoft.com/office/drawing/2014/main" id="{DFE7718E-5467-43CA-98B4-04ED42C2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117282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CBB5ED"/>
          </a:solidFill>
          <a:ln xmlns:a="http://schemas.openxmlformats.org/drawingml/2006/main" w="19050">
            <a:noFill/>
            <a:prstDash val="solid"/>
          </a:ln>
        </p:spPr>
      </p:sp>
      <p:pic>
        <p:nvPic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330DC321-C6FE-42BE-B86A-517A01CCC4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5525ea3e34ae0"/>
          <a:stretch xmlns:a="http://schemas.openxmlformats.org/drawingml/2006/main"/>
        </p:blipFill>
        <p:spPr>
          <a:xfrm xmlns:a="http://schemas.openxmlformats.org/drawingml/2006/main">
            <a:off x="14317142" y="8382000"/>
            <a:ext cx="436015" cy="428625"/>
          </a:xfrm>
          <a:prstGeom xmlns:a="http://schemas.openxmlformats.org/drawingml/2006/main" prst="rect">
            <a:avLst/>
          </a:prstGeom>
        </p:spPr>
      </p:pic>
      <p:sp>
        <p:nvSpPr>
          <p:cNvPr id="333" name="One apple">
            <a:extLst xmlns:a="http://schemas.openxmlformats.org/drawingml/2006/main">
              <a:ext uri="{FF2B5EF4-FFF2-40B4-BE49-F238E27FC236}">
                <a16:creationId xmlns:a16="http://schemas.microsoft.com/office/drawing/2014/main" id="{FAF19A95-A6A5-43E0-B293-71CDB4C6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375" y="8524875"/>
            <a:ext cx="1390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One apple</a:t>
            </a:r>
          </a:p>
        </p:txBody>
      </p:sp>
      <p:pic>
        <p:nvPic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339DDCC5-FFA2-413B-9BC3-8D90A4C6CC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27fdba3714661"/>
          <a:stretch xmlns:a="http://schemas.openxmlformats.org/drawingml/2006/main"/>
        </p:blipFill>
        <p:spPr>
          <a:xfrm xmlns:a="http://schemas.openxmlformats.org/drawingml/2006/main">
            <a:off x="14859000" y="9012968"/>
            <a:ext cx="828675" cy="557339"/>
          </a:xfrm>
          <a:prstGeom xmlns:a="http://schemas.openxmlformats.org/drawingml/2006/main" prst="rect">
            <a:avLst/>
          </a:prstGeom>
        </p:spPr>
      </p:pic>
      <p:sp>
        <p:nvSpPr>
          <p:cNvPr id="335" name="Three apples">
            <a:extLst xmlns:a="http://schemas.openxmlformats.org/drawingml/2006/main">
              <a:ext uri="{FF2B5EF4-FFF2-40B4-BE49-F238E27FC236}">
                <a16:creationId xmlns:a16="http://schemas.microsoft.com/office/drawing/2014/main" id="{4A72687F-78CE-48E5-96BC-2A8098B8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44825" y="9153525"/>
            <a:ext cx="1390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Three apples</a:t>
            </a:r>
          </a:p>
        </p:txBody>
      </p:sp>
      <p:pic>
        <p:nvPic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3850B7ED-E490-4FA8-9756-36466DEE91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cc431a5f24d09"/>
          <a:stretch xmlns:a="http://schemas.openxmlformats.org/drawingml/2006/main"/>
        </p:blipFill>
        <p:spPr>
          <a:xfrm xmlns:a="http://schemas.openxmlformats.org/drawingml/2006/main">
            <a:off x="15601950" y="9774666"/>
            <a:ext cx="1000125" cy="700818"/>
          </a:xfrm>
          <a:prstGeom xmlns:a="http://schemas.openxmlformats.org/drawingml/2006/main" prst="rect">
            <a:avLst/>
          </a:prstGeom>
        </p:spPr>
      </p:pic>
      <p:sp>
        <p:nvSpPr>
          <p:cNvPr id="337" name="Eight apples">
            <a:extLst xmlns:a="http://schemas.openxmlformats.org/drawingml/2006/main">
              <a:ext uri="{FF2B5EF4-FFF2-40B4-BE49-F238E27FC236}">
                <a16:creationId xmlns:a16="http://schemas.microsoft.com/office/drawing/2014/main" id="{D0518142-3116-47E9-AA78-B85FC7FF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59225" y="9915525"/>
            <a:ext cx="1390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Eight apples</a:t>
            </a:r>
          </a:p>
        </p:txBody>
      </p:sp>
      <p:sp>
        <p:nvSpPr>
          <p:cNvPr id="338" name="Apple composition callout">
            <a:extLst xmlns:a="http://schemas.openxmlformats.org/drawingml/2006/main">
              <a:ext uri="{FF2B5EF4-FFF2-40B4-BE49-F238E27FC236}">
                <a16:creationId xmlns:a16="http://schemas.microsoft.com/office/drawing/2014/main" id="{70A181EC-2642-421A-BCAB-511B21B6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8496300"/>
            <a:ext cx="847725" cy="142875"/>
          </a:xfrm>
          <a:custGeom xmlns:a="http://schemas.openxmlformats.org/drawingml/2006/main">
            <a:pathLst>
              <a:path w="847725" h="142875">
                <a:moveTo>
                  <a:pt x="0" y="0"/>
                </a:moveTo>
                <a:lnTo>
                  <a:pt x="676275" y="142875"/>
                </a:lnTo>
                <a:lnTo>
                  <a:pt x="847725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A8A8A"/>
            </a:solidFill>
            <a:prstDash val="solid"/>
          </a:ln>
        </p:spPr>
      </p:sp>
      <p:sp>
        <p:nvSpPr>
          <p:cNvPr id="339" name="Apple composition callout">
            <a:extLst xmlns:a="http://schemas.openxmlformats.org/drawingml/2006/main">
              <a:ext uri="{FF2B5EF4-FFF2-40B4-BE49-F238E27FC236}">
                <a16:creationId xmlns:a16="http://schemas.microsoft.com/office/drawing/2014/main" id="{C48B8A59-3F1C-4ECE-B7FA-1BD5C28F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9315450"/>
            <a:ext cx="876300" cy="247650"/>
          </a:xfrm>
          <a:custGeom xmlns:a="http://schemas.openxmlformats.org/drawingml/2006/main">
            <a:pathLst>
              <a:path w="876300" h="247650">
                <a:moveTo>
                  <a:pt x="0" y="247650"/>
                </a:moveTo>
                <a:lnTo>
                  <a:pt x="533400" y="247650"/>
                </a:lnTo>
                <a:lnTo>
                  <a:pt x="87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A8A8A"/>
            </a:solidFill>
            <a:prstDash val="solid"/>
          </a:ln>
        </p:spPr>
      </p:sp>
      <p:sp>
        <p:nvSpPr>
          <p:cNvPr id="340" name="Apple composition callout">
            <a:extLst xmlns:a="http://schemas.openxmlformats.org/drawingml/2006/main">
              <a:ext uri="{FF2B5EF4-FFF2-40B4-BE49-F238E27FC236}">
                <a16:creationId xmlns:a16="http://schemas.microsoft.com/office/drawing/2014/main" id="{0F616F2C-47C9-4CF4-B83D-55D3F6D4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0229850"/>
            <a:ext cx="1047750" cy="533400"/>
          </a:xfrm>
          <a:custGeom xmlns:a="http://schemas.openxmlformats.org/drawingml/2006/main">
            <a:pathLst>
              <a:path w="1047750" h="533400">
                <a:moveTo>
                  <a:pt x="0" y="533400"/>
                </a:moveTo>
                <a:lnTo>
                  <a:pt x="685800" y="533400"/>
                </a:ln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A8A8A"/>
            </a:solidFill>
            <a:prstDash val="solid"/>
          </a:ln>
        </p:spPr>
      </p:sp>
      <p:sp>
        <p:nvSpPr>
          <p:cNvPr id="34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6BD25E6A-7436-47D8-B5EE-D71B175F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648825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D03EC7D2-FC7B-48A7-B7F6-E0F317B0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6200" y="9740371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1A7D2BD0-3C86-4E0A-A58E-74C4E3B2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3200" y="9831917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9FB52A66-6814-471E-932F-51C9F4D6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9923463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AFD14403-AB3C-406C-A327-381053E3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7200" y="10015008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6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496ED6EE-A9FF-4509-A91B-F627B201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4200" y="10106554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7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127354D-3823-40EB-9D33-F9F54A38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0198100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8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7635F4F3-56C5-4B24-9FFC-5F96938F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200" y="10289646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9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FE52C42B-551C-4BE0-B88E-9396BB03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5200" y="10381192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0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5BCE1B44-EF38-4B72-BF9C-A7B74AF6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10472738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096E9AF-477D-4ECE-A83D-376DA352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9200" y="10564283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8AE6FA58-A211-4198-BFBF-9F5149FF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6200" y="10655829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1EE533D-CF62-4C57-97D0-06E1347E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10747375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5846A26-136A-4B8B-B52C-F7E62907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0200" y="10838921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D85BBAD6-A331-4A8D-B6C8-68065C63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7200" y="10930467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6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01A8098A-63E3-492C-A7AF-E673FEB1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11022013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7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8593EAF2-C649-4F38-94D8-6A44EF5C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0" y="11113558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8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15283593-F06A-4773-88F0-E2623EDD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200" y="11205104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9" name="Long tail guide endpoint">
            <a:extLst xmlns:a="http://schemas.openxmlformats.org/drawingml/2006/main">
              <a:ext uri="{FF2B5EF4-FFF2-40B4-BE49-F238E27FC236}">
                <a16:creationId xmlns:a16="http://schemas.microsoft.com/office/drawing/2014/main" id="{35FAA11A-E4D0-4B3C-A8CE-3C180A3A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7575" y="1124902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0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5F82EE3F-D0DC-4506-A123-D39CE7B8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9256395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3CBD433-7074-45F6-AA1B-17C07E3D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4542" y="9372918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84D5D560-4B28-4EE1-BBE7-04CD84F1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233" y="9489440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5F46918-41F2-41B1-BC63-9F94EBDA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925" y="9605963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DD9A362-5E5E-4262-908B-729274BB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7617" y="9722485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5CFE9E7-5350-4556-8081-E9FC284E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5308" y="9839008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6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E49C7670-72F7-47BB-96B2-78E31AFE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000" y="9955530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7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00E71A1C-F36D-4D5C-BA5A-F18FBDC5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0692" y="10072053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8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1708C063-B0C7-4CCC-A3E3-54DBBC1F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8383" y="10188575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9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0208CF5-AB0F-4F5C-9B17-2CC07F10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10305098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0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2702517-4FB7-4D4E-8A40-0A7549AF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3767" y="10421620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9B565D5B-1A17-4C41-92A1-6C89E5E0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1458" y="10538142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DB02017-77B7-49ED-9DB2-2EA7FEFC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9150" y="10654665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890698AA-7801-4D3D-B690-E5BFAE22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6842" y="10771188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1273349A-935D-479F-A267-851B435D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4533" y="10887710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DA5CEE1-B8E4-42A8-A1B4-9C84AC04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2225" y="11004233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6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F3A75726-300F-4045-B042-2449D37A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9917" y="11120755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7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F3036DA7-3752-4AFC-87EE-0819A3BB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7608" y="11237278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8" name="Long tail guide endpoint">
            <a:extLst xmlns:a="http://schemas.openxmlformats.org/drawingml/2006/main">
              <a:ext uri="{FF2B5EF4-FFF2-40B4-BE49-F238E27FC236}">
                <a16:creationId xmlns:a16="http://schemas.microsoft.com/office/drawing/2014/main" id="{5274DBE9-B028-483E-A73C-5C0CC6BA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675" y="113061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79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9BD09DA-4850-4BF8-81D2-2AFB3D26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63965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0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D1DA3DF0-7A8A-4964-80AB-85EE962D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2883" y="9005464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70CD07BC-47C6-4075-8979-5279025B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1267" y="9146963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E798D9E5-88F9-4D9C-8CC2-2DBC5019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9650" y="9288463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A9150CE-D06F-4E8E-A93A-31C16D4E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033" y="9429962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7C328B8-BAD8-4163-BB3A-19C84DCD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6417" y="9571461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1607CCF5-0814-43D9-A86F-EBDDD43D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4800" y="9712960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6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18DF6D22-6AA8-4D5C-AF8C-232D4D05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3183" y="9854459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7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84664681-8E76-48D4-9E8D-8D0C61B5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1567" y="9995958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8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8085866-D2BF-49C9-AF0A-53510E99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10137458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9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2616917-5FB3-48BB-9BF5-BA96A72D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8333" y="10278957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0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D8F2B056-0D7A-4CEE-97C0-778F0B9B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6717" y="10420456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9348791-4660-425A-9A84-5500ED59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5100" y="10561955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2641D79E-CB3D-441C-870F-DCA2A7C7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483" y="10703454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09565DE2-FFC4-4BAA-B89A-D526B081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1867" y="10844953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5F14B299-F708-4D73-807C-75197BB5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250" y="10986453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4600D311-7134-4411-B069-BD44A1CF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8633" y="11127952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6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3E2F684-4031-43B0-8D5E-B193A08D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7017" y="11269451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7" name="Long tail guide endpoint">
            <a:extLst xmlns:a="http://schemas.openxmlformats.org/drawingml/2006/main">
              <a:ext uri="{FF2B5EF4-FFF2-40B4-BE49-F238E27FC236}">
                <a16:creationId xmlns:a16="http://schemas.microsoft.com/office/drawing/2014/main" id="{158B607F-350C-45A1-B139-9D6FE6B4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7775" y="1136332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98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721B10A9-DD56-45C9-AED4-F1B7BF67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8471535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9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2547E7B-C2BE-4FE9-8FBD-0B8EEDFE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1225" y="8638011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0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5FF28841-87FF-4F57-99DF-B6202689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804487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19504916-03A5-4C62-AD88-48E566AA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970963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D07ABD99-7E56-4330-8444-5C18CCEC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9137438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FF96586-11B0-4D3D-B0FE-B2AAA8BB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7525" y="9303914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D4A22C0F-8497-4EDE-AE3A-2458E7A3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9470390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E589069A-4BAA-4905-BD42-BB0F2006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675" y="9636866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6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81CD0874-3A25-43EA-8C4E-5ABC0C75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9803342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7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F0956DF9-DA6C-44B2-A10F-03E4B7E4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3825" y="9969818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8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9A1F7A0-BA51-4A2E-8884-C743D84F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10136293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9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E0C72F6E-36FD-4B05-979F-84ABF53A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975" y="10302769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10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A4C6BDCB-7FD6-45E2-BD32-039E7FB6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10469245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1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472E00D-BEE6-4B55-8DD4-905AEA6B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10635721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1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01F0EF29-F449-4795-958F-1E525794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10802197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1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467E428-DB14-4458-8060-4CD5D2D5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8275" y="10968673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1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3F079DA-4A4B-4209-B599-1D4DEEF7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11135148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1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DB496A2E-B4A6-4A0F-B7CC-380A66C4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425" y="11301624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16" name="Long tail guide endpoint">
            <a:extLst xmlns:a="http://schemas.openxmlformats.org/drawingml/2006/main">
              <a:ext uri="{FF2B5EF4-FFF2-40B4-BE49-F238E27FC236}">
                <a16:creationId xmlns:a16="http://schemas.microsoft.com/office/drawing/2014/main" id="{C2E1053F-7EC6-47B0-BACD-A975B5A9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114204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17" name="Long-tail Scarcity">
            <a:extLst xmlns:a="http://schemas.openxmlformats.org/drawingml/2006/main">
              <a:ext uri="{FF2B5EF4-FFF2-40B4-BE49-F238E27FC236}">
                <a16:creationId xmlns:a16="http://schemas.microsoft.com/office/drawing/2014/main" id="{83213F57-DB3F-44BE-BB5A-CCEDC3A3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39675" y="115062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F1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F1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1" i="0">
                <a:solidFill>
                  <a:srgbClr val="F10000"/>
                </a:solidFill>
                <a:latin typeface="Comic Sans MS"/>
                <a:ea typeface="Comic Sans MS"/>
                <a:cs typeface="Comic Sans MS"/>
              </a:rPr>
              <a:t>Long-tail Scarcity</a:t>
            </a:r>
          </a:p>
        </p:txBody>
      </p:sp>
    </p:spTree>
    <p:extLst>
      <p:ext uri="{BB962C8B-B14F-4D97-AF65-F5344CB8AC3E}">
        <p14:creationId xmlns:p14="http://schemas.microsoft.com/office/powerpoint/2010/main" val="1781128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2026-10-18T16:23:59.6420000Z</dcterms:created>
  <dcterms:modified xsi:type="dcterms:W3CDTF">2026-10-18T16:23:59.6420000Z</dcterms:modified>
</coreProperties>
</file>