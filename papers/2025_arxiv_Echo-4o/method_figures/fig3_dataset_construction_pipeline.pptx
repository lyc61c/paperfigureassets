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cc075d40e4cbc" /><Relationship Type="http://schemas.openxmlformats.org/officeDocument/2006/relationships/extended-properties" Target="/docProps/app.xml" Id="Re776a8a8d1bf4d43" /><Relationship Type="http://schemas.openxmlformats.org/officeDocument/2006/relationships/officeDocument" Target="/ppt/presentation.xml" Id="R9d1ed9682a954c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df6de48af4ab0"/>
  </p:sldMasterIdLst>
  <p:notesMasterIdLst>
    <p:notesMasterId xmlns:r="http://schemas.openxmlformats.org/officeDocument/2006/relationships" r:id="R98efc7c891154e1e"/>
  </p:notesMasterIdLst>
  <p:sldIdLst>
    <p:sldId xmlns:r="http://schemas.openxmlformats.org/officeDocument/2006/relationships" id="256" r:id="R667552f239a14582"/>
  </p:sldIdLst>
  <p:sldSz cx="19507200" cy="8239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fde47a3f24497" /><Relationship Type="http://schemas.openxmlformats.org/officeDocument/2006/relationships/slideMaster" Target="/ppt/slideMasters/slideMaster1.xml" Id="R47ddf6de48af4ab0" /><Relationship Type="http://schemas.openxmlformats.org/officeDocument/2006/relationships/notesMaster" Target="/ppt/notesMasters/notesMaster1.xml" Id="R98efc7c891154e1e" /><Relationship Type="http://schemas.openxmlformats.org/officeDocument/2006/relationships/presProps" Target="/ppt/presProps.xml" Id="R4e1f7633b7c5430e" /><Relationship Type="http://schemas.openxmlformats.org/officeDocument/2006/relationships/tableStyles" Target="/ppt/tableStyles.xml" Id="Rf635c04b7da14402" /><Relationship Type="http://schemas.openxmlformats.org/officeDocument/2006/relationships/slide" Target="/ppt/slides/slide1.xml" Id="R667552f239a1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9cefe2acd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73cd3a19b74471" /><Relationship Type="http://schemas.openxmlformats.org/officeDocument/2006/relationships/notesMaster" Target="/ppt/notesMasters/notesMaster1.xml" Id="R7fff456d9df64d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reconstruction, not author-provided PowerPoint.</a:t>
            </a:r>
          </a:p>
          <a:p xmlns:a="http://schemas.openxmlformats.org/drawingml/2006/main">
            <a:r>
              <a:t>Dataset Construction Pipeline</a:t>
            </a:r>
          </a:p>
          <a:p xmlns:a="http://schemas.openxmlformats.org/drawingml/2006/main">
            <a:r>
              <a:t>Source: https://arxiv.org/abs/2508.09987v1</a:t>
            </a:r>
          </a:p>
          <a:p xmlns:a="http://schemas.openxmlformats.org/drawingml/2006/main">
            <a:r>
              <a:t>Approved image: fig3_dataset_construction_pipeline.png; SHA-256: 62733a814f15a077ddaeb763b1174ad1836c08e7b5355184d8e674dd98ca0870</a:t>
            </a:r>
          </a:p>
          <a:p xmlns:a="http://schemas.openxmlformats.org/drawingml/2006/main">
            <a:r>
              <a:t>Readable diagram labels and vector geometry are native editable PowerPoint objects. Arrow paths are not endpoint-bound connectors and plot paths are not data-bound charts. Photos and complex local illustrations remain independent raster objects (45), whose internal pixels are not editable.</a:t>
            </a:r>
          </a:p>
          <a:p xmlns:a="http://schemas.openxmlformats.org/drawingml/2006/main">
            <a:r>
              <a:t>Font substitution: flattened source artwork rebuilt with Comic Sans MS, Times New Roman (installed Windows fonts). Gradients, shadows, 3-D bar shading and freehand strokes are approximate. This is a reconstruction,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roundtrip,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cc202375242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b71ccf15044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e232879dc4a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5f8380ee247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eec9af6454c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94d9bf81c48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751F9D-D99A-4B0E-8331-07805F65B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3112558"/>
            <a:ext cx="15605760" cy="1190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7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91E05B-2C02-4478-B835-9288E3B6BC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26080" y="4531519"/>
            <a:ext cx="13655040" cy="915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27F6FC-1E02-46CD-90F4-476C1C52C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50720" y="3432969"/>
            <a:ext cx="15605760" cy="1373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A55AA4-FE83-411B-A812-F7BF25B64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640821"/>
            <a:ext cx="17312640" cy="1007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E911D9-D4A2-4EF3-B3C9-D49BF0F4F9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288646"/>
            <a:ext cx="17312640" cy="5126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6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1pPr>
            <a:lvl2pPr marL="6408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2pPr>
            <a:lvl3pPr marL="10070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3pPr>
            <a:lvl4pPr marL="137318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4pPr>
            <a:lvl5pPr marL="173937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5pPr>
            <a:lvl6pPr marL="210555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6pPr>
            <a:lvl7pPr marL="24717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7pPr>
            <a:lvl8pPr marL="28379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8pPr>
            <a:lvl9pPr marL="32041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B5179D-08F8-4EB8-8D65-DFFA957625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640821"/>
            <a:ext cx="17312640" cy="1007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E2CC9C-7A01-4CE2-936F-36D31BCF18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288646"/>
            <a:ext cx="8046720" cy="5126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6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1pPr>
            <a:lvl2pPr marL="6408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2pPr>
            <a:lvl3pPr marL="10070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3pPr>
            <a:lvl4pPr marL="137318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4pPr>
            <a:lvl5pPr marL="173937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5pPr>
            <a:lvl6pPr marL="210555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6pPr>
            <a:lvl7pPr marL="24717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7pPr>
            <a:lvl8pPr marL="28379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8pPr>
            <a:lvl9pPr marL="32041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F500B5-50A6-41A7-9B4B-EDBC04710B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363200" y="2288646"/>
            <a:ext cx="8046720" cy="5126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2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6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1pPr>
            <a:lvl2pPr marL="6408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2pPr>
            <a:lvl3pPr marL="10070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3pPr>
            <a:lvl4pPr marL="137318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4pPr>
            <a:lvl5pPr marL="173937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5pPr>
            <a:lvl6pPr marL="210555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6pPr>
            <a:lvl7pPr marL="24717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7pPr>
            <a:lvl8pPr marL="28379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8pPr>
            <a:lvl9pPr marL="32041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7800DE-41F0-45E5-BADB-23D37C921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640821"/>
            <a:ext cx="17312640" cy="1007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D7D8BA-A31B-413E-9FDF-0D05001FC1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97280" y="2288646"/>
            <a:ext cx="8046720" cy="5126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746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1pPr>
            <a:lvl2pPr marL="6408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2pPr>
            <a:lvl3pPr marL="10070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3pPr>
            <a:lvl4pPr marL="137318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4pPr>
            <a:lvl5pPr marL="173937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5pPr>
            <a:lvl6pPr marL="210555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6pPr>
            <a:lvl7pPr marL="2471738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7pPr>
            <a:lvl8pPr marL="2837921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8pPr>
            <a:lvl9pPr marL="3204104" indent="-274637">
              <a:lnSpc>
                <a:spcPct val="110000"/>
              </a:lnSpc>
              <a:spcBef>
                <a:spcPts val="0"/>
              </a:spcBef>
              <a:spcAft>
                <a:spcPts val="144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1acdbf88a48e8" /><Relationship Type="http://schemas.openxmlformats.org/officeDocument/2006/relationships/slideLayout" Target="/ppt/slideLayouts/slideLayout1.xml" Id="R677573d2c9414d85" /><Relationship Type="http://schemas.openxmlformats.org/officeDocument/2006/relationships/slideLayout" Target="/ppt/slideLayouts/slideLayout2.xml" Id="Re3cc276f2fc84ff3" /><Relationship Type="http://schemas.openxmlformats.org/officeDocument/2006/relationships/slideLayout" Target="/ppt/slideLayouts/slideLayout3.xml" Id="R0607f63c7dbe4e2a" /><Relationship Type="http://schemas.openxmlformats.org/officeDocument/2006/relationships/slideLayout" Target="/ppt/slideLayouts/slideLayout4.xml" Id="Rbdf9b4273f5f4929" /><Relationship Type="http://schemas.openxmlformats.org/officeDocument/2006/relationships/slideLayout" Target="/ppt/slideLayouts/slideLayout5.xml" Id="R4b7b3f4c0c4d4d3f" /><Relationship Type="http://schemas.openxmlformats.org/officeDocument/2006/relationships/slideLayout" Target="/ppt/slideLayouts/slideLayout6.xml" Id="Rf84c65a375b84f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7573d2c9414d85"/>
    <p:sldLayoutId xmlns:r="http://schemas.openxmlformats.org/officeDocument/2006/relationships" id="2147483650" r:id="Re3cc276f2fc84ff3"/>
    <p:sldLayoutId xmlns:r="http://schemas.openxmlformats.org/officeDocument/2006/relationships" id="2147483651" r:id="R0607f63c7dbe4e2a"/>
    <p:sldLayoutId xmlns:r="http://schemas.openxmlformats.org/officeDocument/2006/relationships" id="2147483652" r:id="Rbdf9b4273f5f4929"/>
    <p:sldLayoutId xmlns:r="http://schemas.openxmlformats.org/officeDocument/2006/relationships" id="2147483653" r:id="R4b7b3f4c0c4d4d3f"/>
    <p:sldLayoutId xmlns:r="http://schemas.openxmlformats.org/officeDocument/2006/relationships" id="2147483654" r:id="Rf84c65a375b84f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40be0b3674553" /><Relationship Type="http://schemas.openxmlformats.org/officeDocument/2006/relationships/image" Target="/ppt/media/image.png" Id="Rd659b57a842643de" /><Relationship Type="http://schemas.openxmlformats.org/officeDocument/2006/relationships/image" Target="/ppt/media/image2.png" Id="R93817a7be2e54552" /><Relationship Type="http://schemas.openxmlformats.org/officeDocument/2006/relationships/image" Target="/ppt/media/image3.png" Id="R9485bf00aff7407b" /><Relationship Type="http://schemas.openxmlformats.org/officeDocument/2006/relationships/image" Target="/ppt/media/image4.png" Id="R401d461b398d4159" /><Relationship Type="http://schemas.openxmlformats.org/officeDocument/2006/relationships/image" Target="/ppt/media/image5.png" Id="Rb90b54c770224f80" /><Relationship Type="http://schemas.openxmlformats.org/officeDocument/2006/relationships/image" Target="/ppt/media/image6.png" Id="Ra1e49749a38e46dd" /><Relationship Type="http://schemas.openxmlformats.org/officeDocument/2006/relationships/image" Target="/ppt/media/image7.png" Id="R466e44bfc0d34094" /><Relationship Type="http://schemas.openxmlformats.org/officeDocument/2006/relationships/image" Target="/ppt/media/image8.png" Id="R3ce9183639b54232" /><Relationship Type="http://schemas.openxmlformats.org/officeDocument/2006/relationships/image" Target="/ppt/media/image9.png" Id="R694dabba34c74be5" /><Relationship Type="http://schemas.openxmlformats.org/officeDocument/2006/relationships/image" Target="/ppt/media/image10.png" Id="R7e9ec72a82f54202" /><Relationship Type="http://schemas.openxmlformats.org/officeDocument/2006/relationships/image" Target="/ppt/media/image11.png" Id="R21abecda6ce24b32" /><Relationship Type="http://schemas.openxmlformats.org/officeDocument/2006/relationships/image" Target="/ppt/media/image12.png" Id="R6809822aaced4b71" /><Relationship Type="http://schemas.openxmlformats.org/officeDocument/2006/relationships/image" Target="/ppt/media/image13.png" Id="Rb2c60c1c38fe4ebf" /><Relationship Type="http://schemas.openxmlformats.org/officeDocument/2006/relationships/image" Target="/ppt/media/image14.png" Id="R28d31457c0aa4357" /><Relationship Type="http://schemas.openxmlformats.org/officeDocument/2006/relationships/image" Target="/ppt/media/image15.png" Id="R9aab79a43306451f" /><Relationship Type="http://schemas.openxmlformats.org/officeDocument/2006/relationships/image" Target="/ppt/media/image16.png" Id="R2c39439884004b1f" /><Relationship Type="http://schemas.openxmlformats.org/officeDocument/2006/relationships/image" Target="/ppt/media/image17.png" Id="R27e0fe3f19fa4ef5" /><Relationship Type="http://schemas.openxmlformats.org/officeDocument/2006/relationships/image" Target="/ppt/media/image18.png" Id="R0ae0cf82aa024be5" /><Relationship Type="http://schemas.openxmlformats.org/officeDocument/2006/relationships/image" Target="/ppt/media/image19.png" Id="R8cc362e4ebe74013" /><Relationship Type="http://schemas.openxmlformats.org/officeDocument/2006/relationships/image" Target="/ppt/media/image20.png" Id="Rf0ee03ff434844e7" /><Relationship Type="http://schemas.openxmlformats.org/officeDocument/2006/relationships/image" Target="/ppt/media/image21.png" Id="R1b028ff0ef0143eb" /><Relationship Type="http://schemas.openxmlformats.org/officeDocument/2006/relationships/image" Target="/ppt/media/image22.png" Id="R965e7171b10543e5" /><Relationship Type="http://schemas.openxmlformats.org/officeDocument/2006/relationships/image" Target="/ppt/media/image23.png" Id="R8248fd83be9e4541" /><Relationship Type="http://schemas.openxmlformats.org/officeDocument/2006/relationships/image" Target="/ppt/media/image24.png" Id="Ref4901bb68f54202" /><Relationship Type="http://schemas.openxmlformats.org/officeDocument/2006/relationships/image" Target="/ppt/media/image25.png" Id="R11e88484098a4f16" /><Relationship Type="http://schemas.openxmlformats.org/officeDocument/2006/relationships/image" Target="/ppt/media/image26.png" Id="Re1126261d79a4f2b" /><Relationship Type="http://schemas.openxmlformats.org/officeDocument/2006/relationships/image" Target="/ppt/media/image27.png" Id="R05f55f4025824354" /><Relationship Type="http://schemas.openxmlformats.org/officeDocument/2006/relationships/image" Target="/ppt/media/image28.png" Id="R4abb3d86eb784546" /><Relationship Type="http://schemas.openxmlformats.org/officeDocument/2006/relationships/image" Target="/ppt/media/image29.png" Id="Rdb30d8645c8440be" /><Relationship Type="http://schemas.openxmlformats.org/officeDocument/2006/relationships/image" Target="/ppt/media/image30.png" Id="Rc6ba1c8501154196" /><Relationship Type="http://schemas.openxmlformats.org/officeDocument/2006/relationships/image" Target="/ppt/media/image31.png" Id="R7f24885a07ea4ad4" /><Relationship Type="http://schemas.openxmlformats.org/officeDocument/2006/relationships/image" Target="/ppt/media/image32.png" Id="Rfe5ca2720aac4698" /><Relationship Type="http://schemas.openxmlformats.org/officeDocument/2006/relationships/image" Target="/ppt/media/image33.png" Id="Rdd4db8b525a44617" /><Relationship Type="http://schemas.openxmlformats.org/officeDocument/2006/relationships/image" Target="/ppt/media/image34.png" Id="R8b6d223f0f87467c" /><Relationship Type="http://schemas.openxmlformats.org/officeDocument/2006/relationships/image" Target="/ppt/media/image35.png" Id="Rbe99ee7d047c4b95" /><Relationship Type="http://schemas.openxmlformats.org/officeDocument/2006/relationships/image" Target="/ppt/media/image36.png" Id="Rd6a24292d9df47e7" /><Relationship Type="http://schemas.openxmlformats.org/officeDocument/2006/relationships/image" Target="/ppt/media/image37.png" Id="R192fb34696da4cbd" /><Relationship Type="http://schemas.openxmlformats.org/officeDocument/2006/relationships/image" Target="/ppt/media/image38.png" Id="R77b17f498fd94e64" /><Relationship Type="http://schemas.openxmlformats.org/officeDocument/2006/relationships/image" Target="/ppt/media/image39.png" Id="Rc769013f6c164c0a" /><Relationship Type="http://schemas.openxmlformats.org/officeDocument/2006/relationships/image" Target="/ppt/media/image40.png" Id="Rbf977d935c314124" /><Relationship Type="http://schemas.openxmlformats.org/officeDocument/2006/relationships/image" Target="/ppt/media/image41.png" Id="Rfae44e7c8a544d52" /><Relationship Type="http://schemas.openxmlformats.org/officeDocument/2006/relationships/image" Target="/ppt/media/image42.png" Id="Rc3244c292f4649b7" /><Relationship Type="http://schemas.openxmlformats.org/officeDocument/2006/relationships/image" Target="/ppt/media/image43.png" Id="R33a0f2c67cbb4c72" /><Relationship Type="http://schemas.openxmlformats.org/officeDocument/2006/relationships/image" Target="/ppt/media/image44.png" Id="R365b5d6ed31d489f" /><Relationship Type="http://schemas.openxmlformats.org/officeDocument/2006/relationships/image" Target="/ppt/media/image45.png" Id="Ref04eae4585d4cd3" /><Relationship Type="http://schemas.openxmlformats.org/officeDocument/2006/relationships/notesSlide" Target="/ppt/notesSlides/notesSlide1.xml" Id="Rdbba62bda7454c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" name="Dataset category Human-&#10;Human">
            <a:extLst xmlns:a="http://schemas.openxmlformats.org/drawingml/2006/main">
              <a:ext uri="{FF2B5EF4-FFF2-40B4-BE49-F238E27FC236}">
                <a16:creationId xmlns:a16="http://schemas.microsoft.com/office/drawing/2014/main" id="{C6EB0BE3-9C56-499E-A3B6-410B5FAD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736" y="372022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15460" y="0"/>
                </a:moveTo>
                <a:lnTo>
                  <a:pt x="59319" y="1034"/>
                </a:lnTo>
                <a:lnTo>
                  <a:pt x="103162" y="2603"/>
                </a:lnTo>
                <a:lnTo>
                  <a:pt x="146982" y="4708"/>
                </a:lnTo>
                <a:lnTo>
                  <a:pt x="190774" y="7348"/>
                </a:lnTo>
                <a:lnTo>
                  <a:pt x="234530" y="10523"/>
                </a:lnTo>
                <a:lnTo>
                  <a:pt x="278244" y="14232"/>
                </a:lnTo>
                <a:lnTo>
                  <a:pt x="321910" y="18475"/>
                </a:lnTo>
                <a:lnTo>
                  <a:pt x="365520" y="23251"/>
                </a:lnTo>
                <a:lnTo>
                  <a:pt x="409069" y="28560"/>
                </a:lnTo>
                <a:lnTo>
                  <a:pt x="452550" y="34400"/>
                </a:lnTo>
                <a:lnTo>
                  <a:pt x="495956" y="40771"/>
                </a:lnTo>
                <a:lnTo>
                  <a:pt x="539281" y="47671"/>
                </a:lnTo>
                <a:lnTo>
                  <a:pt x="582518" y="55101"/>
                </a:lnTo>
                <a:lnTo>
                  <a:pt x="625662" y="63058"/>
                </a:lnTo>
                <a:lnTo>
                  <a:pt x="668705" y="71542"/>
                </a:lnTo>
                <a:lnTo>
                  <a:pt x="711641" y="80551"/>
                </a:lnTo>
                <a:lnTo>
                  <a:pt x="754464" y="90084"/>
                </a:lnTo>
                <a:lnTo>
                  <a:pt x="797167" y="100139"/>
                </a:lnTo>
                <a:lnTo>
                  <a:pt x="839744" y="110715"/>
                </a:lnTo>
                <a:lnTo>
                  <a:pt x="882189" y="121811"/>
                </a:lnTo>
                <a:lnTo>
                  <a:pt x="924495" y="133424"/>
                </a:lnTo>
                <a:lnTo>
                  <a:pt x="966656" y="145554"/>
                </a:lnTo>
                <a:lnTo>
                  <a:pt x="1008666" y="158197"/>
                </a:lnTo>
                <a:lnTo>
                  <a:pt x="1050518" y="171353"/>
                </a:lnTo>
                <a:lnTo>
                  <a:pt x="1092207" y="185019"/>
                </a:lnTo>
                <a:lnTo>
                  <a:pt x="1133725" y="199193"/>
                </a:lnTo>
                <a:lnTo>
                  <a:pt x="1175067" y="213874"/>
                </a:lnTo>
                <a:lnTo>
                  <a:pt x="1216226" y="229058"/>
                </a:lnTo>
                <a:lnTo>
                  <a:pt x="1257197" y="244745"/>
                </a:lnTo>
                <a:lnTo>
                  <a:pt x="1297974" y="260930"/>
                </a:lnTo>
                <a:lnTo>
                  <a:pt x="1338549" y="277613"/>
                </a:lnTo>
                <a:lnTo>
                  <a:pt x="1378918" y="294790"/>
                </a:lnTo>
                <a:lnTo>
                  <a:pt x="1419074" y="312459"/>
                </a:lnTo>
                <a:lnTo>
                  <a:pt x="1459010" y="330617"/>
                </a:lnTo>
                <a:lnTo>
                  <a:pt x="1498723" y="349262"/>
                </a:lnTo>
                <a:lnTo>
                  <a:pt x="1538204" y="368391"/>
                </a:lnTo>
                <a:lnTo>
                  <a:pt x="1577449" y="388000"/>
                </a:lnTo>
                <a:lnTo>
                  <a:pt x="1616451" y="408087"/>
                </a:lnTo>
                <a:lnTo>
                  <a:pt x="1655205" y="428650"/>
                </a:lnTo>
                <a:lnTo>
                  <a:pt x="1693704" y="449684"/>
                </a:lnTo>
                <a:lnTo>
                  <a:pt x="1264248" y="1224444"/>
                </a:lnTo>
                <a:lnTo>
                  <a:pt x="1235246" y="1208599"/>
                </a:lnTo>
                <a:lnTo>
                  <a:pt x="1206052" y="1193109"/>
                </a:lnTo>
                <a:lnTo>
                  <a:pt x="1176671" y="1177977"/>
                </a:lnTo>
                <a:lnTo>
                  <a:pt x="1147107" y="1163204"/>
                </a:lnTo>
                <a:lnTo>
                  <a:pt x="1117365" y="1148795"/>
                </a:lnTo>
                <a:lnTo>
                  <a:pt x="1087449" y="1134749"/>
                </a:lnTo>
                <a:lnTo>
                  <a:pt x="1057364" y="1121070"/>
                </a:lnTo>
                <a:lnTo>
                  <a:pt x="1027114" y="1107760"/>
                </a:lnTo>
                <a:lnTo>
                  <a:pt x="996704" y="1094820"/>
                </a:lnTo>
                <a:lnTo>
                  <a:pt x="966138" y="1082253"/>
                </a:lnTo>
                <a:lnTo>
                  <a:pt x="935420" y="1070060"/>
                </a:lnTo>
                <a:lnTo>
                  <a:pt x="904556" y="1058243"/>
                </a:lnTo>
                <a:lnTo>
                  <a:pt x="873550" y="1046805"/>
                </a:lnTo>
                <a:lnTo>
                  <a:pt x="842407" y="1035746"/>
                </a:lnTo>
                <a:lnTo>
                  <a:pt x="811130" y="1025068"/>
                </a:lnTo>
                <a:lnTo>
                  <a:pt x="779726" y="1014773"/>
                </a:lnTo>
                <a:lnTo>
                  <a:pt x="748198" y="1004862"/>
                </a:lnTo>
                <a:lnTo>
                  <a:pt x="716551" y="995338"/>
                </a:lnTo>
                <a:lnTo>
                  <a:pt x="684791" y="986201"/>
                </a:lnTo>
                <a:lnTo>
                  <a:pt x="652921" y="977452"/>
                </a:lnTo>
                <a:lnTo>
                  <a:pt x="620947" y="969094"/>
                </a:lnTo>
                <a:lnTo>
                  <a:pt x="588872" y="961126"/>
                </a:lnTo>
                <a:lnTo>
                  <a:pt x="556703" y="953552"/>
                </a:lnTo>
                <a:lnTo>
                  <a:pt x="524444" y="946370"/>
                </a:lnTo>
                <a:lnTo>
                  <a:pt x="492100" y="939584"/>
                </a:lnTo>
                <a:lnTo>
                  <a:pt x="459675" y="933193"/>
                </a:lnTo>
                <a:lnTo>
                  <a:pt x="427174" y="927199"/>
                </a:lnTo>
                <a:lnTo>
                  <a:pt x="394603" y="921602"/>
                </a:lnTo>
                <a:lnTo>
                  <a:pt x="361965" y="916403"/>
                </a:lnTo>
                <a:lnTo>
                  <a:pt x="329267" y="911604"/>
                </a:lnTo>
                <a:lnTo>
                  <a:pt x="296512" y="907204"/>
                </a:lnTo>
                <a:lnTo>
                  <a:pt x="263706" y="903205"/>
                </a:lnTo>
                <a:lnTo>
                  <a:pt x="230854" y="899607"/>
                </a:lnTo>
                <a:lnTo>
                  <a:pt x="197960" y="896411"/>
                </a:lnTo>
                <a:lnTo>
                  <a:pt x="165029" y="893617"/>
                </a:lnTo>
                <a:lnTo>
                  <a:pt x="132067" y="891225"/>
                </a:lnTo>
                <a:lnTo>
                  <a:pt x="99078" y="889237"/>
                </a:lnTo>
                <a:lnTo>
                  <a:pt x="66067" y="887651"/>
                </a:lnTo>
                <a:lnTo>
                  <a:pt x="33040" y="886469"/>
                </a:lnTo>
                <a:lnTo>
                  <a:pt x="0" y="88569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Dataset count 11084">
            <a:extLst xmlns:a="http://schemas.openxmlformats.org/drawingml/2006/main">
              <a:ext uri="{FF2B5EF4-FFF2-40B4-BE49-F238E27FC236}">
                <a16:creationId xmlns:a16="http://schemas.microsoft.com/office/drawing/2014/main" id="{75163B8C-8C19-4CEB-B0C4-D628067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1457707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29756" y="0"/>
                </a:moveTo>
                <a:lnTo>
                  <a:pt x="60352" y="721"/>
                </a:lnTo>
                <a:lnTo>
                  <a:pt x="90938" y="1816"/>
                </a:lnTo>
                <a:lnTo>
                  <a:pt x="121508" y="3284"/>
                </a:lnTo>
                <a:lnTo>
                  <a:pt x="152057" y="5126"/>
                </a:lnTo>
                <a:lnTo>
                  <a:pt x="182582" y="7341"/>
                </a:lnTo>
                <a:lnTo>
                  <a:pt x="213078" y="9928"/>
                </a:lnTo>
                <a:lnTo>
                  <a:pt x="243539" y="12888"/>
                </a:lnTo>
                <a:lnTo>
                  <a:pt x="273963" y="16220"/>
                </a:lnTo>
                <a:lnTo>
                  <a:pt x="304343" y="19923"/>
                </a:lnTo>
                <a:lnTo>
                  <a:pt x="334675" y="23998"/>
                </a:lnTo>
                <a:lnTo>
                  <a:pt x="364956" y="28442"/>
                </a:lnTo>
                <a:lnTo>
                  <a:pt x="395180" y="33256"/>
                </a:lnTo>
                <a:lnTo>
                  <a:pt x="425343" y="38439"/>
                </a:lnTo>
                <a:lnTo>
                  <a:pt x="455441" y="43990"/>
                </a:lnTo>
                <a:lnTo>
                  <a:pt x="485468" y="49909"/>
                </a:lnTo>
                <a:lnTo>
                  <a:pt x="515421" y="56193"/>
                </a:lnTo>
                <a:lnTo>
                  <a:pt x="545295" y="62844"/>
                </a:lnTo>
                <a:lnTo>
                  <a:pt x="575085" y="69858"/>
                </a:lnTo>
                <a:lnTo>
                  <a:pt x="604787" y="77236"/>
                </a:lnTo>
                <a:lnTo>
                  <a:pt x="634397" y="84977"/>
                </a:lnTo>
                <a:lnTo>
                  <a:pt x="663911" y="93078"/>
                </a:lnTo>
                <a:lnTo>
                  <a:pt x="693323" y="101540"/>
                </a:lnTo>
                <a:lnTo>
                  <a:pt x="722629" y="110360"/>
                </a:lnTo>
                <a:lnTo>
                  <a:pt x="751826" y="119538"/>
                </a:lnTo>
                <a:lnTo>
                  <a:pt x="780908" y="129072"/>
                </a:lnTo>
                <a:lnTo>
                  <a:pt x="809872" y="138960"/>
                </a:lnTo>
                <a:lnTo>
                  <a:pt x="838713" y="149201"/>
                </a:lnTo>
                <a:lnTo>
                  <a:pt x="867426" y="159794"/>
                </a:lnTo>
                <a:lnTo>
                  <a:pt x="896008" y="170737"/>
                </a:lnTo>
                <a:lnTo>
                  <a:pt x="924454" y="182028"/>
                </a:lnTo>
                <a:lnTo>
                  <a:pt x="952760" y="193666"/>
                </a:lnTo>
                <a:lnTo>
                  <a:pt x="980922" y="205649"/>
                </a:lnTo>
                <a:lnTo>
                  <a:pt x="1008935" y="217975"/>
                </a:lnTo>
                <a:lnTo>
                  <a:pt x="1036795" y="230643"/>
                </a:lnTo>
                <a:lnTo>
                  <a:pt x="1064499" y="243650"/>
                </a:lnTo>
                <a:lnTo>
                  <a:pt x="1092042" y="256994"/>
                </a:lnTo>
                <a:lnTo>
                  <a:pt x="1119419" y="270674"/>
                </a:lnTo>
                <a:lnTo>
                  <a:pt x="1146628" y="284687"/>
                </a:lnTo>
                <a:lnTo>
                  <a:pt x="1173663" y="299032"/>
                </a:lnTo>
                <a:lnTo>
                  <a:pt x="1200521" y="313706"/>
                </a:lnTo>
                <a:lnTo>
                  <a:pt x="373933" y="1804910"/>
                </a:lnTo>
                <a:lnTo>
                  <a:pt x="365354" y="1800224"/>
                </a:lnTo>
                <a:lnTo>
                  <a:pt x="356719" y="1795642"/>
                </a:lnTo>
                <a:lnTo>
                  <a:pt x="348029" y="1791166"/>
                </a:lnTo>
                <a:lnTo>
                  <a:pt x="339285" y="1786797"/>
                </a:lnTo>
                <a:lnTo>
                  <a:pt x="330488" y="1782535"/>
                </a:lnTo>
                <a:lnTo>
                  <a:pt x="321640" y="1778381"/>
                </a:lnTo>
                <a:lnTo>
                  <a:pt x="312742" y="1774335"/>
                </a:lnTo>
                <a:lnTo>
                  <a:pt x="303794" y="1770398"/>
                </a:lnTo>
                <a:lnTo>
                  <a:pt x="294800" y="1766571"/>
                </a:lnTo>
                <a:lnTo>
                  <a:pt x="285759" y="1762854"/>
                </a:lnTo>
                <a:lnTo>
                  <a:pt x="276674" y="1759247"/>
                </a:lnTo>
                <a:lnTo>
                  <a:pt x="267545" y="1755752"/>
                </a:lnTo>
                <a:lnTo>
                  <a:pt x="258374" y="1752369"/>
                </a:lnTo>
                <a:lnTo>
                  <a:pt x="249163" y="1749098"/>
                </a:lnTo>
                <a:lnTo>
                  <a:pt x="239912" y="1745940"/>
                </a:lnTo>
                <a:lnTo>
                  <a:pt x="230623" y="1742895"/>
                </a:lnTo>
                <a:lnTo>
                  <a:pt x="221298" y="1739963"/>
                </a:lnTo>
                <a:lnTo>
                  <a:pt x="211938" y="1737146"/>
                </a:lnTo>
                <a:lnTo>
                  <a:pt x="202544" y="1734444"/>
                </a:lnTo>
                <a:lnTo>
                  <a:pt x="193117" y="1731856"/>
                </a:lnTo>
                <a:lnTo>
                  <a:pt x="183660" y="1729384"/>
                </a:lnTo>
                <a:lnTo>
                  <a:pt x="174174" y="1727027"/>
                </a:lnTo>
                <a:lnTo>
                  <a:pt x="164659" y="1724787"/>
                </a:lnTo>
                <a:lnTo>
                  <a:pt x="155117" y="1722663"/>
                </a:lnTo>
                <a:lnTo>
                  <a:pt x="145551" y="1720656"/>
                </a:lnTo>
                <a:lnTo>
                  <a:pt x="135960" y="1718765"/>
                </a:lnTo>
                <a:lnTo>
                  <a:pt x="126347" y="1716992"/>
                </a:lnTo>
                <a:lnTo>
                  <a:pt x="116713" y="1715337"/>
                </a:lnTo>
                <a:lnTo>
                  <a:pt x="107060" y="1713800"/>
                </a:lnTo>
                <a:lnTo>
                  <a:pt x="97389" y="1712380"/>
                </a:lnTo>
                <a:lnTo>
                  <a:pt x="87701" y="1711079"/>
                </a:lnTo>
                <a:lnTo>
                  <a:pt x="77998" y="1709896"/>
                </a:lnTo>
                <a:lnTo>
                  <a:pt x="68281" y="1708832"/>
                </a:lnTo>
                <a:lnTo>
                  <a:pt x="58551" y="1707886"/>
                </a:lnTo>
                <a:lnTo>
                  <a:pt x="48811" y="1707060"/>
                </a:lnTo>
                <a:lnTo>
                  <a:pt x="39062" y="1706353"/>
                </a:lnTo>
                <a:lnTo>
                  <a:pt x="29305" y="1705764"/>
                </a:lnTo>
                <a:lnTo>
                  <a:pt x="19541" y="1705295"/>
                </a:lnTo>
                <a:lnTo>
                  <a:pt x="9772" y="1704946"/>
                </a:lnTo>
                <a:lnTo>
                  <a:pt x="0" y="1704715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D77ABC67-A18B-4CD3-8908-D562D441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2586441"/>
            <a:ext cx="653216" cy="676176"/>
          </a:xfrm>
          <a:custGeom xmlns:a="http://schemas.openxmlformats.org/drawingml/2006/main">
            <a:pathLst>
              <a:path w="653216" h="676176">
                <a:moveTo>
                  <a:pt x="10054" y="0"/>
                </a:moveTo>
                <a:lnTo>
                  <a:pt x="26862" y="396"/>
                </a:lnTo>
                <a:lnTo>
                  <a:pt x="43664" y="998"/>
                </a:lnTo>
                <a:lnTo>
                  <a:pt x="60458" y="1804"/>
                </a:lnTo>
                <a:lnTo>
                  <a:pt x="77240" y="2816"/>
                </a:lnTo>
                <a:lnTo>
                  <a:pt x="94009" y="4033"/>
                </a:lnTo>
                <a:lnTo>
                  <a:pt x="110762" y="5454"/>
                </a:lnTo>
                <a:lnTo>
                  <a:pt x="127496" y="7080"/>
                </a:lnTo>
                <a:lnTo>
                  <a:pt x="144209" y="8911"/>
                </a:lnTo>
                <a:lnTo>
                  <a:pt x="160899" y="10945"/>
                </a:lnTo>
                <a:lnTo>
                  <a:pt x="177562" y="13183"/>
                </a:lnTo>
                <a:lnTo>
                  <a:pt x="194197" y="15625"/>
                </a:lnTo>
                <a:lnTo>
                  <a:pt x="210800" y="18269"/>
                </a:lnTo>
                <a:lnTo>
                  <a:pt x="227371" y="21117"/>
                </a:lnTo>
                <a:lnTo>
                  <a:pt x="243905" y="24166"/>
                </a:lnTo>
                <a:lnTo>
                  <a:pt x="260400" y="27417"/>
                </a:lnTo>
                <a:lnTo>
                  <a:pt x="276855" y="30870"/>
                </a:lnTo>
                <a:lnTo>
                  <a:pt x="293266" y="34523"/>
                </a:lnTo>
                <a:lnTo>
                  <a:pt x="309632" y="38377"/>
                </a:lnTo>
                <a:lnTo>
                  <a:pt x="325949" y="42430"/>
                </a:lnTo>
                <a:lnTo>
                  <a:pt x="342215" y="46682"/>
                </a:lnTo>
                <a:lnTo>
                  <a:pt x="358428" y="51133"/>
                </a:lnTo>
                <a:lnTo>
                  <a:pt x="374586" y="55781"/>
                </a:lnTo>
                <a:lnTo>
                  <a:pt x="390686" y="60627"/>
                </a:lnTo>
                <a:lnTo>
                  <a:pt x="406725" y="65668"/>
                </a:lnTo>
                <a:lnTo>
                  <a:pt x="422701" y="70906"/>
                </a:lnTo>
                <a:lnTo>
                  <a:pt x="438612" y="76338"/>
                </a:lnTo>
                <a:lnTo>
                  <a:pt x="454456" y="81964"/>
                </a:lnTo>
                <a:lnTo>
                  <a:pt x="470230" y="87783"/>
                </a:lnTo>
                <a:lnTo>
                  <a:pt x="485931" y="93795"/>
                </a:lnTo>
                <a:lnTo>
                  <a:pt x="501558" y="99998"/>
                </a:lnTo>
                <a:lnTo>
                  <a:pt x="517108" y="106391"/>
                </a:lnTo>
                <a:lnTo>
                  <a:pt x="532579" y="112974"/>
                </a:lnTo>
                <a:lnTo>
                  <a:pt x="547968" y="119745"/>
                </a:lnTo>
                <a:lnTo>
                  <a:pt x="563273" y="126704"/>
                </a:lnTo>
                <a:lnTo>
                  <a:pt x="578492" y="133850"/>
                </a:lnTo>
                <a:lnTo>
                  <a:pt x="593623" y="141180"/>
                </a:lnTo>
                <a:lnTo>
                  <a:pt x="608663" y="148695"/>
                </a:lnTo>
                <a:lnTo>
                  <a:pt x="623610" y="156394"/>
                </a:lnTo>
                <a:lnTo>
                  <a:pt x="638462" y="164274"/>
                </a:lnTo>
                <a:lnTo>
                  <a:pt x="653216" y="172335"/>
                </a:lnTo>
                <a:lnTo>
                  <a:pt x="373933" y="676176"/>
                </a:lnTo>
                <a:lnTo>
                  <a:pt x="365354" y="671489"/>
                </a:lnTo>
                <a:lnTo>
                  <a:pt x="356719" y="666908"/>
                </a:lnTo>
                <a:lnTo>
                  <a:pt x="348029" y="662432"/>
                </a:lnTo>
                <a:lnTo>
                  <a:pt x="339285" y="658063"/>
                </a:lnTo>
                <a:lnTo>
                  <a:pt x="330488" y="653801"/>
                </a:lnTo>
                <a:lnTo>
                  <a:pt x="321640" y="649647"/>
                </a:lnTo>
                <a:lnTo>
                  <a:pt x="312742" y="645601"/>
                </a:lnTo>
                <a:lnTo>
                  <a:pt x="303794" y="641664"/>
                </a:lnTo>
                <a:lnTo>
                  <a:pt x="294800" y="637837"/>
                </a:lnTo>
                <a:lnTo>
                  <a:pt x="285759" y="634120"/>
                </a:lnTo>
                <a:lnTo>
                  <a:pt x="276674" y="630513"/>
                </a:lnTo>
                <a:lnTo>
                  <a:pt x="267545" y="627018"/>
                </a:lnTo>
                <a:lnTo>
                  <a:pt x="258374" y="623635"/>
                </a:lnTo>
                <a:lnTo>
                  <a:pt x="249163" y="620364"/>
                </a:lnTo>
                <a:lnTo>
                  <a:pt x="239912" y="617206"/>
                </a:lnTo>
                <a:lnTo>
                  <a:pt x="230623" y="614161"/>
                </a:lnTo>
                <a:lnTo>
                  <a:pt x="221298" y="611229"/>
                </a:lnTo>
                <a:lnTo>
                  <a:pt x="211938" y="608412"/>
                </a:lnTo>
                <a:lnTo>
                  <a:pt x="202544" y="605710"/>
                </a:lnTo>
                <a:lnTo>
                  <a:pt x="193117" y="603122"/>
                </a:lnTo>
                <a:lnTo>
                  <a:pt x="183660" y="600650"/>
                </a:lnTo>
                <a:lnTo>
                  <a:pt x="174174" y="598293"/>
                </a:lnTo>
                <a:lnTo>
                  <a:pt x="164659" y="596053"/>
                </a:lnTo>
                <a:lnTo>
                  <a:pt x="155117" y="593929"/>
                </a:lnTo>
                <a:lnTo>
                  <a:pt x="145551" y="591922"/>
                </a:lnTo>
                <a:lnTo>
                  <a:pt x="135960" y="590031"/>
                </a:lnTo>
                <a:lnTo>
                  <a:pt x="126347" y="588258"/>
                </a:lnTo>
                <a:lnTo>
                  <a:pt x="116713" y="586603"/>
                </a:lnTo>
                <a:lnTo>
                  <a:pt x="107060" y="585065"/>
                </a:lnTo>
                <a:lnTo>
                  <a:pt x="97389" y="583646"/>
                </a:lnTo>
                <a:lnTo>
                  <a:pt x="87701" y="582345"/>
                </a:lnTo>
                <a:lnTo>
                  <a:pt x="77998" y="581162"/>
                </a:lnTo>
                <a:lnTo>
                  <a:pt x="68281" y="580098"/>
                </a:lnTo>
                <a:lnTo>
                  <a:pt x="58551" y="579152"/>
                </a:lnTo>
                <a:lnTo>
                  <a:pt x="48811" y="578326"/>
                </a:lnTo>
                <a:lnTo>
                  <a:pt x="39062" y="577618"/>
                </a:lnTo>
                <a:lnTo>
                  <a:pt x="29305" y="577030"/>
                </a:lnTo>
                <a:lnTo>
                  <a:pt x="19541" y="576561"/>
                </a:lnTo>
                <a:lnTo>
                  <a:pt x="9772" y="576212"/>
                </a:lnTo>
                <a:lnTo>
                  <a:pt x="0" y="575981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Human-&#10;Human">
            <a:extLst xmlns:a="http://schemas.openxmlformats.org/drawingml/2006/main">
              <a:ext uri="{FF2B5EF4-FFF2-40B4-BE49-F238E27FC236}">
                <a16:creationId xmlns:a16="http://schemas.microsoft.com/office/drawing/2014/main" id="{67223A39-B180-4447-AB0F-375FF637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3966308" y="659554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5" name="11084">
            <a:extLst xmlns:a="http://schemas.openxmlformats.org/drawingml/2006/main">
              <a:ext uri="{FF2B5EF4-FFF2-40B4-BE49-F238E27FC236}">
                <a16:creationId xmlns:a16="http://schemas.microsoft.com/office/drawing/2014/main" id="{92183F22-BD08-427C-94BE-FAF7E92F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3913647" y="2117443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11084</a:t>
            </a:r>
          </a:p>
        </p:txBody>
      </p:sp>
      <p:sp>
        <p:nvSpPr>
          <p:cNvPr id="6" name="Dataset category Object-&#10;Object">
            <a:extLst xmlns:a="http://schemas.openxmlformats.org/drawingml/2006/main">
              <a:ext uri="{FF2B5EF4-FFF2-40B4-BE49-F238E27FC236}">
                <a16:creationId xmlns:a16="http://schemas.microsoft.com/office/drawing/2014/main" id="{8BD6ABE1-036F-4130-A1E8-C5256EF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754" y="884377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456234" y="0"/>
                </a:moveTo>
                <a:lnTo>
                  <a:pt x="493700" y="22825"/>
                </a:lnTo>
                <a:lnTo>
                  <a:pt x="530884" y="46105"/>
                </a:lnTo>
                <a:lnTo>
                  <a:pt x="567782" y="69838"/>
                </a:lnTo>
                <a:lnTo>
                  <a:pt x="604386" y="94021"/>
                </a:lnTo>
                <a:lnTo>
                  <a:pt x="640693" y="118648"/>
                </a:lnTo>
                <a:lnTo>
                  <a:pt x="676696" y="143717"/>
                </a:lnTo>
                <a:lnTo>
                  <a:pt x="712390" y="169225"/>
                </a:lnTo>
                <a:lnTo>
                  <a:pt x="747769" y="195166"/>
                </a:lnTo>
                <a:lnTo>
                  <a:pt x="782829" y="221538"/>
                </a:lnTo>
                <a:lnTo>
                  <a:pt x="817565" y="248336"/>
                </a:lnTo>
                <a:lnTo>
                  <a:pt x="851970" y="275556"/>
                </a:lnTo>
                <a:lnTo>
                  <a:pt x="886040" y="303195"/>
                </a:lnTo>
                <a:lnTo>
                  <a:pt x="919770" y="331248"/>
                </a:lnTo>
                <a:lnTo>
                  <a:pt x="953155" y="359711"/>
                </a:lnTo>
                <a:lnTo>
                  <a:pt x="986189" y="388580"/>
                </a:lnTo>
                <a:lnTo>
                  <a:pt x="1018869" y="417850"/>
                </a:lnTo>
                <a:lnTo>
                  <a:pt x="1051188" y="447517"/>
                </a:lnTo>
                <a:lnTo>
                  <a:pt x="1083143" y="477577"/>
                </a:lnTo>
                <a:lnTo>
                  <a:pt x="1114727" y="508025"/>
                </a:lnTo>
                <a:lnTo>
                  <a:pt x="1145938" y="538856"/>
                </a:lnTo>
                <a:lnTo>
                  <a:pt x="1176769" y="570067"/>
                </a:lnTo>
                <a:lnTo>
                  <a:pt x="1207217" y="601651"/>
                </a:lnTo>
                <a:lnTo>
                  <a:pt x="1237277" y="633606"/>
                </a:lnTo>
                <a:lnTo>
                  <a:pt x="1266944" y="665925"/>
                </a:lnTo>
                <a:lnTo>
                  <a:pt x="1296214" y="698605"/>
                </a:lnTo>
                <a:lnTo>
                  <a:pt x="1325083" y="731639"/>
                </a:lnTo>
                <a:lnTo>
                  <a:pt x="1353546" y="765024"/>
                </a:lnTo>
                <a:lnTo>
                  <a:pt x="1381599" y="798754"/>
                </a:lnTo>
                <a:lnTo>
                  <a:pt x="1409238" y="832824"/>
                </a:lnTo>
                <a:lnTo>
                  <a:pt x="1436458" y="867229"/>
                </a:lnTo>
                <a:lnTo>
                  <a:pt x="1463256" y="901965"/>
                </a:lnTo>
                <a:lnTo>
                  <a:pt x="1489628" y="937025"/>
                </a:lnTo>
                <a:lnTo>
                  <a:pt x="1515569" y="972404"/>
                </a:lnTo>
                <a:lnTo>
                  <a:pt x="1541077" y="1008098"/>
                </a:lnTo>
                <a:lnTo>
                  <a:pt x="1566146" y="1044101"/>
                </a:lnTo>
                <a:lnTo>
                  <a:pt x="1590773" y="1080408"/>
                </a:lnTo>
                <a:lnTo>
                  <a:pt x="1614956" y="1117012"/>
                </a:lnTo>
                <a:lnTo>
                  <a:pt x="1638689" y="1153910"/>
                </a:lnTo>
                <a:lnTo>
                  <a:pt x="1661969" y="1191094"/>
                </a:lnTo>
                <a:lnTo>
                  <a:pt x="1684794" y="1228560"/>
                </a:lnTo>
                <a:lnTo>
                  <a:pt x="925494" y="1684794"/>
                </a:lnTo>
                <a:lnTo>
                  <a:pt x="908300" y="1656570"/>
                </a:lnTo>
                <a:lnTo>
                  <a:pt x="890762" y="1628558"/>
                </a:lnTo>
                <a:lnTo>
                  <a:pt x="872883" y="1600763"/>
                </a:lnTo>
                <a:lnTo>
                  <a:pt x="854667" y="1573188"/>
                </a:lnTo>
                <a:lnTo>
                  <a:pt x="836114" y="1545838"/>
                </a:lnTo>
                <a:lnTo>
                  <a:pt x="817229" y="1518716"/>
                </a:lnTo>
                <a:lnTo>
                  <a:pt x="798014" y="1491828"/>
                </a:lnTo>
                <a:lnTo>
                  <a:pt x="778472" y="1465176"/>
                </a:lnTo>
                <a:lnTo>
                  <a:pt x="758606" y="1438764"/>
                </a:lnTo>
                <a:lnTo>
                  <a:pt x="738418" y="1412598"/>
                </a:lnTo>
                <a:lnTo>
                  <a:pt x="717913" y="1386680"/>
                </a:lnTo>
                <a:lnTo>
                  <a:pt x="697092" y="1361014"/>
                </a:lnTo>
                <a:lnTo>
                  <a:pt x="675959" y="1335605"/>
                </a:lnTo>
                <a:lnTo>
                  <a:pt x="654518" y="1310455"/>
                </a:lnTo>
                <a:lnTo>
                  <a:pt x="632771" y="1285570"/>
                </a:lnTo>
                <a:lnTo>
                  <a:pt x="610721" y="1260952"/>
                </a:lnTo>
                <a:lnTo>
                  <a:pt x="588372" y="1236605"/>
                </a:lnTo>
                <a:lnTo>
                  <a:pt x="565728" y="1212534"/>
                </a:lnTo>
                <a:lnTo>
                  <a:pt x="542791" y="1188740"/>
                </a:lnTo>
                <a:lnTo>
                  <a:pt x="519565" y="1165229"/>
                </a:lnTo>
                <a:lnTo>
                  <a:pt x="496054" y="1142003"/>
                </a:lnTo>
                <a:lnTo>
                  <a:pt x="472260" y="1119066"/>
                </a:lnTo>
                <a:lnTo>
                  <a:pt x="448189" y="1096422"/>
                </a:lnTo>
                <a:lnTo>
                  <a:pt x="423842" y="1074073"/>
                </a:lnTo>
                <a:lnTo>
                  <a:pt x="399224" y="1052023"/>
                </a:lnTo>
                <a:lnTo>
                  <a:pt x="374339" y="1030276"/>
                </a:lnTo>
                <a:lnTo>
                  <a:pt x="349189" y="1008835"/>
                </a:lnTo>
                <a:lnTo>
                  <a:pt x="323780" y="987702"/>
                </a:lnTo>
                <a:lnTo>
                  <a:pt x="298114" y="966881"/>
                </a:lnTo>
                <a:lnTo>
                  <a:pt x="272196" y="946376"/>
                </a:lnTo>
                <a:lnTo>
                  <a:pt x="246030" y="926188"/>
                </a:lnTo>
                <a:lnTo>
                  <a:pt x="219618" y="906322"/>
                </a:lnTo>
                <a:lnTo>
                  <a:pt x="192966" y="886780"/>
                </a:lnTo>
                <a:lnTo>
                  <a:pt x="166078" y="867565"/>
                </a:lnTo>
                <a:lnTo>
                  <a:pt x="138956" y="848680"/>
                </a:lnTo>
                <a:lnTo>
                  <a:pt x="111606" y="830127"/>
                </a:lnTo>
                <a:lnTo>
                  <a:pt x="84031" y="811911"/>
                </a:lnTo>
                <a:lnTo>
                  <a:pt x="56236" y="794032"/>
                </a:lnTo>
                <a:lnTo>
                  <a:pt x="28224" y="776494"/>
                </a:lnTo>
                <a:lnTo>
                  <a:pt x="0" y="75930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Dataset count 24001">
            <a:extLst xmlns:a="http://schemas.openxmlformats.org/drawingml/2006/main">
              <a:ext uri="{FF2B5EF4-FFF2-40B4-BE49-F238E27FC236}">
                <a16:creationId xmlns:a16="http://schemas.microsoft.com/office/drawing/2014/main" id="{1223490C-6FC1-4292-BE50-856598BE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1815132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878127" y="0"/>
                </a:moveTo>
                <a:lnTo>
                  <a:pt x="904264" y="15923"/>
                </a:lnTo>
                <a:lnTo>
                  <a:pt x="930204" y="32164"/>
                </a:lnTo>
                <a:lnTo>
                  <a:pt x="955944" y="48720"/>
                </a:lnTo>
                <a:lnTo>
                  <a:pt x="981480" y="65590"/>
                </a:lnTo>
                <a:lnTo>
                  <a:pt x="1006808" y="82770"/>
                </a:lnTo>
                <a:lnTo>
                  <a:pt x="1031924" y="100259"/>
                </a:lnTo>
                <a:lnTo>
                  <a:pt x="1056825" y="118053"/>
                </a:lnTo>
                <a:lnTo>
                  <a:pt x="1081506" y="136150"/>
                </a:lnTo>
                <a:lnTo>
                  <a:pt x="1105964" y="154548"/>
                </a:lnTo>
                <a:lnTo>
                  <a:pt x="1130196" y="173242"/>
                </a:lnTo>
                <a:lnTo>
                  <a:pt x="1154198" y="192232"/>
                </a:lnTo>
                <a:lnTo>
                  <a:pt x="1177966" y="211513"/>
                </a:lnTo>
                <a:lnTo>
                  <a:pt x="1201496" y="231083"/>
                </a:lnTo>
                <a:lnTo>
                  <a:pt x="1224786" y="250939"/>
                </a:lnTo>
                <a:lnTo>
                  <a:pt x="1247831" y="271078"/>
                </a:lnTo>
                <a:lnTo>
                  <a:pt x="1270628" y="291497"/>
                </a:lnTo>
                <a:lnTo>
                  <a:pt x="1293175" y="312193"/>
                </a:lnTo>
                <a:lnTo>
                  <a:pt x="1315467" y="333164"/>
                </a:lnTo>
                <a:lnTo>
                  <a:pt x="1337501" y="354404"/>
                </a:lnTo>
                <a:lnTo>
                  <a:pt x="1359274" y="375913"/>
                </a:lnTo>
                <a:lnTo>
                  <a:pt x="1380782" y="397686"/>
                </a:lnTo>
                <a:lnTo>
                  <a:pt x="1402023" y="419720"/>
                </a:lnTo>
                <a:lnTo>
                  <a:pt x="1422993" y="442012"/>
                </a:lnTo>
                <a:lnTo>
                  <a:pt x="1443689" y="464558"/>
                </a:lnTo>
                <a:lnTo>
                  <a:pt x="1464108" y="487355"/>
                </a:lnTo>
                <a:lnTo>
                  <a:pt x="1484247" y="510401"/>
                </a:lnTo>
                <a:lnTo>
                  <a:pt x="1504104" y="533690"/>
                </a:lnTo>
                <a:lnTo>
                  <a:pt x="1523674" y="557221"/>
                </a:lnTo>
                <a:lnTo>
                  <a:pt x="1542955" y="580989"/>
                </a:lnTo>
                <a:lnTo>
                  <a:pt x="1561944" y="604990"/>
                </a:lnTo>
                <a:lnTo>
                  <a:pt x="1580639" y="629222"/>
                </a:lnTo>
                <a:lnTo>
                  <a:pt x="1599036" y="653680"/>
                </a:lnTo>
                <a:lnTo>
                  <a:pt x="1617133" y="678362"/>
                </a:lnTo>
                <a:lnTo>
                  <a:pt x="1634927" y="703262"/>
                </a:lnTo>
                <a:lnTo>
                  <a:pt x="1652416" y="728378"/>
                </a:lnTo>
                <a:lnTo>
                  <a:pt x="1669596" y="753706"/>
                </a:lnTo>
                <a:lnTo>
                  <a:pt x="1686466" y="779242"/>
                </a:lnTo>
                <a:lnTo>
                  <a:pt x="1703023" y="804982"/>
                </a:lnTo>
                <a:lnTo>
                  <a:pt x="1719264" y="830922"/>
                </a:lnTo>
                <a:lnTo>
                  <a:pt x="1735186" y="857059"/>
                </a:lnTo>
                <a:lnTo>
                  <a:pt x="273738" y="1735186"/>
                </a:lnTo>
                <a:lnTo>
                  <a:pt x="268652" y="1726839"/>
                </a:lnTo>
                <a:lnTo>
                  <a:pt x="263465" y="1718553"/>
                </a:lnTo>
                <a:lnTo>
                  <a:pt x="258177" y="1710332"/>
                </a:lnTo>
                <a:lnTo>
                  <a:pt x="252789" y="1702176"/>
                </a:lnTo>
                <a:lnTo>
                  <a:pt x="247301" y="1694087"/>
                </a:lnTo>
                <a:lnTo>
                  <a:pt x="241716" y="1686065"/>
                </a:lnTo>
                <a:lnTo>
                  <a:pt x="236032" y="1678112"/>
                </a:lnTo>
                <a:lnTo>
                  <a:pt x="230252" y="1670229"/>
                </a:lnTo>
                <a:lnTo>
                  <a:pt x="224376" y="1662417"/>
                </a:lnTo>
                <a:lnTo>
                  <a:pt x="218405" y="1654678"/>
                </a:lnTo>
                <a:lnTo>
                  <a:pt x="212340" y="1647012"/>
                </a:lnTo>
                <a:lnTo>
                  <a:pt x="206182" y="1639420"/>
                </a:lnTo>
                <a:lnTo>
                  <a:pt x="199932" y="1631905"/>
                </a:lnTo>
                <a:lnTo>
                  <a:pt x="193590" y="1624467"/>
                </a:lnTo>
                <a:lnTo>
                  <a:pt x="187158" y="1617106"/>
                </a:lnTo>
                <a:lnTo>
                  <a:pt x="180636" y="1609825"/>
                </a:lnTo>
                <a:lnTo>
                  <a:pt x="174026" y="1602624"/>
                </a:lnTo>
                <a:lnTo>
                  <a:pt x="167328" y="1595504"/>
                </a:lnTo>
                <a:lnTo>
                  <a:pt x="160544" y="1588466"/>
                </a:lnTo>
                <a:lnTo>
                  <a:pt x="153674" y="1581512"/>
                </a:lnTo>
                <a:lnTo>
                  <a:pt x="146720" y="1574643"/>
                </a:lnTo>
                <a:lnTo>
                  <a:pt x="139683" y="1567858"/>
                </a:lnTo>
                <a:lnTo>
                  <a:pt x="132563" y="1561161"/>
                </a:lnTo>
                <a:lnTo>
                  <a:pt x="125362" y="1554551"/>
                </a:lnTo>
                <a:lnTo>
                  <a:pt x="118080" y="1548029"/>
                </a:lnTo>
                <a:lnTo>
                  <a:pt x="110720" y="1541597"/>
                </a:lnTo>
                <a:lnTo>
                  <a:pt x="103281" y="1535255"/>
                </a:lnTo>
                <a:lnTo>
                  <a:pt x="95766" y="1529004"/>
                </a:lnTo>
                <a:lnTo>
                  <a:pt x="88175" y="1522846"/>
                </a:lnTo>
                <a:lnTo>
                  <a:pt x="80509" y="1516781"/>
                </a:lnTo>
                <a:lnTo>
                  <a:pt x="72769" y="1510810"/>
                </a:lnTo>
                <a:lnTo>
                  <a:pt x="64958" y="1504934"/>
                </a:lnTo>
                <a:lnTo>
                  <a:pt x="57075" y="1499154"/>
                </a:lnTo>
                <a:lnTo>
                  <a:pt x="49122" y="1493471"/>
                </a:lnTo>
                <a:lnTo>
                  <a:pt x="41100" y="1487885"/>
                </a:lnTo>
                <a:lnTo>
                  <a:pt x="33010" y="1482398"/>
                </a:lnTo>
                <a:lnTo>
                  <a:pt x="24854" y="1477010"/>
                </a:lnTo>
                <a:lnTo>
                  <a:pt x="16633" y="1471722"/>
                </a:lnTo>
                <a:lnTo>
                  <a:pt x="8348" y="1466534"/>
                </a:lnTo>
                <a:lnTo>
                  <a:pt x="0" y="1461449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C75E3FE2-81DE-4F0F-9A1E-F5FE64D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2207346"/>
            <a:ext cx="1342972" cy="1342972"/>
          </a:xfrm>
          <a:custGeom xmlns:a="http://schemas.openxmlformats.org/drawingml/2006/main">
            <a:pathLst>
              <a:path w="1342972" h="1342972">
                <a:moveTo>
                  <a:pt x="642461" y="0"/>
                </a:moveTo>
                <a:lnTo>
                  <a:pt x="663824" y="13014"/>
                </a:lnTo>
                <a:lnTo>
                  <a:pt x="685026" y="26289"/>
                </a:lnTo>
                <a:lnTo>
                  <a:pt x="706064" y="39821"/>
                </a:lnTo>
                <a:lnTo>
                  <a:pt x="726936" y="53609"/>
                </a:lnTo>
                <a:lnTo>
                  <a:pt x="747637" y="67652"/>
                </a:lnTo>
                <a:lnTo>
                  <a:pt x="768166" y="81946"/>
                </a:lnTo>
                <a:lnTo>
                  <a:pt x="788518" y="96490"/>
                </a:lnTo>
                <a:lnTo>
                  <a:pt x="808691" y="111282"/>
                </a:lnTo>
                <a:lnTo>
                  <a:pt x="828682" y="126318"/>
                </a:lnTo>
                <a:lnTo>
                  <a:pt x="848488" y="141598"/>
                </a:lnTo>
                <a:lnTo>
                  <a:pt x="868105" y="157119"/>
                </a:lnTo>
                <a:lnTo>
                  <a:pt x="887532" y="172878"/>
                </a:lnTo>
                <a:lnTo>
                  <a:pt x="906764" y="188874"/>
                </a:lnTo>
                <a:lnTo>
                  <a:pt x="925800" y="205103"/>
                </a:lnTo>
                <a:lnTo>
                  <a:pt x="944636" y="221564"/>
                </a:lnTo>
                <a:lnTo>
                  <a:pt x="963269" y="238253"/>
                </a:lnTo>
                <a:lnTo>
                  <a:pt x="981697" y="255169"/>
                </a:lnTo>
                <a:lnTo>
                  <a:pt x="999917" y="272309"/>
                </a:lnTo>
                <a:lnTo>
                  <a:pt x="1017926" y="289670"/>
                </a:lnTo>
                <a:lnTo>
                  <a:pt x="1035722" y="307250"/>
                </a:lnTo>
                <a:lnTo>
                  <a:pt x="1053302" y="325045"/>
                </a:lnTo>
                <a:lnTo>
                  <a:pt x="1070663" y="343055"/>
                </a:lnTo>
                <a:lnTo>
                  <a:pt x="1087803" y="361275"/>
                </a:lnTo>
                <a:lnTo>
                  <a:pt x="1104719" y="379703"/>
                </a:lnTo>
                <a:lnTo>
                  <a:pt x="1121408" y="398336"/>
                </a:lnTo>
                <a:lnTo>
                  <a:pt x="1137869" y="417172"/>
                </a:lnTo>
                <a:lnTo>
                  <a:pt x="1154098" y="436208"/>
                </a:lnTo>
                <a:lnTo>
                  <a:pt x="1170094" y="455440"/>
                </a:lnTo>
                <a:lnTo>
                  <a:pt x="1185853" y="474867"/>
                </a:lnTo>
                <a:lnTo>
                  <a:pt x="1201374" y="494484"/>
                </a:lnTo>
                <a:lnTo>
                  <a:pt x="1216654" y="514290"/>
                </a:lnTo>
                <a:lnTo>
                  <a:pt x="1231690" y="534281"/>
                </a:lnTo>
                <a:lnTo>
                  <a:pt x="1246482" y="554454"/>
                </a:lnTo>
                <a:lnTo>
                  <a:pt x="1261026" y="574806"/>
                </a:lnTo>
                <a:lnTo>
                  <a:pt x="1275320" y="595335"/>
                </a:lnTo>
                <a:lnTo>
                  <a:pt x="1289362" y="616036"/>
                </a:lnTo>
                <a:lnTo>
                  <a:pt x="1303151" y="636908"/>
                </a:lnTo>
                <a:lnTo>
                  <a:pt x="1316683" y="657946"/>
                </a:lnTo>
                <a:lnTo>
                  <a:pt x="1329958" y="679148"/>
                </a:lnTo>
                <a:lnTo>
                  <a:pt x="1342972" y="700511"/>
                </a:lnTo>
                <a:lnTo>
                  <a:pt x="273738" y="1342972"/>
                </a:lnTo>
                <a:lnTo>
                  <a:pt x="268652" y="1334624"/>
                </a:lnTo>
                <a:lnTo>
                  <a:pt x="263465" y="1326339"/>
                </a:lnTo>
                <a:lnTo>
                  <a:pt x="258177" y="1318118"/>
                </a:lnTo>
                <a:lnTo>
                  <a:pt x="252789" y="1309962"/>
                </a:lnTo>
                <a:lnTo>
                  <a:pt x="247301" y="1301872"/>
                </a:lnTo>
                <a:lnTo>
                  <a:pt x="241716" y="1293850"/>
                </a:lnTo>
                <a:lnTo>
                  <a:pt x="236032" y="1285897"/>
                </a:lnTo>
                <a:lnTo>
                  <a:pt x="230252" y="1278014"/>
                </a:lnTo>
                <a:lnTo>
                  <a:pt x="224376" y="1270203"/>
                </a:lnTo>
                <a:lnTo>
                  <a:pt x="218405" y="1262463"/>
                </a:lnTo>
                <a:lnTo>
                  <a:pt x="212340" y="1254797"/>
                </a:lnTo>
                <a:lnTo>
                  <a:pt x="206182" y="1247206"/>
                </a:lnTo>
                <a:lnTo>
                  <a:pt x="199932" y="1239691"/>
                </a:lnTo>
                <a:lnTo>
                  <a:pt x="193590" y="1232252"/>
                </a:lnTo>
                <a:lnTo>
                  <a:pt x="187158" y="1224892"/>
                </a:lnTo>
                <a:lnTo>
                  <a:pt x="180636" y="1217610"/>
                </a:lnTo>
                <a:lnTo>
                  <a:pt x="174026" y="1210409"/>
                </a:lnTo>
                <a:lnTo>
                  <a:pt x="167328" y="1203289"/>
                </a:lnTo>
                <a:lnTo>
                  <a:pt x="160544" y="1196252"/>
                </a:lnTo>
                <a:lnTo>
                  <a:pt x="153674" y="1189298"/>
                </a:lnTo>
                <a:lnTo>
                  <a:pt x="146720" y="1182428"/>
                </a:lnTo>
                <a:lnTo>
                  <a:pt x="139683" y="1175644"/>
                </a:lnTo>
                <a:lnTo>
                  <a:pt x="132563" y="1168946"/>
                </a:lnTo>
                <a:lnTo>
                  <a:pt x="125362" y="1162336"/>
                </a:lnTo>
                <a:lnTo>
                  <a:pt x="118080" y="1155814"/>
                </a:lnTo>
                <a:lnTo>
                  <a:pt x="110720" y="1149382"/>
                </a:lnTo>
                <a:lnTo>
                  <a:pt x="103281" y="1143040"/>
                </a:lnTo>
                <a:lnTo>
                  <a:pt x="95766" y="1136790"/>
                </a:lnTo>
                <a:lnTo>
                  <a:pt x="88175" y="1130632"/>
                </a:lnTo>
                <a:lnTo>
                  <a:pt x="80509" y="1124567"/>
                </a:lnTo>
                <a:lnTo>
                  <a:pt x="72769" y="1118596"/>
                </a:lnTo>
                <a:lnTo>
                  <a:pt x="64958" y="1112720"/>
                </a:lnTo>
                <a:lnTo>
                  <a:pt x="57075" y="1106940"/>
                </a:lnTo>
                <a:lnTo>
                  <a:pt x="49122" y="1101256"/>
                </a:lnTo>
                <a:lnTo>
                  <a:pt x="41100" y="1095671"/>
                </a:lnTo>
                <a:lnTo>
                  <a:pt x="33010" y="1090183"/>
                </a:lnTo>
                <a:lnTo>
                  <a:pt x="24854" y="1084795"/>
                </a:lnTo>
                <a:lnTo>
                  <a:pt x="16633" y="1079507"/>
                </a:lnTo>
                <a:lnTo>
                  <a:pt x="8348" y="1074320"/>
                </a:lnTo>
                <a:lnTo>
                  <a:pt x="0" y="1069234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Object-&#10;Object">
            <a:extLst xmlns:a="http://schemas.openxmlformats.org/drawingml/2006/main">
              <a:ext uri="{FF2B5EF4-FFF2-40B4-BE49-F238E27FC236}">
                <a16:creationId xmlns:a16="http://schemas.microsoft.com/office/drawing/2014/main" id="{6A8E3D3A-59D4-4670-BB09-9F5C65D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375388" y="1473087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10" name="24001">
            <a:extLst xmlns:a="http://schemas.openxmlformats.org/drawingml/2006/main">
              <a:ext uri="{FF2B5EF4-FFF2-40B4-BE49-F238E27FC236}">
                <a16:creationId xmlns:a16="http://schemas.microsoft.com/office/drawing/2014/main" id="{4B5BEA35-50CD-45D7-A004-04258B8E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703586" y="2573514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24001</a:t>
            </a:r>
          </a:p>
        </p:txBody>
      </p:sp>
      <p:sp>
        <p:nvSpPr>
          <p:cNvPr id="11" name="Dataset category Any Two&#10;Entities">
            <a:extLst xmlns:a="http://schemas.openxmlformats.org/drawingml/2006/main">
              <a:ext uri="{FF2B5EF4-FFF2-40B4-BE49-F238E27FC236}">
                <a16:creationId xmlns:a16="http://schemas.microsoft.com/office/drawing/2014/main" id="{44078D71-C7BB-42DD-AD2A-88618357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459" y="2221485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774760" y="0"/>
                </a:moveTo>
                <a:lnTo>
                  <a:pt x="795794" y="38500"/>
                </a:lnTo>
                <a:lnTo>
                  <a:pt x="816357" y="77254"/>
                </a:lnTo>
                <a:lnTo>
                  <a:pt x="836444" y="116256"/>
                </a:lnTo>
                <a:lnTo>
                  <a:pt x="856054" y="155501"/>
                </a:lnTo>
                <a:lnTo>
                  <a:pt x="875182" y="194982"/>
                </a:lnTo>
                <a:lnTo>
                  <a:pt x="893827" y="234694"/>
                </a:lnTo>
                <a:lnTo>
                  <a:pt x="911985" y="274631"/>
                </a:lnTo>
                <a:lnTo>
                  <a:pt x="929654" y="314787"/>
                </a:lnTo>
                <a:lnTo>
                  <a:pt x="946831" y="355155"/>
                </a:lnTo>
                <a:lnTo>
                  <a:pt x="963514" y="395731"/>
                </a:lnTo>
                <a:lnTo>
                  <a:pt x="979700" y="436507"/>
                </a:lnTo>
                <a:lnTo>
                  <a:pt x="995386" y="477478"/>
                </a:lnTo>
                <a:lnTo>
                  <a:pt x="1010570" y="518638"/>
                </a:lnTo>
                <a:lnTo>
                  <a:pt x="1025251" y="559980"/>
                </a:lnTo>
                <a:lnTo>
                  <a:pt x="1039425" y="601498"/>
                </a:lnTo>
                <a:lnTo>
                  <a:pt x="1053091" y="643186"/>
                </a:lnTo>
                <a:lnTo>
                  <a:pt x="1066247" y="685038"/>
                </a:lnTo>
                <a:lnTo>
                  <a:pt x="1078891" y="727048"/>
                </a:lnTo>
                <a:lnTo>
                  <a:pt x="1091020" y="769209"/>
                </a:lnTo>
                <a:lnTo>
                  <a:pt x="1102633" y="811515"/>
                </a:lnTo>
                <a:lnTo>
                  <a:pt x="1113729" y="853960"/>
                </a:lnTo>
                <a:lnTo>
                  <a:pt x="1124305" y="896537"/>
                </a:lnTo>
                <a:lnTo>
                  <a:pt x="1134361" y="939241"/>
                </a:lnTo>
                <a:lnTo>
                  <a:pt x="1143893" y="982063"/>
                </a:lnTo>
                <a:lnTo>
                  <a:pt x="1152902" y="1025000"/>
                </a:lnTo>
                <a:lnTo>
                  <a:pt x="1161386" y="1068043"/>
                </a:lnTo>
                <a:lnTo>
                  <a:pt x="1169343" y="1111186"/>
                </a:lnTo>
                <a:lnTo>
                  <a:pt x="1176773" y="1154424"/>
                </a:lnTo>
                <a:lnTo>
                  <a:pt x="1183674" y="1197749"/>
                </a:lnTo>
                <a:lnTo>
                  <a:pt x="1190045" y="1241155"/>
                </a:lnTo>
                <a:lnTo>
                  <a:pt x="1195885" y="1284636"/>
                </a:lnTo>
                <a:lnTo>
                  <a:pt x="1201193" y="1328184"/>
                </a:lnTo>
                <a:lnTo>
                  <a:pt x="1205969" y="1371795"/>
                </a:lnTo>
                <a:lnTo>
                  <a:pt x="1210212" y="1415460"/>
                </a:lnTo>
                <a:lnTo>
                  <a:pt x="1213922" y="1459174"/>
                </a:lnTo>
                <a:lnTo>
                  <a:pt x="1217096" y="1502930"/>
                </a:lnTo>
                <a:lnTo>
                  <a:pt x="1219737" y="1546722"/>
                </a:lnTo>
                <a:lnTo>
                  <a:pt x="1221841" y="1590543"/>
                </a:lnTo>
                <a:lnTo>
                  <a:pt x="1223411" y="1634386"/>
                </a:lnTo>
                <a:lnTo>
                  <a:pt x="1224444" y="1678245"/>
                </a:lnTo>
                <a:lnTo>
                  <a:pt x="338754" y="1693704"/>
                </a:lnTo>
                <a:lnTo>
                  <a:pt x="337976" y="1660665"/>
                </a:lnTo>
                <a:lnTo>
                  <a:pt x="336793" y="1627637"/>
                </a:lnTo>
                <a:lnTo>
                  <a:pt x="335208" y="1594626"/>
                </a:lnTo>
                <a:lnTo>
                  <a:pt x="333219" y="1561637"/>
                </a:lnTo>
                <a:lnTo>
                  <a:pt x="330827" y="1528675"/>
                </a:lnTo>
                <a:lnTo>
                  <a:pt x="328033" y="1495745"/>
                </a:lnTo>
                <a:lnTo>
                  <a:pt x="324837" y="1462851"/>
                </a:lnTo>
                <a:lnTo>
                  <a:pt x="321239" y="1429998"/>
                </a:lnTo>
                <a:lnTo>
                  <a:pt x="317240" y="1397193"/>
                </a:lnTo>
                <a:lnTo>
                  <a:pt x="312840" y="1364438"/>
                </a:lnTo>
                <a:lnTo>
                  <a:pt x="308041" y="1331739"/>
                </a:lnTo>
                <a:lnTo>
                  <a:pt x="302843" y="1299102"/>
                </a:lnTo>
                <a:lnTo>
                  <a:pt x="297246" y="1266530"/>
                </a:lnTo>
                <a:lnTo>
                  <a:pt x="291251" y="1234030"/>
                </a:lnTo>
                <a:lnTo>
                  <a:pt x="284861" y="1201605"/>
                </a:lnTo>
                <a:lnTo>
                  <a:pt x="278074" y="1169260"/>
                </a:lnTo>
                <a:lnTo>
                  <a:pt x="270893" y="1137001"/>
                </a:lnTo>
                <a:lnTo>
                  <a:pt x="263318" y="1104832"/>
                </a:lnTo>
                <a:lnTo>
                  <a:pt x="255351" y="1072758"/>
                </a:lnTo>
                <a:lnTo>
                  <a:pt x="246992" y="1040784"/>
                </a:lnTo>
                <a:lnTo>
                  <a:pt x="238244" y="1008914"/>
                </a:lnTo>
                <a:lnTo>
                  <a:pt x="229106" y="977153"/>
                </a:lnTo>
                <a:lnTo>
                  <a:pt x="219582" y="945507"/>
                </a:lnTo>
                <a:lnTo>
                  <a:pt x="209671" y="913979"/>
                </a:lnTo>
                <a:lnTo>
                  <a:pt x="199377" y="882574"/>
                </a:lnTo>
                <a:lnTo>
                  <a:pt x="188699" y="851298"/>
                </a:lnTo>
                <a:lnTo>
                  <a:pt x="177640" y="820154"/>
                </a:lnTo>
                <a:lnTo>
                  <a:pt x="166201" y="789148"/>
                </a:lnTo>
                <a:lnTo>
                  <a:pt x="154384" y="758284"/>
                </a:lnTo>
                <a:lnTo>
                  <a:pt x="142191" y="727567"/>
                </a:lnTo>
                <a:lnTo>
                  <a:pt x="129624" y="697001"/>
                </a:lnTo>
                <a:lnTo>
                  <a:pt x="116684" y="666590"/>
                </a:lnTo>
                <a:lnTo>
                  <a:pt x="103374" y="636340"/>
                </a:lnTo>
                <a:lnTo>
                  <a:pt x="89695" y="606255"/>
                </a:lnTo>
                <a:lnTo>
                  <a:pt x="75650" y="576339"/>
                </a:lnTo>
                <a:lnTo>
                  <a:pt x="61240" y="546598"/>
                </a:lnTo>
                <a:lnTo>
                  <a:pt x="46468" y="517034"/>
                </a:lnTo>
                <a:lnTo>
                  <a:pt x="31336" y="487653"/>
                </a:lnTo>
                <a:lnTo>
                  <a:pt x="15846" y="458459"/>
                </a:lnTo>
                <a:lnTo>
                  <a:pt x="0" y="429456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Dataset count 19174">
            <a:extLst xmlns:a="http://schemas.openxmlformats.org/drawingml/2006/main">
              <a:ext uri="{FF2B5EF4-FFF2-40B4-BE49-F238E27FC236}">
                <a16:creationId xmlns:a16="http://schemas.microsoft.com/office/drawing/2014/main" id="{374DEC4B-CF34-4ACE-8231-EC1CA0A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2747916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1491205" y="0"/>
                </a:moveTo>
                <a:lnTo>
                  <a:pt x="1505879" y="26858"/>
                </a:lnTo>
                <a:lnTo>
                  <a:pt x="1520223" y="53893"/>
                </a:lnTo>
                <a:lnTo>
                  <a:pt x="1534236" y="81102"/>
                </a:lnTo>
                <a:lnTo>
                  <a:pt x="1547916" y="108479"/>
                </a:lnTo>
                <a:lnTo>
                  <a:pt x="1561261" y="136022"/>
                </a:lnTo>
                <a:lnTo>
                  <a:pt x="1574267" y="163726"/>
                </a:lnTo>
                <a:lnTo>
                  <a:pt x="1586935" y="191586"/>
                </a:lnTo>
                <a:lnTo>
                  <a:pt x="1599261" y="219599"/>
                </a:lnTo>
                <a:lnTo>
                  <a:pt x="1611244" y="247761"/>
                </a:lnTo>
                <a:lnTo>
                  <a:pt x="1622882" y="276067"/>
                </a:lnTo>
                <a:lnTo>
                  <a:pt x="1634173" y="304513"/>
                </a:lnTo>
                <a:lnTo>
                  <a:pt x="1645116" y="333095"/>
                </a:lnTo>
                <a:lnTo>
                  <a:pt x="1655709" y="361808"/>
                </a:lnTo>
                <a:lnTo>
                  <a:pt x="1665950" y="390649"/>
                </a:lnTo>
                <a:lnTo>
                  <a:pt x="1675839" y="419612"/>
                </a:lnTo>
                <a:lnTo>
                  <a:pt x="1685372" y="448695"/>
                </a:lnTo>
                <a:lnTo>
                  <a:pt x="1694550" y="477891"/>
                </a:lnTo>
                <a:lnTo>
                  <a:pt x="1703370" y="507198"/>
                </a:lnTo>
                <a:lnTo>
                  <a:pt x="1711832" y="536610"/>
                </a:lnTo>
                <a:lnTo>
                  <a:pt x="1719933" y="566123"/>
                </a:lnTo>
                <a:lnTo>
                  <a:pt x="1727674" y="595733"/>
                </a:lnTo>
                <a:lnTo>
                  <a:pt x="1735052" y="625436"/>
                </a:lnTo>
                <a:lnTo>
                  <a:pt x="1742067" y="655226"/>
                </a:lnTo>
                <a:lnTo>
                  <a:pt x="1748717" y="685100"/>
                </a:lnTo>
                <a:lnTo>
                  <a:pt x="1755002" y="715053"/>
                </a:lnTo>
                <a:lnTo>
                  <a:pt x="1760920" y="745080"/>
                </a:lnTo>
                <a:lnTo>
                  <a:pt x="1766471" y="775178"/>
                </a:lnTo>
                <a:lnTo>
                  <a:pt x="1771654" y="805341"/>
                </a:lnTo>
                <a:lnTo>
                  <a:pt x="1776468" y="835565"/>
                </a:lnTo>
                <a:lnTo>
                  <a:pt x="1780913" y="865845"/>
                </a:lnTo>
                <a:lnTo>
                  <a:pt x="1784987" y="896178"/>
                </a:lnTo>
                <a:lnTo>
                  <a:pt x="1788690" y="926558"/>
                </a:lnTo>
                <a:lnTo>
                  <a:pt x="1792022" y="956981"/>
                </a:lnTo>
                <a:lnTo>
                  <a:pt x="1794982" y="987443"/>
                </a:lnTo>
                <a:lnTo>
                  <a:pt x="1797569" y="1017939"/>
                </a:lnTo>
                <a:lnTo>
                  <a:pt x="1799784" y="1048463"/>
                </a:lnTo>
                <a:lnTo>
                  <a:pt x="1801626" y="1079013"/>
                </a:lnTo>
                <a:lnTo>
                  <a:pt x="1803094" y="1109583"/>
                </a:lnTo>
                <a:lnTo>
                  <a:pt x="1804189" y="1140168"/>
                </a:lnTo>
                <a:lnTo>
                  <a:pt x="1804910" y="1170765"/>
                </a:lnTo>
                <a:lnTo>
                  <a:pt x="100195" y="1200521"/>
                </a:lnTo>
                <a:lnTo>
                  <a:pt x="99965" y="1190748"/>
                </a:lnTo>
                <a:lnTo>
                  <a:pt x="99615" y="1180980"/>
                </a:lnTo>
                <a:lnTo>
                  <a:pt x="99146" y="1171216"/>
                </a:lnTo>
                <a:lnTo>
                  <a:pt x="98558" y="1161459"/>
                </a:lnTo>
                <a:lnTo>
                  <a:pt x="97850" y="1151709"/>
                </a:lnTo>
                <a:lnTo>
                  <a:pt x="97024" y="1141969"/>
                </a:lnTo>
                <a:lnTo>
                  <a:pt x="96078" y="1132240"/>
                </a:lnTo>
                <a:lnTo>
                  <a:pt x="95014" y="1122523"/>
                </a:lnTo>
                <a:lnTo>
                  <a:pt x="93832" y="1112820"/>
                </a:lnTo>
                <a:lnTo>
                  <a:pt x="92530" y="1103132"/>
                </a:lnTo>
                <a:lnTo>
                  <a:pt x="91111" y="1093461"/>
                </a:lnTo>
                <a:lnTo>
                  <a:pt x="89573" y="1083807"/>
                </a:lnTo>
                <a:lnTo>
                  <a:pt x="87918" y="1074174"/>
                </a:lnTo>
                <a:lnTo>
                  <a:pt x="86145" y="1064561"/>
                </a:lnTo>
                <a:lnTo>
                  <a:pt x="84255" y="1054970"/>
                </a:lnTo>
                <a:lnTo>
                  <a:pt x="82247" y="1045403"/>
                </a:lnTo>
                <a:lnTo>
                  <a:pt x="80123" y="1035862"/>
                </a:lnTo>
                <a:lnTo>
                  <a:pt x="77883" y="1026347"/>
                </a:lnTo>
                <a:lnTo>
                  <a:pt x="75526" y="1016861"/>
                </a:lnTo>
                <a:lnTo>
                  <a:pt x="73054" y="1007403"/>
                </a:lnTo>
                <a:lnTo>
                  <a:pt x="70466" y="997977"/>
                </a:lnTo>
                <a:lnTo>
                  <a:pt x="67764" y="988583"/>
                </a:lnTo>
                <a:lnTo>
                  <a:pt x="64947" y="979223"/>
                </a:lnTo>
                <a:lnTo>
                  <a:pt x="62015" y="969898"/>
                </a:lnTo>
                <a:lnTo>
                  <a:pt x="58971" y="960609"/>
                </a:lnTo>
                <a:lnTo>
                  <a:pt x="55812" y="951358"/>
                </a:lnTo>
                <a:lnTo>
                  <a:pt x="52541" y="942147"/>
                </a:lnTo>
                <a:lnTo>
                  <a:pt x="49158" y="932976"/>
                </a:lnTo>
                <a:lnTo>
                  <a:pt x="45663" y="923847"/>
                </a:lnTo>
                <a:lnTo>
                  <a:pt x="42057" y="914762"/>
                </a:lnTo>
                <a:lnTo>
                  <a:pt x="38339" y="905721"/>
                </a:lnTo>
                <a:lnTo>
                  <a:pt x="34512" y="896726"/>
                </a:lnTo>
                <a:lnTo>
                  <a:pt x="30575" y="887779"/>
                </a:lnTo>
                <a:lnTo>
                  <a:pt x="26530" y="878881"/>
                </a:lnTo>
                <a:lnTo>
                  <a:pt x="22375" y="870033"/>
                </a:lnTo>
                <a:lnTo>
                  <a:pt x="18113" y="861236"/>
                </a:lnTo>
                <a:lnTo>
                  <a:pt x="13744" y="852491"/>
                </a:lnTo>
                <a:lnTo>
                  <a:pt x="9268" y="843801"/>
                </a:lnTo>
                <a:lnTo>
                  <a:pt x="4687" y="835166"/>
                </a:lnTo>
                <a:lnTo>
                  <a:pt x="0" y="826588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DD6A4AFA-5206-44A7-9ED5-00D23C2A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3091376"/>
            <a:ext cx="1096574" cy="857060"/>
          </a:xfrm>
          <a:custGeom xmlns:a="http://schemas.openxmlformats.org/drawingml/2006/main">
            <a:pathLst>
              <a:path w="1096574" h="857060">
                <a:moveTo>
                  <a:pt x="871585" y="0"/>
                </a:moveTo>
                <a:lnTo>
                  <a:pt x="882109" y="19262"/>
                </a:lnTo>
                <a:lnTo>
                  <a:pt x="892397" y="38652"/>
                </a:lnTo>
                <a:lnTo>
                  <a:pt x="902448" y="58166"/>
                </a:lnTo>
                <a:lnTo>
                  <a:pt x="912259" y="77801"/>
                </a:lnTo>
                <a:lnTo>
                  <a:pt x="921829" y="97554"/>
                </a:lnTo>
                <a:lnTo>
                  <a:pt x="931158" y="117423"/>
                </a:lnTo>
                <a:lnTo>
                  <a:pt x="940243" y="137405"/>
                </a:lnTo>
                <a:lnTo>
                  <a:pt x="949083" y="157496"/>
                </a:lnTo>
                <a:lnTo>
                  <a:pt x="957677" y="177693"/>
                </a:lnTo>
                <a:lnTo>
                  <a:pt x="966024" y="197994"/>
                </a:lnTo>
                <a:lnTo>
                  <a:pt x="974122" y="218396"/>
                </a:lnTo>
                <a:lnTo>
                  <a:pt x="981970" y="238894"/>
                </a:lnTo>
                <a:lnTo>
                  <a:pt x="989567" y="259488"/>
                </a:lnTo>
                <a:lnTo>
                  <a:pt x="996912" y="280172"/>
                </a:lnTo>
                <a:lnTo>
                  <a:pt x="1004004" y="300945"/>
                </a:lnTo>
                <a:lnTo>
                  <a:pt x="1010842" y="321802"/>
                </a:lnTo>
                <a:lnTo>
                  <a:pt x="1017424" y="342742"/>
                </a:lnTo>
                <a:lnTo>
                  <a:pt x="1023750" y="363761"/>
                </a:lnTo>
                <a:lnTo>
                  <a:pt x="1029818" y="384855"/>
                </a:lnTo>
                <a:lnTo>
                  <a:pt x="1035629" y="406022"/>
                </a:lnTo>
                <a:lnTo>
                  <a:pt x="1041180" y="427258"/>
                </a:lnTo>
                <a:lnTo>
                  <a:pt x="1046472" y="448560"/>
                </a:lnTo>
                <a:lnTo>
                  <a:pt x="1051503" y="469926"/>
                </a:lnTo>
                <a:lnTo>
                  <a:pt x="1056272" y="491351"/>
                </a:lnTo>
                <a:lnTo>
                  <a:pt x="1060780" y="512833"/>
                </a:lnTo>
                <a:lnTo>
                  <a:pt x="1065024" y="534369"/>
                </a:lnTo>
                <a:lnTo>
                  <a:pt x="1069005" y="555955"/>
                </a:lnTo>
                <a:lnTo>
                  <a:pt x="1072723" y="577587"/>
                </a:lnTo>
                <a:lnTo>
                  <a:pt x="1076175" y="599264"/>
                </a:lnTo>
                <a:lnTo>
                  <a:pt x="1079363" y="620981"/>
                </a:lnTo>
                <a:lnTo>
                  <a:pt x="1082285" y="642736"/>
                </a:lnTo>
                <a:lnTo>
                  <a:pt x="1084941" y="664524"/>
                </a:lnTo>
                <a:lnTo>
                  <a:pt x="1087330" y="686344"/>
                </a:lnTo>
                <a:lnTo>
                  <a:pt x="1089453" y="708191"/>
                </a:lnTo>
                <a:lnTo>
                  <a:pt x="1091309" y="730062"/>
                </a:lnTo>
                <a:lnTo>
                  <a:pt x="1092898" y="751954"/>
                </a:lnTo>
                <a:lnTo>
                  <a:pt x="1094218" y="773864"/>
                </a:lnTo>
                <a:lnTo>
                  <a:pt x="1095272" y="795789"/>
                </a:lnTo>
                <a:lnTo>
                  <a:pt x="1096057" y="817725"/>
                </a:lnTo>
                <a:lnTo>
                  <a:pt x="1096574" y="839668"/>
                </a:lnTo>
                <a:lnTo>
                  <a:pt x="100195" y="857060"/>
                </a:lnTo>
                <a:lnTo>
                  <a:pt x="99965" y="847288"/>
                </a:lnTo>
                <a:lnTo>
                  <a:pt x="99615" y="837519"/>
                </a:lnTo>
                <a:lnTo>
                  <a:pt x="99146" y="827755"/>
                </a:lnTo>
                <a:lnTo>
                  <a:pt x="98558" y="817998"/>
                </a:lnTo>
                <a:lnTo>
                  <a:pt x="97850" y="808249"/>
                </a:lnTo>
                <a:lnTo>
                  <a:pt x="97024" y="798509"/>
                </a:lnTo>
                <a:lnTo>
                  <a:pt x="96078" y="788780"/>
                </a:lnTo>
                <a:lnTo>
                  <a:pt x="95014" y="779063"/>
                </a:lnTo>
                <a:lnTo>
                  <a:pt x="93832" y="769359"/>
                </a:lnTo>
                <a:lnTo>
                  <a:pt x="92530" y="759671"/>
                </a:lnTo>
                <a:lnTo>
                  <a:pt x="91111" y="750000"/>
                </a:lnTo>
                <a:lnTo>
                  <a:pt x="89573" y="740347"/>
                </a:lnTo>
                <a:lnTo>
                  <a:pt x="87918" y="730713"/>
                </a:lnTo>
                <a:lnTo>
                  <a:pt x="86145" y="721100"/>
                </a:lnTo>
                <a:lnTo>
                  <a:pt x="84255" y="711510"/>
                </a:lnTo>
                <a:lnTo>
                  <a:pt x="82247" y="701943"/>
                </a:lnTo>
                <a:lnTo>
                  <a:pt x="80123" y="692401"/>
                </a:lnTo>
                <a:lnTo>
                  <a:pt x="77883" y="682887"/>
                </a:lnTo>
                <a:lnTo>
                  <a:pt x="75526" y="673400"/>
                </a:lnTo>
                <a:lnTo>
                  <a:pt x="73054" y="663943"/>
                </a:lnTo>
                <a:lnTo>
                  <a:pt x="70466" y="654516"/>
                </a:lnTo>
                <a:lnTo>
                  <a:pt x="67764" y="645122"/>
                </a:lnTo>
                <a:lnTo>
                  <a:pt x="64947" y="635762"/>
                </a:lnTo>
                <a:lnTo>
                  <a:pt x="62015" y="626437"/>
                </a:lnTo>
                <a:lnTo>
                  <a:pt x="58971" y="617148"/>
                </a:lnTo>
                <a:lnTo>
                  <a:pt x="55812" y="607898"/>
                </a:lnTo>
                <a:lnTo>
                  <a:pt x="52541" y="598686"/>
                </a:lnTo>
                <a:lnTo>
                  <a:pt x="49158" y="589515"/>
                </a:lnTo>
                <a:lnTo>
                  <a:pt x="45663" y="580387"/>
                </a:lnTo>
                <a:lnTo>
                  <a:pt x="42057" y="571301"/>
                </a:lnTo>
                <a:lnTo>
                  <a:pt x="38339" y="562260"/>
                </a:lnTo>
                <a:lnTo>
                  <a:pt x="34512" y="553266"/>
                </a:lnTo>
                <a:lnTo>
                  <a:pt x="30575" y="544319"/>
                </a:lnTo>
                <a:lnTo>
                  <a:pt x="26530" y="535420"/>
                </a:lnTo>
                <a:lnTo>
                  <a:pt x="22375" y="526572"/>
                </a:lnTo>
                <a:lnTo>
                  <a:pt x="18113" y="517775"/>
                </a:lnTo>
                <a:lnTo>
                  <a:pt x="13744" y="509031"/>
                </a:lnTo>
                <a:lnTo>
                  <a:pt x="9268" y="500341"/>
                </a:lnTo>
                <a:lnTo>
                  <a:pt x="4687" y="491706"/>
                </a:lnTo>
                <a:lnTo>
                  <a:pt x="0" y="483128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Any Two&#10;Entities">
            <a:extLst xmlns:a="http://schemas.openxmlformats.org/drawingml/2006/main">
              <a:ext uri="{FF2B5EF4-FFF2-40B4-BE49-F238E27FC236}">
                <a16:creationId xmlns:a16="http://schemas.microsoft.com/office/drawing/2014/main" id="{9A59B928-F4AC-4A58-9D96-E200AB52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6188921" y="2882167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Any Two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Entities</a:t>
            </a:r>
          </a:p>
        </p:txBody>
      </p:sp>
      <p:sp>
        <p:nvSpPr>
          <p:cNvPr id="15" name="19174">
            <a:extLst xmlns:a="http://schemas.openxmlformats.org/drawingml/2006/main">
              <a:ext uri="{FF2B5EF4-FFF2-40B4-BE49-F238E27FC236}">
                <a16:creationId xmlns:a16="http://schemas.microsoft.com/office/drawing/2014/main" id="{B9FB1981-2F75-4924-B352-690ECC2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5159657" y="3363453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19174</a:t>
            </a:r>
          </a:p>
        </p:txBody>
      </p:sp>
      <p:sp>
        <p:nvSpPr>
          <p:cNvPr id="16" name="Dataset category Human-&#10;Object-Scene">
            <a:extLst xmlns:a="http://schemas.openxmlformats.org/drawingml/2006/main">
              <a:ext uri="{FF2B5EF4-FFF2-40B4-BE49-F238E27FC236}">
                <a16:creationId xmlns:a16="http://schemas.microsoft.com/office/drawing/2014/main" id="{5797056D-8ABE-4902-A74E-4A81C2E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459" y="4009611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1224444" y="15460"/>
                </a:moveTo>
                <a:lnTo>
                  <a:pt x="1223411" y="59319"/>
                </a:lnTo>
                <a:lnTo>
                  <a:pt x="1221841" y="103162"/>
                </a:lnTo>
                <a:lnTo>
                  <a:pt x="1219737" y="146982"/>
                </a:lnTo>
                <a:lnTo>
                  <a:pt x="1217096" y="190774"/>
                </a:lnTo>
                <a:lnTo>
                  <a:pt x="1213922" y="234530"/>
                </a:lnTo>
                <a:lnTo>
                  <a:pt x="1210212" y="278244"/>
                </a:lnTo>
                <a:lnTo>
                  <a:pt x="1205969" y="321910"/>
                </a:lnTo>
                <a:lnTo>
                  <a:pt x="1201193" y="365520"/>
                </a:lnTo>
                <a:lnTo>
                  <a:pt x="1195885" y="409069"/>
                </a:lnTo>
                <a:lnTo>
                  <a:pt x="1190045" y="452550"/>
                </a:lnTo>
                <a:lnTo>
                  <a:pt x="1183674" y="495956"/>
                </a:lnTo>
                <a:lnTo>
                  <a:pt x="1176773" y="539281"/>
                </a:lnTo>
                <a:lnTo>
                  <a:pt x="1169343" y="582518"/>
                </a:lnTo>
                <a:lnTo>
                  <a:pt x="1161386" y="625662"/>
                </a:lnTo>
                <a:lnTo>
                  <a:pt x="1152902" y="668705"/>
                </a:lnTo>
                <a:lnTo>
                  <a:pt x="1143893" y="711641"/>
                </a:lnTo>
                <a:lnTo>
                  <a:pt x="1134361" y="754464"/>
                </a:lnTo>
                <a:lnTo>
                  <a:pt x="1124305" y="797167"/>
                </a:lnTo>
                <a:lnTo>
                  <a:pt x="1113729" y="839744"/>
                </a:lnTo>
                <a:lnTo>
                  <a:pt x="1102633" y="882189"/>
                </a:lnTo>
                <a:lnTo>
                  <a:pt x="1091020" y="924495"/>
                </a:lnTo>
                <a:lnTo>
                  <a:pt x="1078891" y="966656"/>
                </a:lnTo>
                <a:lnTo>
                  <a:pt x="1066247" y="1008666"/>
                </a:lnTo>
                <a:lnTo>
                  <a:pt x="1053091" y="1050518"/>
                </a:lnTo>
                <a:lnTo>
                  <a:pt x="1039425" y="1092207"/>
                </a:lnTo>
                <a:lnTo>
                  <a:pt x="1025251" y="1133725"/>
                </a:lnTo>
                <a:lnTo>
                  <a:pt x="1010570" y="1175067"/>
                </a:lnTo>
                <a:lnTo>
                  <a:pt x="995386" y="1216226"/>
                </a:lnTo>
                <a:lnTo>
                  <a:pt x="979700" y="1257197"/>
                </a:lnTo>
                <a:lnTo>
                  <a:pt x="963514" y="1297974"/>
                </a:lnTo>
                <a:lnTo>
                  <a:pt x="946831" y="1338549"/>
                </a:lnTo>
                <a:lnTo>
                  <a:pt x="929654" y="1378918"/>
                </a:lnTo>
                <a:lnTo>
                  <a:pt x="911985" y="1419074"/>
                </a:lnTo>
                <a:lnTo>
                  <a:pt x="893827" y="1459010"/>
                </a:lnTo>
                <a:lnTo>
                  <a:pt x="875182" y="1498723"/>
                </a:lnTo>
                <a:lnTo>
                  <a:pt x="856054" y="1538204"/>
                </a:lnTo>
                <a:lnTo>
                  <a:pt x="836444" y="1577449"/>
                </a:lnTo>
                <a:lnTo>
                  <a:pt x="816357" y="1616451"/>
                </a:lnTo>
                <a:lnTo>
                  <a:pt x="795794" y="1655205"/>
                </a:lnTo>
                <a:lnTo>
                  <a:pt x="774760" y="1693704"/>
                </a:lnTo>
                <a:lnTo>
                  <a:pt x="0" y="1264248"/>
                </a:lnTo>
                <a:lnTo>
                  <a:pt x="15846" y="1235246"/>
                </a:lnTo>
                <a:lnTo>
                  <a:pt x="31336" y="1206052"/>
                </a:lnTo>
                <a:lnTo>
                  <a:pt x="46468" y="1176671"/>
                </a:lnTo>
                <a:lnTo>
                  <a:pt x="61240" y="1147107"/>
                </a:lnTo>
                <a:lnTo>
                  <a:pt x="75650" y="1117365"/>
                </a:lnTo>
                <a:lnTo>
                  <a:pt x="89695" y="1087449"/>
                </a:lnTo>
                <a:lnTo>
                  <a:pt x="103374" y="1057364"/>
                </a:lnTo>
                <a:lnTo>
                  <a:pt x="116684" y="1027114"/>
                </a:lnTo>
                <a:lnTo>
                  <a:pt x="129624" y="996704"/>
                </a:lnTo>
                <a:lnTo>
                  <a:pt x="142191" y="966138"/>
                </a:lnTo>
                <a:lnTo>
                  <a:pt x="154384" y="935420"/>
                </a:lnTo>
                <a:lnTo>
                  <a:pt x="166201" y="904556"/>
                </a:lnTo>
                <a:lnTo>
                  <a:pt x="177640" y="873550"/>
                </a:lnTo>
                <a:lnTo>
                  <a:pt x="188699" y="842407"/>
                </a:lnTo>
                <a:lnTo>
                  <a:pt x="199377" y="811130"/>
                </a:lnTo>
                <a:lnTo>
                  <a:pt x="209671" y="779726"/>
                </a:lnTo>
                <a:lnTo>
                  <a:pt x="219582" y="748198"/>
                </a:lnTo>
                <a:lnTo>
                  <a:pt x="229106" y="716551"/>
                </a:lnTo>
                <a:lnTo>
                  <a:pt x="238244" y="684791"/>
                </a:lnTo>
                <a:lnTo>
                  <a:pt x="246992" y="652921"/>
                </a:lnTo>
                <a:lnTo>
                  <a:pt x="255351" y="620947"/>
                </a:lnTo>
                <a:lnTo>
                  <a:pt x="263318" y="588872"/>
                </a:lnTo>
                <a:lnTo>
                  <a:pt x="270893" y="556703"/>
                </a:lnTo>
                <a:lnTo>
                  <a:pt x="278074" y="524444"/>
                </a:lnTo>
                <a:lnTo>
                  <a:pt x="284861" y="492100"/>
                </a:lnTo>
                <a:lnTo>
                  <a:pt x="291251" y="459675"/>
                </a:lnTo>
                <a:lnTo>
                  <a:pt x="297246" y="427174"/>
                </a:lnTo>
                <a:lnTo>
                  <a:pt x="302843" y="394603"/>
                </a:lnTo>
                <a:lnTo>
                  <a:pt x="308041" y="361965"/>
                </a:lnTo>
                <a:lnTo>
                  <a:pt x="312840" y="329267"/>
                </a:lnTo>
                <a:lnTo>
                  <a:pt x="317240" y="296512"/>
                </a:lnTo>
                <a:lnTo>
                  <a:pt x="321239" y="263706"/>
                </a:lnTo>
                <a:lnTo>
                  <a:pt x="324837" y="230854"/>
                </a:lnTo>
                <a:lnTo>
                  <a:pt x="328033" y="197960"/>
                </a:lnTo>
                <a:lnTo>
                  <a:pt x="330827" y="165029"/>
                </a:lnTo>
                <a:lnTo>
                  <a:pt x="333219" y="132067"/>
                </a:lnTo>
                <a:lnTo>
                  <a:pt x="335208" y="99078"/>
                </a:lnTo>
                <a:lnTo>
                  <a:pt x="336793" y="66067"/>
                </a:lnTo>
                <a:lnTo>
                  <a:pt x="337976" y="33040"/>
                </a:lnTo>
                <a:lnTo>
                  <a:pt x="338754" y="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Dataset count 13568">
            <a:extLst xmlns:a="http://schemas.openxmlformats.org/drawingml/2006/main">
              <a:ext uri="{FF2B5EF4-FFF2-40B4-BE49-F238E27FC236}">
                <a16:creationId xmlns:a16="http://schemas.microsoft.com/office/drawing/2014/main" id="{98FE9CB0-7A99-4F66-84E2-8A5C7952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3976364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1804910" y="29756"/>
                </a:moveTo>
                <a:lnTo>
                  <a:pt x="1804189" y="60352"/>
                </a:lnTo>
                <a:lnTo>
                  <a:pt x="1803094" y="90938"/>
                </a:lnTo>
                <a:lnTo>
                  <a:pt x="1801626" y="121508"/>
                </a:lnTo>
                <a:lnTo>
                  <a:pt x="1799784" y="152057"/>
                </a:lnTo>
                <a:lnTo>
                  <a:pt x="1797569" y="182582"/>
                </a:lnTo>
                <a:lnTo>
                  <a:pt x="1794982" y="213078"/>
                </a:lnTo>
                <a:lnTo>
                  <a:pt x="1792022" y="243539"/>
                </a:lnTo>
                <a:lnTo>
                  <a:pt x="1788690" y="273963"/>
                </a:lnTo>
                <a:lnTo>
                  <a:pt x="1784987" y="304343"/>
                </a:lnTo>
                <a:lnTo>
                  <a:pt x="1780913" y="334675"/>
                </a:lnTo>
                <a:lnTo>
                  <a:pt x="1776468" y="364956"/>
                </a:lnTo>
                <a:lnTo>
                  <a:pt x="1771654" y="395180"/>
                </a:lnTo>
                <a:lnTo>
                  <a:pt x="1766471" y="425343"/>
                </a:lnTo>
                <a:lnTo>
                  <a:pt x="1760920" y="455441"/>
                </a:lnTo>
                <a:lnTo>
                  <a:pt x="1755002" y="485468"/>
                </a:lnTo>
                <a:lnTo>
                  <a:pt x="1748717" y="515421"/>
                </a:lnTo>
                <a:lnTo>
                  <a:pt x="1742067" y="545295"/>
                </a:lnTo>
                <a:lnTo>
                  <a:pt x="1735052" y="575085"/>
                </a:lnTo>
                <a:lnTo>
                  <a:pt x="1727674" y="604787"/>
                </a:lnTo>
                <a:lnTo>
                  <a:pt x="1719933" y="634397"/>
                </a:lnTo>
                <a:lnTo>
                  <a:pt x="1711832" y="663911"/>
                </a:lnTo>
                <a:lnTo>
                  <a:pt x="1703370" y="693323"/>
                </a:lnTo>
                <a:lnTo>
                  <a:pt x="1694550" y="722629"/>
                </a:lnTo>
                <a:lnTo>
                  <a:pt x="1685372" y="751826"/>
                </a:lnTo>
                <a:lnTo>
                  <a:pt x="1675839" y="780908"/>
                </a:lnTo>
                <a:lnTo>
                  <a:pt x="1665950" y="809872"/>
                </a:lnTo>
                <a:lnTo>
                  <a:pt x="1655709" y="838713"/>
                </a:lnTo>
                <a:lnTo>
                  <a:pt x="1645116" y="867426"/>
                </a:lnTo>
                <a:lnTo>
                  <a:pt x="1634173" y="896008"/>
                </a:lnTo>
                <a:lnTo>
                  <a:pt x="1622882" y="924454"/>
                </a:lnTo>
                <a:lnTo>
                  <a:pt x="1611244" y="952760"/>
                </a:lnTo>
                <a:lnTo>
                  <a:pt x="1599261" y="980922"/>
                </a:lnTo>
                <a:lnTo>
                  <a:pt x="1586935" y="1008935"/>
                </a:lnTo>
                <a:lnTo>
                  <a:pt x="1574267" y="1036795"/>
                </a:lnTo>
                <a:lnTo>
                  <a:pt x="1561261" y="1064499"/>
                </a:lnTo>
                <a:lnTo>
                  <a:pt x="1547916" y="1092042"/>
                </a:lnTo>
                <a:lnTo>
                  <a:pt x="1534236" y="1119419"/>
                </a:lnTo>
                <a:lnTo>
                  <a:pt x="1520223" y="1146628"/>
                </a:lnTo>
                <a:lnTo>
                  <a:pt x="1505879" y="1173663"/>
                </a:lnTo>
                <a:lnTo>
                  <a:pt x="1491205" y="1200521"/>
                </a:lnTo>
                <a:lnTo>
                  <a:pt x="0" y="373933"/>
                </a:lnTo>
                <a:lnTo>
                  <a:pt x="4687" y="365354"/>
                </a:lnTo>
                <a:lnTo>
                  <a:pt x="9268" y="356719"/>
                </a:lnTo>
                <a:lnTo>
                  <a:pt x="13744" y="348029"/>
                </a:lnTo>
                <a:lnTo>
                  <a:pt x="18113" y="339285"/>
                </a:lnTo>
                <a:lnTo>
                  <a:pt x="22375" y="330488"/>
                </a:lnTo>
                <a:lnTo>
                  <a:pt x="26530" y="321640"/>
                </a:lnTo>
                <a:lnTo>
                  <a:pt x="30575" y="312742"/>
                </a:lnTo>
                <a:lnTo>
                  <a:pt x="34512" y="303794"/>
                </a:lnTo>
                <a:lnTo>
                  <a:pt x="38339" y="294800"/>
                </a:lnTo>
                <a:lnTo>
                  <a:pt x="42057" y="285759"/>
                </a:lnTo>
                <a:lnTo>
                  <a:pt x="45663" y="276674"/>
                </a:lnTo>
                <a:lnTo>
                  <a:pt x="49158" y="267545"/>
                </a:lnTo>
                <a:lnTo>
                  <a:pt x="52541" y="258374"/>
                </a:lnTo>
                <a:lnTo>
                  <a:pt x="55812" y="249163"/>
                </a:lnTo>
                <a:lnTo>
                  <a:pt x="58971" y="239912"/>
                </a:lnTo>
                <a:lnTo>
                  <a:pt x="62015" y="230623"/>
                </a:lnTo>
                <a:lnTo>
                  <a:pt x="64947" y="221298"/>
                </a:lnTo>
                <a:lnTo>
                  <a:pt x="67764" y="211938"/>
                </a:lnTo>
                <a:lnTo>
                  <a:pt x="70466" y="202544"/>
                </a:lnTo>
                <a:lnTo>
                  <a:pt x="73054" y="193117"/>
                </a:lnTo>
                <a:lnTo>
                  <a:pt x="75526" y="183660"/>
                </a:lnTo>
                <a:lnTo>
                  <a:pt x="77883" y="174174"/>
                </a:lnTo>
                <a:lnTo>
                  <a:pt x="80123" y="164659"/>
                </a:lnTo>
                <a:lnTo>
                  <a:pt x="82247" y="155117"/>
                </a:lnTo>
                <a:lnTo>
                  <a:pt x="84255" y="145551"/>
                </a:lnTo>
                <a:lnTo>
                  <a:pt x="86145" y="135960"/>
                </a:lnTo>
                <a:lnTo>
                  <a:pt x="87918" y="126347"/>
                </a:lnTo>
                <a:lnTo>
                  <a:pt x="89573" y="116713"/>
                </a:lnTo>
                <a:lnTo>
                  <a:pt x="91111" y="107060"/>
                </a:lnTo>
                <a:lnTo>
                  <a:pt x="92530" y="97389"/>
                </a:lnTo>
                <a:lnTo>
                  <a:pt x="93832" y="87701"/>
                </a:lnTo>
                <a:lnTo>
                  <a:pt x="95014" y="77998"/>
                </a:lnTo>
                <a:lnTo>
                  <a:pt x="96078" y="68281"/>
                </a:lnTo>
                <a:lnTo>
                  <a:pt x="97024" y="58551"/>
                </a:lnTo>
                <a:lnTo>
                  <a:pt x="97850" y="48811"/>
                </a:lnTo>
                <a:lnTo>
                  <a:pt x="98558" y="39062"/>
                </a:lnTo>
                <a:lnTo>
                  <a:pt x="99146" y="29305"/>
                </a:lnTo>
                <a:lnTo>
                  <a:pt x="99615" y="19541"/>
                </a:lnTo>
                <a:lnTo>
                  <a:pt x="99965" y="9772"/>
                </a:lnTo>
                <a:lnTo>
                  <a:pt x="100195" y="0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9CBCA13E-06D1-43E0-9CF6-E9F54337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308" y="3976364"/>
            <a:ext cx="805257" cy="715806"/>
          </a:xfrm>
          <a:custGeom xmlns:a="http://schemas.openxmlformats.org/drawingml/2006/main">
            <a:pathLst>
              <a:path w="805257" h="715806">
                <a:moveTo>
                  <a:pt x="805257" y="12307"/>
                </a:moveTo>
                <a:lnTo>
                  <a:pt x="804824" y="30692"/>
                </a:lnTo>
                <a:lnTo>
                  <a:pt x="804166" y="49070"/>
                </a:lnTo>
                <a:lnTo>
                  <a:pt x="803284" y="67440"/>
                </a:lnTo>
                <a:lnTo>
                  <a:pt x="802177" y="85796"/>
                </a:lnTo>
                <a:lnTo>
                  <a:pt x="800846" y="104138"/>
                </a:lnTo>
                <a:lnTo>
                  <a:pt x="799292" y="122463"/>
                </a:lnTo>
                <a:lnTo>
                  <a:pt x="797513" y="140767"/>
                </a:lnTo>
                <a:lnTo>
                  <a:pt x="795511" y="159048"/>
                </a:lnTo>
                <a:lnTo>
                  <a:pt x="793286" y="177303"/>
                </a:lnTo>
                <a:lnTo>
                  <a:pt x="790838" y="195529"/>
                </a:lnTo>
                <a:lnTo>
                  <a:pt x="788167" y="213725"/>
                </a:lnTo>
                <a:lnTo>
                  <a:pt x="785274" y="231886"/>
                </a:lnTo>
                <a:lnTo>
                  <a:pt x="782160" y="250011"/>
                </a:lnTo>
                <a:lnTo>
                  <a:pt x="778824" y="268096"/>
                </a:lnTo>
                <a:lnTo>
                  <a:pt x="775268" y="286139"/>
                </a:lnTo>
                <a:lnTo>
                  <a:pt x="771492" y="304137"/>
                </a:lnTo>
                <a:lnTo>
                  <a:pt x="767496" y="322088"/>
                </a:lnTo>
                <a:lnTo>
                  <a:pt x="763280" y="339989"/>
                </a:lnTo>
                <a:lnTo>
                  <a:pt x="758847" y="357837"/>
                </a:lnTo>
                <a:lnTo>
                  <a:pt x="754196" y="375629"/>
                </a:lnTo>
                <a:lnTo>
                  <a:pt x="749328" y="393363"/>
                </a:lnTo>
                <a:lnTo>
                  <a:pt x="744243" y="411036"/>
                </a:lnTo>
                <a:lnTo>
                  <a:pt x="738943" y="428646"/>
                </a:lnTo>
                <a:lnTo>
                  <a:pt x="733429" y="446190"/>
                </a:lnTo>
                <a:lnTo>
                  <a:pt x="727700" y="463665"/>
                </a:lnTo>
                <a:lnTo>
                  <a:pt x="721758" y="481069"/>
                </a:lnTo>
                <a:lnTo>
                  <a:pt x="715604" y="498399"/>
                </a:lnTo>
                <a:lnTo>
                  <a:pt x="709239" y="515653"/>
                </a:lnTo>
                <a:lnTo>
                  <a:pt x="702664" y="532827"/>
                </a:lnTo>
                <a:lnTo>
                  <a:pt x="695879" y="549920"/>
                </a:lnTo>
                <a:lnTo>
                  <a:pt x="688886" y="566929"/>
                </a:lnTo>
                <a:lnTo>
                  <a:pt x="681685" y="583851"/>
                </a:lnTo>
                <a:lnTo>
                  <a:pt x="674279" y="600684"/>
                </a:lnTo>
                <a:lnTo>
                  <a:pt x="666667" y="617425"/>
                </a:lnTo>
                <a:lnTo>
                  <a:pt x="658851" y="634072"/>
                </a:lnTo>
                <a:lnTo>
                  <a:pt x="650833" y="650622"/>
                </a:lnTo>
                <a:lnTo>
                  <a:pt x="642613" y="667073"/>
                </a:lnTo>
                <a:lnTo>
                  <a:pt x="634192" y="683422"/>
                </a:lnTo>
                <a:lnTo>
                  <a:pt x="625573" y="699667"/>
                </a:lnTo>
                <a:lnTo>
                  <a:pt x="616756" y="715806"/>
                </a:lnTo>
                <a:lnTo>
                  <a:pt x="0" y="373933"/>
                </a:lnTo>
                <a:lnTo>
                  <a:pt x="4687" y="365354"/>
                </a:lnTo>
                <a:lnTo>
                  <a:pt x="9268" y="356719"/>
                </a:lnTo>
                <a:lnTo>
                  <a:pt x="13744" y="348029"/>
                </a:lnTo>
                <a:lnTo>
                  <a:pt x="18113" y="339285"/>
                </a:lnTo>
                <a:lnTo>
                  <a:pt x="22375" y="330488"/>
                </a:lnTo>
                <a:lnTo>
                  <a:pt x="26530" y="321640"/>
                </a:lnTo>
                <a:lnTo>
                  <a:pt x="30575" y="312742"/>
                </a:lnTo>
                <a:lnTo>
                  <a:pt x="34512" y="303794"/>
                </a:lnTo>
                <a:lnTo>
                  <a:pt x="38339" y="294800"/>
                </a:lnTo>
                <a:lnTo>
                  <a:pt x="42057" y="285759"/>
                </a:lnTo>
                <a:lnTo>
                  <a:pt x="45663" y="276674"/>
                </a:lnTo>
                <a:lnTo>
                  <a:pt x="49158" y="267545"/>
                </a:lnTo>
                <a:lnTo>
                  <a:pt x="52541" y="258374"/>
                </a:lnTo>
                <a:lnTo>
                  <a:pt x="55812" y="249163"/>
                </a:lnTo>
                <a:lnTo>
                  <a:pt x="58971" y="239912"/>
                </a:lnTo>
                <a:lnTo>
                  <a:pt x="62015" y="230623"/>
                </a:lnTo>
                <a:lnTo>
                  <a:pt x="64947" y="221298"/>
                </a:lnTo>
                <a:lnTo>
                  <a:pt x="67764" y="211938"/>
                </a:lnTo>
                <a:lnTo>
                  <a:pt x="70466" y="202544"/>
                </a:lnTo>
                <a:lnTo>
                  <a:pt x="73054" y="193117"/>
                </a:lnTo>
                <a:lnTo>
                  <a:pt x="75526" y="183660"/>
                </a:lnTo>
                <a:lnTo>
                  <a:pt x="77883" y="174174"/>
                </a:lnTo>
                <a:lnTo>
                  <a:pt x="80123" y="164659"/>
                </a:lnTo>
                <a:lnTo>
                  <a:pt x="82247" y="155117"/>
                </a:lnTo>
                <a:lnTo>
                  <a:pt x="84255" y="145551"/>
                </a:lnTo>
                <a:lnTo>
                  <a:pt x="86145" y="135960"/>
                </a:lnTo>
                <a:lnTo>
                  <a:pt x="87918" y="126347"/>
                </a:lnTo>
                <a:lnTo>
                  <a:pt x="89573" y="116713"/>
                </a:lnTo>
                <a:lnTo>
                  <a:pt x="91111" y="107060"/>
                </a:lnTo>
                <a:lnTo>
                  <a:pt x="92530" y="97389"/>
                </a:lnTo>
                <a:lnTo>
                  <a:pt x="93832" y="87701"/>
                </a:lnTo>
                <a:lnTo>
                  <a:pt x="95014" y="77998"/>
                </a:lnTo>
                <a:lnTo>
                  <a:pt x="96078" y="68281"/>
                </a:lnTo>
                <a:lnTo>
                  <a:pt x="97024" y="58551"/>
                </a:lnTo>
                <a:lnTo>
                  <a:pt x="97850" y="48811"/>
                </a:lnTo>
                <a:lnTo>
                  <a:pt x="98558" y="39062"/>
                </a:lnTo>
                <a:lnTo>
                  <a:pt x="99146" y="29305"/>
                </a:lnTo>
                <a:lnTo>
                  <a:pt x="99615" y="19541"/>
                </a:lnTo>
                <a:lnTo>
                  <a:pt x="99965" y="9772"/>
                </a:lnTo>
                <a:lnTo>
                  <a:pt x="100195" y="0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Human-&#10;Object-Scene">
            <a:extLst xmlns:a="http://schemas.openxmlformats.org/drawingml/2006/main">
              <a:ext uri="{FF2B5EF4-FFF2-40B4-BE49-F238E27FC236}">
                <a16:creationId xmlns:a16="http://schemas.microsoft.com/office/drawing/2014/main" id="{A6FC5513-42E5-4C09-99D4-DEB3F4B7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500000">
            <a:off x="6188921" y="4509233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Human-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Object-Scene</a:t>
            </a:r>
          </a:p>
        </p:txBody>
      </p:sp>
      <p:sp>
        <p:nvSpPr>
          <p:cNvPr id="20" name="13568">
            <a:extLst xmlns:a="http://schemas.openxmlformats.org/drawingml/2006/main">
              <a:ext uri="{FF2B5EF4-FFF2-40B4-BE49-F238E27FC236}">
                <a16:creationId xmlns:a16="http://schemas.microsoft.com/office/drawing/2014/main" id="{977B4BE3-5056-42E0-8340-AE64C549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500000">
            <a:off x="5159657" y="4275597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13568</a:t>
            </a:r>
          </a:p>
        </p:txBody>
      </p:sp>
      <p:sp>
        <p:nvSpPr>
          <p:cNvPr id="21" name="Dataset category Others">
            <a:extLst xmlns:a="http://schemas.openxmlformats.org/drawingml/2006/main">
              <a:ext uri="{FF2B5EF4-FFF2-40B4-BE49-F238E27FC236}">
                <a16:creationId xmlns:a16="http://schemas.microsoft.com/office/drawing/2014/main" id="{5FB9AB42-A3F3-4176-AB92-C2C60F60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754" y="5355629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1684794" y="456234"/>
                </a:moveTo>
                <a:lnTo>
                  <a:pt x="1661969" y="493700"/>
                </a:lnTo>
                <a:lnTo>
                  <a:pt x="1638689" y="530884"/>
                </a:lnTo>
                <a:lnTo>
                  <a:pt x="1614956" y="567782"/>
                </a:lnTo>
                <a:lnTo>
                  <a:pt x="1590773" y="604386"/>
                </a:lnTo>
                <a:lnTo>
                  <a:pt x="1566146" y="640693"/>
                </a:lnTo>
                <a:lnTo>
                  <a:pt x="1541077" y="676696"/>
                </a:lnTo>
                <a:lnTo>
                  <a:pt x="1515569" y="712390"/>
                </a:lnTo>
                <a:lnTo>
                  <a:pt x="1489628" y="747769"/>
                </a:lnTo>
                <a:lnTo>
                  <a:pt x="1463256" y="782829"/>
                </a:lnTo>
                <a:lnTo>
                  <a:pt x="1436458" y="817565"/>
                </a:lnTo>
                <a:lnTo>
                  <a:pt x="1409238" y="851970"/>
                </a:lnTo>
                <a:lnTo>
                  <a:pt x="1381599" y="886040"/>
                </a:lnTo>
                <a:lnTo>
                  <a:pt x="1353546" y="919770"/>
                </a:lnTo>
                <a:lnTo>
                  <a:pt x="1325083" y="953155"/>
                </a:lnTo>
                <a:lnTo>
                  <a:pt x="1296214" y="986189"/>
                </a:lnTo>
                <a:lnTo>
                  <a:pt x="1266944" y="1018869"/>
                </a:lnTo>
                <a:lnTo>
                  <a:pt x="1237277" y="1051188"/>
                </a:lnTo>
                <a:lnTo>
                  <a:pt x="1207217" y="1083143"/>
                </a:lnTo>
                <a:lnTo>
                  <a:pt x="1176769" y="1114727"/>
                </a:lnTo>
                <a:lnTo>
                  <a:pt x="1145938" y="1145938"/>
                </a:lnTo>
                <a:lnTo>
                  <a:pt x="1114727" y="1176769"/>
                </a:lnTo>
                <a:lnTo>
                  <a:pt x="1083143" y="1207217"/>
                </a:lnTo>
                <a:lnTo>
                  <a:pt x="1051188" y="1237277"/>
                </a:lnTo>
                <a:lnTo>
                  <a:pt x="1018869" y="1266944"/>
                </a:lnTo>
                <a:lnTo>
                  <a:pt x="986189" y="1296214"/>
                </a:lnTo>
                <a:lnTo>
                  <a:pt x="953155" y="1325083"/>
                </a:lnTo>
                <a:lnTo>
                  <a:pt x="919770" y="1353546"/>
                </a:lnTo>
                <a:lnTo>
                  <a:pt x="886040" y="1381599"/>
                </a:lnTo>
                <a:lnTo>
                  <a:pt x="851970" y="1409238"/>
                </a:lnTo>
                <a:lnTo>
                  <a:pt x="817565" y="1436458"/>
                </a:lnTo>
                <a:lnTo>
                  <a:pt x="782829" y="1463256"/>
                </a:lnTo>
                <a:lnTo>
                  <a:pt x="747769" y="1489628"/>
                </a:lnTo>
                <a:lnTo>
                  <a:pt x="712390" y="1515569"/>
                </a:lnTo>
                <a:lnTo>
                  <a:pt x="676696" y="1541077"/>
                </a:lnTo>
                <a:lnTo>
                  <a:pt x="640693" y="1566146"/>
                </a:lnTo>
                <a:lnTo>
                  <a:pt x="604386" y="1590773"/>
                </a:lnTo>
                <a:lnTo>
                  <a:pt x="567782" y="1614956"/>
                </a:lnTo>
                <a:lnTo>
                  <a:pt x="530884" y="1638689"/>
                </a:lnTo>
                <a:lnTo>
                  <a:pt x="493700" y="1661969"/>
                </a:lnTo>
                <a:lnTo>
                  <a:pt x="456234" y="1684794"/>
                </a:lnTo>
                <a:lnTo>
                  <a:pt x="0" y="925494"/>
                </a:lnTo>
                <a:lnTo>
                  <a:pt x="28224" y="908300"/>
                </a:lnTo>
                <a:lnTo>
                  <a:pt x="56236" y="890762"/>
                </a:lnTo>
                <a:lnTo>
                  <a:pt x="84031" y="872883"/>
                </a:lnTo>
                <a:lnTo>
                  <a:pt x="111606" y="854667"/>
                </a:lnTo>
                <a:lnTo>
                  <a:pt x="138956" y="836114"/>
                </a:lnTo>
                <a:lnTo>
                  <a:pt x="166078" y="817229"/>
                </a:lnTo>
                <a:lnTo>
                  <a:pt x="192966" y="798014"/>
                </a:lnTo>
                <a:lnTo>
                  <a:pt x="219618" y="778472"/>
                </a:lnTo>
                <a:lnTo>
                  <a:pt x="246030" y="758606"/>
                </a:lnTo>
                <a:lnTo>
                  <a:pt x="272196" y="738418"/>
                </a:lnTo>
                <a:lnTo>
                  <a:pt x="298114" y="717913"/>
                </a:lnTo>
                <a:lnTo>
                  <a:pt x="323780" y="697092"/>
                </a:lnTo>
                <a:lnTo>
                  <a:pt x="349189" y="675959"/>
                </a:lnTo>
                <a:lnTo>
                  <a:pt x="374339" y="654518"/>
                </a:lnTo>
                <a:lnTo>
                  <a:pt x="399224" y="632771"/>
                </a:lnTo>
                <a:lnTo>
                  <a:pt x="423842" y="610721"/>
                </a:lnTo>
                <a:lnTo>
                  <a:pt x="448189" y="588372"/>
                </a:lnTo>
                <a:lnTo>
                  <a:pt x="472260" y="565728"/>
                </a:lnTo>
                <a:lnTo>
                  <a:pt x="496054" y="542791"/>
                </a:lnTo>
                <a:lnTo>
                  <a:pt x="519565" y="519565"/>
                </a:lnTo>
                <a:lnTo>
                  <a:pt x="542791" y="496054"/>
                </a:lnTo>
                <a:lnTo>
                  <a:pt x="565728" y="472260"/>
                </a:lnTo>
                <a:lnTo>
                  <a:pt x="588372" y="448189"/>
                </a:lnTo>
                <a:lnTo>
                  <a:pt x="610721" y="423842"/>
                </a:lnTo>
                <a:lnTo>
                  <a:pt x="632771" y="399224"/>
                </a:lnTo>
                <a:lnTo>
                  <a:pt x="654518" y="374339"/>
                </a:lnTo>
                <a:lnTo>
                  <a:pt x="675959" y="349189"/>
                </a:lnTo>
                <a:lnTo>
                  <a:pt x="697092" y="323780"/>
                </a:lnTo>
                <a:lnTo>
                  <a:pt x="717913" y="298114"/>
                </a:lnTo>
                <a:lnTo>
                  <a:pt x="738418" y="272196"/>
                </a:lnTo>
                <a:lnTo>
                  <a:pt x="758606" y="246030"/>
                </a:lnTo>
                <a:lnTo>
                  <a:pt x="778472" y="219618"/>
                </a:lnTo>
                <a:lnTo>
                  <a:pt x="798014" y="192966"/>
                </a:lnTo>
                <a:lnTo>
                  <a:pt x="817229" y="166078"/>
                </a:lnTo>
                <a:lnTo>
                  <a:pt x="836114" y="138956"/>
                </a:lnTo>
                <a:lnTo>
                  <a:pt x="854667" y="111606"/>
                </a:lnTo>
                <a:lnTo>
                  <a:pt x="872883" y="84031"/>
                </a:lnTo>
                <a:lnTo>
                  <a:pt x="890762" y="56236"/>
                </a:lnTo>
                <a:lnTo>
                  <a:pt x="908300" y="28224"/>
                </a:lnTo>
                <a:lnTo>
                  <a:pt x="925494" y="0"/>
                </a:lnTo>
                <a:close/>
              </a:path>
            </a:pathLst>
          </a:custGeom>
          <a:solidFill xmlns:a="http://schemas.openxmlformats.org/drawingml/2006/main">
            <a:srgbClr val="83B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Dataset count 4904">
            <a:extLst xmlns:a="http://schemas.openxmlformats.org/drawingml/2006/main">
              <a:ext uri="{FF2B5EF4-FFF2-40B4-BE49-F238E27FC236}">
                <a16:creationId xmlns:a16="http://schemas.microsoft.com/office/drawing/2014/main" id="{789862ED-ACE3-40A6-8E3F-021D5906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4374482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1735186" y="878127"/>
                </a:moveTo>
                <a:lnTo>
                  <a:pt x="1719264" y="904264"/>
                </a:lnTo>
                <a:lnTo>
                  <a:pt x="1703023" y="930204"/>
                </a:lnTo>
                <a:lnTo>
                  <a:pt x="1686466" y="955944"/>
                </a:lnTo>
                <a:lnTo>
                  <a:pt x="1669596" y="981480"/>
                </a:lnTo>
                <a:lnTo>
                  <a:pt x="1652416" y="1006808"/>
                </a:lnTo>
                <a:lnTo>
                  <a:pt x="1634927" y="1031924"/>
                </a:lnTo>
                <a:lnTo>
                  <a:pt x="1617133" y="1056825"/>
                </a:lnTo>
                <a:lnTo>
                  <a:pt x="1599036" y="1081506"/>
                </a:lnTo>
                <a:lnTo>
                  <a:pt x="1580639" y="1105964"/>
                </a:lnTo>
                <a:lnTo>
                  <a:pt x="1561944" y="1130196"/>
                </a:lnTo>
                <a:lnTo>
                  <a:pt x="1542955" y="1154198"/>
                </a:lnTo>
                <a:lnTo>
                  <a:pt x="1523674" y="1177966"/>
                </a:lnTo>
                <a:lnTo>
                  <a:pt x="1504104" y="1201496"/>
                </a:lnTo>
                <a:lnTo>
                  <a:pt x="1484247" y="1224786"/>
                </a:lnTo>
                <a:lnTo>
                  <a:pt x="1464108" y="1247831"/>
                </a:lnTo>
                <a:lnTo>
                  <a:pt x="1443689" y="1270628"/>
                </a:lnTo>
                <a:lnTo>
                  <a:pt x="1422993" y="1293175"/>
                </a:lnTo>
                <a:lnTo>
                  <a:pt x="1402023" y="1315467"/>
                </a:lnTo>
                <a:lnTo>
                  <a:pt x="1380782" y="1337501"/>
                </a:lnTo>
                <a:lnTo>
                  <a:pt x="1359274" y="1359274"/>
                </a:lnTo>
                <a:lnTo>
                  <a:pt x="1337501" y="1380782"/>
                </a:lnTo>
                <a:lnTo>
                  <a:pt x="1315467" y="1402023"/>
                </a:lnTo>
                <a:lnTo>
                  <a:pt x="1293175" y="1422993"/>
                </a:lnTo>
                <a:lnTo>
                  <a:pt x="1270628" y="1443689"/>
                </a:lnTo>
                <a:lnTo>
                  <a:pt x="1247831" y="1464108"/>
                </a:lnTo>
                <a:lnTo>
                  <a:pt x="1224786" y="1484247"/>
                </a:lnTo>
                <a:lnTo>
                  <a:pt x="1201496" y="1504104"/>
                </a:lnTo>
                <a:lnTo>
                  <a:pt x="1177966" y="1523674"/>
                </a:lnTo>
                <a:lnTo>
                  <a:pt x="1154198" y="1542955"/>
                </a:lnTo>
                <a:lnTo>
                  <a:pt x="1130196" y="1561944"/>
                </a:lnTo>
                <a:lnTo>
                  <a:pt x="1105964" y="1580639"/>
                </a:lnTo>
                <a:lnTo>
                  <a:pt x="1081506" y="1599036"/>
                </a:lnTo>
                <a:lnTo>
                  <a:pt x="1056825" y="1617133"/>
                </a:lnTo>
                <a:lnTo>
                  <a:pt x="1031924" y="1634927"/>
                </a:lnTo>
                <a:lnTo>
                  <a:pt x="1006808" y="1652416"/>
                </a:lnTo>
                <a:lnTo>
                  <a:pt x="981480" y="1669596"/>
                </a:lnTo>
                <a:lnTo>
                  <a:pt x="955944" y="1686466"/>
                </a:lnTo>
                <a:lnTo>
                  <a:pt x="930204" y="1703023"/>
                </a:lnTo>
                <a:lnTo>
                  <a:pt x="904264" y="1719264"/>
                </a:lnTo>
                <a:lnTo>
                  <a:pt x="878127" y="1735186"/>
                </a:lnTo>
                <a:lnTo>
                  <a:pt x="0" y="273738"/>
                </a:lnTo>
                <a:lnTo>
                  <a:pt x="8348" y="268652"/>
                </a:lnTo>
                <a:lnTo>
                  <a:pt x="16633" y="263465"/>
                </a:lnTo>
                <a:lnTo>
                  <a:pt x="24854" y="258177"/>
                </a:lnTo>
                <a:lnTo>
                  <a:pt x="33010" y="252789"/>
                </a:lnTo>
                <a:lnTo>
                  <a:pt x="41100" y="247301"/>
                </a:lnTo>
                <a:lnTo>
                  <a:pt x="49122" y="241716"/>
                </a:lnTo>
                <a:lnTo>
                  <a:pt x="57075" y="236032"/>
                </a:lnTo>
                <a:lnTo>
                  <a:pt x="64958" y="230252"/>
                </a:lnTo>
                <a:lnTo>
                  <a:pt x="72769" y="224376"/>
                </a:lnTo>
                <a:lnTo>
                  <a:pt x="80509" y="218405"/>
                </a:lnTo>
                <a:lnTo>
                  <a:pt x="88175" y="212340"/>
                </a:lnTo>
                <a:lnTo>
                  <a:pt x="95766" y="206182"/>
                </a:lnTo>
                <a:lnTo>
                  <a:pt x="103281" y="199932"/>
                </a:lnTo>
                <a:lnTo>
                  <a:pt x="110720" y="193590"/>
                </a:lnTo>
                <a:lnTo>
                  <a:pt x="118080" y="187158"/>
                </a:lnTo>
                <a:lnTo>
                  <a:pt x="125362" y="180636"/>
                </a:lnTo>
                <a:lnTo>
                  <a:pt x="132563" y="174026"/>
                </a:lnTo>
                <a:lnTo>
                  <a:pt x="139683" y="167328"/>
                </a:lnTo>
                <a:lnTo>
                  <a:pt x="146720" y="160544"/>
                </a:lnTo>
                <a:lnTo>
                  <a:pt x="153674" y="153674"/>
                </a:lnTo>
                <a:lnTo>
                  <a:pt x="160544" y="146720"/>
                </a:lnTo>
                <a:lnTo>
                  <a:pt x="167328" y="139683"/>
                </a:lnTo>
                <a:lnTo>
                  <a:pt x="174026" y="132563"/>
                </a:lnTo>
                <a:lnTo>
                  <a:pt x="180636" y="125362"/>
                </a:lnTo>
                <a:lnTo>
                  <a:pt x="187158" y="118080"/>
                </a:lnTo>
                <a:lnTo>
                  <a:pt x="193590" y="110720"/>
                </a:lnTo>
                <a:lnTo>
                  <a:pt x="199932" y="103281"/>
                </a:lnTo>
                <a:lnTo>
                  <a:pt x="206182" y="95766"/>
                </a:lnTo>
                <a:lnTo>
                  <a:pt x="212340" y="88175"/>
                </a:lnTo>
                <a:lnTo>
                  <a:pt x="218405" y="80509"/>
                </a:lnTo>
                <a:lnTo>
                  <a:pt x="224376" y="72769"/>
                </a:lnTo>
                <a:lnTo>
                  <a:pt x="230252" y="64958"/>
                </a:lnTo>
                <a:lnTo>
                  <a:pt x="236032" y="57075"/>
                </a:lnTo>
                <a:lnTo>
                  <a:pt x="241716" y="49122"/>
                </a:lnTo>
                <a:lnTo>
                  <a:pt x="247301" y="41100"/>
                </a:lnTo>
                <a:lnTo>
                  <a:pt x="252789" y="33010"/>
                </a:lnTo>
                <a:lnTo>
                  <a:pt x="258177" y="24854"/>
                </a:lnTo>
                <a:lnTo>
                  <a:pt x="263465" y="16633"/>
                </a:lnTo>
                <a:lnTo>
                  <a:pt x="268652" y="8348"/>
                </a:lnTo>
                <a:lnTo>
                  <a:pt x="273738" y="0"/>
                </a:lnTo>
                <a:close/>
              </a:path>
            </a:pathLst>
          </a:custGeom>
          <a:solidFill xmlns:a="http://schemas.openxmlformats.org/drawingml/2006/main">
            <a:srgbClr val="E7F3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3B9D9532-EF33-4A78-9F23-98825A3B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607" y="4374482"/>
            <a:ext cx="492209" cy="492209"/>
          </a:xfrm>
          <a:custGeom xmlns:a="http://schemas.openxmlformats.org/drawingml/2006/main">
            <a:pathLst>
              <a:path w="492209" h="492209">
                <a:moveTo>
                  <a:pt x="492209" y="131271"/>
                </a:moveTo>
                <a:lnTo>
                  <a:pt x="485503" y="142278"/>
                </a:lnTo>
                <a:lnTo>
                  <a:pt x="478663" y="153202"/>
                </a:lnTo>
                <a:lnTo>
                  <a:pt x="471691" y="164042"/>
                </a:lnTo>
                <a:lnTo>
                  <a:pt x="464586" y="174796"/>
                </a:lnTo>
                <a:lnTo>
                  <a:pt x="457351" y="185463"/>
                </a:lnTo>
                <a:lnTo>
                  <a:pt x="449986" y="196040"/>
                </a:lnTo>
                <a:lnTo>
                  <a:pt x="442492" y="206527"/>
                </a:lnTo>
                <a:lnTo>
                  <a:pt x="434871" y="216921"/>
                </a:lnTo>
                <a:lnTo>
                  <a:pt x="427123" y="227221"/>
                </a:lnTo>
                <a:lnTo>
                  <a:pt x="419250" y="237426"/>
                </a:lnTo>
                <a:lnTo>
                  <a:pt x="411253" y="247534"/>
                </a:lnTo>
                <a:lnTo>
                  <a:pt x="403133" y="257543"/>
                </a:lnTo>
                <a:lnTo>
                  <a:pt x="394892" y="267453"/>
                </a:lnTo>
                <a:lnTo>
                  <a:pt x="386529" y="277261"/>
                </a:lnTo>
                <a:lnTo>
                  <a:pt x="378048" y="286966"/>
                </a:lnTo>
                <a:lnTo>
                  <a:pt x="369449" y="296567"/>
                </a:lnTo>
                <a:lnTo>
                  <a:pt x="360733" y="306062"/>
                </a:lnTo>
                <a:lnTo>
                  <a:pt x="351902" y="315450"/>
                </a:lnTo>
                <a:lnTo>
                  <a:pt x="342956" y="324729"/>
                </a:lnTo>
                <a:lnTo>
                  <a:pt x="333899" y="333899"/>
                </a:lnTo>
                <a:lnTo>
                  <a:pt x="324729" y="342956"/>
                </a:lnTo>
                <a:lnTo>
                  <a:pt x="315450" y="351902"/>
                </a:lnTo>
                <a:lnTo>
                  <a:pt x="306062" y="360733"/>
                </a:lnTo>
                <a:lnTo>
                  <a:pt x="296567" y="369449"/>
                </a:lnTo>
                <a:lnTo>
                  <a:pt x="286966" y="378048"/>
                </a:lnTo>
                <a:lnTo>
                  <a:pt x="277261" y="386529"/>
                </a:lnTo>
                <a:lnTo>
                  <a:pt x="267453" y="394892"/>
                </a:lnTo>
                <a:lnTo>
                  <a:pt x="257543" y="403133"/>
                </a:lnTo>
                <a:lnTo>
                  <a:pt x="247534" y="411253"/>
                </a:lnTo>
                <a:lnTo>
                  <a:pt x="237426" y="419250"/>
                </a:lnTo>
                <a:lnTo>
                  <a:pt x="227221" y="427123"/>
                </a:lnTo>
                <a:lnTo>
                  <a:pt x="216921" y="434871"/>
                </a:lnTo>
                <a:lnTo>
                  <a:pt x="206527" y="442492"/>
                </a:lnTo>
                <a:lnTo>
                  <a:pt x="196040" y="449986"/>
                </a:lnTo>
                <a:lnTo>
                  <a:pt x="185463" y="457351"/>
                </a:lnTo>
                <a:lnTo>
                  <a:pt x="174796" y="464586"/>
                </a:lnTo>
                <a:lnTo>
                  <a:pt x="164042" y="471691"/>
                </a:lnTo>
                <a:lnTo>
                  <a:pt x="153202" y="478663"/>
                </a:lnTo>
                <a:lnTo>
                  <a:pt x="142278" y="485503"/>
                </a:lnTo>
                <a:lnTo>
                  <a:pt x="131271" y="492209"/>
                </a:lnTo>
                <a:lnTo>
                  <a:pt x="0" y="273738"/>
                </a:lnTo>
                <a:lnTo>
                  <a:pt x="8348" y="268652"/>
                </a:lnTo>
                <a:lnTo>
                  <a:pt x="16633" y="263465"/>
                </a:lnTo>
                <a:lnTo>
                  <a:pt x="24854" y="258177"/>
                </a:lnTo>
                <a:lnTo>
                  <a:pt x="33010" y="252789"/>
                </a:lnTo>
                <a:lnTo>
                  <a:pt x="41100" y="247301"/>
                </a:lnTo>
                <a:lnTo>
                  <a:pt x="49122" y="241716"/>
                </a:lnTo>
                <a:lnTo>
                  <a:pt x="57075" y="236032"/>
                </a:lnTo>
                <a:lnTo>
                  <a:pt x="64958" y="230252"/>
                </a:lnTo>
                <a:lnTo>
                  <a:pt x="72769" y="224376"/>
                </a:lnTo>
                <a:lnTo>
                  <a:pt x="80509" y="218405"/>
                </a:lnTo>
                <a:lnTo>
                  <a:pt x="88175" y="212340"/>
                </a:lnTo>
                <a:lnTo>
                  <a:pt x="95766" y="206182"/>
                </a:lnTo>
                <a:lnTo>
                  <a:pt x="103281" y="199932"/>
                </a:lnTo>
                <a:lnTo>
                  <a:pt x="110720" y="193590"/>
                </a:lnTo>
                <a:lnTo>
                  <a:pt x="118080" y="187158"/>
                </a:lnTo>
                <a:lnTo>
                  <a:pt x="125362" y="180636"/>
                </a:lnTo>
                <a:lnTo>
                  <a:pt x="132563" y="174026"/>
                </a:lnTo>
                <a:lnTo>
                  <a:pt x="139683" y="167328"/>
                </a:lnTo>
                <a:lnTo>
                  <a:pt x="146720" y="160544"/>
                </a:lnTo>
                <a:lnTo>
                  <a:pt x="153674" y="153674"/>
                </a:lnTo>
                <a:lnTo>
                  <a:pt x="160544" y="146720"/>
                </a:lnTo>
                <a:lnTo>
                  <a:pt x="167328" y="139683"/>
                </a:lnTo>
                <a:lnTo>
                  <a:pt x="174026" y="132563"/>
                </a:lnTo>
                <a:lnTo>
                  <a:pt x="180636" y="125362"/>
                </a:lnTo>
                <a:lnTo>
                  <a:pt x="187158" y="118080"/>
                </a:lnTo>
                <a:lnTo>
                  <a:pt x="193590" y="110720"/>
                </a:lnTo>
                <a:lnTo>
                  <a:pt x="199932" y="103281"/>
                </a:lnTo>
                <a:lnTo>
                  <a:pt x="206182" y="95766"/>
                </a:lnTo>
                <a:lnTo>
                  <a:pt x="212340" y="88175"/>
                </a:lnTo>
                <a:lnTo>
                  <a:pt x="218405" y="80509"/>
                </a:lnTo>
                <a:lnTo>
                  <a:pt x="224376" y="72769"/>
                </a:lnTo>
                <a:lnTo>
                  <a:pt x="230252" y="64958"/>
                </a:lnTo>
                <a:lnTo>
                  <a:pt x="236032" y="57075"/>
                </a:lnTo>
                <a:lnTo>
                  <a:pt x="241716" y="49122"/>
                </a:lnTo>
                <a:lnTo>
                  <a:pt x="247301" y="41100"/>
                </a:lnTo>
                <a:lnTo>
                  <a:pt x="252789" y="33010"/>
                </a:lnTo>
                <a:lnTo>
                  <a:pt x="258177" y="24854"/>
                </a:lnTo>
                <a:lnTo>
                  <a:pt x="263465" y="16633"/>
                </a:lnTo>
                <a:lnTo>
                  <a:pt x="268652" y="8348"/>
                </a:lnTo>
                <a:lnTo>
                  <a:pt x="273738" y="0"/>
                </a:lnTo>
                <a:close/>
              </a:path>
            </a:pathLst>
          </a:custGeom>
          <a:solidFill xmlns:a="http://schemas.openxmlformats.org/drawingml/2006/main">
            <a:srgbClr val="A8D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Others">
            <a:extLst xmlns:a="http://schemas.openxmlformats.org/drawingml/2006/main">
              <a:ext uri="{FF2B5EF4-FFF2-40B4-BE49-F238E27FC236}">
                <a16:creationId xmlns:a16="http://schemas.microsoft.com/office/drawing/2014/main" id="{FCF77894-85C9-42BC-9381-601E9F88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5375388" y="5918313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Others</a:t>
            </a:r>
          </a:p>
        </p:txBody>
      </p:sp>
      <p:sp>
        <p:nvSpPr>
          <p:cNvPr id="25" name="4904">
            <a:extLst xmlns:a="http://schemas.openxmlformats.org/drawingml/2006/main">
              <a:ext uri="{FF2B5EF4-FFF2-40B4-BE49-F238E27FC236}">
                <a16:creationId xmlns:a16="http://schemas.microsoft.com/office/drawing/2014/main" id="{9A464FD6-BFE2-42B6-AF80-B9068DEB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4703586" y="5065536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A8E7"/>
                </a:solidFill>
                <a:latin typeface="Comic Sans MS"/>
                <a:ea typeface="Comic Sans MS"/>
                <a:cs typeface="Comic Sans MS"/>
              </a:rPr>
              <a:t>4904</a:t>
            </a:r>
          </a:p>
        </p:txBody>
      </p:sp>
      <p:sp>
        <p:nvSpPr>
          <p:cNvPr id="26" name="Dataset category Hard(≥6)">
            <a:extLst xmlns:a="http://schemas.openxmlformats.org/drawingml/2006/main">
              <a:ext uri="{FF2B5EF4-FFF2-40B4-BE49-F238E27FC236}">
                <a16:creationId xmlns:a16="http://schemas.microsoft.com/office/drawing/2014/main" id="{A87507C2-4430-4EB5-A462-BA27D0A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736" y="6328334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1693704" y="774760"/>
                </a:moveTo>
                <a:lnTo>
                  <a:pt x="1655205" y="795794"/>
                </a:lnTo>
                <a:lnTo>
                  <a:pt x="1616451" y="816357"/>
                </a:lnTo>
                <a:lnTo>
                  <a:pt x="1577449" y="836444"/>
                </a:lnTo>
                <a:lnTo>
                  <a:pt x="1538204" y="856054"/>
                </a:lnTo>
                <a:lnTo>
                  <a:pt x="1498723" y="875182"/>
                </a:lnTo>
                <a:lnTo>
                  <a:pt x="1459010" y="893827"/>
                </a:lnTo>
                <a:lnTo>
                  <a:pt x="1419074" y="911985"/>
                </a:lnTo>
                <a:lnTo>
                  <a:pt x="1378918" y="929654"/>
                </a:lnTo>
                <a:lnTo>
                  <a:pt x="1338549" y="946831"/>
                </a:lnTo>
                <a:lnTo>
                  <a:pt x="1297974" y="963514"/>
                </a:lnTo>
                <a:lnTo>
                  <a:pt x="1257197" y="979700"/>
                </a:lnTo>
                <a:lnTo>
                  <a:pt x="1216226" y="995386"/>
                </a:lnTo>
                <a:lnTo>
                  <a:pt x="1175067" y="1010570"/>
                </a:lnTo>
                <a:lnTo>
                  <a:pt x="1133725" y="1025251"/>
                </a:lnTo>
                <a:lnTo>
                  <a:pt x="1092207" y="1039425"/>
                </a:lnTo>
                <a:lnTo>
                  <a:pt x="1050518" y="1053091"/>
                </a:lnTo>
                <a:lnTo>
                  <a:pt x="1008666" y="1066247"/>
                </a:lnTo>
                <a:lnTo>
                  <a:pt x="966656" y="1078891"/>
                </a:lnTo>
                <a:lnTo>
                  <a:pt x="924495" y="1091020"/>
                </a:lnTo>
                <a:lnTo>
                  <a:pt x="882189" y="1102633"/>
                </a:lnTo>
                <a:lnTo>
                  <a:pt x="839744" y="1113729"/>
                </a:lnTo>
                <a:lnTo>
                  <a:pt x="797167" y="1124305"/>
                </a:lnTo>
                <a:lnTo>
                  <a:pt x="754464" y="1134361"/>
                </a:lnTo>
                <a:lnTo>
                  <a:pt x="711641" y="1143893"/>
                </a:lnTo>
                <a:lnTo>
                  <a:pt x="668705" y="1152902"/>
                </a:lnTo>
                <a:lnTo>
                  <a:pt x="625662" y="1161386"/>
                </a:lnTo>
                <a:lnTo>
                  <a:pt x="582518" y="1169343"/>
                </a:lnTo>
                <a:lnTo>
                  <a:pt x="539281" y="1176773"/>
                </a:lnTo>
                <a:lnTo>
                  <a:pt x="495956" y="1183674"/>
                </a:lnTo>
                <a:lnTo>
                  <a:pt x="452550" y="1190045"/>
                </a:lnTo>
                <a:lnTo>
                  <a:pt x="409069" y="1195885"/>
                </a:lnTo>
                <a:lnTo>
                  <a:pt x="365520" y="1201193"/>
                </a:lnTo>
                <a:lnTo>
                  <a:pt x="321910" y="1205969"/>
                </a:lnTo>
                <a:lnTo>
                  <a:pt x="278244" y="1210212"/>
                </a:lnTo>
                <a:lnTo>
                  <a:pt x="234530" y="1213922"/>
                </a:lnTo>
                <a:lnTo>
                  <a:pt x="190774" y="1217096"/>
                </a:lnTo>
                <a:lnTo>
                  <a:pt x="146982" y="1219737"/>
                </a:lnTo>
                <a:lnTo>
                  <a:pt x="103162" y="1221841"/>
                </a:lnTo>
                <a:lnTo>
                  <a:pt x="59319" y="1223411"/>
                </a:lnTo>
                <a:lnTo>
                  <a:pt x="15460" y="1224444"/>
                </a:lnTo>
                <a:lnTo>
                  <a:pt x="0" y="338754"/>
                </a:lnTo>
                <a:lnTo>
                  <a:pt x="33040" y="337976"/>
                </a:lnTo>
                <a:lnTo>
                  <a:pt x="66067" y="336793"/>
                </a:lnTo>
                <a:lnTo>
                  <a:pt x="99078" y="335208"/>
                </a:lnTo>
                <a:lnTo>
                  <a:pt x="132067" y="333219"/>
                </a:lnTo>
                <a:lnTo>
                  <a:pt x="165029" y="330827"/>
                </a:lnTo>
                <a:lnTo>
                  <a:pt x="197960" y="328033"/>
                </a:lnTo>
                <a:lnTo>
                  <a:pt x="230854" y="324837"/>
                </a:lnTo>
                <a:lnTo>
                  <a:pt x="263706" y="321239"/>
                </a:lnTo>
                <a:lnTo>
                  <a:pt x="296512" y="317240"/>
                </a:lnTo>
                <a:lnTo>
                  <a:pt x="329267" y="312840"/>
                </a:lnTo>
                <a:lnTo>
                  <a:pt x="361965" y="308041"/>
                </a:lnTo>
                <a:lnTo>
                  <a:pt x="394603" y="302843"/>
                </a:lnTo>
                <a:lnTo>
                  <a:pt x="427174" y="297246"/>
                </a:lnTo>
                <a:lnTo>
                  <a:pt x="459675" y="291251"/>
                </a:lnTo>
                <a:lnTo>
                  <a:pt x="492100" y="284861"/>
                </a:lnTo>
                <a:lnTo>
                  <a:pt x="524444" y="278074"/>
                </a:lnTo>
                <a:lnTo>
                  <a:pt x="556703" y="270893"/>
                </a:lnTo>
                <a:lnTo>
                  <a:pt x="588872" y="263318"/>
                </a:lnTo>
                <a:lnTo>
                  <a:pt x="620947" y="255351"/>
                </a:lnTo>
                <a:lnTo>
                  <a:pt x="652921" y="246992"/>
                </a:lnTo>
                <a:lnTo>
                  <a:pt x="684791" y="238244"/>
                </a:lnTo>
                <a:lnTo>
                  <a:pt x="716551" y="229106"/>
                </a:lnTo>
                <a:lnTo>
                  <a:pt x="748198" y="219582"/>
                </a:lnTo>
                <a:lnTo>
                  <a:pt x="779726" y="209671"/>
                </a:lnTo>
                <a:lnTo>
                  <a:pt x="811130" y="199377"/>
                </a:lnTo>
                <a:lnTo>
                  <a:pt x="842407" y="188699"/>
                </a:lnTo>
                <a:lnTo>
                  <a:pt x="873550" y="177640"/>
                </a:lnTo>
                <a:lnTo>
                  <a:pt x="904556" y="166201"/>
                </a:lnTo>
                <a:lnTo>
                  <a:pt x="935420" y="154384"/>
                </a:lnTo>
                <a:lnTo>
                  <a:pt x="966138" y="142191"/>
                </a:lnTo>
                <a:lnTo>
                  <a:pt x="996704" y="129624"/>
                </a:lnTo>
                <a:lnTo>
                  <a:pt x="1027114" y="116684"/>
                </a:lnTo>
                <a:lnTo>
                  <a:pt x="1057364" y="103374"/>
                </a:lnTo>
                <a:lnTo>
                  <a:pt x="1087449" y="89695"/>
                </a:lnTo>
                <a:lnTo>
                  <a:pt x="1117365" y="75650"/>
                </a:lnTo>
                <a:lnTo>
                  <a:pt x="1147107" y="61240"/>
                </a:lnTo>
                <a:lnTo>
                  <a:pt x="1176671" y="46468"/>
                </a:lnTo>
                <a:lnTo>
                  <a:pt x="1206052" y="31336"/>
                </a:lnTo>
                <a:lnTo>
                  <a:pt x="1235246" y="15846"/>
                </a:lnTo>
                <a:lnTo>
                  <a:pt x="1264248" y="0"/>
                </a:lnTo>
                <a:close/>
              </a:path>
            </a:pathLst>
          </a:custGeom>
          <a:solidFill xmlns:a="http://schemas.openxmlformats.org/drawingml/2006/main">
            <a:srgbClr val="BDB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Dataset count 32805">
            <a:extLst xmlns:a="http://schemas.openxmlformats.org/drawingml/2006/main">
              <a:ext uri="{FF2B5EF4-FFF2-40B4-BE49-F238E27FC236}">
                <a16:creationId xmlns:a16="http://schemas.microsoft.com/office/drawing/2014/main" id="{44E3519E-B5FE-44F2-A769-968AFF50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4662183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1200521" y="1491205"/>
                </a:moveTo>
                <a:lnTo>
                  <a:pt x="1173663" y="1505879"/>
                </a:lnTo>
                <a:lnTo>
                  <a:pt x="1146628" y="1520223"/>
                </a:lnTo>
                <a:lnTo>
                  <a:pt x="1119419" y="1534236"/>
                </a:lnTo>
                <a:lnTo>
                  <a:pt x="1092042" y="1547916"/>
                </a:lnTo>
                <a:lnTo>
                  <a:pt x="1064499" y="1561261"/>
                </a:lnTo>
                <a:lnTo>
                  <a:pt x="1036795" y="1574267"/>
                </a:lnTo>
                <a:lnTo>
                  <a:pt x="1008935" y="1586935"/>
                </a:lnTo>
                <a:lnTo>
                  <a:pt x="980922" y="1599261"/>
                </a:lnTo>
                <a:lnTo>
                  <a:pt x="952760" y="1611244"/>
                </a:lnTo>
                <a:lnTo>
                  <a:pt x="924454" y="1622882"/>
                </a:lnTo>
                <a:lnTo>
                  <a:pt x="896008" y="1634173"/>
                </a:lnTo>
                <a:lnTo>
                  <a:pt x="867426" y="1645116"/>
                </a:lnTo>
                <a:lnTo>
                  <a:pt x="838713" y="1655709"/>
                </a:lnTo>
                <a:lnTo>
                  <a:pt x="809872" y="1665950"/>
                </a:lnTo>
                <a:lnTo>
                  <a:pt x="780908" y="1675839"/>
                </a:lnTo>
                <a:lnTo>
                  <a:pt x="751826" y="1685372"/>
                </a:lnTo>
                <a:lnTo>
                  <a:pt x="722629" y="1694550"/>
                </a:lnTo>
                <a:lnTo>
                  <a:pt x="693323" y="1703370"/>
                </a:lnTo>
                <a:lnTo>
                  <a:pt x="663911" y="1711832"/>
                </a:lnTo>
                <a:lnTo>
                  <a:pt x="634397" y="1719933"/>
                </a:lnTo>
                <a:lnTo>
                  <a:pt x="604787" y="1727674"/>
                </a:lnTo>
                <a:lnTo>
                  <a:pt x="575085" y="1735052"/>
                </a:lnTo>
                <a:lnTo>
                  <a:pt x="545295" y="1742067"/>
                </a:lnTo>
                <a:lnTo>
                  <a:pt x="515421" y="1748717"/>
                </a:lnTo>
                <a:lnTo>
                  <a:pt x="485468" y="1755002"/>
                </a:lnTo>
                <a:lnTo>
                  <a:pt x="455441" y="1760920"/>
                </a:lnTo>
                <a:lnTo>
                  <a:pt x="425343" y="1766471"/>
                </a:lnTo>
                <a:lnTo>
                  <a:pt x="395180" y="1771654"/>
                </a:lnTo>
                <a:lnTo>
                  <a:pt x="364956" y="1776468"/>
                </a:lnTo>
                <a:lnTo>
                  <a:pt x="334675" y="1780913"/>
                </a:lnTo>
                <a:lnTo>
                  <a:pt x="304343" y="1784987"/>
                </a:lnTo>
                <a:lnTo>
                  <a:pt x="273963" y="1788690"/>
                </a:lnTo>
                <a:lnTo>
                  <a:pt x="243539" y="1792022"/>
                </a:lnTo>
                <a:lnTo>
                  <a:pt x="213078" y="1794982"/>
                </a:lnTo>
                <a:lnTo>
                  <a:pt x="182582" y="1797569"/>
                </a:lnTo>
                <a:lnTo>
                  <a:pt x="152057" y="1799784"/>
                </a:lnTo>
                <a:lnTo>
                  <a:pt x="121508" y="1801626"/>
                </a:lnTo>
                <a:lnTo>
                  <a:pt x="90938" y="1803094"/>
                </a:lnTo>
                <a:lnTo>
                  <a:pt x="60352" y="1804189"/>
                </a:lnTo>
                <a:lnTo>
                  <a:pt x="29756" y="1804910"/>
                </a:lnTo>
                <a:lnTo>
                  <a:pt x="0" y="100195"/>
                </a:lnTo>
                <a:lnTo>
                  <a:pt x="9772" y="99965"/>
                </a:lnTo>
                <a:lnTo>
                  <a:pt x="19541" y="99615"/>
                </a:lnTo>
                <a:lnTo>
                  <a:pt x="29305" y="99146"/>
                </a:lnTo>
                <a:lnTo>
                  <a:pt x="39062" y="98558"/>
                </a:lnTo>
                <a:lnTo>
                  <a:pt x="48811" y="97850"/>
                </a:lnTo>
                <a:lnTo>
                  <a:pt x="58551" y="97024"/>
                </a:lnTo>
                <a:lnTo>
                  <a:pt x="68281" y="96078"/>
                </a:lnTo>
                <a:lnTo>
                  <a:pt x="77998" y="95014"/>
                </a:lnTo>
                <a:lnTo>
                  <a:pt x="87701" y="93832"/>
                </a:lnTo>
                <a:lnTo>
                  <a:pt x="97389" y="92530"/>
                </a:lnTo>
                <a:lnTo>
                  <a:pt x="107060" y="91111"/>
                </a:lnTo>
                <a:lnTo>
                  <a:pt x="116713" y="89573"/>
                </a:lnTo>
                <a:lnTo>
                  <a:pt x="126347" y="87918"/>
                </a:lnTo>
                <a:lnTo>
                  <a:pt x="135960" y="86145"/>
                </a:lnTo>
                <a:lnTo>
                  <a:pt x="145551" y="84255"/>
                </a:lnTo>
                <a:lnTo>
                  <a:pt x="155117" y="82247"/>
                </a:lnTo>
                <a:lnTo>
                  <a:pt x="164659" y="80123"/>
                </a:lnTo>
                <a:lnTo>
                  <a:pt x="174174" y="77883"/>
                </a:lnTo>
                <a:lnTo>
                  <a:pt x="183660" y="75526"/>
                </a:lnTo>
                <a:lnTo>
                  <a:pt x="193117" y="73054"/>
                </a:lnTo>
                <a:lnTo>
                  <a:pt x="202544" y="70466"/>
                </a:lnTo>
                <a:lnTo>
                  <a:pt x="211938" y="67764"/>
                </a:lnTo>
                <a:lnTo>
                  <a:pt x="221298" y="64947"/>
                </a:lnTo>
                <a:lnTo>
                  <a:pt x="230623" y="62015"/>
                </a:lnTo>
                <a:lnTo>
                  <a:pt x="239912" y="58971"/>
                </a:lnTo>
                <a:lnTo>
                  <a:pt x="249163" y="55812"/>
                </a:lnTo>
                <a:lnTo>
                  <a:pt x="258374" y="52541"/>
                </a:lnTo>
                <a:lnTo>
                  <a:pt x="267545" y="49158"/>
                </a:lnTo>
                <a:lnTo>
                  <a:pt x="276674" y="45663"/>
                </a:lnTo>
                <a:lnTo>
                  <a:pt x="285759" y="42057"/>
                </a:lnTo>
                <a:lnTo>
                  <a:pt x="294800" y="38339"/>
                </a:lnTo>
                <a:lnTo>
                  <a:pt x="303794" y="34512"/>
                </a:lnTo>
                <a:lnTo>
                  <a:pt x="312742" y="30575"/>
                </a:lnTo>
                <a:lnTo>
                  <a:pt x="321640" y="26530"/>
                </a:lnTo>
                <a:lnTo>
                  <a:pt x="330488" y="22375"/>
                </a:lnTo>
                <a:lnTo>
                  <a:pt x="339285" y="18113"/>
                </a:lnTo>
                <a:lnTo>
                  <a:pt x="348029" y="13744"/>
                </a:lnTo>
                <a:lnTo>
                  <a:pt x="356719" y="9268"/>
                </a:lnTo>
                <a:lnTo>
                  <a:pt x="365354" y="4687"/>
                </a:lnTo>
                <a:lnTo>
                  <a:pt x="373933" y="0"/>
                </a:ln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7E0FC0D8-A1E9-42CC-8786-F1CBE5FF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489" y="4662183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1200521" y="1491205"/>
                </a:moveTo>
                <a:lnTo>
                  <a:pt x="1173663" y="1505879"/>
                </a:lnTo>
                <a:lnTo>
                  <a:pt x="1146628" y="1520223"/>
                </a:lnTo>
                <a:lnTo>
                  <a:pt x="1119419" y="1534236"/>
                </a:lnTo>
                <a:lnTo>
                  <a:pt x="1092042" y="1547916"/>
                </a:lnTo>
                <a:lnTo>
                  <a:pt x="1064499" y="1561261"/>
                </a:lnTo>
                <a:lnTo>
                  <a:pt x="1036795" y="1574267"/>
                </a:lnTo>
                <a:lnTo>
                  <a:pt x="1008935" y="1586935"/>
                </a:lnTo>
                <a:lnTo>
                  <a:pt x="980922" y="1599261"/>
                </a:lnTo>
                <a:lnTo>
                  <a:pt x="952760" y="1611244"/>
                </a:lnTo>
                <a:lnTo>
                  <a:pt x="924454" y="1622882"/>
                </a:lnTo>
                <a:lnTo>
                  <a:pt x="896008" y="1634173"/>
                </a:lnTo>
                <a:lnTo>
                  <a:pt x="867426" y="1645116"/>
                </a:lnTo>
                <a:lnTo>
                  <a:pt x="838713" y="1655709"/>
                </a:lnTo>
                <a:lnTo>
                  <a:pt x="809872" y="1665950"/>
                </a:lnTo>
                <a:lnTo>
                  <a:pt x="780908" y="1675839"/>
                </a:lnTo>
                <a:lnTo>
                  <a:pt x="751826" y="1685372"/>
                </a:lnTo>
                <a:lnTo>
                  <a:pt x="722629" y="1694550"/>
                </a:lnTo>
                <a:lnTo>
                  <a:pt x="693323" y="1703370"/>
                </a:lnTo>
                <a:lnTo>
                  <a:pt x="663911" y="1711832"/>
                </a:lnTo>
                <a:lnTo>
                  <a:pt x="634397" y="1719933"/>
                </a:lnTo>
                <a:lnTo>
                  <a:pt x="604787" y="1727674"/>
                </a:lnTo>
                <a:lnTo>
                  <a:pt x="575085" y="1735052"/>
                </a:lnTo>
                <a:lnTo>
                  <a:pt x="545295" y="1742067"/>
                </a:lnTo>
                <a:lnTo>
                  <a:pt x="515421" y="1748717"/>
                </a:lnTo>
                <a:lnTo>
                  <a:pt x="485468" y="1755002"/>
                </a:lnTo>
                <a:lnTo>
                  <a:pt x="455441" y="1760920"/>
                </a:lnTo>
                <a:lnTo>
                  <a:pt x="425343" y="1766471"/>
                </a:lnTo>
                <a:lnTo>
                  <a:pt x="395180" y="1771654"/>
                </a:lnTo>
                <a:lnTo>
                  <a:pt x="364956" y="1776468"/>
                </a:lnTo>
                <a:lnTo>
                  <a:pt x="334675" y="1780913"/>
                </a:lnTo>
                <a:lnTo>
                  <a:pt x="304343" y="1784987"/>
                </a:lnTo>
                <a:lnTo>
                  <a:pt x="273963" y="1788690"/>
                </a:lnTo>
                <a:lnTo>
                  <a:pt x="243539" y="1792022"/>
                </a:lnTo>
                <a:lnTo>
                  <a:pt x="213078" y="1794982"/>
                </a:lnTo>
                <a:lnTo>
                  <a:pt x="182582" y="1797569"/>
                </a:lnTo>
                <a:lnTo>
                  <a:pt x="152057" y="1799784"/>
                </a:lnTo>
                <a:lnTo>
                  <a:pt x="121508" y="1801626"/>
                </a:lnTo>
                <a:lnTo>
                  <a:pt x="90938" y="1803094"/>
                </a:lnTo>
                <a:lnTo>
                  <a:pt x="60352" y="1804189"/>
                </a:lnTo>
                <a:lnTo>
                  <a:pt x="29756" y="1804910"/>
                </a:lnTo>
                <a:lnTo>
                  <a:pt x="0" y="100195"/>
                </a:lnTo>
                <a:lnTo>
                  <a:pt x="9772" y="99965"/>
                </a:lnTo>
                <a:lnTo>
                  <a:pt x="19541" y="99615"/>
                </a:lnTo>
                <a:lnTo>
                  <a:pt x="29305" y="99146"/>
                </a:lnTo>
                <a:lnTo>
                  <a:pt x="39062" y="98558"/>
                </a:lnTo>
                <a:lnTo>
                  <a:pt x="48811" y="97850"/>
                </a:lnTo>
                <a:lnTo>
                  <a:pt x="58551" y="97024"/>
                </a:lnTo>
                <a:lnTo>
                  <a:pt x="68281" y="96078"/>
                </a:lnTo>
                <a:lnTo>
                  <a:pt x="77998" y="95014"/>
                </a:lnTo>
                <a:lnTo>
                  <a:pt x="87701" y="93832"/>
                </a:lnTo>
                <a:lnTo>
                  <a:pt x="97389" y="92530"/>
                </a:lnTo>
                <a:lnTo>
                  <a:pt x="107060" y="91111"/>
                </a:lnTo>
                <a:lnTo>
                  <a:pt x="116713" y="89573"/>
                </a:lnTo>
                <a:lnTo>
                  <a:pt x="126347" y="87918"/>
                </a:lnTo>
                <a:lnTo>
                  <a:pt x="135960" y="86145"/>
                </a:lnTo>
                <a:lnTo>
                  <a:pt x="145551" y="84255"/>
                </a:lnTo>
                <a:lnTo>
                  <a:pt x="155117" y="82247"/>
                </a:lnTo>
                <a:lnTo>
                  <a:pt x="164659" y="80123"/>
                </a:lnTo>
                <a:lnTo>
                  <a:pt x="174174" y="77883"/>
                </a:lnTo>
                <a:lnTo>
                  <a:pt x="183660" y="75526"/>
                </a:lnTo>
                <a:lnTo>
                  <a:pt x="193117" y="73054"/>
                </a:lnTo>
                <a:lnTo>
                  <a:pt x="202544" y="70466"/>
                </a:lnTo>
                <a:lnTo>
                  <a:pt x="211938" y="67764"/>
                </a:lnTo>
                <a:lnTo>
                  <a:pt x="221298" y="64947"/>
                </a:lnTo>
                <a:lnTo>
                  <a:pt x="230623" y="62015"/>
                </a:lnTo>
                <a:lnTo>
                  <a:pt x="239912" y="58971"/>
                </a:lnTo>
                <a:lnTo>
                  <a:pt x="249163" y="55812"/>
                </a:lnTo>
                <a:lnTo>
                  <a:pt x="258374" y="52541"/>
                </a:lnTo>
                <a:lnTo>
                  <a:pt x="267545" y="49158"/>
                </a:lnTo>
                <a:lnTo>
                  <a:pt x="276674" y="45663"/>
                </a:lnTo>
                <a:lnTo>
                  <a:pt x="285759" y="42057"/>
                </a:lnTo>
                <a:lnTo>
                  <a:pt x="294800" y="38339"/>
                </a:lnTo>
                <a:lnTo>
                  <a:pt x="303794" y="34512"/>
                </a:lnTo>
                <a:lnTo>
                  <a:pt x="312742" y="30575"/>
                </a:lnTo>
                <a:lnTo>
                  <a:pt x="321640" y="26530"/>
                </a:lnTo>
                <a:lnTo>
                  <a:pt x="330488" y="22375"/>
                </a:lnTo>
                <a:lnTo>
                  <a:pt x="339285" y="18113"/>
                </a:lnTo>
                <a:lnTo>
                  <a:pt x="348029" y="13744"/>
                </a:lnTo>
                <a:lnTo>
                  <a:pt x="356719" y="9268"/>
                </a:lnTo>
                <a:lnTo>
                  <a:pt x="365354" y="4687"/>
                </a:lnTo>
                <a:lnTo>
                  <a:pt x="373933" y="0"/>
                </a:lnTo>
                <a:close/>
              </a:path>
            </a:pathLst>
          </a:custGeom>
          <a:solidFill xmlns:a="http://schemas.openxmlformats.org/drawingml/2006/main">
            <a:srgbClr val="BCB2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Hard(≥6)">
            <a:extLst xmlns:a="http://schemas.openxmlformats.org/drawingml/2006/main">
              <a:ext uri="{FF2B5EF4-FFF2-40B4-BE49-F238E27FC236}">
                <a16:creationId xmlns:a16="http://schemas.microsoft.com/office/drawing/2014/main" id="{9C87DF33-01EB-4BAE-AFF5-B291FF9F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3966308" y="6731846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Hard(≥6)</a:t>
            </a:r>
          </a:p>
        </p:txBody>
      </p:sp>
      <p:sp>
        <p:nvSpPr>
          <p:cNvPr id="30" name="32805">
            <a:extLst xmlns:a="http://schemas.openxmlformats.org/drawingml/2006/main">
              <a:ext uri="{FF2B5EF4-FFF2-40B4-BE49-F238E27FC236}">
                <a16:creationId xmlns:a16="http://schemas.microsoft.com/office/drawing/2014/main" id="{CB313D4B-DCCD-4503-B3CA-01A20C43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">
            <a:off x="3913647" y="5521607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rPr>
              <a:t>32805</a:t>
            </a:r>
          </a:p>
        </p:txBody>
      </p:sp>
      <p:sp>
        <p:nvSpPr>
          <p:cNvPr id="31" name="Dataset category Medium(3-5)">
            <a:extLst xmlns:a="http://schemas.openxmlformats.org/drawingml/2006/main">
              <a:ext uri="{FF2B5EF4-FFF2-40B4-BE49-F238E27FC236}">
                <a16:creationId xmlns:a16="http://schemas.microsoft.com/office/drawing/2014/main" id="{52260CDE-DF88-464A-B650-B3EE815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10" y="6328334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1678245" y="1224444"/>
                </a:moveTo>
                <a:lnTo>
                  <a:pt x="1634386" y="1223411"/>
                </a:lnTo>
                <a:lnTo>
                  <a:pt x="1590543" y="1221841"/>
                </a:lnTo>
                <a:lnTo>
                  <a:pt x="1546722" y="1219737"/>
                </a:lnTo>
                <a:lnTo>
                  <a:pt x="1502930" y="1217096"/>
                </a:lnTo>
                <a:lnTo>
                  <a:pt x="1459174" y="1213922"/>
                </a:lnTo>
                <a:lnTo>
                  <a:pt x="1415460" y="1210212"/>
                </a:lnTo>
                <a:lnTo>
                  <a:pt x="1371795" y="1205969"/>
                </a:lnTo>
                <a:lnTo>
                  <a:pt x="1328184" y="1201193"/>
                </a:lnTo>
                <a:lnTo>
                  <a:pt x="1284636" y="1195885"/>
                </a:lnTo>
                <a:lnTo>
                  <a:pt x="1241155" y="1190045"/>
                </a:lnTo>
                <a:lnTo>
                  <a:pt x="1197749" y="1183674"/>
                </a:lnTo>
                <a:lnTo>
                  <a:pt x="1154424" y="1176773"/>
                </a:lnTo>
                <a:lnTo>
                  <a:pt x="1111186" y="1169343"/>
                </a:lnTo>
                <a:lnTo>
                  <a:pt x="1068043" y="1161386"/>
                </a:lnTo>
                <a:lnTo>
                  <a:pt x="1025000" y="1152902"/>
                </a:lnTo>
                <a:lnTo>
                  <a:pt x="982063" y="1143893"/>
                </a:lnTo>
                <a:lnTo>
                  <a:pt x="939241" y="1134361"/>
                </a:lnTo>
                <a:lnTo>
                  <a:pt x="896537" y="1124305"/>
                </a:lnTo>
                <a:lnTo>
                  <a:pt x="853960" y="1113729"/>
                </a:lnTo>
                <a:lnTo>
                  <a:pt x="811515" y="1102633"/>
                </a:lnTo>
                <a:lnTo>
                  <a:pt x="769209" y="1091020"/>
                </a:lnTo>
                <a:lnTo>
                  <a:pt x="727048" y="1078891"/>
                </a:lnTo>
                <a:lnTo>
                  <a:pt x="685038" y="1066247"/>
                </a:lnTo>
                <a:lnTo>
                  <a:pt x="643186" y="1053091"/>
                </a:lnTo>
                <a:lnTo>
                  <a:pt x="601498" y="1039425"/>
                </a:lnTo>
                <a:lnTo>
                  <a:pt x="559980" y="1025251"/>
                </a:lnTo>
                <a:lnTo>
                  <a:pt x="518638" y="1010570"/>
                </a:lnTo>
                <a:lnTo>
                  <a:pt x="477478" y="995386"/>
                </a:lnTo>
                <a:lnTo>
                  <a:pt x="436507" y="979700"/>
                </a:lnTo>
                <a:lnTo>
                  <a:pt x="395731" y="963514"/>
                </a:lnTo>
                <a:lnTo>
                  <a:pt x="355155" y="946831"/>
                </a:lnTo>
                <a:lnTo>
                  <a:pt x="314787" y="929654"/>
                </a:lnTo>
                <a:lnTo>
                  <a:pt x="274631" y="911985"/>
                </a:lnTo>
                <a:lnTo>
                  <a:pt x="234694" y="893827"/>
                </a:lnTo>
                <a:lnTo>
                  <a:pt x="194982" y="875182"/>
                </a:lnTo>
                <a:lnTo>
                  <a:pt x="155501" y="856054"/>
                </a:lnTo>
                <a:lnTo>
                  <a:pt x="116256" y="836444"/>
                </a:lnTo>
                <a:lnTo>
                  <a:pt x="77254" y="816357"/>
                </a:lnTo>
                <a:lnTo>
                  <a:pt x="38500" y="795794"/>
                </a:lnTo>
                <a:lnTo>
                  <a:pt x="0" y="774760"/>
                </a:lnTo>
                <a:lnTo>
                  <a:pt x="429456" y="0"/>
                </a:lnTo>
                <a:lnTo>
                  <a:pt x="458459" y="15846"/>
                </a:lnTo>
                <a:lnTo>
                  <a:pt x="487653" y="31336"/>
                </a:lnTo>
                <a:lnTo>
                  <a:pt x="517034" y="46468"/>
                </a:lnTo>
                <a:lnTo>
                  <a:pt x="546598" y="61240"/>
                </a:lnTo>
                <a:lnTo>
                  <a:pt x="576339" y="75650"/>
                </a:lnTo>
                <a:lnTo>
                  <a:pt x="606255" y="89695"/>
                </a:lnTo>
                <a:lnTo>
                  <a:pt x="636340" y="103374"/>
                </a:lnTo>
                <a:lnTo>
                  <a:pt x="666590" y="116684"/>
                </a:lnTo>
                <a:lnTo>
                  <a:pt x="697001" y="129624"/>
                </a:lnTo>
                <a:lnTo>
                  <a:pt x="727567" y="142191"/>
                </a:lnTo>
                <a:lnTo>
                  <a:pt x="758284" y="154384"/>
                </a:lnTo>
                <a:lnTo>
                  <a:pt x="789148" y="166201"/>
                </a:lnTo>
                <a:lnTo>
                  <a:pt x="820154" y="177640"/>
                </a:lnTo>
                <a:lnTo>
                  <a:pt x="851298" y="188699"/>
                </a:lnTo>
                <a:lnTo>
                  <a:pt x="882574" y="199377"/>
                </a:lnTo>
                <a:lnTo>
                  <a:pt x="913979" y="209671"/>
                </a:lnTo>
                <a:lnTo>
                  <a:pt x="945507" y="219582"/>
                </a:lnTo>
                <a:lnTo>
                  <a:pt x="977153" y="229106"/>
                </a:lnTo>
                <a:lnTo>
                  <a:pt x="1008914" y="238244"/>
                </a:lnTo>
                <a:lnTo>
                  <a:pt x="1040784" y="246992"/>
                </a:lnTo>
                <a:lnTo>
                  <a:pt x="1072758" y="255351"/>
                </a:lnTo>
                <a:lnTo>
                  <a:pt x="1104832" y="263318"/>
                </a:lnTo>
                <a:lnTo>
                  <a:pt x="1137001" y="270893"/>
                </a:lnTo>
                <a:lnTo>
                  <a:pt x="1169260" y="278074"/>
                </a:lnTo>
                <a:lnTo>
                  <a:pt x="1201605" y="284861"/>
                </a:lnTo>
                <a:lnTo>
                  <a:pt x="1234030" y="291251"/>
                </a:lnTo>
                <a:lnTo>
                  <a:pt x="1266530" y="297246"/>
                </a:lnTo>
                <a:lnTo>
                  <a:pt x="1299102" y="302843"/>
                </a:lnTo>
                <a:lnTo>
                  <a:pt x="1331739" y="308041"/>
                </a:lnTo>
                <a:lnTo>
                  <a:pt x="1364438" y="312840"/>
                </a:lnTo>
                <a:lnTo>
                  <a:pt x="1397193" y="317240"/>
                </a:lnTo>
                <a:lnTo>
                  <a:pt x="1429998" y="321239"/>
                </a:lnTo>
                <a:lnTo>
                  <a:pt x="1462851" y="324837"/>
                </a:lnTo>
                <a:lnTo>
                  <a:pt x="1495745" y="328033"/>
                </a:lnTo>
                <a:lnTo>
                  <a:pt x="1528675" y="330827"/>
                </a:lnTo>
                <a:lnTo>
                  <a:pt x="1561637" y="333219"/>
                </a:lnTo>
                <a:lnTo>
                  <a:pt x="1594626" y="335208"/>
                </a:lnTo>
                <a:lnTo>
                  <a:pt x="1627637" y="336793"/>
                </a:lnTo>
                <a:lnTo>
                  <a:pt x="1660665" y="337976"/>
                </a:lnTo>
                <a:lnTo>
                  <a:pt x="1693704" y="338754"/>
                </a:lnTo>
                <a:close/>
              </a:path>
            </a:pathLst>
          </a:custGeom>
          <a:solidFill xmlns:a="http://schemas.openxmlformats.org/drawingml/2006/main">
            <a:srgbClr val="BDB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Dataset count 21016">
            <a:extLst xmlns:a="http://schemas.openxmlformats.org/drawingml/2006/main">
              <a:ext uri="{FF2B5EF4-FFF2-40B4-BE49-F238E27FC236}">
                <a16:creationId xmlns:a16="http://schemas.microsoft.com/office/drawing/2014/main" id="{EB5CB54E-BF8F-40B8-9DE9-F5FE54D4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41" y="4662183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1170765" y="1804910"/>
                </a:moveTo>
                <a:lnTo>
                  <a:pt x="1140168" y="1804189"/>
                </a:lnTo>
                <a:lnTo>
                  <a:pt x="1109583" y="1803094"/>
                </a:lnTo>
                <a:lnTo>
                  <a:pt x="1079013" y="1801626"/>
                </a:lnTo>
                <a:lnTo>
                  <a:pt x="1048463" y="1799784"/>
                </a:lnTo>
                <a:lnTo>
                  <a:pt x="1017939" y="1797569"/>
                </a:lnTo>
                <a:lnTo>
                  <a:pt x="987443" y="1794982"/>
                </a:lnTo>
                <a:lnTo>
                  <a:pt x="956981" y="1792022"/>
                </a:lnTo>
                <a:lnTo>
                  <a:pt x="926558" y="1788690"/>
                </a:lnTo>
                <a:lnTo>
                  <a:pt x="896178" y="1784987"/>
                </a:lnTo>
                <a:lnTo>
                  <a:pt x="865845" y="1780913"/>
                </a:lnTo>
                <a:lnTo>
                  <a:pt x="835565" y="1776468"/>
                </a:lnTo>
                <a:lnTo>
                  <a:pt x="805341" y="1771654"/>
                </a:lnTo>
                <a:lnTo>
                  <a:pt x="775178" y="1766471"/>
                </a:lnTo>
                <a:lnTo>
                  <a:pt x="745080" y="1760920"/>
                </a:lnTo>
                <a:lnTo>
                  <a:pt x="715053" y="1755002"/>
                </a:lnTo>
                <a:lnTo>
                  <a:pt x="685100" y="1748717"/>
                </a:lnTo>
                <a:lnTo>
                  <a:pt x="655226" y="1742067"/>
                </a:lnTo>
                <a:lnTo>
                  <a:pt x="625436" y="1735052"/>
                </a:lnTo>
                <a:lnTo>
                  <a:pt x="595733" y="1727674"/>
                </a:lnTo>
                <a:lnTo>
                  <a:pt x="566123" y="1719933"/>
                </a:lnTo>
                <a:lnTo>
                  <a:pt x="536610" y="1711832"/>
                </a:lnTo>
                <a:lnTo>
                  <a:pt x="507198" y="1703370"/>
                </a:lnTo>
                <a:lnTo>
                  <a:pt x="477891" y="1694550"/>
                </a:lnTo>
                <a:lnTo>
                  <a:pt x="448695" y="1685372"/>
                </a:lnTo>
                <a:lnTo>
                  <a:pt x="419612" y="1675839"/>
                </a:lnTo>
                <a:lnTo>
                  <a:pt x="390649" y="1665950"/>
                </a:lnTo>
                <a:lnTo>
                  <a:pt x="361808" y="1655709"/>
                </a:lnTo>
                <a:lnTo>
                  <a:pt x="333095" y="1645116"/>
                </a:lnTo>
                <a:lnTo>
                  <a:pt x="304513" y="1634173"/>
                </a:lnTo>
                <a:lnTo>
                  <a:pt x="276067" y="1622882"/>
                </a:lnTo>
                <a:lnTo>
                  <a:pt x="247761" y="1611244"/>
                </a:lnTo>
                <a:lnTo>
                  <a:pt x="219599" y="1599261"/>
                </a:lnTo>
                <a:lnTo>
                  <a:pt x="191586" y="1586935"/>
                </a:lnTo>
                <a:lnTo>
                  <a:pt x="163726" y="1574267"/>
                </a:lnTo>
                <a:lnTo>
                  <a:pt x="136022" y="1561261"/>
                </a:lnTo>
                <a:lnTo>
                  <a:pt x="108479" y="1547916"/>
                </a:lnTo>
                <a:lnTo>
                  <a:pt x="81102" y="1534236"/>
                </a:lnTo>
                <a:lnTo>
                  <a:pt x="53893" y="1520223"/>
                </a:lnTo>
                <a:lnTo>
                  <a:pt x="26858" y="1505879"/>
                </a:lnTo>
                <a:lnTo>
                  <a:pt x="0" y="1491205"/>
                </a:lnTo>
                <a:lnTo>
                  <a:pt x="826588" y="0"/>
                </a:lnTo>
                <a:lnTo>
                  <a:pt x="835166" y="4687"/>
                </a:lnTo>
                <a:lnTo>
                  <a:pt x="843801" y="9268"/>
                </a:lnTo>
                <a:lnTo>
                  <a:pt x="852491" y="13744"/>
                </a:lnTo>
                <a:lnTo>
                  <a:pt x="861236" y="18113"/>
                </a:lnTo>
                <a:lnTo>
                  <a:pt x="870033" y="22375"/>
                </a:lnTo>
                <a:lnTo>
                  <a:pt x="878881" y="26530"/>
                </a:lnTo>
                <a:lnTo>
                  <a:pt x="887779" y="30575"/>
                </a:lnTo>
                <a:lnTo>
                  <a:pt x="896726" y="34512"/>
                </a:lnTo>
                <a:lnTo>
                  <a:pt x="905721" y="38339"/>
                </a:lnTo>
                <a:lnTo>
                  <a:pt x="914762" y="42057"/>
                </a:lnTo>
                <a:lnTo>
                  <a:pt x="923847" y="45663"/>
                </a:lnTo>
                <a:lnTo>
                  <a:pt x="932976" y="49158"/>
                </a:lnTo>
                <a:lnTo>
                  <a:pt x="942147" y="52541"/>
                </a:lnTo>
                <a:lnTo>
                  <a:pt x="951358" y="55812"/>
                </a:lnTo>
                <a:lnTo>
                  <a:pt x="960609" y="58971"/>
                </a:lnTo>
                <a:lnTo>
                  <a:pt x="969898" y="62015"/>
                </a:lnTo>
                <a:lnTo>
                  <a:pt x="979223" y="64947"/>
                </a:lnTo>
                <a:lnTo>
                  <a:pt x="988583" y="67764"/>
                </a:lnTo>
                <a:lnTo>
                  <a:pt x="997977" y="70466"/>
                </a:lnTo>
                <a:lnTo>
                  <a:pt x="1007403" y="73054"/>
                </a:lnTo>
                <a:lnTo>
                  <a:pt x="1016861" y="75526"/>
                </a:lnTo>
                <a:lnTo>
                  <a:pt x="1026347" y="77883"/>
                </a:lnTo>
                <a:lnTo>
                  <a:pt x="1035862" y="80123"/>
                </a:lnTo>
                <a:lnTo>
                  <a:pt x="1045403" y="82247"/>
                </a:lnTo>
                <a:lnTo>
                  <a:pt x="1054970" y="84255"/>
                </a:lnTo>
                <a:lnTo>
                  <a:pt x="1064561" y="86145"/>
                </a:lnTo>
                <a:lnTo>
                  <a:pt x="1074174" y="87918"/>
                </a:lnTo>
                <a:lnTo>
                  <a:pt x="1083807" y="89573"/>
                </a:lnTo>
                <a:lnTo>
                  <a:pt x="1093461" y="91111"/>
                </a:lnTo>
                <a:lnTo>
                  <a:pt x="1103132" y="92530"/>
                </a:lnTo>
                <a:lnTo>
                  <a:pt x="1112820" y="93832"/>
                </a:lnTo>
                <a:lnTo>
                  <a:pt x="1122523" y="95014"/>
                </a:lnTo>
                <a:lnTo>
                  <a:pt x="1132240" y="96078"/>
                </a:lnTo>
                <a:lnTo>
                  <a:pt x="1141969" y="97024"/>
                </a:lnTo>
                <a:lnTo>
                  <a:pt x="1151709" y="97850"/>
                </a:lnTo>
                <a:lnTo>
                  <a:pt x="1161459" y="98558"/>
                </a:lnTo>
                <a:lnTo>
                  <a:pt x="1171216" y="99146"/>
                </a:lnTo>
                <a:lnTo>
                  <a:pt x="1180980" y="99615"/>
                </a:lnTo>
                <a:lnTo>
                  <a:pt x="1190748" y="99965"/>
                </a:lnTo>
                <a:lnTo>
                  <a:pt x="1200521" y="100195"/>
                </a:ln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5FC34D8A-2E08-4542-B9F0-0F47A992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088" y="4662183"/>
            <a:ext cx="903473" cy="1192294"/>
          </a:xfrm>
          <a:custGeom xmlns:a="http://schemas.openxmlformats.org/drawingml/2006/main">
            <a:pathLst>
              <a:path w="903473" h="1192294">
                <a:moveTo>
                  <a:pt x="884410" y="1192294"/>
                </a:moveTo>
                <a:lnTo>
                  <a:pt x="861297" y="1191749"/>
                </a:lnTo>
                <a:lnTo>
                  <a:pt x="838193" y="1190922"/>
                </a:lnTo>
                <a:lnTo>
                  <a:pt x="815100" y="1189813"/>
                </a:lnTo>
                <a:lnTo>
                  <a:pt x="792022" y="1188421"/>
                </a:lnTo>
                <a:lnTo>
                  <a:pt x="768964" y="1186748"/>
                </a:lnTo>
                <a:lnTo>
                  <a:pt x="745927" y="1184794"/>
                </a:lnTo>
                <a:lnTo>
                  <a:pt x="722916" y="1182558"/>
                </a:lnTo>
                <a:lnTo>
                  <a:pt x="699934" y="1180041"/>
                </a:lnTo>
                <a:lnTo>
                  <a:pt x="676984" y="1177243"/>
                </a:lnTo>
                <a:lnTo>
                  <a:pt x="654070" y="1174165"/>
                </a:lnTo>
                <a:lnTo>
                  <a:pt x="631196" y="1170808"/>
                </a:lnTo>
                <a:lnTo>
                  <a:pt x="608364" y="1167171"/>
                </a:lnTo>
                <a:lnTo>
                  <a:pt x="585579" y="1163256"/>
                </a:lnTo>
                <a:lnTo>
                  <a:pt x="562843" y="1159063"/>
                </a:lnTo>
                <a:lnTo>
                  <a:pt x="540160" y="1154592"/>
                </a:lnTo>
                <a:lnTo>
                  <a:pt x="517533" y="1149844"/>
                </a:lnTo>
                <a:lnTo>
                  <a:pt x="494966" y="1144821"/>
                </a:lnTo>
                <a:lnTo>
                  <a:pt x="472462" y="1139522"/>
                </a:lnTo>
                <a:lnTo>
                  <a:pt x="450024" y="1133948"/>
                </a:lnTo>
                <a:lnTo>
                  <a:pt x="427657" y="1128101"/>
                </a:lnTo>
                <a:lnTo>
                  <a:pt x="405362" y="1121981"/>
                </a:lnTo>
                <a:lnTo>
                  <a:pt x="383144" y="1115589"/>
                </a:lnTo>
                <a:lnTo>
                  <a:pt x="361005" y="1108926"/>
                </a:lnTo>
                <a:lnTo>
                  <a:pt x="338950" y="1101993"/>
                </a:lnTo>
                <a:lnTo>
                  <a:pt x="316981" y="1094791"/>
                </a:lnTo>
                <a:lnTo>
                  <a:pt x="295101" y="1087322"/>
                </a:lnTo>
                <a:lnTo>
                  <a:pt x="273314" y="1079585"/>
                </a:lnTo>
                <a:lnTo>
                  <a:pt x="251624" y="1071583"/>
                </a:lnTo>
                <a:lnTo>
                  <a:pt x="230033" y="1063317"/>
                </a:lnTo>
                <a:lnTo>
                  <a:pt x="208544" y="1054787"/>
                </a:lnTo>
                <a:lnTo>
                  <a:pt x="187162" y="1045996"/>
                </a:lnTo>
                <a:lnTo>
                  <a:pt x="165888" y="1036944"/>
                </a:lnTo>
                <a:lnTo>
                  <a:pt x="144726" y="1027632"/>
                </a:lnTo>
                <a:lnTo>
                  <a:pt x="123680" y="1018063"/>
                </a:lnTo>
                <a:lnTo>
                  <a:pt x="102753" y="1008238"/>
                </a:lnTo>
                <a:lnTo>
                  <a:pt x="81947" y="998157"/>
                </a:lnTo>
                <a:lnTo>
                  <a:pt x="61265" y="987823"/>
                </a:lnTo>
                <a:lnTo>
                  <a:pt x="40712" y="977237"/>
                </a:lnTo>
                <a:lnTo>
                  <a:pt x="20289" y="966401"/>
                </a:lnTo>
                <a:lnTo>
                  <a:pt x="0" y="955317"/>
                </a:lnTo>
                <a:lnTo>
                  <a:pt x="529541" y="0"/>
                </a:lnTo>
                <a:lnTo>
                  <a:pt x="538119" y="4687"/>
                </a:lnTo>
                <a:lnTo>
                  <a:pt x="546754" y="9268"/>
                </a:lnTo>
                <a:lnTo>
                  <a:pt x="555444" y="13744"/>
                </a:lnTo>
                <a:lnTo>
                  <a:pt x="564188" y="18113"/>
                </a:lnTo>
                <a:lnTo>
                  <a:pt x="572985" y="22375"/>
                </a:lnTo>
                <a:lnTo>
                  <a:pt x="581833" y="26530"/>
                </a:lnTo>
                <a:lnTo>
                  <a:pt x="590732" y="30575"/>
                </a:lnTo>
                <a:lnTo>
                  <a:pt x="599679" y="34512"/>
                </a:lnTo>
                <a:lnTo>
                  <a:pt x="608673" y="38339"/>
                </a:lnTo>
                <a:lnTo>
                  <a:pt x="617714" y="42057"/>
                </a:lnTo>
                <a:lnTo>
                  <a:pt x="626799" y="45663"/>
                </a:lnTo>
                <a:lnTo>
                  <a:pt x="635928" y="49158"/>
                </a:lnTo>
                <a:lnTo>
                  <a:pt x="645099" y="52541"/>
                </a:lnTo>
                <a:lnTo>
                  <a:pt x="654311" y="55812"/>
                </a:lnTo>
                <a:lnTo>
                  <a:pt x="663561" y="58971"/>
                </a:lnTo>
                <a:lnTo>
                  <a:pt x="672850" y="62015"/>
                </a:lnTo>
                <a:lnTo>
                  <a:pt x="682175" y="64947"/>
                </a:lnTo>
                <a:lnTo>
                  <a:pt x="691535" y="67764"/>
                </a:lnTo>
                <a:lnTo>
                  <a:pt x="700929" y="70466"/>
                </a:lnTo>
                <a:lnTo>
                  <a:pt x="710356" y="73054"/>
                </a:lnTo>
                <a:lnTo>
                  <a:pt x="719813" y="75526"/>
                </a:lnTo>
                <a:lnTo>
                  <a:pt x="729300" y="77883"/>
                </a:lnTo>
                <a:lnTo>
                  <a:pt x="738814" y="80123"/>
                </a:lnTo>
                <a:lnTo>
                  <a:pt x="748356" y="82247"/>
                </a:lnTo>
                <a:lnTo>
                  <a:pt x="757922" y="84255"/>
                </a:lnTo>
                <a:lnTo>
                  <a:pt x="767513" y="86145"/>
                </a:lnTo>
                <a:lnTo>
                  <a:pt x="777126" y="87918"/>
                </a:lnTo>
                <a:lnTo>
                  <a:pt x="786760" y="89573"/>
                </a:lnTo>
                <a:lnTo>
                  <a:pt x="796413" y="91111"/>
                </a:lnTo>
                <a:lnTo>
                  <a:pt x="806084" y="92530"/>
                </a:lnTo>
                <a:lnTo>
                  <a:pt x="815772" y="93832"/>
                </a:lnTo>
                <a:lnTo>
                  <a:pt x="825476" y="95014"/>
                </a:lnTo>
                <a:lnTo>
                  <a:pt x="835192" y="96078"/>
                </a:lnTo>
                <a:lnTo>
                  <a:pt x="844922" y="97024"/>
                </a:lnTo>
                <a:lnTo>
                  <a:pt x="854662" y="97850"/>
                </a:lnTo>
                <a:lnTo>
                  <a:pt x="864411" y="98558"/>
                </a:lnTo>
                <a:lnTo>
                  <a:pt x="874168" y="99146"/>
                </a:lnTo>
                <a:lnTo>
                  <a:pt x="883932" y="99615"/>
                </a:lnTo>
                <a:lnTo>
                  <a:pt x="893701" y="99965"/>
                </a:lnTo>
                <a:lnTo>
                  <a:pt x="903473" y="100195"/>
                </a:lnTo>
                <a:close/>
              </a:path>
            </a:pathLst>
          </a:custGeom>
          <a:solidFill xmlns:a="http://schemas.openxmlformats.org/drawingml/2006/main">
            <a:srgbClr val="BCB2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Medium(3-5)">
            <a:extLst xmlns:a="http://schemas.openxmlformats.org/drawingml/2006/main">
              <a:ext uri="{FF2B5EF4-FFF2-40B4-BE49-F238E27FC236}">
                <a16:creationId xmlns:a16="http://schemas.microsoft.com/office/drawing/2014/main" id="{02035F79-A192-4B75-B85B-95E8A858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2339242" y="6731846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Medium(3-5)</a:t>
            </a:r>
          </a:p>
        </p:txBody>
      </p:sp>
      <p:sp>
        <p:nvSpPr>
          <p:cNvPr id="35" name="21016">
            <a:extLst xmlns:a="http://schemas.openxmlformats.org/drawingml/2006/main">
              <a:ext uri="{FF2B5EF4-FFF2-40B4-BE49-F238E27FC236}">
                <a16:creationId xmlns:a16="http://schemas.microsoft.com/office/drawing/2014/main" id="{51EFF828-4A8B-431C-9027-236EB62C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3001503" y="5521607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rPr>
              <a:t>21016</a:t>
            </a:r>
          </a:p>
        </p:txBody>
      </p:sp>
      <p:sp>
        <p:nvSpPr>
          <p:cNvPr id="36" name="Dataset category Easy(1-3)">
            <a:extLst xmlns:a="http://schemas.openxmlformats.org/drawingml/2006/main">
              <a:ext uri="{FF2B5EF4-FFF2-40B4-BE49-F238E27FC236}">
                <a16:creationId xmlns:a16="http://schemas.microsoft.com/office/drawing/2014/main" id="{CE6D1ED8-412E-4774-B6CC-E9704AE2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02" y="5355629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1228560" y="1684794"/>
                </a:moveTo>
                <a:lnTo>
                  <a:pt x="1191094" y="1661969"/>
                </a:lnTo>
                <a:lnTo>
                  <a:pt x="1153910" y="1638689"/>
                </a:lnTo>
                <a:lnTo>
                  <a:pt x="1117012" y="1614956"/>
                </a:lnTo>
                <a:lnTo>
                  <a:pt x="1080408" y="1590773"/>
                </a:lnTo>
                <a:lnTo>
                  <a:pt x="1044101" y="1566146"/>
                </a:lnTo>
                <a:lnTo>
                  <a:pt x="1008098" y="1541077"/>
                </a:lnTo>
                <a:lnTo>
                  <a:pt x="972404" y="1515569"/>
                </a:lnTo>
                <a:lnTo>
                  <a:pt x="937025" y="1489628"/>
                </a:lnTo>
                <a:lnTo>
                  <a:pt x="901965" y="1463256"/>
                </a:lnTo>
                <a:lnTo>
                  <a:pt x="867229" y="1436458"/>
                </a:lnTo>
                <a:lnTo>
                  <a:pt x="832824" y="1409238"/>
                </a:lnTo>
                <a:lnTo>
                  <a:pt x="798754" y="1381599"/>
                </a:lnTo>
                <a:lnTo>
                  <a:pt x="765024" y="1353546"/>
                </a:lnTo>
                <a:lnTo>
                  <a:pt x="731639" y="1325083"/>
                </a:lnTo>
                <a:lnTo>
                  <a:pt x="698605" y="1296214"/>
                </a:lnTo>
                <a:lnTo>
                  <a:pt x="665925" y="1266944"/>
                </a:lnTo>
                <a:lnTo>
                  <a:pt x="633606" y="1237277"/>
                </a:lnTo>
                <a:lnTo>
                  <a:pt x="601651" y="1207217"/>
                </a:lnTo>
                <a:lnTo>
                  <a:pt x="570067" y="1176769"/>
                </a:lnTo>
                <a:lnTo>
                  <a:pt x="538856" y="1145938"/>
                </a:lnTo>
                <a:lnTo>
                  <a:pt x="508025" y="1114727"/>
                </a:lnTo>
                <a:lnTo>
                  <a:pt x="477577" y="1083143"/>
                </a:lnTo>
                <a:lnTo>
                  <a:pt x="447517" y="1051188"/>
                </a:lnTo>
                <a:lnTo>
                  <a:pt x="417850" y="1018869"/>
                </a:lnTo>
                <a:lnTo>
                  <a:pt x="388580" y="986189"/>
                </a:lnTo>
                <a:lnTo>
                  <a:pt x="359711" y="953155"/>
                </a:lnTo>
                <a:lnTo>
                  <a:pt x="331248" y="919770"/>
                </a:lnTo>
                <a:lnTo>
                  <a:pt x="303195" y="886040"/>
                </a:lnTo>
                <a:lnTo>
                  <a:pt x="275556" y="851970"/>
                </a:lnTo>
                <a:lnTo>
                  <a:pt x="248336" y="817565"/>
                </a:lnTo>
                <a:lnTo>
                  <a:pt x="221538" y="782829"/>
                </a:lnTo>
                <a:lnTo>
                  <a:pt x="195166" y="747769"/>
                </a:lnTo>
                <a:lnTo>
                  <a:pt x="169225" y="712390"/>
                </a:lnTo>
                <a:lnTo>
                  <a:pt x="143717" y="676696"/>
                </a:lnTo>
                <a:lnTo>
                  <a:pt x="118648" y="640693"/>
                </a:lnTo>
                <a:lnTo>
                  <a:pt x="94021" y="604386"/>
                </a:lnTo>
                <a:lnTo>
                  <a:pt x="69838" y="567782"/>
                </a:lnTo>
                <a:lnTo>
                  <a:pt x="46105" y="530884"/>
                </a:lnTo>
                <a:lnTo>
                  <a:pt x="22825" y="493700"/>
                </a:lnTo>
                <a:lnTo>
                  <a:pt x="0" y="456234"/>
                </a:lnTo>
                <a:lnTo>
                  <a:pt x="759300" y="0"/>
                </a:lnTo>
                <a:lnTo>
                  <a:pt x="776494" y="28224"/>
                </a:lnTo>
                <a:lnTo>
                  <a:pt x="794032" y="56236"/>
                </a:lnTo>
                <a:lnTo>
                  <a:pt x="811911" y="84031"/>
                </a:lnTo>
                <a:lnTo>
                  <a:pt x="830127" y="111606"/>
                </a:lnTo>
                <a:lnTo>
                  <a:pt x="848680" y="138956"/>
                </a:lnTo>
                <a:lnTo>
                  <a:pt x="867565" y="166078"/>
                </a:lnTo>
                <a:lnTo>
                  <a:pt x="886780" y="192966"/>
                </a:lnTo>
                <a:lnTo>
                  <a:pt x="906322" y="219618"/>
                </a:lnTo>
                <a:lnTo>
                  <a:pt x="926188" y="246030"/>
                </a:lnTo>
                <a:lnTo>
                  <a:pt x="946376" y="272196"/>
                </a:lnTo>
                <a:lnTo>
                  <a:pt x="966881" y="298114"/>
                </a:lnTo>
                <a:lnTo>
                  <a:pt x="987702" y="323780"/>
                </a:lnTo>
                <a:lnTo>
                  <a:pt x="1008835" y="349189"/>
                </a:lnTo>
                <a:lnTo>
                  <a:pt x="1030276" y="374339"/>
                </a:lnTo>
                <a:lnTo>
                  <a:pt x="1052023" y="399224"/>
                </a:lnTo>
                <a:lnTo>
                  <a:pt x="1074073" y="423842"/>
                </a:lnTo>
                <a:lnTo>
                  <a:pt x="1096422" y="448189"/>
                </a:lnTo>
                <a:lnTo>
                  <a:pt x="1119066" y="472260"/>
                </a:lnTo>
                <a:lnTo>
                  <a:pt x="1142003" y="496054"/>
                </a:lnTo>
                <a:lnTo>
                  <a:pt x="1165229" y="519565"/>
                </a:lnTo>
                <a:lnTo>
                  <a:pt x="1188740" y="542791"/>
                </a:lnTo>
                <a:lnTo>
                  <a:pt x="1212534" y="565728"/>
                </a:lnTo>
                <a:lnTo>
                  <a:pt x="1236605" y="588372"/>
                </a:lnTo>
                <a:lnTo>
                  <a:pt x="1260952" y="610721"/>
                </a:lnTo>
                <a:lnTo>
                  <a:pt x="1285570" y="632771"/>
                </a:lnTo>
                <a:lnTo>
                  <a:pt x="1310455" y="654518"/>
                </a:lnTo>
                <a:lnTo>
                  <a:pt x="1335605" y="675959"/>
                </a:lnTo>
                <a:lnTo>
                  <a:pt x="1361014" y="697092"/>
                </a:lnTo>
                <a:lnTo>
                  <a:pt x="1386680" y="717913"/>
                </a:lnTo>
                <a:lnTo>
                  <a:pt x="1412598" y="738418"/>
                </a:lnTo>
                <a:lnTo>
                  <a:pt x="1438764" y="758606"/>
                </a:lnTo>
                <a:lnTo>
                  <a:pt x="1465176" y="778472"/>
                </a:lnTo>
                <a:lnTo>
                  <a:pt x="1491828" y="798014"/>
                </a:lnTo>
                <a:lnTo>
                  <a:pt x="1518716" y="817229"/>
                </a:lnTo>
                <a:lnTo>
                  <a:pt x="1545838" y="836114"/>
                </a:lnTo>
                <a:lnTo>
                  <a:pt x="1573188" y="854667"/>
                </a:lnTo>
                <a:lnTo>
                  <a:pt x="1600763" y="872883"/>
                </a:lnTo>
                <a:lnTo>
                  <a:pt x="1628558" y="890762"/>
                </a:lnTo>
                <a:lnTo>
                  <a:pt x="1656570" y="908300"/>
                </a:lnTo>
                <a:lnTo>
                  <a:pt x="1684794" y="925494"/>
                </a:lnTo>
                <a:close/>
              </a:path>
            </a:pathLst>
          </a:custGeom>
          <a:solidFill xmlns:a="http://schemas.openxmlformats.org/drawingml/2006/main">
            <a:srgbClr val="BDB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Dataset count 14137">
            <a:extLst xmlns:a="http://schemas.openxmlformats.org/drawingml/2006/main">
              <a:ext uri="{FF2B5EF4-FFF2-40B4-BE49-F238E27FC236}">
                <a16:creationId xmlns:a16="http://schemas.microsoft.com/office/drawing/2014/main" id="{178EB7FB-2A28-4BCF-970D-DC54117F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57" y="4374482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857059" y="1735186"/>
                </a:moveTo>
                <a:lnTo>
                  <a:pt x="830922" y="1719264"/>
                </a:lnTo>
                <a:lnTo>
                  <a:pt x="804982" y="1703023"/>
                </a:lnTo>
                <a:lnTo>
                  <a:pt x="779242" y="1686466"/>
                </a:lnTo>
                <a:lnTo>
                  <a:pt x="753706" y="1669596"/>
                </a:lnTo>
                <a:lnTo>
                  <a:pt x="728378" y="1652416"/>
                </a:lnTo>
                <a:lnTo>
                  <a:pt x="703262" y="1634927"/>
                </a:lnTo>
                <a:lnTo>
                  <a:pt x="678362" y="1617133"/>
                </a:lnTo>
                <a:lnTo>
                  <a:pt x="653680" y="1599036"/>
                </a:lnTo>
                <a:lnTo>
                  <a:pt x="629222" y="1580639"/>
                </a:lnTo>
                <a:lnTo>
                  <a:pt x="604990" y="1561944"/>
                </a:lnTo>
                <a:lnTo>
                  <a:pt x="580989" y="1542955"/>
                </a:lnTo>
                <a:lnTo>
                  <a:pt x="557221" y="1523674"/>
                </a:lnTo>
                <a:lnTo>
                  <a:pt x="533690" y="1504104"/>
                </a:lnTo>
                <a:lnTo>
                  <a:pt x="510401" y="1484247"/>
                </a:lnTo>
                <a:lnTo>
                  <a:pt x="487355" y="1464108"/>
                </a:lnTo>
                <a:lnTo>
                  <a:pt x="464558" y="1443689"/>
                </a:lnTo>
                <a:lnTo>
                  <a:pt x="442012" y="1422993"/>
                </a:lnTo>
                <a:lnTo>
                  <a:pt x="419720" y="1402023"/>
                </a:lnTo>
                <a:lnTo>
                  <a:pt x="397686" y="1380782"/>
                </a:lnTo>
                <a:lnTo>
                  <a:pt x="375913" y="1359274"/>
                </a:lnTo>
                <a:lnTo>
                  <a:pt x="354404" y="1337501"/>
                </a:lnTo>
                <a:lnTo>
                  <a:pt x="333164" y="1315467"/>
                </a:lnTo>
                <a:lnTo>
                  <a:pt x="312193" y="1293175"/>
                </a:lnTo>
                <a:lnTo>
                  <a:pt x="291497" y="1270628"/>
                </a:lnTo>
                <a:lnTo>
                  <a:pt x="271078" y="1247831"/>
                </a:lnTo>
                <a:lnTo>
                  <a:pt x="250939" y="1224786"/>
                </a:lnTo>
                <a:lnTo>
                  <a:pt x="231083" y="1201496"/>
                </a:lnTo>
                <a:lnTo>
                  <a:pt x="211513" y="1177966"/>
                </a:lnTo>
                <a:lnTo>
                  <a:pt x="192232" y="1154198"/>
                </a:lnTo>
                <a:lnTo>
                  <a:pt x="173242" y="1130196"/>
                </a:lnTo>
                <a:lnTo>
                  <a:pt x="154548" y="1105964"/>
                </a:lnTo>
                <a:lnTo>
                  <a:pt x="136150" y="1081506"/>
                </a:lnTo>
                <a:lnTo>
                  <a:pt x="118053" y="1056825"/>
                </a:lnTo>
                <a:lnTo>
                  <a:pt x="100259" y="1031924"/>
                </a:lnTo>
                <a:lnTo>
                  <a:pt x="82770" y="1006808"/>
                </a:lnTo>
                <a:lnTo>
                  <a:pt x="65590" y="981480"/>
                </a:lnTo>
                <a:lnTo>
                  <a:pt x="48720" y="955944"/>
                </a:lnTo>
                <a:lnTo>
                  <a:pt x="32164" y="930204"/>
                </a:lnTo>
                <a:lnTo>
                  <a:pt x="15923" y="904264"/>
                </a:lnTo>
                <a:lnTo>
                  <a:pt x="0" y="878127"/>
                </a:lnTo>
                <a:lnTo>
                  <a:pt x="1461449" y="0"/>
                </a:lnTo>
                <a:lnTo>
                  <a:pt x="1466534" y="8348"/>
                </a:lnTo>
                <a:lnTo>
                  <a:pt x="1471722" y="16633"/>
                </a:lnTo>
                <a:lnTo>
                  <a:pt x="1477010" y="24854"/>
                </a:lnTo>
                <a:lnTo>
                  <a:pt x="1482398" y="33010"/>
                </a:lnTo>
                <a:lnTo>
                  <a:pt x="1487885" y="41100"/>
                </a:lnTo>
                <a:lnTo>
                  <a:pt x="1493471" y="49122"/>
                </a:lnTo>
                <a:lnTo>
                  <a:pt x="1499154" y="57075"/>
                </a:lnTo>
                <a:lnTo>
                  <a:pt x="1504934" y="64958"/>
                </a:lnTo>
                <a:lnTo>
                  <a:pt x="1510810" y="72769"/>
                </a:lnTo>
                <a:lnTo>
                  <a:pt x="1516781" y="80509"/>
                </a:lnTo>
                <a:lnTo>
                  <a:pt x="1522846" y="88175"/>
                </a:lnTo>
                <a:lnTo>
                  <a:pt x="1529004" y="95766"/>
                </a:lnTo>
                <a:lnTo>
                  <a:pt x="1535255" y="103281"/>
                </a:lnTo>
                <a:lnTo>
                  <a:pt x="1541597" y="110720"/>
                </a:lnTo>
                <a:lnTo>
                  <a:pt x="1548029" y="118080"/>
                </a:lnTo>
                <a:lnTo>
                  <a:pt x="1554551" y="125362"/>
                </a:lnTo>
                <a:lnTo>
                  <a:pt x="1561161" y="132563"/>
                </a:lnTo>
                <a:lnTo>
                  <a:pt x="1567858" y="139683"/>
                </a:lnTo>
                <a:lnTo>
                  <a:pt x="1574643" y="146720"/>
                </a:lnTo>
                <a:lnTo>
                  <a:pt x="1581512" y="153674"/>
                </a:lnTo>
                <a:lnTo>
                  <a:pt x="1588466" y="160544"/>
                </a:lnTo>
                <a:lnTo>
                  <a:pt x="1595504" y="167328"/>
                </a:lnTo>
                <a:lnTo>
                  <a:pt x="1602624" y="174026"/>
                </a:lnTo>
                <a:lnTo>
                  <a:pt x="1609825" y="180636"/>
                </a:lnTo>
                <a:lnTo>
                  <a:pt x="1617106" y="187158"/>
                </a:lnTo>
                <a:lnTo>
                  <a:pt x="1624467" y="193590"/>
                </a:lnTo>
                <a:lnTo>
                  <a:pt x="1631905" y="199932"/>
                </a:lnTo>
                <a:lnTo>
                  <a:pt x="1639420" y="206182"/>
                </a:lnTo>
                <a:lnTo>
                  <a:pt x="1647012" y="212340"/>
                </a:lnTo>
                <a:lnTo>
                  <a:pt x="1654678" y="218405"/>
                </a:lnTo>
                <a:lnTo>
                  <a:pt x="1662417" y="224376"/>
                </a:lnTo>
                <a:lnTo>
                  <a:pt x="1670229" y="230252"/>
                </a:lnTo>
                <a:lnTo>
                  <a:pt x="1678112" y="236032"/>
                </a:lnTo>
                <a:lnTo>
                  <a:pt x="1686065" y="241716"/>
                </a:lnTo>
                <a:lnTo>
                  <a:pt x="1694087" y="247301"/>
                </a:lnTo>
                <a:lnTo>
                  <a:pt x="1702176" y="252789"/>
                </a:lnTo>
                <a:lnTo>
                  <a:pt x="1710332" y="258177"/>
                </a:lnTo>
                <a:lnTo>
                  <a:pt x="1718553" y="263465"/>
                </a:lnTo>
                <a:lnTo>
                  <a:pt x="1726839" y="268652"/>
                </a:lnTo>
                <a:lnTo>
                  <a:pt x="1735186" y="273738"/>
                </a:ln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15CD58AB-946F-4B7A-A6A0-E39048D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908" y="4374482"/>
            <a:ext cx="903535" cy="903535"/>
          </a:xfrm>
          <a:custGeom xmlns:a="http://schemas.openxmlformats.org/drawingml/2006/main">
            <a:pathLst>
              <a:path w="903535" h="903535">
                <a:moveTo>
                  <a:pt x="525115" y="903535"/>
                </a:moveTo>
                <a:lnTo>
                  <a:pt x="509101" y="893779"/>
                </a:lnTo>
                <a:lnTo>
                  <a:pt x="493207" y="883829"/>
                </a:lnTo>
                <a:lnTo>
                  <a:pt x="477436" y="873684"/>
                </a:lnTo>
                <a:lnTo>
                  <a:pt x="461791" y="863348"/>
                </a:lnTo>
                <a:lnTo>
                  <a:pt x="446272" y="852822"/>
                </a:lnTo>
                <a:lnTo>
                  <a:pt x="430884" y="842107"/>
                </a:lnTo>
                <a:lnTo>
                  <a:pt x="415628" y="831204"/>
                </a:lnTo>
                <a:lnTo>
                  <a:pt x="400506" y="820117"/>
                </a:lnTo>
                <a:lnTo>
                  <a:pt x="385520" y="808845"/>
                </a:lnTo>
                <a:lnTo>
                  <a:pt x="370673" y="797391"/>
                </a:lnTo>
                <a:lnTo>
                  <a:pt x="355968" y="785756"/>
                </a:lnTo>
                <a:lnTo>
                  <a:pt x="341405" y="773942"/>
                </a:lnTo>
                <a:lnTo>
                  <a:pt x="326989" y="761952"/>
                </a:lnTo>
                <a:lnTo>
                  <a:pt x="312719" y="749786"/>
                </a:lnTo>
                <a:lnTo>
                  <a:pt x="298599" y="737447"/>
                </a:lnTo>
                <a:lnTo>
                  <a:pt x="284632" y="724937"/>
                </a:lnTo>
                <a:lnTo>
                  <a:pt x="270818" y="712256"/>
                </a:lnTo>
                <a:lnTo>
                  <a:pt x="257159" y="699408"/>
                </a:lnTo>
                <a:lnTo>
                  <a:pt x="243659" y="686394"/>
                </a:lnTo>
                <a:lnTo>
                  <a:pt x="230319" y="673216"/>
                </a:lnTo>
                <a:lnTo>
                  <a:pt x="217141" y="659876"/>
                </a:lnTo>
                <a:lnTo>
                  <a:pt x="204127" y="646376"/>
                </a:lnTo>
                <a:lnTo>
                  <a:pt x="191279" y="632717"/>
                </a:lnTo>
                <a:lnTo>
                  <a:pt x="178598" y="618903"/>
                </a:lnTo>
                <a:lnTo>
                  <a:pt x="166088" y="604936"/>
                </a:lnTo>
                <a:lnTo>
                  <a:pt x="153749" y="590816"/>
                </a:lnTo>
                <a:lnTo>
                  <a:pt x="141583" y="576546"/>
                </a:lnTo>
                <a:lnTo>
                  <a:pt x="129592" y="562129"/>
                </a:lnTo>
                <a:lnTo>
                  <a:pt x="117779" y="547567"/>
                </a:lnTo>
                <a:lnTo>
                  <a:pt x="106144" y="532862"/>
                </a:lnTo>
                <a:lnTo>
                  <a:pt x="94690" y="518015"/>
                </a:lnTo>
                <a:lnTo>
                  <a:pt x="83418" y="503029"/>
                </a:lnTo>
                <a:lnTo>
                  <a:pt x="72330" y="487907"/>
                </a:lnTo>
                <a:lnTo>
                  <a:pt x="61428" y="472651"/>
                </a:lnTo>
                <a:lnTo>
                  <a:pt x="50713" y="457262"/>
                </a:lnTo>
                <a:lnTo>
                  <a:pt x="40187" y="441744"/>
                </a:lnTo>
                <a:lnTo>
                  <a:pt x="29851" y="426099"/>
                </a:lnTo>
                <a:lnTo>
                  <a:pt x="19706" y="410328"/>
                </a:lnTo>
                <a:lnTo>
                  <a:pt x="9756" y="394434"/>
                </a:lnTo>
                <a:lnTo>
                  <a:pt x="0" y="378420"/>
                </a:lnTo>
                <a:lnTo>
                  <a:pt x="629797" y="0"/>
                </a:lnTo>
                <a:lnTo>
                  <a:pt x="634883" y="8348"/>
                </a:lnTo>
                <a:lnTo>
                  <a:pt x="640070" y="16633"/>
                </a:lnTo>
                <a:lnTo>
                  <a:pt x="645358" y="24854"/>
                </a:lnTo>
                <a:lnTo>
                  <a:pt x="650746" y="33010"/>
                </a:lnTo>
                <a:lnTo>
                  <a:pt x="656234" y="41100"/>
                </a:lnTo>
                <a:lnTo>
                  <a:pt x="661819" y="49122"/>
                </a:lnTo>
                <a:lnTo>
                  <a:pt x="667503" y="57075"/>
                </a:lnTo>
                <a:lnTo>
                  <a:pt x="673283" y="64958"/>
                </a:lnTo>
                <a:lnTo>
                  <a:pt x="679159" y="72769"/>
                </a:lnTo>
                <a:lnTo>
                  <a:pt x="685129" y="80509"/>
                </a:lnTo>
                <a:lnTo>
                  <a:pt x="691195" y="88175"/>
                </a:lnTo>
                <a:lnTo>
                  <a:pt x="697353" y="95766"/>
                </a:lnTo>
                <a:lnTo>
                  <a:pt x="703603" y="103281"/>
                </a:lnTo>
                <a:lnTo>
                  <a:pt x="709945" y="110720"/>
                </a:lnTo>
                <a:lnTo>
                  <a:pt x="716377" y="118080"/>
                </a:lnTo>
                <a:lnTo>
                  <a:pt x="722899" y="125362"/>
                </a:lnTo>
                <a:lnTo>
                  <a:pt x="729509" y="132563"/>
                </a:lnTo>
                <a:lnTo>
                  <a:pt x="736207" y="139683"/>
                </a:lnTo>
                <a:lnTo>
                  <a:pt x="742991" y="146720"/>
                </a:lnTo>
                <a:lnTo>
                  <a:pt x="749861" y="153674"/>
                </a:lnTo>
                <a:lnTo>
                  <a:pt x="756815" y="160544"/>
                </a:lnTo>
                <a:lnTo>
                  <a:pt x="763852" y="167328"/>
                </a:lnTo>
                <a:lnTo>
                  <a:pt x="770972" y="174026"/>
                </a:lnTo>
                <a:lnTo>
                  <a:pt x="778173" y="180636"/>
                </a:lnTo>
                <a:lnTo>
                  <a:pt x="785455" y="187158"/>
                </a:lnTo>
                <a:lnTo>
                  <a:pt x="792815" y="193590"/>
                </a:lnTo>
                <a:lnTo>
                  <a:pt x="800254" y="199932"/>
                </a:lnTo>
                <a:lnTo>
                  <a:pt x="807769" y="206182"/>
                </a:lnTo>
                <a:lnTo>
                  <a:pt x="815360" y="212340"/>
                </a:lnTo>
                <a:lnTo>
                  <a:pt x="823026" y="218405"/>
                </a:lnTo>
                <a:lnTo>
                  <a:pt x="830766" y="224376"/>
                </a:lnTo>
                <a:lnTo>
                  <a:pt x="838577" y="230252"/>
                </a:lnTo>
                <a:lnTo>
                  <a:pt x="846460" y="236032"/>
                </a:lnTo>
                <a:lnTo>
                  <a:pt x="854413" y="241716"/>
                </a:lnTo>
                <a:lnTo>
                  <a:pt x="862435" y="247301"/>
                </a:lnTo>
                <a:lnTo>
                  <a:pt x="870525" y="252789"/>
                </a:lnTo>
                <a:lnTo>
                  <a:pt x="878681" y="258177"/>
                </a:lnTo>
                <a:lnTo>
                  <a:pt x="886902" y="263465"/>
                </a:lnTo>
                <a:lnTo>
                  <a:pt x="895187" y="268652"/>
                </a:lnTo>
                <a:lnTo>
                  <a:pt x="903535" y="273738"/>
                </a:lnTo>
                <a:close/>
              </a:path>
            </a:pathLst>
          </a:custGeom>
          <a:solidFill xmlns:a="http://schemas.openxmlformats.org/drawingml/2006/main">
            <a:srgbClr val="BCB2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Easy(1-3)">
            <a:extLst xmlns:a="http://schemas.openxmlformats.org/drawingml/2006/main">
              <a:ext uri="{FF2B5EF4-FFF2-40B4-BE49-F238E27FC236}">
                <a16:creationId xmlns:a16="http://schemas.microsoft.com/office/drawing/2014/main" id="{E6C206C2-C802-4FD7-9004-6A3EF3A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30162" y="5918313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Easy(1-3)</a:t>
            </a:r>
          </a:p>
        </p:txBody>
      </p:sp>
      <p:sp>
        <p:nvSpPr>
          <p:cNvPr id="40" name="14137">
            <a:extLst xmlns:a="http://schemas.openxmlformats.org/drawingml/2006/main">
              <a:ext uri="{FF2B5EF4-FFF2-40B4-BE49-F238E27FC236}">
                <a16:creationId xmlns:a16="http://schemas.microsoft.com/office/drawing/2014/main" id="{5448E30B-45DC-4D93-8744-A448D6BA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211564" y="5065536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7B46CE"/>
                </a:solidFill>
                <a:latin typeface="Comic Sans MS"/>
                <a:ea typeface="Comic Sans MS"/>
                <a:cs typeface="Comic Sans MS"/>
              </a:rPr>
              <a:t>14137</a:t>
            </a:r>
          </a:p>
        </p:txBody>
      </p:sp>
      <p:sp>
        <p:nvSpPr>
          <p:cNvPr id="41" name="Dataset category Hybridization">
            <a:extLst xmlns:a="http://schemas.openxmlformats.org/drawingml/2006/main">
              <a:ext uri="{FF2B5EF4-FFF2-40B4-BE49-F238E27FC236}">
                <a16:creationId xmlns:a16="http://schemas.microsoft.com/office/drawing/2014/main" id="{D56F6AD3-2FC1-4FC8-B49F-C1A2D66D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47" y="4009611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449684" y="1693704"/>
                </a:moveTo>
                <a:lnTo>
                  <a:pt x="428650" y="1655205"/>
                </a:lnTo>
                <a:lnTo>
                  <a:pt x="408087" y="1616451"/>
                </a:lnTo>
                <a:lnTo>
                  <a:pt x="388000" y="1577449"/>
                </a:lnTo>
                <a:lnTo>
                  <a:pt x="368391" y="1538204"/>
                </a:lnTo>
                <a:lnTo>
                  <a:pt x="349262" y="1498723"/>
                </a:lnTo>
                <a:lnTo>
                  <a:pt x="330617" y="1459010"/>
                </a:lnTo>
                <a:lnTo>
                  <a:pt x="312459" y="1419074"/>
                </a:lnTo>
                <a:lnTo>
                  <a:pt x="294790" y="1378918"/>
                </a:lnTo>
                <a:lnTo>
                  <a:pt x="277613" y="1338549"/>
                </a:lnTo>
                <a:lnTo>
                  <a:pt x="260930" y="1297974"/>
                </a:lnTo>
                <a:lnTo>
                  <a:pt x="244745" y="1257197"/>
                </a:lnTo>
                <a:lnTo>
                  <a:pt x="229058" y="1216226"/>
                </a:lnTo>
                <a:lnTo>
                  <a:pt x="213874" y="1175067"/>
                </a:lnTo>
                <a:lnTo>
                  <a:pt x="199193" y="1133725"/>
                </a:lnTo>
                <a:lnTo>
                  <a:pt x="185019" y="1092207"/>
                </a:lnTo>
                <a:lnTo>
                  <a:pt x="171353" y="1050518"/>
                </a:lnTo>
                <a:lnTo>
                  <a:pt x="158197" y="1008666"/>
                </a:lnTo>
                <a:lnTo>
                  <a:pt x="145554" y="966656"/>
                </a:lnTo>
                <a:lnTo>
                  <a:pt x="133424" y="924495"/>
                </a:lnTo>
                <a:lnTo>
                  <a:pt x="121811" y="882189"/>
                </a:lnTo>
                <a:lnTo>
                  <a:pt x="110715" y="839744"/>
                </a:lnTo>
                <a:lnTo>
                  <a:pt x="100139" y="797167"/>
                </a:lnTo>
                <a:lnTo>
                  <a:pt x="90084" y="754464"/>
                </a:lnTo>
                <a:lnTo>
                  <a:pt x="80551" y="711641"/>
                </a:lnTo>
                <a:lnTo>
                  <a:pt x="71542" y="668705"/>
                </a:lnTo>
                <a:lnTo>
                  <a:pt x="63058" y="625662"/>
                </a:lnTo>
                <a:lnTo>
                  <a:pt x="55101" y="582518"/>
                </a:lnTo>
                <a:lnTo>
                  <a:pt x="47671" y="539281"/>
                </a:lnTo>
                <a:lnTo>
                  <a:pt x="40771" y="495956"/>
                </a:lnTo>
                <a:lnTo>
                  <a:pt x="34400" y="452550"/>
                </a:lnTo>
                <a:lnTo>
                  <a:pt x="28560" y="409069"/>
                </a:lnTo>
                <a:lnTo>
                  <a:pt x="23251" y="365520"/>
                </a:lnTo>
                <a:lnTo>
                  <a:pt x="18475" y="321910"/>
                </a:lnTo>
                <a:lnTo>
                  <a:pt x="14232" y="278244"/>
                </a:lnTo>
                <a:lnTo>
                  <a:pt x="10523" y="234530"/>
                </a:lnTo>
                <a:lnTo>
                  <a:pt x="7348" y="190774"/>
                </a:lnTo>
                <a:lnTo>
                  <a:pt x="4708" y="146982"/>
                </a:lnTo>
                <a:lnTo>
                  <a:pt x="2603" y="103162"/>
                </a:lnTo>
                <a:lnTo>
                  <a:pt x="1034" y="59319"/>
                </a:lnTo>
                <a:lnTo>
                  <a:pt x="0" y="15460"/>
                </a:lnTo>
                <a:lnTo>
                  <a:pt x="885690" y="0"/>
                </a:lnTo>
                <a:lnTo>
                  <a:pt x="886469" y="33040"/>
                </a:lnTo>
                <a:lnTo>
                  <a:pt x="887651" y="66067"/>
                </a:lnTo>
                <a:lnTo>
                  <a:pt x="889237" y="99078"/>
                </a:lnTo>
                <a:lnTo>
                  <a:pt x="891225" y="132067"/>
                </a:lnTo>
                <a:lnTo>
                  <a:pt x="893617" y="165029"/>
                </a:lnTo>
                <a:lnTo>
                  <a:pt x="896411" y="197960"/>
                </a:lnTo>
                <a:lnTo>
                  <a:pt x="899607" y="230854"/>
                </a:lnTo>
                <a:lnTo>
                  <a:pt x="903205" y="263706"/>
                </a:lnTo>
                <a:lnTo>
                  <a:pt x="907204" y="296512"/>
                </a:lnTo>
                <a:lnTo>
                  <a:pt x="911604" y="329267"/>
                </a:lnTo>
                <a:lnTo>
                  <a:pt x="916403" y="361965"/>
                </a:lnTo>
                <a:lnTo>
                  <a:pt x="921602" y="394603"/>
                </a:lnTo>
                <a:lnTo>
                  <a:pt x="927199" y="427174"/>
                </a:lnTo>
                <a:lnTo>
                  <a:pt x="933193" y="459675"/>
                </a:lnTo>
                <a:lnTo>
                  <a:pt x="939584" y="492100"/>
                </a:lnTo>
                <a:lnTo>
                  <a:pt x="946370" y="524444"/>
                </a:lnTo>
                <a:lnTo>
                  <a:pt x="953552" y="556703"/>
                </a:lnTo>
                <a:lnTo>
                  <a:pt x="961126" y="588872"/>
                </a:lnTo>
                <a:lnTo>
                  <a:pt x="969094" y="620947"/>
                </a:lnTo>
                <a:lnTo>
                  <a:pt x="977452" y="652921"/>
                </a:lnTo>
                <a:lnTo>
                  <a:pt x="986201" y="684791"/>
                </a:lnTo>
                <a:lnTo>
                  <a:pt x="995338" y="716551"/>
                </a:lnTo>
                <a:lnTo>
                  <a:pt x="1004862" y="748198"/>
                </a:lnTo>
                <a:lnTo>
                  <a:pt x="1014773" y="779726"/>
                </a:lnTo>
                <a:lnTo>
                  <a:pt x="1025068" y="811130"/>
                </a:lnTo>
                <a:lnTo>
                  <a:pt x="1035746" y="842407"/>
                </a:lnTo>
                <a:lnTo>
                  <a:pt x="1046805" y="873550"/>
                </a:lnTo>
                <a:lnTo>
                  <a:pt x="1058243" y="904556"/>
                </a:lnTo>
                <a:lnTo>
                  <a:pt x="1070060" y="935420"/>
                </a:lnTo>
                <a:lnTo>
                  <a:pt x="1082253" y="966138"/>
                </a:lnTo>
                <a:lnTo>
                  <a:pt x="1094820" y="996704"/>
                </a:lnTo>
                <a:lnTo>
                  <a:pt x="1107760" y="1027114"/>
                </a:lnTo>
                <a:lnTo>
                  <a:pt x="1121070" y="1057364"/>
                </a:lnTo>
                <a:lnTo>
                  <a:pt x="1134749" y="1087449"/>
                </a:lnTo>
                <a:lnTo>
                  <a:pt x="1148795" y="1117365"/>
                </a:lnTo>
                <a:lnTo>
                  <a:pt x="1163204" y="1147107"/>
                </a:lnTo>
                <a:lnTo>
                  <a:pt x="1177977" y="1176671"/>
                </a:lnTo>
                <a:lnTo>
                  <a:pt x="1193109" y="1206052"/>
                </a:lnTo>
                <a:lnTo>
                  <a:pt x="1208599" y="1235246"/>
                </a:lnTo>
                <a:lnTo>
                  <a:pt x="1224444" y="1264248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Dataset count 11977">
            <a:extLst xmlns:a="http://schemas.openxmlformats.org/drawingml/2006/main">
              <a:ext uri="{FF2B5EF4-FFF2-40B4-BE49-F238E27FC236}">
                <a16:creationId xmlns:a16="http://schemas.microsoft.com/office/drawing/2014/main" id="{0DB2C0E8-B686-4025-8C10-5320168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32" y="3976364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313706" y="1200521"/>
                </a:moveTo>
                <a:lnTo>
                  <a:pt x="299032" y="1173663"/>
                </a:lnTo>
                <a:lnTo>
                  <a:pt x="284687" y="1146628"/>
                </a:lnTo>
                <a:lnTo>
                  <a:pt x="270674" y="1119419"/>
                </a:lnTo>
                <a:lnTo>
                  <a:pt x="256994" y="1092042"/>
                </a:lnTo>
                <a:lnTo>
                  <a:pt x="243650" y="1064499"/>
                </a:lnTo>
                <a:lnTo>
                  <a:pt x="230643" y="1036795"/>
                </a:lnTo>
                <a:lnTo>
                  <a:pt x="217975" y="1008935"/>
                </a:lnTo>
                <a:lnTo>
                  <a:pt x="205649" y="980922"/>
                </a:lnTo>
                <a:lnTo>
                  <a:pt x="193666" y="952760"/>
                </a:lnTo>
                <a:lnTo>
                  <a:pt x="182028" y="924454"/>
                </a:lnTo>
                <a:lnTo>
                  <a:pt x="170737" y="896008"/>
                </a:lnTo>
                <a:lnTo>
                  <a:pt x="159794" y="867426"/>
                </a:lnTo>
                <a:lnTo>
                  <a:pt x="149201" y="838713"/>
                </a:lnTo>
                <a:lnTo>
                  <a:pt x="138960" y="809872"/>
                </a:lnTo>
                <a:lnTo>
                  <a:pt x="129072" y="780908"/>
                </a:lnTo>
                <a:lnTo>
                  <a:pt x="119538" y="751826"/>
                </a:lnTo>
                <a:lnTo>
                  <a:pt x="110360" y="722629"/>
                </a:lnTo>
                <a:lnTo>
                  <a:pt x="101540" y="693323"/>
                </a:lnTo>
                <a:lnTo>
                  <a:pt x="93078" y="663911"/>
                </a:lnTo>
                <a:lnTo>
                  <a:pt x="84977" y="634397"/>
                </a:lnTo>
                <a:lnTo>
                  <a:pt x="77236" y="604787"/>
                </a:lnTo>
                <a:lnTo>
                  <a:pt x="69858" y="575085"/>
                </a:lnTo>
                <a:lnTo>
                  <a:pt x="62844" y="545295"/>
                </a:lnTo>
                <a:lnTo>
                  <a:pt x="56193" y="515421"/>
                </a:lnTo>
                <a:lnTo>
                  <a:pt x="49909" y="485468"/>
                </a:lnTo>
                <a:lnTo>
                  <a:pt x="43990" y="455441"/>
                </a:lnTo>
                <a:lnTo>
                  <a:pt x="38439" y="425343"/>
                </a:lnTo>
                <a:lnTo>
                  <a:pt x="33256" y="395180"/>
                </a:lnTo>
                <a:lnTo>
                  <a:pt x="28442" y="364956"/>
                </a:lnTo>
                <a:lnTo>
                  <a:pt x="23998" y="334675"/>
                </a:lnTo>
                <a:lnTo>
                  <a:pt x="19923" y="304343"/>
                </a:lnTo>
                <a:lnTo>
                  <a:pt x="16220" y="273963"/>
                </a:lnTo>
                <a:lnTo>
                  <a:pt x="12888" y="243539"/>
                </a:lnTo>
                <a:lnTo>
                  <a:pt x="9928" y="213078"/>
                </a:lnTo>
                <a:lnTo>
                  <a:pt x="7341" y="182582"/>
                </a:lnTo>
                <a:lnTo>
                  <a:pt x="5126" y="152057"/>
                </a:lnTo>
                <a:lnTo>
                  <a:pt x="3284" y="121508"/>
                </a:lnTo>
                <a:lnTo>
                  <a:pt x="1816" y="90938"/>
                </a:lnTo>
                <a:lnTo>
                  <a:pt x="721" y="60352"/>
                </a:lnTo>
                <a:lnTo>
                  <a:pt x="0" y="29756"/>
                </a:lnTo>
                <a:lnTo>
                  <a:pt x="1704715" y="0"/>
                </a:lnTo>
                <a:lnTo>
                  <a:pt x="1704946" y="9772"/>
                </a:lnTo>
                <a:lnTo>
                  <a:pt x="1705295" y="19541"/>
                </a:lnTo>
                <a:lnTo>
                  <a:pt x="1705764" y="29305"/>
                </a:lnTo>
                <a:lnTo>
                  <a:pt x="1706353" y="39062"/>
                </a:lnTo>
                <a:lnTo>
                  <a:pt x="1707060" y="48811"/>
                </a:lnTo>
                <a:lnTo>
                  <a:pt x="1707886" y="58551"/>
                </a:lnTo>
                <a:lnTo>
                  <a:pt x="1708832" y="68281"/>
                </a:lnTo>
                <a:lnTo>
                  <a:pt x="1709896" y="77998"/>
                </a:lnTo>
                <a:lnTo>
                  <a:pt x="1711079" y="87701"/>
                </a:lnTo>
                <a:lnTo>
                  <a:pt x="1712380" y="97389"/>
                </a:lnTo>
                <a:lnTo>
                  <a:pt x="1713800" y="107060"/>
                </a:lnTo>
                <a:lnTo>
                  <a:pt x="1715337" y="116713"/>
                </a:lnTo>
                <a:lnTo>
                  <a:pt x="1716992" y="126347"/>
                </a:lnTo>
                <a:lnTo>
                  <a:pt x="1718765" y="135960"/>
                </a:lnTo>
                <a:lnTo>
                  <a:pt x="1720656" y="145551"/>
                </a:lnTo>
                <a:lnTo>
                  <a:pt x="1722663" y="155117"/>
                </a:lnTo>
                <a:lnTo>
                  <a:pt x="1724787" y="164659"/>
                </a:lnTo>
                <a:lnTo>
                  <a:pt x="1727027" y="174174"/>
                </a:lnTo>
                <a:lnTo>
                  <a:pt x="1729384" y="183660"/>
                </a:lnTo>
                <a:lnTo>
                  <a:pt x="1731856" y="193117"/>
                </a:lnTo>
                <a:lnTo>
                  <a:pt x="1734444" y="202544"/>
                </a:lnTo>
                <a:lnTo>
                  <a:pt x="1737146" y="211938"/>
                </a:lnTo>
                <a:lnTo>
                  <a:pt x="1739963" y="221298"/>
                </a:lnTo>
                <a:lnTo>
                  <a:pt x="1742895" y="230623"/>
                </a:lnTo>
                <a:lnTo>
                  <a:pt x="1745940" y="239912"/>
                </a:lnTo>
                <a:lnTo>
                  <a:pt x="1749098" y="249163"/>
                </a:lnTo>
                <a:lnTo>
                  <a:pt x="1752369" y="258374"/>
                </a:lnTo>
                <a:lnTo>
                  <a:pt x="1755752" y="267545"/>
                </a:lnTo>
                <a:lnTo>
                  <a:pt x="1759247" y="276674"/>
                </a:lnTo>
                <a:lnTo>
                  <a:pt x="1762854" y="285759"/>
                </a:lnTo>
                <a:lnTo>
                  <a:pt x="1766571" y="294800"/>
                </a:lnTo>
                <a:lnTo>
                  <a:pt x="1770398" y="303794"/>
                </a:lnTo>
                <a:lnTo>
                  <a:pt x="1774335" y="312742"/>
                </a:lnTo>
                <a:lnTo>
                  <a:pt x="1778381" y="321640"/>
                </a:lnTo>
                <a:lnTo>
                  <a:pt x="1782535" y="330488"/>
                </a:lnTo>
                <a:lnTo>
                  <a:pt x="1786797" y="339285"/>
                </a:lnTo>
                <a:lnTo>
                  <a:pt x="1791166" y="348029"/>
                </a:lnTo>
                <a:lnTo>
                  <a:pt x="1795642" y="356719"/>
                </a:lnTo>
                <a:lnTo>
                  <a:pt x="1800224" y="365354"/>
                </a:lnTo>
                <a:lnTo>
                  <a:pt x="1804910" y="373933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E33A91F3-F55A-44B6-A399-A8CD0CF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161" y="3976364"/>
            <a:ext cx="722581" cy="675717"/>
          </a:xfrm>
          <a:custGeom xmlns:a="http://schemas.openxmlformats.org/drawingml/2006/main">
            <a:pathLst>
              <a:path w="722581" h="675717">
                <a:moveTo>
                  <a:pt x="178147" y="675717"/>
                </a:moveTo>
                <a:lnTo>
                  <a:pt x="169814" y="660465"/>
                </a:lnTo>
                <a:lnTo>
                  <a:pt x="161668" y="645112"/>
                </a:lnTo>
                <a:lnTo>
                  <a:pt x="153710" y="629661"/>
                </a:lnTo>
                <a:lnTo>
                  <a:pt x="145942" y="614114"/>
                </a:lnTo>
                <a:lnTo>
                  <a:pt x="138364" y="598473"/>
                </a:lnTo>
                <a:lnTo>
                  <a:pt x="130977" y="582741"/>
                </a:lnTo>
                <a:lnTo>
                  <a:pt x="123784" y="566919"/>
                </a:lnTo>
                <a:lnTo>
                  <a:pt x="116784" y="551011"/>
                </a:lnTo>
                <a:lnTo>
                  <a:pt x="109979" y="535019"/>
                </a:lnTo>
                <a:lnTo>
                  <a:pt x="103370" y="518945"/>
                </a:lnTo>
                <a:lnTo>
                  <a:pt x="96958" y="502791"/>
                </a:lnTo>
                <a:lnTo>
                  <a:pt x="90744" y="486560"/>
                </a:lnTo>
                <a:lnTo>
                  <a:pt x="84728" y="470254"/>
                </a:lnTo>
                <a:lnTo>
                  <a:pt x="78912" y="453876"/>
                </a:lnTo>
                <a:lnTo>
                  <a:pt x="73297" y="437428"/>
                </a:lnTo>
                <a:lnTo>
                  <a:pt x="67883" y="420913"/>
                </a:lnTo>
                <a:lnTo>
                  <a:pt x="62671" y="404332"/>
                </a:lnTo>
                <a:lnTo>
                  <a:pt x="57662" y="387690"/>
                </a:lnTo>
                <a:lnTo>
                  <a:pt x="52857" y="370987"/>
                </a:lnTo>
                <a:lnTo>
                  <a:pt x="48257" y="354227"/>
                </a:lnTo>
                <a:lnTo>
                  <a:pt x="43861" y="337412"/>
                </a:lnTo>
                <a:lnTo>
                  <a:pt x="39671" y="320545"/>
                </a:lnTo>
                <a:lnTo>
                  <a:pt x="35688" y="303628"/>
                </a:lnTo>
                <a:lnTo>
                  <a:pt x="31911" y="286663"/>
                </a:lnTo>
                <a:lnTo>
                  <a:pt x="28342" y="269653"/>
                </a:lnTo>
                <a:lnTo>
                  <a:pt x="24981" y="252601"/>
                </a:lnTo>
                <a:lnTo>
                  <a:pt x="21829" y="235510"/>
                </a:lnTo>
                <a:lnTo>
                  <a:pt x="18886" y="218381"/>
                </a:lnTo>
                <a:lnTo>
                  <a:pt x="16152" y="201217"/>
                </a:lnTo>
                <a:lnTo>
                  <a:pt x="13628" y="184021"/>
                </a:lnTo>
                <a:lnTo>
                  <a:pt x="11314" y="166796"/>
                </a:lnTo>
                <a:lnTo>
                  <a:pt x="9211" y="149544"/>
                </a:lnTo>
                <a:lnTo>
                  <a:pt x="7319" y="132267"/>
                </a:lnTo>
                <a:lnTo>
                  <a:pt x="5638" y="114969"/>
                </a:lnTo>
                <a:lnTo>
                  <a:pt x="4169" y="97651"/>
                </a:lnTo>
                <a:lnTo>
                  <a:pt x="2911" y="80316"/>
                </a:lnTo>
                <a:lnTo>
                  <a:pt x="1865" y="62968"/>
                </a:lnTo>
                <a:lnTo>
                  <a:pt x="1031" y="45608"/>
                </a:lnTo>
                <a:lnTo>
                  <a:pt x="409" y="28239"/>
                </a:lnTo>
                <a:lnTo>
                  <a:pt x="0" y="10864"/>
                </a:lnTo>
                <a:lnTo>
                  <a:pt x="622386" y="0"/>
                </a:lnTo>
                <a:lnTo>
                  <a:pt x="622616" y="9772"/>
                </a:lnTo>
                <a:lnTo>
                  <a:pt x="622966" y="19541"/>
                </a:lnTo>
                <a:lnTo>
                  <a:pt x="623435" y="29305"/>
                </a:lnTo>
                <a:lnTo>
                  <a:pt x="624023" y="39062"/>
                </a:lnTo>
                <a:lnTo>
                  <a:pt x="624731" y="48811"/>
                </a:lnTo>
                <a:lnTo>
                  <a:pt x="625557" y="58551"/>
                </a:lnTo>
                <a:lnTo>
                  <a:pt x="626502" y="68281"/>
                </a:lnTo>
                <a:lnTo>
                  <a:pt x="627567" y="77998"/>
                </a:lnTo>
                <a:lnTo>
                  <a:pt x="628749" y="87701"/>
                </a:lnTo>
                <a:lnTo>
                  <a:pt x="630051" y="97389"/>
                </a:lnTo>
                <a:lnTo>
                  <a:pt x="631470" y="107060"/>
                </a:lnTo>
                <a:lnTo>
                  <a:pt x="633008" y="116713"/>
                </a:lnTo>
                <a:lnTo>
                  <a:pt x="634663" y="126347"/>
                </a:lnTo>
                <a:lnTo>
                  <a:pt x="636436" y="135960"/>
                </a:lnTo>
                <a:lnTo>
                  <a:pt x="638326" y="145551"/>
                </a:lnTo>
                <a:lnTo>
                  <a:pt x="640334" y="155117"/>
                </a:lnTo>
                <a:lnTo>
                  <a:pt x="642458" y="164659"/>
                </a:lnTo>
                <a:lnTo>
                  <a:pt x="644698" y="174174"/>
                </a:lnTo>
                <a:lnTo>
                  <a:pt x="647055" y="183660"/>
                </a:lnTo>
                <a:lnTo>
                  <a:pt x="649527" y="193117"/>
                </a:lnTo>
                <a:lnTo>
                  <a:pt x="652115" y="202544"/>
                </a:lnTo>
                <a:lnTo>
                  <a:pt x="654817" y="211938"/>
                </a:lnTo>
                <a:lnTo>
                  <a:pt x="657634" y="221298"/>
                </a:lnTo>
                <a:lnTo>
                  <a:pt x="660565" y="230623"/>
                </a:lnTo>
                <a:lnTo>
                  <a:pt x="663610" y="239912"/>
                </a:lnTo>
                <a:lnTo>
                  <a:pt x="666769" y="249163"/>
                </a:lnTo>
                <a:lnTo>
                  <a:pt x="670040" y="258374"/>
                </a:lnTo>
                <a:lnTo>
                  <a:pt x="673423" y="267545"/>
                </a:lnTo>
                <a:lnTo>
                  <a:pt x="676918" y="276674"/>
                </a:lnTo>
                <a:lnTo>
                  <a:pt x="680524" y="285759"/>
                </a:lnTo>
                <a:lnTo>
                  <a:pt x="684241" y="294800"/>
                </a:lnTo>
                <a:lnTo>
                  <a:pt x="688069" y="303794"/>
                </a:lnTo>
                <a:lnTo>
                  <a:pt x="692006" y="312742"/>
                </a:lnTo>
                <a:lnTo>
                  <a:pt x="696051" y="321640"/>
                </a:lnTo>
                <a:lnTo>
                  <a:pt x="700206" y="330488"/>
                </a:lnTo>
                <a:lnTo>
                  <a:pt x="704468" y="339285"/>
                </a:lnTo>
                <a:lnTo>
                  <a:pt x="708837" y="348029"/>
                </a:lnTo>
                <a:lnTo>
                  <a:pt x="713313" y="356719"/>
                </a:lnTo>
                <a:lnTo>
                  <a:pt x="717894" y="365354"/>
                </a:lnTo>
                <a:lnTo>
                  <a:pt x="722581" y="373933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Hybridization">
            <a:extLst xmlns:a="http://schemas.openxmlformats.org/drawingml/2006/main">
              <a:ext uri="{FF2B5EF4-FFF2-40B4-BE49-F238E27FC236}">
                <a16:creationId xmlns:a16="http://schemas.microsoft.com/office/drawing/2014/main" id="{4C5AC532-E744-422B-B93A-80623155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116629" y="4509233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Hybridization</a:t>
            </a:r>
          </a:p>
        </p:txBody>
      </p:sp>
      <p:sp>
        <p:nvSpPr>
          <p:cNvPr id="45" name="11977">
            <a:extLst xmlns:a="http://schemas.openxmlformats.org/drawingml/2006/main">
              <a:ext uri="{FF2B5EF4-FFF2-40B4-BE49-F238E27FC236}">
                <a16:creationId xmlns:a16="http://schemas.microsoft.com/office/drawing/2014/main" id="{787483B3-4BAC-45DB-8980-46CDA113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>
            <a:off x="1755493" y="4275597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11977</a:t>
            </a:r>
          </a:p>
        </p:txBody>
      </p:sp>
      <p:sp>
        <p:nvSpPr>
          <p:cNvPr id="46" name="Dataset category Attribute Shift">
            <a:extLst xmlns:a="http://schemas.openxmlformats.org/drawingml/2006/main">
              <a:ext uri="{FF2B5EF4-FFF2-40B4-BE49-F238E27FC236}">
                <a16:creationId xmlns:a16="http://schemas.microsoft.com/office/drawing/2014/main" id="{C3D59520-92A9-45A3-9281-8C676B8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47" y="2221485"/>
            <a:ext cx="1224444" cy="1693704"/>
          </a:xfrm>
          <a:custGeom xmlns:a="http://schemas.openxmlformats.org/drawingml/2006/main">
            <a:pathLst>
              <a:path w="1224444" h="1693704">
                <a:moveTo>
                  <a:pt x="0" y="1678245"/>
                </a:moveTo>
                <a:lnTo>
                  <a:pt x="1034" y="1634386"/>
                </a:lnTo>
                <a:lnTo>
                  <a:pt x="2603" y="1590543"/>
                </a:lnTo>
                <a:lnTo>
                  <a:pt x="4708" y="1546722"/>
                </a:lnTo>
                <a:lnTo>
                  <a:pt x="7348" y="1502930"/>
                </a:lnTo>
                <a:lnTo>
                  <a:pt x="10523" y="1459174"/>
                </a:lnTo>
                <a:lnTo>
                  <a:pt x="14232" y="1415460"/>
                </a:lnTo>
                <a:lnTo>
                  <a:pt x="18475" y="1371795"/>
                </a:lnTo>
                <a:lnTo>
                  <a:pt x="23251" y="1328184"/>
                </a:lnTo>
                <a:lnTo>
                  <a:pt x="28560" y="1284636"/>
                </a:lnTo>
                <a:lnTo>
                  <a:pt x="34400" y="1241155"/>
                </a:lnTo>
                <a:lnTo>
                  <a:pt x="40771" y="1197749"/>
                </a:lnTo>
                <a:lnTo>
                  <a:pt x="47671" y="1154424"/>
                </a:lnTo>
                <a:lnTo>
                  <a:pt x="55101" y="1111186"/>
                </a:lnTo>
                <a:lnTo>
                  <a:pt x="63058" y="1068043"/>
                </a:lnTo>
                <a:lnTo>
                  <a:pt x="71542" y="1025000"/>
                </a:lnTo>
                <a:lnTo>
                  <a:pt x="80551" y="982063"/>
                </a:lnTo>
                <a:lnTo>
                  <a:pt x="90084" y="939241"/>
                </a:lnTo>
                <a:lnTo>
                  <a:pt x="100139" y="896537"/>
                </a:lnTo>
                <a:lnTo>
                  <a:pt x="110715" y="853960"/>
                </a:lnTo>
                <a:lnTo>
                  <a:pt x="121811" y="811515"/>
                </a:lnTo>
                <a:lnTo>
                  <a:pt x="133424" y="769209"/>
                </a:lnTo>
                <a:lnTo>
                  <a:pt x="145554" y="727048"/>
                </a:lnTo>
                <a:lnTo>
                  <a:pt x="158197" y="685038"/>
                </a:lnTo>
                <a:lnTo>
                  <a:pt x="171353" y="643186"/>
                </a:lnTo>
                <a:lnTo>
                  <a:pt x="185019" y="601498"/>
                </a:lnTo>
                <a:lnTo>
                  <a:pt x="199193" y="559980"/>
                </a:lnTo>
                <a:lnTo>
                  <a:pt x="213874" y="518638"/>
                </a:lnTo>
                <a:lnTo>
                  <a:pt x="229058" y="477478"/>
                </a:lnTo>
                <a:lnTo>
                  <a:pt x="244745" y="436507"/>
                </a:lnTo>
                <a:lnTo>
                  <a:pt x="260930" y="395731"/>
                </a:lnTo>
                <a:lnTo>
                  <a:pt x="277613" y="355155"/>
                </a:lnTo>
                <a:lnTo>
                  <a:pt x="294790" y="314787"/>
                </a:lnTo>
                <a:lnTo>
                  <a:pt x="312459" y="274631"/>
                </a:lnTo>
                <a:lnTo>
                  <a:pt x="330617" y="234694"/>
                </a:lnTo>
                <a:lnTo>
                  <a:pt x="349262" y="194982"/>
                </a:lnTo>
                <a:lnTo>
                  <a:pt x="368391" y="155501"/>
                </a:lnTo>
                <a:lnTo>
                  <a:pt x="388000" y="116256"/>
                </a:lnTo>
                <a:lnTo>
                  <a:pt x="408087" y="77254"/>
                </a:lnTo>
                <a:lnTo>
                  <a:pt x="428650" y="38500"/>
                </a:lnTo>
                <a:lnTo>
                  <a:pt x="449684" y="0"/>
                </a:lnTo>
                <a:lnTo>
                  <a:pt x="1224444" y="429456"/>
                </a:lnTo>
                <a:lnTo>
                  <a:pt x="1208599" y="458459"/>
                </a:lnTo>
                <a:lnTo>
                  <a:pt x="1193109" y="487653"/>
                </a:lnTo>
                <a:lnTo>
                  <a:pt x="1177977" y="517034"/>
                </a:lnTo>
                <a:lnTo>
                  <a:pt x="1163204" y="546598"/>
                </a:lnTo>
                <a:lnTo>
                  <a:pt x="1148795" y="576339"/>
                </a:lnTo>
                <a:lnTo>
                  <a:pt x="1134749" y="606255"/>
                </a:lnTo>
                <a:lnTo>
                  <a:pt x="1121070" y="636340"/>
                </a:lnTo>
                <a:lnTo>
                  <a:pt x="1107760" y="666590"/>
                </a:lnTo>
                <a:lnTo>
                  <a:pt x="1094820" y="697001"/>
                </a:lnTo>
                <a:lnTo>
                  <a:pt x="1082253" y="727567"/>
                </a:lnTo>
                <a:lnTo>
                  <a:pt x="1070060" y="758284"/>
                </a:lnTo>
                <a:lnTo>
                  <a:pt x="1058243" y="789148"/>
                </a:lnTo>
                <a:lnTo>
                  <a:pt x="1046805" y="820154"/>
                </a:lnTo>
                <a:lnTo>
                  <a:pt x="1035746" y="851298"/>
                </a:lnTo>
                <a:lnTo>
                  <a:pt x="1025068" y="882574"/>
                </a:lnTo>
                <a:lnTo>
                  <a:pt x="1014773" y="913979"/>
                </a:lnTo>
                <a:lnTo>
                  <a:pt x="1004862" y="945507"/>
                </a:lnTo>
                <a:lnTo>
                  <a:pt x="995338" y="977153"/>
                </a:lnTo>
                <a:lnTo>
                  <a:pt x="986201" y="1008914"/>
                </a:lnTo>
                <a:lnTo>
                  <a:pt x="977452" y="1040784"/>
                </a:lnTo>
                <a:lnTo>
                  <a:pt x="969094" y="1072758"/>
                </a:lnTo>
                <a:lnTo>
                  <a:pt x="961126" y="1104832"/>
                </a:lnTo>
                <a:lnTo>
                  <a:pt x="953552" y="1137001"/>
                </a:lnTo>
                <a:lnTo>
                  <a:pt x="946370" y="1169260"/>
                </a:lnTo>
                <a:lnTo>
                  <a:pt x="939584" y="1201605"/>
                </a:lnTo>
                <a:lnTo>
                  <a:pt x="933193" y="1234030"/>
                </a:lnTo>
                <a:lnTo>
                  <a:pt x="927199" y="1266530"/>
                </a:lnTo>
                <a:lnTo>
                  <a:pt x="921602" y="1299102"/>
                </a:lnTo>
                <a:lnTo>
                  <a:pt x="916403" y="1331739"/>
                </a:lnTo>
                <a:lnTo>
                  <a:pt x="911604" y="1364438"/>
                </a:lnTo>
                <a:lnTo>
                  <a:pt x="907204" y="1397193"/>
                </a:lnTo>
                <a:lnTo>
                  <a:pt x="903205" y="1429998"/>
                </a:lnTo>
                <a:lnTo>
                  <a:pt x="899607" y="1462851"/>
                </a:lnTo>
                <a:lnTo>
                  <a:pt x="896411" y="1495745"/>
                </a:lnTo>
                <a:lnTo>
                  <a:pt x="893617" y="1528675"/>
                </a:lnTo>
                <a:lnTo>
                  <a:pt x="891225" y="1561637"/>
                </a:lnTo>
                <a:lnTo>
                  <a:pt x="889237" y="1594626"/>
                </a:lnTo>
                <a:lnTo>
                  <a:pt x="887651" y="1627637"/>
                </a:lnTo>
                <a:lnTo>
                  <a:pt x="886469" y="1660665"/>
                </a:lnTo>
                <a:lnTo>
                  <a:pt x="885690" y="1693704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Dataset count 8282">
            <a:extLst xmlns:a="http://schemas.openxmlformats.org/drawingml/2006/main">
              <a:ext uri="{FF2B5EF4-FFF2-40B4-BE49-F238E27FC236}">
                <a16:creationId xmlns:a16="http://schemas.microsoft.com/office/drawing/2014/main" id="{F2088A8A-FC53-4343-97BD-A216F204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32" y="2747916"/>
            <a:ext cx="1804910" cy="1200521"/>
          </a:xfrm>
          <a:custGeom xmlns:a="http://schemas.openxmlformats.org/drawingml/2006/main">
            <a:pathLst>
              <a:path w="1804910" h="1200521">
                <a:moveTo>
                  <a:pt x="0" y="1170765"/>
                </a:moveTo>
                <a:lnTo>
                  <a:pt x="721" y="1140168"/>
                </a:lnTo>
                <a:lnTo>
                  <a:pt x="1816" y="1109583"/>
                </a:lnTo>
                <a:lnTo>
                  <a:pt x="3284" y="1079013"/>
                </a:lnTo>
                <a:lnTo>
                  <a:pt x="5126" y="1048463"/>
                </a:lnTo>
                <a:lnTo>
                  <a:pt x="7341" y="1017939"/>
                </a:lnTo>
                <a:lnTo>
                  <a:pt x="9928" y="987443"/>
                </a:lnTo>
                <a:lnTo>
                  <a:pt x="12888" y="956981"/>
                </a:lnTo>
                <a:lnTo>
                  <a:pt x="16220" y="926558"/>
                </a:lnTo>
                <a:lnTo>
                  <a:pt x="19923" y="896178"/>
                </a:lnTo>
                <a:lnTo>
                  <a:pt x="23998" y="865845"/>
                </a:lnTo>
                <a:lnTo>
                  <a:pt x="28442" y="835565"/>
                </a:lnTo>
                <a:lnTo>
                  <a:pt x="33256" y="805341"/>
                </a:lnTo>
                <a:lnTo>
                  <a:pt x="38439" y="775178"/>
                </a:lnTo>
                <a:lnTo>
                  <a:pt x="43990" y="745080"/>
                </a:lnTo>
                <a:lnTo>
                  <a:pt x="49909" y="715053"/>
                </a:lnTo>
                <a:lnTo>
                  <a:pt x="56193" y="685100"/>
                </a:lnTo>
                <a:lnTo>
                  <a:pt x="62844" y="655226"/>
                </a:lnTo>
                <a:lnTo>
                  <a:pt x="69858" y="625436"/>
                </a:lnTo>
                <a:lnTo>
                  <a:pt x="77236" y="595733"/>
                </a:lnTo>
                <a:lnTo>
                  <a:pt x="84977" y="566123"/>
                </a:lnTo>
                <a:lnTo>
                  <a:pt x="93078" y="536610"/>
                </a:lnTo>
                <a:lnTo>
                  <a:pt x="101540" y="507198"/>
                </a:lnTo>
                <a:lnTo>
                  <a:pt x="110360" y="477891"/>
                </a:lnTo>
                <a:lnTo>
                  <a:pt x="119538" y="448695"/>
                </a:lnTo>
                <a:lnTo>
                  <a:pt x="129072" y="419612"/>
                </a:lnTo>
                <a:lnTo>
                  <a:pt x="138960" y="390649"/>
                </a:lnTo>
                <a:lnTo>
                  <a:pt x="149201" y="361808"/>
                </a:lnTo>
                <a:lnTo>
                  <a:pt x="159794" y="333095"/>
                </a:lnTo>
                <a:lnTo>
                  <a:pt x="170737" y="304513"/>
                </a:lnTo>
                <a:lnTo>
                  <a:pt x="182028" y="276067"/>
                </a:lnTo>
                <a:lnTo>
                  <a:pt x="193666" y="247761"/>
                </a:lnTo>
                <a:lnTo>
                  <a:pt x="205649" y="219599"/>
                </a:lnTo>
                <a:lnTo>
                  <a:pt x="217975" y="191586"/>
                </a:lnTo>
                <a:lnTo>
                  <a:pt x="230643" y="163726"/>
                </a:lnTo>
                <a:lnTo>
                  <a:pt x="243650" y="136022"/>
                </a:lnTo>
                <a:lnTo>
                  <a:pt x="256994" y="108479"/>
                </a:lnTo>
                <a:lnTo>
                  <a:pt x="270674" y="81102"/>
                </a:lnTo>
                <a:lnTo>
                  <a:pt x="284687" y="53893"/>
                </a:lnTo>
                <a:lnTo>
                  <a:pt x="299032" y="26858"/>
                </a:lnTo>
                <a:lnTo>
                  <a:pt x="313706" y="0"/>
                </a:lnTo>
                <a:lnTo>
                  <a:pt x="1804910" y="826588"/>
                </a:lnTo>
                <a:lnTo>
                  <a:pt x="1800224" y="835166"/>
                </a:lnTo>
                <a:lnTo>
                  <a:pt x="1795642" y="843801"/>
                </a:lnTo>
                <a:lnTo>
                  <a:pt x="1791166" y="852491"/>
                </a:lnTo>
                <a:lnTo>
                  <a:pt x="1786797" y="861236"/>
                </a:lnTo>
                <a:lnTo>
                  <a:pt x="1782535" y="870033"/>
                </a:lnTo>
                <a:lnTo>
                  <a:pt x="1778381" y="878881"/>
                </a:lnTo>
                <a:lnTo>
                  <a:pt x="1774335" y="887779"/>
                </a:lnTo>
                <a:lnTo>
                  <a:pt x="1770398" y="896726"/>
                </a:lnTo>
                <a:lnTo>
                  <a:pt x="1766571" y="905721"/>
                </a:lnTo>
                <a:lnTo>
                  <a:pt x="1762854" y="914762"/>
                </a:lnTo>
                <a:lnTo>
                  <a:pt x="1759247" y="923847"/>
                </a:lnTo>
                <a:lnTo>
                  <a:pt x="1755752" y="932976"/>
                </a:lnTo>
                <a:lnTo>
                  <a:pt x="1752369" y="942147"/>
                </a:lnTo>
                <a:lnTo>
                  <a:pt x="1749098" y="951358"/>
                </a:lnTo>
                <a:lnTo>
                  <a:pt x="1745940" y="960609"/>
                </a:lnTo>
                <a:lnTo>
                  <a:pt x="1742895" y="969898"/>
                </a:lnTo>
                <a:lnTo>
                  <a:pt x="1739963" y="979223"/>
                </a:lnTo>
                <a:lnTo>
                  <a:pt x="1737146" y="988583"/>
                </a:lnTo>
                <a:lnTo>
                  <a:pt x="1734444" y="997977"/>
                </a:lnTo>
                <a:lnTo>
                  <a:pt x="1731856" y="1007403"/>
                </a:lnTo>
                <a:lnTo>
                  <a:pt x="1729384" y="1016861"/>
                </a:lnTo>
                <a:lnTo>
                  <a:pt x="1727027" y="1026347"/>
                </a:lnTo>
                <a:lnTo>
                  <a:pt x="1724787" y="1035862"/>
                </a:lnTo>
                <a:lnTo>
                  <a:pt x="1722663" y="1045403"/>
                </a:lnTo>
                <a:lnTo>
                  <a:pt x="1720656" y="1054970"/>
                </a:lnTo>
                <a:lnTo>
                  <a:pt x="1718765" y="1064561"/>
                </a:lnTo>
                <a:lnTo>
                  <a:pt x="1716992" y="1074174"/>
                </a:lnTo>
                <a:lnTo>
                  <a:pt x="1715337" y="1083807"/>
                </a:lnTo>
                <a:lnTo>
                  <a:pt x="1713800" y="1093461"/>
                </a:lnTo>
                <a:lnTo>
                  <a:pt x="1712380" y="1103132"/>
                </a:lnTo>
                <a:lnTo>
                  <a:pt x="1711079" y="1112820"/>
                </a:lnTo>
                <a:lnTo>
                  <a:pt x="1709896" y="1122523"/>
                </a:lnTo>
                <a:lnTo>
                  <a:pt x="1708832" y="1132240"/>
                </a:lnTo>
                <a:lnTo>
                  <a:pt x="1707886" y="1141969"/>
                </a:lnTo>
                <a:lnTo>
                  <a:pt x="1707060" y="1151709"/>
                </a:lnTo>
                <a:lnTo>
                  <a:pt x="1706353" y="1161459"/>
                </a:lnTo>
                <a:lnTo>
                  <a:pt x="1705764" y="1171216"/>
                </a:lnTo>
                <a:lnTo>
                  <a:pt x="1705295" y="1180980"/>
                </a:lnTo>
                <a:lnTo>
                  <a:pt x="1704946" y="1190748"/>
                </a:lnTo>
                <a:lnTo>
                  <a:pt x="1704715" y="1200521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74A342D1-AA2F-453B-B1CC-A434BC3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172" y="3365822"/>
            <a:ext cx="530570" cy="582614"/>
          </a:xfrm>
          <a:custGeom xmlns:a="http://schemas.openxmlformats.org/drawingml/2006/main">
            <a:pathLst>
              <a:path w="530570" h="582614">
                <a:moveTo>
                  <a:pt x="0" y="575102"/>
                </a:moveTo>
                <a:lnTo>
                  <a:pt x="354" y="560072"/>
                </a:lnTo>
                <a:lnTo>
                  <a:pt x="892" y="545048"/>
                </a:lnTo>
                <a:lnTo>
                  <a:pt x="1613" y="530032"/>
                </a:lnTo>
                <a:lnTo>
                  <a:pt x="2518" y="515025"/>
                </a:lnTo>
                <a:lnTo>
                  <a:pt x="3606" y="500031"/>
                </a:lnTo>
                <a:lnTo>
                  <a:pt x="4877" y="485051"/>
                </a:lnTo>
                <a:lnTo>
                  <a:pt x="6331" y="470088"/>
                </a:lnTo>
                <a:lnTo>
                  <a:pt x="7968" y="455143"/>
                </a:lnTo>
                <a:lnTo>
                  <a:pt x="9787" y="440220"/>
                </a:lnTo>
                <a:lnTo>
                  <a:pt x="11788" y="425320"/>
                </a:lnTo>
                <a:lnTo>
                  <a:pt x="13971" y="410445"/>
                </a:lnTo>
                <a:lnTo>
                  <a:pt x="16336" y="395599"/>
                </a:lnTo>
                <a:lnTo>
                  <a:pt x="18882" y="380782"/>
                </a:lnTo>
                <a:lnTo>
                  <a:pt x="21609" y="365998"/>
                </a:lnTo>
                <a:lnTo>
                  <a:pt x="24516" y="351248"/>
                </a:lnTo>
                <a:lnTo>
                  <a:pt x="27603" y="336534"/>
                </a:lnTo>
                <a:lnTo>
                  <a:pt x="30870" y="321860"/>
                </a:lnTo>
                <a:lnTo>
                  <a:pt x="34316" y="307226"/>
                </a:lnTo>
                <a:lnTo>
                  <a:pt x="37940" y="292636"/>
                </a:lnTo>
                <a:lnTo>
                  <a:pt x="41742" y="278091"/>
                </a:lnTo>
                <a:lnTo>
                  <a:pt x="45722" y="263593"/>
                </a:lnTo>
                <a:lnTo>
                  <a:pt x="49878" y="249145"/>
                </a:lnTo>
                <a:lnTo>
                  <a:pt x="54211" y="234749"/>
                </a:lnTo>
                <a:lnTo>
                  <a:pt x="58719" y="220407"/>
                </a:lnTo>
                <a:lnTo>
                  <a:pt x="63402" y="206122"/>
                </a:lnTo>
                <a:lnTo>
                  <a:pt x="68260" y="191894"/>
                </a:lnTo>
                <a:lnTo>
                  <a:pt x="73290" y="177727"/>
                </a:lnTo>
                <a:lnTo>
                  <a:pt x="78494" y="163622"/>
                </a:lnTo>
                <a:lnTo>
                  <a:pt x="83869" y="149583"/>
                </a:lnTo>
                <a:lnTo>
                  <a:pt x="89416" y="135609"/>
                </a:lnTo>
                <a:lnTo>
                  <a:pt x="95133" y="121705"/>
                </a:lnTo>
                <a:lnTo>
                  <a:pt x="101019" y="107871"/>
                </a:lnTo>
                <a:lnTo>
                  <a:pt x="107074" y="94111"/>
                </a:lnTo>
                <a:lnTo>
                  <a:pt x="113296" y="80425"/>
                </a:lnTo>
                <a:lnTo>
                  <a:pt x="119685" y="66817"/>
                </a:lnTo>
                <a:lnTo>
                  <a:pt x="126240" y="53287"/>
                </a:lnTo>
                <a:lnTo>
                  <a:pt x="132960" y="39839"/>
                </a:lnTo>
                <a:lnTo>
                  <a:pt x="139844" y="26473"/>
                </a:lnTo>
                <a:lnTo>
                  <a:pt x="146890" y="13193"/>
                </a:lnTo>
                <a:lnTo>
                  <a:pt x="154098" y="0"/>
                </a:lnTo>
                <a:lnTo>
                  <a:pt x="530570" y="208682"/>
                </a:lnTo>
                <a:lnTo>
                  <a:pt x="525883" y="217260"/>
                </a:lnTo>
                <a:lnTo>
                  <a:pt x="521302" y="225895"/>
                </a:lnTo>
                <a:lnTo>
                  <a:pt x="516826" y="234585"/>
                </a:lnTo>
                <a:lnTo>
                  <a:pt x="512457" y="243329"/>
                </a:lnTo>
                <a:lnTo>
                  <a:pt x="508195" y="252126"/>
                </a:lnTo>
                <a:lnTo>
                  <a:pt x="504040" y="260974"/>
                </a:lnTo>
                <a:lnTo>
                  <a:pt x="499995" y="269873"/>
                </a:lnTo>
                <a:lnTo>
                  <a:pt x="496058" y="278820"/>
                </a:lnTo>
                <a:lnTo>
                  <a:pt x="492230" y="287814"/>
                </a:lnTo>
                <a:lnTo>
                  <a:pt x="488513" y="296855"/>
                </a:lnTo>
                <a:lnTo>
                  <a:pt x="484907" y="305941"/>
                </a:lnTo>
                <a:lnTo>
                  <a:pt x="481412" y="315069"/>
                </a:lnTo>
                <a:lnTo>
                  <a:pt x="478029" y="324240"/>
                </a:lnTo>
                <a:lnTo>
                  <a:pt x="474758" y="333452"/>
                </a:lnTo>
                <a:lnTo>
                  <a:pt x="471599" y="342702"/>
                </a:lnTo>
                <a:lnTo>
                  <a:pt x="468554" y="351991"/>
                </a:lnTo>
                <a:lnTo>
                  <a:pt x="465623" y="361316"/>
                </a:lnTo>
                <a:lnTo>
                  <a:pt x="462806" y="370677"/>
                </a:lnTo>
                <a:lnTo>
                  <a:pt x="460103" y="380070"/>
                </a:lnTo>
                <a:lnTo>
                  <a:pt x="457516" y="389497"/>
                </a:lnTo>
                <a:lnTo>
                  <a:pt x="455044" y="398954"/>
                </a:lnTo>
                <a:lnTo>
                  <a:pt x="452687" y="408441"/>
                </a:lnTo>
                <a:lnTo>
                  <a:pt x="450447" y="417955"/>
                </a:lnTo>
                <a:lnTo>
                  <a:pt x="448323" y="427497"/>
                </a:lnTo>
                <a:lnTo>
                  <a:pt x="446315" y="437064"/>
                </a:lnTo>
                <a:lnTo>
                  <a:pt x="444425" y="446654"/>
                </a:lnTo>
                <a:lnTo>
                  <a:pt x="442652" y="456267"/>
                </a:lnTo>
                <a:lnTo>
                  <a:pt x="440997" y="465901"/>
                </a:lnTo>
                <a:lnTo>
                  <a:pt x="439459" y="475554"/>
                </a:lnTo>
                <a:lnTo>
                  <a:pt x="438040" y="485226"/>
                </a:lnTo>
                <a:lnTo>
                  <a:pt x="436738" y="494914"/>
                </a:lnTo>
                <a:lnTo>
                  <a:pt x="435556" y="504617"/>
                </a:lnTo>
                <a:lnTo>
                  <a:pt x="434491" y="514334"/>
                </a:lnTo>
                <a:lnTo>
                  <a:pt x="433546" y="524063"/>
                </a:lnTo>
                <a:lnTo>
                  <a:pt x="432720" y="533803"/>
                </a:lnTo>
                <a:lnTo>
                  <a:pt x="432012" y="543552"/>
                </a:lnTo>
                <a:lnTo>
                  <a:pt x="431424" y="553309"/>
                </a:lnTo>
                <a:lnTo>
                  <a:pt x="430955" y="563073"/>
                </a:lnTo>
                <a:lnTo>
                  <a:pt x="430605" y="572842"/>
                </a:lnTo>
                <a:lnTo>
                  <a:pt x="430375" y="582614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Attribute Shift">
            <a:extLst xmlns:a="http://schemas.openxmlformats.org/drawingml/2006/main">
              <a:ext uri="{FF2B5EF4-FFF2-40B4-BE49-F238E27FC236}">
                <a16:creationId xmlns:a16="http://schemas.microsoft.com/office/drawing/2014/main" id="{A8F6057A-BBA7-41E6-9782-87DDEA92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00000">
            <a:off x="116629" y="2882167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 Shift</a:t>
            </a:r>
          </a:p>
        </p:txBody>
      </p:sp>
      <p:sp>
        <p:nvSpPr>
          <p:cNvPr id="50" name="8282">
            <a:extLst xmlns:a="http://schemas.openxmlformats.org/drawingml/2006/main">
              <a:ext uri="{FF2B5EF4-FFF2-40B4-BE49-F238E27FC236}">
                <a16:creationId xmlns:a16="http://schemas.microsoft.com/office/drawing/2014/main" id="{2FCC4F67-A49D-4F5A-A3CE-10C75B9C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00000">
            <a:off x="1755493" y="3363453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8282</a:t>
            </a:r>
          </a:p>
        </p:txBody>
      </p:sp>
      <p:sp>
        <p:nvSpPr>
          <p:cNvPr id="51" name="Dataset category Multi-Object">
            <a:extLst xmlns:a="http://schemas.openxmlformats.org/drawingml/2006/main">
              <a:ext uri="{FF2B5EF4-FFF2-40B4-BE49-F238E27FC236}">
                <a16:creationId xmlns:a16="http://schemas.microsoft.com/office/drawing/2014/main" id="{1521DEA9-6896-42AF-AB3C-E2C7298A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02" y="884377"/>
            <a:ext cx="1684794" cy="1684794"/>
          </a:xfrm>
          <a:custGeom xmlns:a="http://schemas.openxmlformats.org/drawingml/2006/main">
            <a:pathLst>
              <a:path w="1684794" h="1684794">
                <a:moveTo>
                  <a:pt x="0" y="1228560"/>
                </a:moveTo>
                <a:lnTo>
                  <a:pt x="22825" y="1191094"/>
                </a:lnTo>
                <a:lnTo>
                  <a:pt x="46105" y="1153910"/>
                </a:lnTo>
                <a:lnTo>
                  <a:pt x="69838" y="1117012"/>
                </a:lnTo>
                <a:lnTo>
                  <a:pt x="94021" y="1080408"/>
                </a:lnTo>
                <a:lnTo>
                  <a:pt x="118648" y="1044101"/>
                </a:lnTo>
                <a:lnTo>
                  <a:pt x="143717" y="1008098"/>
                </a:lnTo>
                <a:lnTo>
                  <a:pt x="169225" y="972404"/>
                </a:lnTo>
                <a:lnTo>
                  <a:pt x="195166" y="937025"/>
                </a:lnTo>
                <a:lnTo>
                  <a:pt x="221538" y="901965"/>
                </a:lnTo>
                <a:lnTo>
                  <a:pt x="248336" y="867229"/>
                </a:lnTo>
                <a:lnTo>
                  <a:pt x="275556" y="832824"/>
                </a:lnTo>
                <a:lnTo>
                  <a:pt x="303195" y="798754"/>
                </a:lnTo>
                <a:lnTo>
                  <a:pt x="331248" y="765024"/>
                </a:lnTo>
                <a:lnTo>
                  <a:pt x="359711" y="731639"/>
                </a:lnTo>
                <a:lnTo>
                  <a:pt x="388580" y="698605"/>
                </a:lnTo>
                <a:lnTo>
                  <a:pt x="417850" y="665925"/>
                </a:lnTo>
                <a:lnTo>
                  <a:pt x="447517" y="633606"/>
                </a:lnTo>
                <a:lnTo>
                  <a:pt x="477577" y="601651"/>
                </a:lnTo>
                <a:lnTo>
                  <a:pt x="508025" y="570067"/>
                </a:lnTo>
                <a:lnTo>
                  <a:pt x="538856" y="538856"/>
                </a:lnTo>
                <a:lnTo>
                  <a:pt x="570067" y="508025"/>
                </a:lnTo>
                <a:lnTo>
                  <a:pt x="601651" y="477577"/>
                </a:lnTo>
                <a:lnTo>
                  <a:pt x="633606" y="447517"/>
                </a:lnTo>
                <a:lnTo>
                  <a:pt x="665925" y="417850"/>
                </a:lnTo>
                <a:lnTo>
                  <a:pt x="698605" y="388580"/>
                </a:lnTo>
                <a:lnTo>
                  <a:pt x="731639" y="359711"/>
                </a:lnTo>
                <a:lnTo>
                  <a:pt x="765024" y="331248"/>
                </a:lnTo>
                <a:lnTo>
                  <a:pt x="798754" y="303195"/>
                </a:lnTo>
                <a:lnTo>
                  <a:pt x="832824" y="275556"/>
                </a:lnTo>
                <a:lnTo>
                  <a:pt x="867229" y="248336"/>
                </a:lnTo>
                <a:lnTo>
                  <a:pt x="901965" y="221538"/>
                </a:lnTo>
                <a:lnTo>
                  <a:pt x="937025" y="195166"/>
                </a:lnTo>
                <a:lnTo>
                  <a:pt x="972404" y="169225"/>
                </a:lnTo>
                <a:lnTo>
                  <a:pt x="1008098" y="143717"/>
                </a:lnTo>
                <a:lnTo>
                  <a:pt x="1044101" y="118648"/>
                </a:lnTo>
                <a:lnTo>
                  <a:pt x="1080408" y="94021"/>
                </a:lnTo>
                <a:lnTo>
                  <a:pt x="1117012" y="69838"/>
                </a:lnTo>
                <a:lnTo>
                  <a:pt x="1153910" y="46105"/>
                </a:lnTo>
                <a:lnTo>
                  <a:pt x="1191094" y="22825"/>
                </a:lnTo>
                <a:lnTo>
                  <a:pt x="1228560" y="0"/>
                </a:lnTo>
                <a:lnTo>
                  <a:pt x="1684794" y="759300"/>
                </a:lnTo>
                <a:lnTo>
                  <a:pt x="1656570" y="776494"/>
                </a:lnTo>
                <a:lnTo>
                  <a:pt x="1628558" y="794032"/>
                </a:lnTo>
                <a:lnTo>
                  <a:pt x="1600763" y="811911"/>
                </a:lnTo>
                <a:lnTo>
                  <a:pt x="1573188" y="830127"/>
                </a:lnTo>
                <a:lnTo>
                  <a:pt x="1545838" y="848680"/>
                </a:lnTo>
                <a:lnTo>
                  <a:pt x="1518716" y="867565"/>
                </a:lnTo>
                <a:lnTo>
                  <a:pt x="1491828" y="886780"/>
                </a:lnTo>
                <a:lnTo>
                  <a:pt x="1465176" y="906322"/>
                </a:lnTo>
                <a:lnTo>
                  <a:pt x="1438764" y="926188"/>
                </a:lnTo>
                <a:lnTo>
                  <a:pt x="1412598" y="946376"/>
                </a:lnTo>
                <a:lnTo>
                  <a:pt x="1386680" y="966881"/>
                </a:lnTo>
                <a:lnTo>
                  <a:pt x="1361014" y="987702"/>
                </a:lnTo>
                <a:lnTo>
                  <a:pt x="1335605" y="1008835"/>
                </a:lnTo>
                <a:lnTo>
                  <a:pt x="1310455" y="1030276"/>
                </a:lnTo>
                <a:lnTo>
                  <a:pt x="1285570" y="1052023"/>
                </a:lnTo>
                <a:lnTo>
                  <a:pt x="1260952" y="1074073"/>
                </a:lnTo>
                <a:lnTo>
                  <a:pt x="1236605" y="1096422"/>
                </a:lnTo>
                <a:lnTo>
                  <a:pt x="1212534" y="1119066"/>
                </a:lnTo>
                <a:lnTo>
                  <a:pt x="1188740" y="1142003"/>
                </a:lnTo>
                <a:lnTo>
                  <a:pt x="1165229" y="1165229"/>
                </a:lnTo>
                <a:lnTo>
                  <a:pt x="1142003" y="1188740"/>
                </a:lnTo>
                <a:lnTo>
                  <a:pt x="1119066" y="1212534"/>
                </a:lnTo>
                <a:lnTo>
                  <a:pt x="1096422" y="1236605"/>
                </a:lnTo>
                <a:lnTo>
                  <a:pt x="1074073" y="1260952"/>
                </a:lnTo>
                <a:lnTo>
                  <a:pt x="1052023" y="1285570"/>
                </a:lnTo>
                <a:lnTo>
                  <a:pt x="1030276" y="1310455"/>
                </a:lnTo>
                <a:lnTo>
                  <a:pt x="1008835" y="1335605"/>
                </a:lnTo>
                <a:lnTo>
                  <a:pt x="987702" y="1361014"/>
                </a:lnTo>
                <a:lnTo>
                  <a:pt x="966881" y="1386680"/>
                </a:lnTo>
                <a:lnTo>
                  <a:pt x="946376" y="1412598"/>
                </a:lnTo>
                <a:lnTo>
                  <a:pt x="926188" y="1438764"/>
                </a:lnTo>
                <a:lnTo>
                  <a:pt x="906322" y="1465176"/>
                </a:lnTo>
                <a:lnTo>
                  <a:pt x="886780" y="1491828"/>
                </a:lnTo>
                <a:lnTo>
                  <a:pt x="867565" y="1518716"/>
                </a:lnTo>
                <a:lnTo>
                  <a:pt x="848680" y="1545838"/>
                </a:lnTo>
                <a:lnTo>
                  <a:pt x="830127" y="1573188"/>
                </a:lnTo>
                <a:lnTo>
                  <a:pt x="811911" y="1600763"/>
                </a:lnTo>
                <a:lnTo>
                  <a:pt x="794032" y="1628558"/>
                </a:lnTo>
                <a:lnTo>
                  <a:pt x="776494" y="1656570"/>
                </a:lnTo>
                <a:lnTo>
                  <a:pt x="759300" y="1684794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2" name="Dataset count 8881">
            <a:extLst xmlns:a="http://schemas.openxmlformats.org/drawingml/2006/main">
              <a:ext uri="{FF2B5EF4-FFF2-40B4-BE49-F238E27FC236}">
                <a16:creationId xmlns:a16="http://schemas.microsoft.com/office/drawing/2014/main" id="{828117B3-89C9-44A9-B199-EC508F73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57" y="1815132"/>
            <a:ext cx="1735186" cy="1735186"/>
          </a:xfrm>
          <a:custGeom xmlns:a="http://schemas.openxmlformats.org/drawingml/2006/main">
            <a:pathLst>
              <a:path w="1735186" h="1735186">
                <a:moveTo>
                  <a:pt x="0" y="857059"/>
                </a:moveTo>
                <a:lnTo>
                  <a:pt x="15923" y="830922"/>
                </a:lnTo>
                <a:lnTo>
                  <a:pt x="32164" y="804982"/>
                </a:lnTo>
                <a:lnTo>
                  <a:pt x="48720" y="779242"/>
                </a:lnTo>
                <a:lnTo>
                  <a:pt x="65590" y="753706"/>
                </a:lnTo>
                <a:lnTo>
                  <a:pt x="82770" y="728378"/>
                </a:lnTo>
                <a:lnTo>
                  <a:pt x="100259" y="703262"/>
                </a:lnTo>
                <a:lnTo>
                  <a:pt x="118053" y="678362"/>
                </a:lnTo>
                <a:lnTo>
                  <a:pt x="136150" y="653680"/>
                </a:lnTo>
                <a:lnTo>
                  <a:pt x="154548" y="629222"/>
                </a:lnTo>
                <a:lnTo>
                  <a:pt x="173242" y="604990"/>
                </a:lnTo>
                <a:lnTo>
                  <a:pt x="192232" y="580989"/>
                </a:lnTo>
                <a:lnTo>
                  <a:pt x="211513" y="557221"/>
                </a:lnTo>
                <a:lnTo>
                  <a:pt x="231083" y="533690"/>
                </a:lnTo>
                <a:lnTo>
                  <a:pt x="250939" y="510401"/>
                </a:lnTo>
                <a:lnTo>
                  <a:pt x="271078" y="487355"/>
                </a:lnTo>
                <a:lnTo>
                  <a:pt x="291497" y="464558"/>
                </a:lnTo>
                <a:lnTo>
                  <a:pt x="312193" y="442012"/>
                </a:lnTo>
                <a:lnTo>
                  <a:pt x="333164" y="419720"/>
                </a:lnTo>
                <a:lnTo>
                  <a:pt x="354404" y="397686"/>
                </a:lnTo>
                <a:lnTo>
                  <a:pt x="375913" y="375913"/>
                </a:lnTo>
                <a:lnTo>
                  <a:pt x="397686" y="354404"/>
                </a:lnTo>
                <a:lnTo>
                  <a:pt x="419720" y="333164"/>
                </a:lnTo>
                <a:lnTo>
                  <a:pt x="442012" y="312193"/>
                </a:lnTo>
                <a:lnTo>
                  <a:pt x="464558" y="291497"/>
                </a:lnTo>
                <a:lnTo>
                  <a:pt x="487355" y="271078"/>
                </a:lnTo>
                <a:lnTo>
                  <a:pt x="510401" y="250939"/>
                </a:lnTo>
                <a:lnTo>
                  <a:pt x="533690" y="231083"/>
                </a:lnTo>
                <a:lnTo>
                  <a:pt x="557221" y="211513"/>
                </a:lnTo>
                <a:lnTo>
                  <a:pt x="580989" y="192232"/>
                </a:lnTo>
                <a:lnTo>
                  <a:pt x="604990" y="173242"/>
                </a:lnTo>
                <a:lnTo>
                  <a:pt x="629222" y="154548"/>
                </a:lnTo>
                <a:lnTo>
                  <a:pt x="653680" y="136150"/>
                </a:lnTo>
                <a:lnTo>
                  <a:pt x="678362" y="118053"/>
                </a:lnTo>
                <a:lnTo>
                  <a:pt x="703262" y="100259"/>
                </a:lnTo>
                <a:lnTo>
                  <a:pt x="728378" y="82770"/>
                </a:lnTo>
                <a:lnTo>
                  <a:pt x="753706" y="65590"/>
                </a:lnTo>
                <a:lnTo>
                  <a:pt x="779242" y="48720"/>
                </a:lnTo>
                <a:lnTo>
                  <a:pt x="804982" y="32164"/>
                </a:lnTo>
                <a:lnTo>
                  <a:pt x="830922" y="15923"/>
                </a:lnTo>
                <a:lnTo>
                  <a:pt x="857059" y="0"/>
                </a:lnTo>
                <a:lnTo>
                  <a:pt x="1735186" y="1461449"/>
                </a:lnTo>
                <a:lnTo>
                  <a:pt x="1726839" y="1466534"/>
                </a:lnTo>
                <a:lnTo>
                  <a:pt x="1718553" y="1471722"/>
                </a:lnTo>
                <a:lnTo>
                  <a:pt x="1710332" y="1477010"/>
                </a:lnTo>
                <a:lnTo>
                  <a:pt x="1702176" y="1482398"/>
                </a:lnTo>
                <a:lnTo>
                  <a:pt x="1694087" y="1487885"/>
                </a:lnTo>
                <a:lnTo>
                  <a:pt x="1686065" y="1493471"/>
                </a:lnTo>
                <a:lnTo>
                  <a:pt x="1678112" y="1499154"/>
                </a:lnTo>
                <a:lnTo>
                  <a:pt x="1670229" y="1504934"/>
                </a:lnTo>
                <a:lnTo>
                  <a:pt x="1662417" y="1510810"/>
                </a:lnTo>
                <a:lnTo>
                  <a:pt x="1654678" y="1516781"/>
                </a:lnTo>
                <a:lnTo>
                  <a:pt x="1647012" y="1522846"/>
                </a:lnTo>
                <a:lnTo>
                  <a:pt x="1639420" y="1529004"/>
                </a:lnTo>
                <a:lnTo>
                  <a:pt x="1631905" y="1535255"/>
                </a:lnTo>
                <a:lnTo>
                  <a:pt x="1624467" y="1541597"/>
                </a:lnTo>
                <a:lnTo>
                  <a:pt x="1617106" y="1548029"/>
                </a:lnTo>
                <a:lnTo>
                  <a:pt x="1609825" y="1554551"/>
                </a:lnTo>
                <a:lnTo>
                  <a:pt x="1602624" y="1561161"/>
                </a:lnTo>
                <a:lnTo>
                  <a:pt x="1595504" y="1567858"/>
                </a:lnTo>
                <a:lnTo>
                  <a:pt x="1588466" y="1574643"/>
                </a:lnTo>
                <a:lnTo>
                  <a:pt x="1581512" y="1581512"/>
                </a:lnTo>
                <a:lnTo>
                  <a:pt x="1574643" y="1588466"/>
                </a:lnTo>
                <a:lnTo>
                  <a:pt x="1567858" y="1595504"/>
                </a:lnTo>
                <a:lnTo>
                  <a:pt x="1561161" y="1602624"/>
                </a:lnTo>
                <a:lnTo>
                  <a:pt x="1554551" y="1609825"/>
                </a:lnTo>
                <a:lnTo>
                  <a:pt x="1548029" y="1617106"/>
                </a:lnTo>
                <a:lnTo>
                  <a:pt x="1541597" y="1624467"/>
                </a:lnTo>
                <a:lnTo>
                  <a:pt x="1535255" y="1631905"/>
                </a:lnTo>
                <a:lnTo>
                  <a:pt x="1529004" y="1639420"/>
                </a:lnTo>
                <a:lnTo>
                  <a:pt x="1522846" y="1647012"/>
                </a:lnTo>
                <a:lnTo>
                  <a:pt x="1516781" y="1654678"/>
                </a:lnTo>
                <a:lnTo>
                  <a:pt x="1510810" y="1662417"/>
                </a:lnTo>
                <a:lnTo>
                  <a:pt x="1504934" y="1670229"/>
                </a:lnTo>
                <a:lnTo>
                  <a:pt x="1499154" y="1678112"/>
                </a:lnTo>
                <a:lnTo>
                  <a:pt x="1493471" y="1686065"/>
                </a:lnTo>
                <a:lnTo>
                  <a:pt x="1487885" y="1694087"/>
                </a:lnTo>
                <a:lnTo>
                  <a:pt x="1482398" y="1702176"/>
                </a:lnTo>
                <a:lnTo>
                  <a:pt x="1477010" y="1710332"/>
                </a:lnTo>
                <a:lnTo>
                  <a:pt x="1471722" y="1718553"/>
                </a:lnTo>
                <a:lnTo>
                  <a:pt x="1466534" y="1726839"/>
                </a:lnTo>
                <a:lnTo>
                  <a:pt x="1461449" y="1735186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DC2862E6-7BD2-4D98-902B-D6F931AB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061" y="2880936"/>
            <a:ext cx="669382" cy="669382"/>
          </a:xfrm>
          <a:custGeom xmlns:a="http://schemas.openxmlformats.org/drawingml/2006/main">
            <a:pathLst>
              <a:path w="669382" h="669382">
                <a:moveTo>
                  <a:pt x="0" y="431655"/>
                </a:moveTo>
                <a:lnTo>
                  <a:pt x="8019" y="418491"/>
                </a:lnTo>
                <a:lnTo>
                  <a:pt x="16199" y="405426"/>
                </a:lnTo>
                <a:lnTo>
                  <a:pt x="24538" y="392463"/>
                </a:lnTo>
                <a:lnTo>
                  <a:pt x="33034" y="379602"/>
                </a:lnTo>
                <a:lnTo>
                  <a:pt x="41687" y="366845"/>
                </a:lnTo>
                <a:lnTo>
                  <a:pt x="50495" y="354196"/>
                </a:lnTo>
                <a:lnTo>
                  <a:pt x="59457" y="341655"/>
                </a:lnTo>
                <a:lnTo>
                  <a:pt x="68572" y="329224"/>
                </a:lnTo>
                <a:lnTo>
                  <a:pt x="77837" y="316905"/>
                </a:lnTo>
                <a:lnTo>
                  <a:pt x="87253" y="304701"/>
                </a:lnTo>
                <a:lnTo>
                  <a:pt x="96817" y="292613"/>
                </a:lnTo>
                <a:lnTo>
                  <a:pt x="106528" y="280642"/>
                </a:lnTo>
                <a:lnTo>
                  <a:pt x="116384" y="268791"/>
                </a:lnTo>
                <a:lnTo>
                  <a:pt x="126385" y="257062"/>
                </a:lnTo>
                <a:lnTo>
                  <a:pt x="136528" y="245455"/>
                </a:lnTo>
                <a:lnTo>
                  <a:pt x="146812" y="233973"/>
                </a:lnTo>
                <a:lnTo>
                  <a:pt x="157235" y="222618"/>
                </a:lnTo>
                <a:lnTo>
                  <a:pt x="167797" y="211390"/>
                </a:lnTo>
                <a:lnTo>
                  <a:pt x="178495" y="200293"/>
                </a:lnTo>
                <a:lnTo>
                  <a:pt x="189327" y="189327"/>
                </a:lnTo>
                <a:lnTo>
                  <a:pt x="200293" y="178495"/>
                </a:lnTo>
                <a:lnTo>
                  <a:pt x="211390" y="167797"/>
                </a:lnTo>
                <a:lnTo>
                  <a:pt x="222618" y="157235"/>
                </a:lnTo>
                <a:lnTo>
                  <a:pt x="233973" y="146812"/>
                </a:lnTo>
                <a:lnTo>
                  <a:pt x="245455" y="136528"/>
                </a:lnTo>
                <a:lnTo>
                  <a:pt x="257062" y="126385"/>
                </a:lnTo>
                <a:lnTo>
                  <a:pt x="268791" y="116384"/>
                </a:lnTo>
                <a:lnTo>
                  <a:pt x="280642" y="106528"/>
                </a:lnTo>
                <a:lnTo>
                  <a:pt x="292613" y="96817"/>
                </a:lnTo>
                <a:lnTo>
                  <a:pt x="304701" y="87253"/>
                </a:lnTo>
                <a:lnTo>
                  <a:pt x="316905" y="77837"/>
                </a:lnTo>
                <a:lnTo>
                  <a:pt x="329224" y="68572"/>
                </a:lnTo>
                <a:lnTo>
                  <a:pt x="341655" y="59457"/>
                </a:lnTo>
                <a:lnTo>
                  <a:pt x="354196" y="50495"/>
                </a:lnTo>
                <a:lnTo>
                  <a:pt x="366845" y="41687"/>
                </a:lnTo>
                <a:lnTo>
                  <a:pt x="379602" y="33034"/>
                </a:lnTo>
                <a:lnTo>
                  <a:pt x="392463" y="24538"/>
                </a:lnTo>
                <a:lnTo>
                  <a:pt x="405426" y="16199"/>
                </a:lnTo>
                <a:lnTo>
                  <a:pt x="418491" y="8019"/>
                </a:lnTo>
                <a:lnTo>
                  <a:pt x="431655" y="0"/>
                </a:lnTo>
                <a:lnTo>
                  <a:pt x="669382" y="395645"/>
                </a:lnTo>
                <a:lnTo>
                  <a:pt x="661034" y="400730"/>
                </a:lnTo>
                <a:lnTo>
                  <a:pt x="652749" y="405918"/>
                </a:lnTo>
                <a:lnTo>
                  <a:pt x="644528" y="411206"/>
                </a:lnTo>
                <a:lnTo>
                  <a:pt x="636372" y="416594"/>
                </a:lnTo>
                <a:lnTo>
                  <a:pt x="628283" y="422081"/>
                </a:lnTo>
                <a:lnTo>
                  <a:pt x="620261" y="427667"/>
                </a:lnTo>
                <a:lnTo>
                  <a:pt x="612308" y="433350"/>
                </a:lnTo>
                <a:lnTo>
                  <a:pt x="604425" y="439130"/>
                </a:lnTo>
                <a:lnTo>
                  <a:pt x="596613" y="445006"/>
                </a:lnTo>
                <a:lnTo>
                  <a:pt x="588874" y="450977"/>
                </a:lnTo>
                <a:lnTo>
                  <a:pt x="581208" y="457042"/>
                </a:lnTo>
                <a:lnTo>
                  <a:pt x="573616" y="463200"/>
                </a:lnTo>
                <a:lnTo>
                  <a:pt x="566101" y="469451"/>
                </a:lnTo>
                <a:lnTo>
                  <a:pt x="558663" y="475793"/>
                </a:lnTo>
                <a:lnTo>
                  <a:pt x="551302" y="482225"/>
                </a:lnTo>
                <a:lnTo>
                  <a:pt x="544021" y="488747"/>
                </a:lnTo>
                <a:lnTo>
                  <a:pt x="536820" y="495357"/>
                </a:lnTo>
                <a:lnTo>
                  <a:pt x="529700" y="502054"/>
                </a:lnTo>
                <a:lnTo>
                  <a:pt x="522662" y="508839"/>
                </a:lnTo>
                <a:lnTo>
                  <a:pt x="515708" y="515708"/>
                </a:lnTo>
                <a:lnTo>
                  <a:pt x="508839" y="522662"/>
                </a:lnTo>
                <a:lnTo>
                  <a:pt x="502054" y="529700"/>
                </a:lnTo>
                <a:lnTo>
                  <a:pt x="495357" y="536820"/>
                </a:lnTo>
                <a:lnTo>
                  <a:pt x="488747" y="544021"/>
                </a:lnTo>
                <a:lnTo>
                  <a:pt x="482225" y="551302"/>
                </a:lnTo>
                <a:lnTo>
                  <a:pt x="475793" y="558663"/>
                </a:lnTo>
                <a:lnTo>
                  <a:pt x="469451" y="566101"/>
                </a:lnTo>
                <a:lnTo>
                  <a:pt x="463200" y="573616"/>
                </a:lnTo>
                <a:lnTo>
                  <a:pt x="457042" y="581208"/>
                </a:lnTo>
                <a:lnTo>
                  <a:pt x="450977" y="588874"/>
                </a:lnTo>
                <a:lnTo>
                  <a:pt x="445006" y="596613"/>
                </a:lnTo>
                <a:lnTo>
                  <a:pt x="439130" y="604425"/>
                </a:lnTo>
                <a:lnTo>
                  <a:pt x="433350" y="612308"/>
                </a:lnTo>
                <a:lnTo>
                  <a:pt x="427667" y="620261"/>
                </a:lnTo>
                <a:lnTo>
                  <a:pt x="422081" y="628283"/>
                </a:lnTo>
                <a:lnTo>
                  <a:pt x="416594" y="636372"/>
                </a:lnTo>
                <a:lnTo>
                  <a:pt x="411206" y="644528"/>
                </a:lnTo>
                <a:lnTo>
                  <a:pt x="405918" y="652749"/>
                </a:lnTo>
                <a:lnTo>
                  <a:pt x="400730" y="661034"/>
                </a:lnTo>
                <a:lnTo>
                  <a:pt x="395645" y="669382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4" name="Multi-Object">
            <a:extLst xmlns:a="http://schemas.openxmlformats.org/drawingml/2006/main">
              <a:ext uri="{FF2B5EF4-FFF2-40B4-BE49-F238E27FC236}">
                <a16:creationId xmlns:a16="http://schemas.microsoft.com/office/drawing/2014/main" id="{593A7706-8F46-453F-9604-215A2ED2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30162" y="1473087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Multi-Object</a:t>
            </a:r>
          </a:p>
        </p:txBody>
      </p:sp>
      <p:sp>
        <p:nvSpPr>
          <p:cNvPr id="55" name="8881">
            <a:extLst xmlns:a="http://schemas.openxmlformats.org/drawingml/2006/main">
              <a:ext uri="{FF2B5EF4-FFF2-40B4-BE49-F238E27FC236}">
                <a16:creationId xmlns:a16="http://schemas.microsoft.com/office/drawing/2014/main" id="{3EFFDC9E-4D6F-4031-8FA7-1A762779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2211564" y="2573514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8881</a:t>
            </a:r>
          </a:p>
        </p:txBody>
      </p:sp>
      <p:sp>
        <p:nvSpPr>
          <p:cNvPr id="56" name="Dataset category Spatiotemporal">
            <a:extLst xmlns:a="http://schemas.openxmlformats.org/drawingml/2006/main">
              <a:ext uri="{FF2B5EF4-FFF2-40B4-BE49-F238E27FC236}">
                <a16:creationId xmlns:a16="http://schemas.microsoft.com/office/drawing/2014/main" id="{20C28DB9-A103-4E4A-825C-9CA7DB56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10" y="372022"/>
            <a:ext cx="1693704" cy="1224444"/>
          </a:xfrm>
          <a:custGeom xmlns:a="http://schemas.openxmlformats.org/drawingml/2006/main">
            <a:pathLst>
              <a:path w="1693704" h="1224444">
                <a:moveTo>
                  <a:pt x="0" y="449684"/>
                </a:moveTo>
                <a:lnTo>
                  <a:pt x="38500" y="428650"/>
                </a:lnTo>
                <a:lnTo>
                  <a:pt x="77254" y="408087"/>
                </a:lnTo>
                <a:lnTo>
                  <a:pt x="116256" y="388000"/>
                </a:lnTo>
                <a:lnTo>
                  <a:pt x="155501" y="368391"/>
                </a:lnTo>
                <a:lnTo>
                  <a:pt x="194982" y="349262"/>
                </a:lnTo>
                <a:lnTo>
                  <a:pt x="234694" y="330617"/>
                </a:lnTo>
                <a:lnTo>
                  <a:pt x="274631" y="312459"/>
                </a:lnTo>
                <a:lnTo>
                  <a:pt x="314787" y="294790"/>
                </a:lnTo>
                <a:lnTo>
                  <a:pt x="355155" y="277613"/>
                </a:lnTo>
                <a:lnTo>
                  <a:pt x="395731" y="260930"/>
                </a:lnTo>
                <a:lnTo>
                  <a:pt x="436507" y="244745"/>
                </a:lnTo>
                <a:lnTo>
                  <a:pt x="477478" y="229058"/>
                </a:lnTo>
                <a:lnTo>
                  <a:pt x="518638" y="213874"/>
                </a:lnTo>
                <a:lnTo>
                  <a:pt x="559980" y="199193"/>
                </a:lnTo>
                <a:lnTo>
                  <a:pt x="601498" y="185019"/>
                </a:lnTo>
                <a:lnTo>
                  <a:pt x="643186" y="171353"/>
                </a:lnTo>
                <a:lnTo>
                  <a:pt x="685038" y="158197"/>
                </a:lnTo>
                <a:lnTo>
                  <a:pt x="727048" y="145554"/>
                </a:lnTo>
                <a:lnTo>
                  <a:pt x="769209" y="133424"/>
                </a:lnTo>
                <a:lnTo>
                  <a:pt x="811515" y="121811"/>
                </a:lnTo>
                <a:lnTo>
                  <a:pt x="853960" y="110715"/>
                </a:lnTo>
                <a:lnTo>
                  <a:pt x="896537" y="100139"/>
                </a:lnTo>
                <a:lnTo>
                  <a:pt x="939241" y="90084"/>
                </a:lnTo>
                <a:lnTo>
                  <a:pt x="982063" y="80551"/>
                </a:lnTo>
                <a:lnTo>
                  <a:pt x="1025000" y="71542"/>
                </a:lnTo>
                <a:lnTo>
                  <a:pt x="1068043" y="63058"/>
                </a:lnTo>
                <a:lnTo>
                  <a:pt x="1111186" y="55101"/>
                </a:lnTo>
                <a:lnTo>
                  <a:pt x="1154424" y="47671"/>
                </a:lnTo>
                <a:lnTo>
                  <a:pt x="1197749" y="40771"/>
                </a:lnTo>
                <a:lnTo>
                  <a:pt x="1241155" y="34400"/>
                </a:lnTo>
                <a:lnTo>
                  <a:pt x="1284636" y="28560"/>
                </a:lnTo>
                <a:lnTo>
                  <a:pt x="1328184" y="23251"/>
                </a:lnTo>
                <a:lnTo>
                  <a:pt x="1371795" y="18475"/>
                </a:lnTo>
                <a:lnTo>
                  <a:pt x="1415460" y="14232"/>
                </a:lnTo>
                <a:lnTo>
                  <a:pt x="1459174" y="10523"/>
                </a:lnTo>
                <a:lnTo>
                  <a:pt x="1502930" y="7348"/>
                </a:lnTo>
                <a:lnTo>
                  <a:pt x="1546722" y="4708"/>
                </a:lnTo>
                <a:lnTo>
                  <a:pt x="1590543" y="2603"/>
                </a:lnTo>
                <a:lnTo>
                  <a:pt x="1634386" y="1034"/>
                </a:lnTo>
                <a:lnTo>
                  <a:pt x="1678245" y="0"/>
                </a:lnTo>
                <a:lnTo>
                  <a:pt x="1693704" y="885690"/>
                </a:lnTo>
                <a:lnTo>
                  <a:pt x="1660665" y="886469"/>
                </a:lnTo>
                <a:lnTo>
                  <a:pt x="1627637" y="887651"/>
                </a:lnTo>
                <a:lnTo>
                  <a:pt x="1594626" y="889237"/>
                </a:lnTo>
                <a:lnTo>
                  <a:pt x="1561637" y="891225"/>
                </a:lnTo>
                <a:lnTo>
                  <a:pt x="1528675" y="893617"/>
                </a:lnTo>
                <a:lnTo>
                  <a:pt x="1495745" y="896411"/>
                </a:lnTo>
                <a:lnTo>
                  <a:pt x="1462851" y="899607"/>
                </a:lnTo>
                <a:lnTo>
                  <a:pt x="1429998" y="903205"/>
                </a:lnTo>
                <a:lnTo>
                  <a:pt x="1397193" y="907204"/>
                </a:lnTo>
                <a:lnTo>
                  <a:pt x="1364438" y="911604"/>
                </a:lnTo>
                <a:lnTo>
                  <a:pt x="1331739" y="916403"/>
                </a:lnTo>
                <a:lnTo>
                  <a:pt x="1299102" y="921602"/>
                </a:lnTo>
                <a:lnTo>
                  <a:pt x="1266530" y="927199"/>
                </a:lnTo>
                <a:lnTo>
                  <a:pt x="1234030" y="933193"/>
                </a:lnTo>
                <a:lnTo>
                  <a:pt x="1201605" y="939584"/>
                </a:lnTo>
                <a:lnTo>
                  <a:pt x="1169260" y="946370"/>
                </a:lnTo>
                <a:lnTo>
                  <a:pt x="1137001" y="953552"/>
                </a:lnTo>
                <a:lnTo>
                  <a:pt x="1104832" y="961126"/>
                </a:lnTo>
                <a:lnTo>
                  <a:pt x="1072758" y="969094"/>
                </a:lnTo>
                <a:lnTo>
                  <a:pt x="1040784" y="977452"/>
                </a:lnTo>
                <a:lnTo>
                  <a:pt x="1008914" y="986201"/>
                </a:lnTo>
                <a:lnTo>
                  <a:pt x="977153" y="995338"/>
                </a:lnTo>
                <a:lnTo>
                  <a:pt x="945507" y="1004862"/>
                </a:lnTo>
                <a:lnTo>
                  <a:pt x="913979" y="1014773"/>
                </a:lnTo>
                <a:lnTo>
                  <a:pt x="882574" y="1025068"/>
                </a:lnTo>
                <a:lnTo>
                  <a:pt x="851298" y="1035746"/>
                </a:lnTo>
                <a:lnTo>
                  <a:pt x="820154" y="1046805"/>
                </a:lnTo>
                <a:lnTo>
                  <a:pt x="789148" y="1058243"/>
                </a:lnTo>
                <a:lnTo>
                  <a:pt x="758284" y="1070060"/>
                </a:lnTo>
                <a:lnTo>
                  <a:pt x="727567" y="1082253"/>
                </a:lnTo>
                <a:lnTo>
                  <a:pt x="697001" y="1094820"/>
                </a:lnTo>
                <a:lnTo>
                  <a:pt x="666590" y="1107760"/>
                </a:lnTo>
                <a:lnTo>
                  <a:pt x="636340" y="1121070"/>
                </a:lnTo>
                <a:lnTo>
                  <a:pt x="606255" y="1134749"/>
                </a:lnTo>
                <a:lnTo>
                  <a:pt x="576339" y="1148795"/>
                </a:lnTo>
                <a:lnTo>
                  <a:pt x="546598" y="1163204"/>
                </a:lnTo>
                <a:lnTo>
                  <a:pt x="517034" y="1177977"/>
                </a:lnTo>
                <a:lnTo>
                  <a:pt x="487653" y="1193109"/>
                </a:lnTo>
                <a:lnTo>
                  <a:pt x="458459" y="1208599"/>
                </a:lnTo>
                <a:lnTo>
                  <a:pt x="429456" y="1224444"/>
                </a:lnTo>
                <a:close/>
              </a:path>
            </a:pathLst>
          </a:custGeom>
          <a:solidFill xmlns:a="http://schemas.openxmlformats.org/drawingml/2006/main">
            <a:srgbClr val="FFA9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Dataset count 8401">
            <a:extLst xmlns:a="http://schemas.openxmlformats.org/drawingml/2006/main">
              <a:ext uri="{FF2B5EF4-FFF2-40B4-BE49-F238E27FC236}">
                <a16:creationId xmlns:a16="http://schemas.microsoft.com/office/drawing/2014/main" id="{41D324D8-FF0E-452C-BBC9-764F0EE4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41" y="1457707"/>
            <a:ext cx="1200521" cy="1804910"/>
          </a:xfrm>
          <a:custGeom xmlns:a="http://schemas.openxmlformats.org/drawingml/2006/main">
            <a:pathLst>
              <a:path w="1200521" h="1804910">
                <a:moveTo>
                  <a:pt x="0" y="313706"/>
                </a:moveTo>
                <a:lnTo>
                  <a:pt x="26858" y="299032"/>
                </a:lnTo>
                <a:lnTo>
                  <a:pt x="53893" y="284687"/>
                </a:lnTo>
                <a:lnTo>
                  <a:pt x="81102" y="270674"/>
                </a:lnTo>
                <a:lnTo>
                  <a:pt x="108479" y="256994"/>
                </a:lnTo>
                <a:lnTo>
                  <a:pt x="136022" y="243650"/>
                </a:lnTo>
                <a:lnTo>
                  <a:pt x="163726" y="230643"/>
                </a:lnTo>
                <a:lnTo>
                  <a:pt x="191586" y="217975"/>
                </a:lnTo>
                <a:lnTo>
                  <a:pt x="219599" y="205649"/>
                </a:lnTo>
                <a:lnTo>
                  <a:pt x="247761" y="193666"/>
                </a:lnTo>
                <a:lnTo>
                  <a:pt x="276067" y="182028"/>
                </a:lnTo>
                <a:lnTo>
                  <a:pt x="304513" y="170737"/>
                </a:lnTo>
                <a:lnTo>
                  <a:pt x="333095" y="159794"/>
                </a:lnTo>
                <a:lnTo>
                  <a:pt x="361808" y="149201"/>
                </a:lnTo>
                <a:lnTo>
                  <a:pt x="390649" y="138960"/>
                </a:lnTo>
                <a:lnTo>
                  <a:pt x="419612" y="129072"/>
                </a:lnTo>
                <a:lnTo>
                  <a:pt x="448695" y="119538"/>
                </a:lnTo>
                <a:lnTo>
                  <a:pt x="477891" y="110360"/>
                </a:lnTo>
                <a:lnTo>
                  <a:pt x="507198" y="101540"/>
                </a:lnTo>
                <a:lnTo>
                  <a:pt x="536610" y="93078"/>
                </a:lnTo>
                <a:lnTo>
                  <a:pt x="566123" y="84977"/>
                </a:lnTo>
                <a:lnTo>
                  <a:pt x="595733" y="77236"/>
                </a:lnTo>
                <a:lnTo>
                  <a:pt x="625436" y="69858"/>
                </a:lnTo>
                <a:lnTo>
                  <a:pt x="655226" y="62844"/>
                </a:lnTo>
                <a:lnTo>
                  <a:pt x="685100" y="56193"/>
                </a:lnTo>
                <a:lnTo>
                  <a:pt x="715053" y="49909"/>
                </a:lnTo>
                <a:lnTo>
                  <a:pt x="745080" y="43990"/>
                </a:lnTo>
                <a:lnTo>
                  <a:pt x="775178" y="38439"/>
                </a:lnTo>
                <a:lnTo>
                  <a:pt x="805341" y="33256"/>
                </a:lnTo>
                <a:lnTo>
                  <a:pt x="835565" y="28442"/>
                </a:lnTo>
                <a:lnTo>
                  <a:pt x="865845" y="23998"/>
                </a:lnTo>
                <a:lnTo>
                  <a:pt x="896178" y="19923"/>
                </a:lnTo>
                <a:lnTo>
                  <a:pt x="926558" y="16220"/>
                </a:lnTo>
                <a:lnTo>
                  <a:pt x="956981" y="12888"/>
                </a:lnTo>
                <a:lnTo>
                  <a:pt x="987443" y="9928"/>
                </a:lnTo>
                <a:lnTo>
                  <a:pt x="1017939" y="7341"/>
                </a:lnTo>
                <a:lnTo>
                  <a:pt x="1048463" y="5126"/>
                </a:lnTo>
                <a:lnTo>
                  <a:pt x="1079013" y="3284"/>
                </a:lnTo>
                <a:lnTo>
                  <a:pt x="1109583" y="1816"/>
                </a:lnTo>
                <a:lnTo>
                  <a:pt x="1140168" y="721"/>
                </a:lnTo>
                <a:lnTo>
                  <a:pt x="1170765" y="0"/>
                </a:lnTo>
                <a:lnTo>
                  <a:pt x="1200521" y="1704715"/>
                </a:lnTo>
                <a:lnTo>
                  <a:pt x="1190748" y="1704946"/>
                </a:lnTo>
                <a:lnTo>
                  <a:pt x="1180980" y="1705295"/>
                </a:lnTo>
                <a:lnTo>
                  <a:pt x="1171216" y="1705764"/>
                </a:lnTo>
                <a:lnTo>
                  <a:pt x="1161459" y="1706353"/>
                </a:lnTo>
                <a:lnTo>
                  <a:pt x="1151709" y="1707060"/>
                </a:lnTo>
                <a:lnTo>
                  <a:pt x="1141969" y="1707886"/>
                </a:lnTo>
                <a:lnTo>
                  <a:pt x="1132240" y="1708832"/>
                </a:lnTo>
                <a:lnTo>
                  <a:pt x="1122523" y="1709896"/>
                </a:lnTo>
                <a:lnTo>
                  <a:pt x="1112820" y="1711079"/>
                </a:lnTo>
                <a:lnTo>
                  <a:pt x="1103132" y="1712380"/>
                </a:lnTo>
                <a:lnTo>
                  <a:pt x="1093461" y="1713800"/>
                </a:lnTo>
                <a:lnTo>
                  <a:pt x="1083807" y="1715337"/>
                </a:lnTo>
                <a:lnTo>
                  <a:pt x="1074174" y="1716992"/>
                </a:lnTo>
                <a:lnTo>
                  <a:pt x="1064561" y="1718765"/>
                </a:lnTo>
                <a:lnTo>
                  <a:pt x="1054970" y="1720656"/>
                </a:lnTo>
                <a:lnTo>
                  <a:pt x="1045403" y="1722663"/>
                </a:lnTo>
                <a:lnTo>
                  <a:pt x="1035862" y="1724787"/>
                </a:lnTo>
                <a:lnTo>
                  <a:pt x="1026347" y="1727027"/>
                </a:lnTo>
                <a:lnTo>
                  <a:pt x="1016861" y="1729384"/>
                </a:lnTo>
                <a:lnTo>
                  <a:pt x="1007403" y="1731856"/>
                </a:lnTo>
                <a:lnTo>
                  <a:pt x="997977" y="1734444"/>
                </a:lnTo>
                <a:lnTo>
                  <a:pt x="988583" y="1737146"/>
                </a:lnTo>
                <a:lnTo>
                  <a:pt x="979223" y="1739963"/>
                </a:lnTo>
                <a:lnTo>
                  <a:pt x="969898" y="1742895"/>
                </a:lnTo>
                <a:lnTo>
                  <a:pt x="960609" y="1745940"/>
                </a:lnTo>
                <a:lnTo>
                  <a:pt x="951358" y="1749098"/>
                </a:lnTo>
                <a:lnTo>
                  <a:pt x="942147" y="1752369"/>
                </a:lnTo>
                <a:lnTo>
                  <a:pt x="932976" y="1755752"/>
                </a:lnTo>
                <a:lnTo>
                  <a:pt x="923847" y="1759247"/>
                </a:lnTo>
                <a:lnTo>
                  <a:pt x="914762" y="1762854"/>
                </a:lnTo>
                <a:lnTo>
                  <a:pt x="905721" y="1766571"/>
                </a:lnTo>
                <a:lnTo>
                  <a:pt x="896726" y="1770398"/>
                </a:lnTo>
                <a:lnTo>
                  <a:pt x="887779" y="1774335"/>
                </a:lnTo>
                <a:lnTo>
                  <a:pt x="878881" y="1778381"/>
                </a:lnTo>
                <a:lnTo>
                  <a:pt x="870033" y="1782535"/>
                </a:lnTo>
                <a:lnTo>
                  <a:pt x="861236" y="1786797"/>
                </a:lnTo>
                <a:lnTo>
                  <a:pt x="852491" y="1791166"/>
                </a:lnTo>
                <a:lnTo>
                  <a:pt x="843801" y="1795642"/>
                </a:lnTo>
                <a:lnTo>
                  <a:pt x="835166" y="1800224"/>
                </a:lnTo>
                <a:lnTo>
                  <a:pt x="826588" y="1804910"/>
                </a:lnTo>
                <a:close/>
              </a:path>
            </a:pathLst>
          </a:custGeom>
          <a:solidFill xmlns:a="http://schemas.openxmlformats.org/drawingml/2006/main">
            <a:srgbClr val="FF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8" name="Dataset count encoding">
            <a:extLst xmlns:a="http://schemas.openxmlformats.org/drawingml/2006/main">
              <a:ext uri="{FF2B5EF4-FFF2-40B4-BE49-F238E27FC236}">
                <a16:creationId xmlns:a16="http://schemas.microsoft.com/office/drawing/2014/main" id="{8940AE15-8C90-4231-B135-E4A51DB0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949" y="2725863"/>
            <a:ext cx="585613" cy="536754"/>
          </a:xfrm>
          <a:custGeom xmlns:a="http://schemas.openxmlformats.org/drawingml/2006/main">
            <a:pathLst>
              <a:path w="585613" h="536754">
                <a:moveTo>
                  <a:pt x="0" y="154873"/>
                </a:moveTo>
                <a:lnTo>
                  <a:pt x="13259" y="147628"/>
                </a:lnTo>
                <a:lnTo>
                  <a:pt x="26606" y="140547"/>
                </a:lnTo>
                <a:lnTo>
                  <a:pt x="40039" y="133628"/>
                </a:lnTo>
                <a:lnTo>
                  <a:pt x="53555" y="126875"/>
                </a:lnTo>
                <a:lnTo>
                  <a:pt x="67152" y="120287"/>
                </a:lnTo>
                <a:lnTo>
                  <a:pt x="80829" y="113866"/>
                </a:lnTo>
                <a:lnTo>
                  <a:pt x="94584" y="107612"/>
                </a:lnTo>
                <a:lnTo>
                  <a:pt x="108413" y="101527"/>
                </a:lnTo>
                <a:lnTo>
                  <a:pt x="122317" y="95611"/>
                </a:lnTo>
                <a:lnTo>
                  <a:pt x="136291" y="89865"/>
                </a:lnTo>
                <a:lnTo>
                  <a:pt x="150334" y="84291"/>
                </a:lnTo>
                <a:lnTo>
                  <a:pt x="164445" y="78888"/>
                </a:lnTo>
                <a:lnTo>
                  <a:pt x="178620" y="73659"/>
                </a:lnTo>
                <a:lnTo>
                  <a:pt x="192859" y="68603"/>
                </a:lnTo>
                <a:lnTo>
                  <a:pt x="207158" y="63721"/>
                </a:lnTo>
                <a:lnTo>
                  <a:pt x="221515" y="59014"/>
                </a:lnTo>
                <a:lnTo>
                  <a:pt x="235929" y="54484"/>
                </a:lnTo>
                <a:lnTo>
                  <a:pt x="250398" y="50129"/>
                </a:lnTo>
                <a:lnTo>
                  <a:pt x="264918" y="45952"/>
                </a:lnTo>
                <a:lnTo>
                  <a:pt x="279488" y="41952"/>
                </a:lnTo>
                <a:lnTo>
                  <a:pt x="294106" y="38131"/>
                </a:lnTo>
                <a:lnTo>
                  <a:pt x="308770" y="34488"/>
                </a:lnTo>
                <a:lnTo>
                  <a:pt x="323477" y="31025"/>
                </a:lnTo>
                <a:lnTo>
                  <a:pt x="338226" y="27742"/>
                </a:lnTo>
                <a:lnTo>
                  <a:pt x="353013" y="24639"/>
                </a:lnTo>
                <a:lnTo>
                  <a:pt x="367837" y="21717"/>
                </a:lnTo>
                <a:lnTo>
                  <a:pt x="382696" y="18977"/>
                </a:lnTo>
                <a:lnTo>
                  <a:pt x="397587" y="16418"/>
                </a:lnTo>
                <a:lnTo>
                  <a:pt x="412508" y="14042"/>
                </a:lnTo>
                <a:lnTo>
                  <a:pt x="427457" y="11847"/>
                </a:lnTo>
                <a:lnTo>
                  <a:pt x="442432" y="9836"/>
                </a:lnTo>
                <a:lnTo>
                  <a:pt x="457431" y="8008"/>
                </a:lnTo>
                <a:lnTo>
                  <a:pt x="472450" y="6363"/>
                </a:lnTo>
                <a:lnTo>
                  <a:pt x="487489" y="4902"/>
                </a:lnTo>
                <a:lnTo>
                  <a:pt x="502544" y="3624"/>
                </a:lnTo>
                <a:lnTo>
                  <a:pt x="517614" y="2531"/>
                </a:lnTo>
                <a:lnTo>
                  <a:pt x="532696" y="1621"/>
                </a:lnTo>
                <a:lnTo>
                  <a:pt x="547788" y="896"/>
                </a:lnTo>
                <a:lnTo>
                  <a:pt x="562887" y="356"/>
                </a:lnTo>
                <a:lnTo>
                  <a:pt x="577993" y="0"/>
                </a:lnTo>
                <a:lnTo>
                  <a:pt x="585613" y="436559"/>
                </a:lnTo>
                <a:lnTo>
                  <a:pt x="575840" y="436789"/>
                </a:lnTo>
                <a:lnTo>
                  <a:pt x="566072" y="437139"/>
                </a:lnTo>
                <a:lnTo>
                  <a:pt x="556308" y="437608"/>
                </a:lnTo>
                <a:lnTo>
                  <a:pt x="546551" y="438196"/>
                </a:lnTo>
                <a:lnTo>
                  <a:pt x="536801" y="438903"/>
                </a:lnTo>
                <a:lnTo>
                  <a:pt x="527061" y="439730"/>
                </a:lnTo>
                <a:lnTo>
                  <a:pt x="517332" y="440675"/>
                </a:lnTo>
                <a:lnTo>
                  <a:pt x="507615" y="441739"/>
                </a:lnTo>
                <a:lnTo>
                  <a:pt x="497912" y="442922"/>
                </a:lnTo>
                <a:lnTo>
                  <a:pt x="488224" y="444224"/>
                </a:lnTo>
                <a:lnTo>
                  <a:pt x="478553" y="445643"/>
                </a:lnTo>
                <a:lnTo>
                  <a:pt x="468899" y="447181"/>
                </a:lnTo>
                <a:lnTo>
                  <a:pt x="459265" y="448836"/>
                </a:lnTo>
                <a:lnTo>
                  <a:pt x="449653" y="450609"/>
                </a:lnTo>
                <a:lnTo>
                  <a:pt x="440062" y="452499"/>
                </a:lnTo>
                <a:lnTo>
                  <a:pt x="430495" y="454507"/>
                </a:lnTo>
                <a:lnTo>
                  <a:pt x="420954" y="456631"/>
                </a:lnTo>
                <a:lnTo>
                  <a:pt x="411439" y="458871"/>
                </a:lnTo>
                <a:lnTo>
                  <a:pt x="401952" y="461228"/>
                </a:lnTo>
                <a:lnTo>
                  <a:pt x="392495" y="463700"/>
                </a:lnTo>
                <a:lnTo>
                  <a:pt x="383069" y="466287"/>
                </a:lnTo>
                <a:lnTo>
                  <a:pt x="373675" y="468990"/>
                </a:lnTo>
                <a:lnTo>
                  <a:pt x="364315" y="471807"/>
                </a:lnTo>
                <a:lnTo>
                  <a:pt x="354990" y="474738"/>
                </a:lnTo>
                <a:lnTo>
                  <a:pt x="345701" y="477783"/>
                </a:lnTo>
                <a:lnTo>
                  <a:pt x="336450" y="480941"/>
                </a:lnTo>
                <a:lnTo>
                  <a:pt x="327239" y="484212"/>
                </a:lnTo>
                <a:lnTo>
                  <a:pt x="318068" y="487596"/>
                </a:lnTo>
                <a:lnTo>
                  <a:pt x="308939" y="491091"/>
                </a:lnTo>
                <a:lnTo>
                  <a:pt x="299854" y="494697"/>
                </a:lnTo>
                <a:lnTo>
                  <a:pt x="290813" y="498414"/>
                </a:lnTo>
                <a:lnTo>
                  <a:pt x="281818" y="502242"/>
                </a:lnTo>
                <a:lnTo>
                  <a:pt x="272871" y="506178"/>
                </a:lnTo>
                <a:lnTo>
                  <a:pt x="263973" y="510224"/>
                </a:lnTo>
                <a:lnTo>
                  <a:pt x="255124" y="514379"/>
                </a:lnTo>
                <a:lnTo>
                  <a:pt x="246328" y="518641"/>
                </a:lnTo>
                <a:lnTo>
                  <a:pt x="237583" y="523010"/>
                </a:lnTo>
                <a:lnTo>
                  <a:pt x="228893" y="527486"/>
                </a:lnTo>
                <a:lnTo>
                  <a:pt x="220258" y="532067"/>
                </a:lnTo>
                <a:lnTo>
                  <a:pt x="211680" y="536754"/>
                </a:lnTo>
                <a:close/>
              </a:path>
            </a:pathLst>
          </a:custGeom>
          <a:solidFill xmlns:a="http://schemas.openxmlformats.org/drawingml/2006/main">
            <a:srgbClr val="FFB6C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Spatiotemporal">
            <a:extLst xmlns:a="http://schemas.openxmlformats.org/drawingml/2006/main">
              <a:ext uri="{FF2B5EF4-FFF2-40B4-BE49-F238E27FC236}">
                <a16:creationId xmlns:a16="http://schemas.microsoft.com/office/drawing/2014/main" id="{0DC1CACE-B4F1-4361-8B4C-99457083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700000">
            <a:off x="2339242" y="659554"/>
            <a:ext cx="133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Spatiotemporal</a:t>
            </a:r>
          </a:p>
        </p:txBody>
      </p:sp>
      <p:sp>
        <p:nvSpPr>
          <p:cNvPr id="60" name="8401">
            <a:extLst xmlns:a="http://schemas.openxmlformats.org/drawingml/2006/main">
              <a:ext uri="{FF2B5EF4-FFF2-40B4-BE49-F238E27FC236}">
                <a16:creationId xmlns:a16="http://schemas.microsoft.com/office/drawing/2014/main" id="{383F26EB-1526-42FA-8750-F81D8C88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700000">
            <a:off x="3001503" y="2117443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FF4F91"/>
                </a:solidFill>
                <a:latin typeface="Comic Sans MS"/>
                <a:ea typeface="Comic Sans MS"/>
                <a:cs typeface="Comic Sans MS"/>
              </a:rPr>
              <a:t>8401</a:t>
            </a:r>
          </a:p>
        </p:txBody>
      </p:sp>
      <p:sp>
        <p:nvSpPr>
          <p:cNvPr id="61" name="Dataset center">
            <a:extLst xmlns:a="http://schemas.openxmlformats.org/drawingml/2006/main">
              <a:ext uri="{FF2B5EF4-FFF2-40B4-BE49-F238E27FC236}">
                <a16:creationId xmlns:a16="http://schemas.microsoft.com/office/drawing/2014/main" id="{B0D04B9C-C904-4152-BA96-D7B46FED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71825"/>
            <a:ext cx="1581150" cy="1581150"/>
          </a:xfrm>
          <a:custGeom xmlns:a="http://schemas.openxmlformats.org/drawingml/2006/main">
            <a:pathLst>
              <a:path w="1581150" h="1581150">
                <a:moveTo>
                  <a:pt x="1581150" y="790575"/>
                </a:moveTo>
                <a:cubicBezTo>
                  <a:pt x="1581150" y="1227198"/>
                  <a:pt x="1227198" y="1581150"/>
                  <a:pt x="790575" y="1581150"/>
                </a:cubicBezTo>
                <a:cubicBezTo>
                  <a:pt x="353952" y="1581150"/>
                  <a:pt x="0" y="1227198"/>
                  <a:pt x="0" y="790575"/>
                </a:cubicBezTo>
                <a:cubicBezTo>
                  <a:pt x="0" y="353952"/>
                  <a:pt x="353952" y="0"/>
                  <a:pt x="790575" y="0"/>
                </a:cubicBezTo>
                <a:cubicBezTo>
                  <a:pt x="1227198" y="0"/>
                  <a:pt x="1581150" y="353952"/>
                  <a:pt x="1581150" y="79057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2" name="ECHO-4o">
            <a:extLst xmlns:a="http://schemas.openxmlformats.org/drawingml/2006/main">
              <a:ext uri="{FF2B5EF4-FFF2-40B4-BE49-F238E27FC236}">
                <a16:creationId xmlns:a16="http://schemas.microsoft.com/office/drawing/2014/main" id="{75F4FF2F-A112-41EA-B86F-9211E537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743325"/>
            <a:ext cx="1514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ECHO-4o</a:t>
            </a:r>
          </a:p>
        </p:txBody>
      </p:sp>
      <p:sp>
        <p:nvSpPr>
          <p:cNvPr id="63" name="Multi-Reference Image outer arc">
            <a:extLst xmlns:a="http://schemas.openxmlformats.org/drawingml/2006/main">
              <a:ext uri="{FF2B5EF4-FFF2-40B4-BE49-F238E27FC236}">
                <a16:creationId xmlns:a16="http://schemas.microsoft.com/office/drawing/2014/main" id="{514C77EA-EC37-403A-A883-A5D8DB96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190" y="181551"/>
            <a:ext cx="3716737" cy="7022163"/>
          </a:xfrm>
          <a:custGeom xmlns:a="http://schemas.openxmlformats.org/drawingml/2006/main">
            <a:pathLst>
              <a:path w="3716737" h="7022163">
                <a:moveTo>
                  <a:pt x="1330" y="0"/>
                </a:moveTo>
                <a:lnTo>
                  <a:pt x="245179" y="12140"/>
                </a:lnTo>
                <a:lnTo>
                  <a:pt x="487737" y="39990"/>
                </a:lnTo>
                <a:lnTo>
                  <a:pt x="727992" y="83435"/>
                </a:lnTo>
                <a:lnTo>
                  <a:pt x="964942" y="142294"/>
                </a:lnTo>
                <a:lnTo>
                  <a:pt x="1197601" y="216321"/>
                </a:lnTo>
                <a:lnTo>
                  <a:pt x="1424997" y="305208"/>
                </a:lnTo>
                <a:lnTo>
                  <a:pt x="1646183" y="408584"/>
                </a:lnTo>
                <a:lnTo>
                  <a:pt x="1860237" y="526018"/>
                </a:lnTo>
                <a:lnTo>
                  <a:pt x="2066266" y="657020"/>
                </a:lnTo>
                <a:lnTo>
                  <a:pt x="2263413" y="801046"/>
                </a:lnTo>
                <a:lnTo>
                  <a:pt x="2450854" y="957493"/>
                </a:lnTo>
                <a:lnTo>
                  <a:pt x="2627808" y="1125710"/>
                </a:lnTo>
                <a:lnTo>
                  <a:pt x="2793538" y="1304996"/>
                </a:lnTo>
                <a:lnTo>
                  <a:pt x="2947353" y="1494603"/>
                </a:lnTo>
                <a:lnTo>
                  <a:pt x="3088612" y="1693741"/>
                </a:lnTo>
                <a:lnTo>
                  <a:pt x="3216725" y="1901579"/>
                </a:lnTo>
                <a:lnTo>
                  <a:pt x="3331159" y="2117252"/>
                </a:lnTo>
                <a:lnTo>
                  <a:pt x="3431436" y="2339860"/>
                </a:lnTo>
                <a:lnTo>
                  <a:pt x="3517140" y="2568475"/>
                </a:lnTo>
                <a:lnTo>
                  <a:pt x="3587911" y="2802144"/>
                </a:lnTo>
                <a:lnTo>
                  <a:pt x="3643456" y="3039893"/>
                </a:lnTo>
                <a:lnTo>
                  <a:pt x="3683542" y="3280731"/>
                </a:lnTo>
                <a:lnTo>
                  <a:pt x="3708003" y="3523654"/>
                </a:lnTo>
                <a:lnTo>
                  <a:pt x="3716737" y="3767649"/>
                </a:lnTo>
                <a:lnTo>
                  <a:pt x="3709707" y="4011700"/>
                </a:lnTo>
                <a:lnTo>
                  <a:pt x="3686942" y="4254787"/>
                </a:lnTo>
                <a:lnTo>
                  <a:pt x="3648538" y="4495899"/>
                </a:lnTo>
                <a:lnTo>
                  <a:pt x="3594655" y="4734030"/>
                </a:lnTo>
                <a:lnTo>
                  <a:pt x="3525516" y="4968188"/>
                </a:lnTo>
                <a:lnTo>
                  <a:pt x="3441411" y="5197396"/>
                </a:lnTo>
                <a:lnTo>
                  <a:pt x="3342690" y="5420698"/>
                </a:lnTo>
                <a:lnTo>
                  <a:pt x="3229765" y="5637165"/>
                </a:lnTo>
                <a:lnTo>
                  <a:pt x="3103105" y="5845893"/>
                </a:lnTo>
                <a:lnTo>
                  <a:pt x="2963241" y="6046012"/>
                </a:lnTo>
                <a:lnTo>
                  <a:pt x="2810753" y="6236688"/>
                </a:lnTo>
                <a:lnTo>
                  <a:pt x="2646279" y="6417127"/>
                </a:lnTo>
                <a:lnTo>
                  <a:pt x="2470503" y="6586575"/>
                </a:lnTo>
                <a:lnTo>
                  <a:pt x="2284159" y="6744327"/>
                </a:lnTo>
                <a:lnTo>
                  <a:pt x="2088023" y="6889725"/>
                </a:lnTo>
                <a:lnTo>
                  <a:pt x="1882913" y="7022163"/>
                </a:lnTo>
                <a:lnTo>
                  <a:pt x="1843667" y="6956847"/>
                </a:lnTo>
                <a:lnTo>
                  <a:pt x="2044644" y="6827078"/>
                </a:lnTo>
                <a:lnTo>
                  <a:pt x="2236827" y="6684610"/>
                </a:lnTo>
                <a:lnTo>
                  <a:pt x="2419416" y="6530037"/>
                </a:lnTo>
                <a:lnTo>
                  <a:pt x="2591650" y="6364003"/>
                </a:lnTo>
                <a:lnTo>
                  <a:pt x="2752810" y="6187200"/>
                </a:lnTo>
                <a:lnTo>
                  <a:pt x="2902225" y="6000366"/>
                </a:lnTo>
                <a:lnTo>
                  <a:pt x="3039271" y="5804280"/>
                </a:lnTo>
                <a:lnTo>
                  <a:pt x="3163378" y="5599758"/>
                </a:lnTo>
                <a:lnTo>
                  <a:pt x="3274028" y="5387654"/>
                </a:lnTo>
                <a:lnTo>
                  <a:pt x="3370760" y="5168851"/>
                </a:lnTo>
                <a:lnTo>
                  <a:pt x="3453170" y="4944262"/>
                </a:lnTo>
                <a:lnTo>
                  <a:pt x="3520915" y="4714823"/>
                </a:lnTo>
                <a:lnTo>
                  <a:pt x="3573713" y="4481490"/>
                </a:lnTo>
                <a:lnTo>
                  <a:pt x="3611343" y="4245237"/>
                </a:lnTo>
                <a:lnTo>
                  <a:pt x="3633649" y="4007048"/>
                </a:lnTo>
                <a:lnTo>
                  <a:pt x="3640537" y="3767915"/>
                </a:lnTo>
                <a:lnTo>
                  <a:pt x="3631980" y="3528837"/>
                </a:lnTo>
                <a:lnTo>
                  <a:pt x="3608012" y="3290809"/>
                </a:lnTo>
                <a:lnTo>
                  <a:pt x="3568733" y="3054825"/>
                </a:lnTo>
                <a:lnTo>
                  <a:pt x="3514307" y="2821866"/>
                </a:lnTo>
                <a:lnTo>
                  <a:pt x="3444962" y="2592906"/>
                </a:lnTo>
                <a:lnTo>
                  <a:pt x="3360986" y="2368898"/>
                </a:lnTo>
                <a:lnTo>
                  <a:pt x="3262729" y="2150775"/>
                </a:lnTo>
                <a:lnTo>
                  <a:pt x="3150601" y="1939449"/>
                </a:lnTo>
                <a:lnTo>
                  <a:pt x="3025070" y="1735798"/>
                </a:lnTo>
                <a:lnTo>
                  <a:pt x="2886657" y="1540673"/>
                </a:lnTo>
                <a:lnTo>
                  <a:pt x="2735942" y="1354887"/>
                </a:lnTo>
                <a:lnTo>
                  <a:pt x="2573552" y="1179214"/>
                </a:lnTo>
                <a:lnTo>
                  <a:pt x="2400163" y="1014387"/>
                </a:lnTo>
                <a:lnTo>
                  <a:pt x="2216499" y="861092"/>
                </a:lnTo>
                <a:lnTo>
                  <a:pt x="2023326" y="719969"/>
                </a:lnTo>
                <a:lnTo>
                  <a:pt x="1821448" y="591606"/>
                </a:lnTo>
                <a:lnTo>
                  <a:pt x="1611707" y="476539"/>
                </a:lnTo>
                <a:lnTo>
                  <a:pt x="1394978" y="375246"/>
                </a:lnTo>
                <a:lnTo>
                  <a:pt x="1172164" y="288150"/>
                </a:lnTo>
                <a:lnTo>
                  <a:pt x="944194" y="215615"/>
                </a:lnTo>
                <a:lnTo>
                  <a:pt x="712019" y="157942"/>
                </a:lnTo>
                <a:lnTo>
                  <a:pt x="476605" y="115372"/>
                </a:lnTo>
                <a:lnTo>
                  <a:pt x="238936" y="88083"/>
                </a:lnTo>
                <a:lnTo>
                  <a:pt x="0" y="76188"/>
                </a:lnTo>
                <a:close/>
              </a:path>
            </a:pathLst>
          </a:custGeom>
          <a:solidFill xmlns:a="http://schemas.openxmlformats.org/drawingml/2006/main">
            <a:srgbClr val="00ADE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4" name="Instruction Following outer arc">
            <a:extLst xmlns:a="http://schemas.openxmlformats.org/drawingml/2006/main">
              <a:ext uri="{FF2B5EF4-FFF2-40B4-BE49-F238E27FC236}">
                <a16:creationId xmlns:a16="http://schemas.microsoft.com/office/drawing/2014/main" id="{D187474D-1431-4A89-B723-F9C92542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11" y="5870732"/>
            <a:ext cx="5074585" cy="1873001"/>
          </a:xfrm>
          <a:custGeom xmlns:a="http://schemas.openxmlformats.org/drawingml/2006/main">
            <a:pathLst>
              <a:path w="5074585" h="1873001">
                <a:moveTo>
                  <a:pt x="5074585" y="1398977"/>
                </a:moveTo>
                <a:lnTo>
                  <a:pt x="4946273" y="1466914"/>
                </a:lnTo>
                <a:lnTo>
                  <a:pt x="4815448" y="1529876"/>
                </a:lnTo>
                <a:lnTo>
                  <a:pt x="4682303" y="1587770"/>
                </a:lnTo>
                <a:lnTo>
                  <a:pt x="4547033" y="1640509"/>
                </a:lnTo>
                <a:lnTo>
                  <a:pt x="4409838" y="1688017"/>
                </a:lnTo>
                <a:lnTo>
                  <a:pt x="4270921" y="1730223"/>
                </a:lnTo>
                <a:lnTo>
                  <a:pt x="4130486" y="1767066"/>
                </a:lnTo>
                <a:lnTo>
                  <a:pt x="3988740" y="1798490"/>
                </a:lnTo>
                <a:lnTo>
                  <a:pt x="3845893" y="1824450"/>
                </a:lnTo>
                <a:lnTo>
                  <a:pt x="3702154" y="1844907"/>
                </a:lnTo>
                <a:lnTo>
                  <a:pt x="3557735" y="1859831"/>
                </a:lnTo>
                <a:lnTo>
                  <a:pt x="3412851" y="1869200"/>
                </a:lnTo>
                <a:lnTo>
                  <a:pt x="3267713" y="1873001"/>
                </a:lnTo>
                <a:lnTo>
                  <a:pt x="3122536" y="1871227"/>
                </a:lnTo>
                <a:lnTo>
                  <a:pt x="2977535" y="1863882"/>
                </a:lnTo>
                <a:lnTo>
                  <a:pt x="2832922" y="1850975"/>
                </a:lnTo>
                <a:lnTo>
                  <a:pt x="2688912" y="1832527"/>
                </a:lnTo>
                <a:lnTo>
                  <a:pt x="2545716" y="1808564"/>
                </a:lnTo>
                <a:lnTo>
                  <a:pt x="2403545" y="1779122"/>
                </a:lnTo>
                <a:lnTo>
                  <a:pt x="2262609" y="1744244"/>
                </a:lnTo>
                <a:lnTo>
                  <a:pt x="2123116" y="1703982"/>
                </a:lnTo>
                <a:lnTo>
                  <a:pt x="1985271" y="1658394"/>
                </a:lnTo>
                <a:lnTo>
                  <a:pt x="1849278" y="1607548"/>
                </a:lnTo>
                <a:lnTo>
                  <a:pt x="1715338" y="1551519"/>
                </a:lnTo>
                <a:lnTo>
                  <a:pt x="1583646" y="1490390"/>
                </a:lnTo>
                <a:lnTo>
                  <a:pt x="1454399" y="1424251"/>
                </a:lnTo>
                <a:lnTo>
                  <a:pt x="1327785" y="1353199"/>
                </a:lnTo>
                <a:lnTo>
                  <a:pt x="1203993" y="1277339"/>
                </a:lnTo>
                <a:lnTo>
                  <a:pt x="1083203" y="1196782"/>
                </a:lnTo>
                <a:lnTo>
                  <a:pt x="965595" y="1111648"/>
                </a:lnTo>
                <a:lnTo>
                  <a:pt x="851342" y="1022063"/>
                </a:lnTo>
                <a:lnTo>
                  <a:pt x="740613" y="928157"/>
                </a:lnTo>
                <a:lnTo>
                  <a:pt x="633569" y="830070"/>
                </a:lnTo>
                <a:lnTo>
                  <a:pt x="530370" y="727946"/>
                </a:lnTo>
                <a:lnTo>
                  <a:pt x="431167" y="621935"/>
                </a:lnTo>
                <a:lnTo>
                  <a:pt x="336107" y="512195"/>
                </a:lnTo>
                <a:lnTo>
                  <a:pt x="245330" y="398886"/>
                </a:lnTo>
                <a:lnTo>
                  <a:pt x="158969" y="282176"/>
                </a:lnTo>
                <a:lnTo>
                  <a:pt x="77152" y="162237"/>
                </a:lnTo>
                <a:lnTo>
                  <a:pt x="0" y="39246"/>
                </a:lnTo>
                <a:lnTo>
                  <a:pt x="65316" y="0"/>
                </a:lnTo>
                <a:lnTo>
                  <a:pt x="140914" y="120513"/>
                </a:lnTo>
                <a:lnTo>
                  <a:pt x="221082" y="238035"/>
                </a:lnTo>
                <a:lnTo>
                  <a:pt x="305702" y="352393"/>
                </a:lnTo>
                <a:lnTo>
                  <a:pt x="394651" y="463419"/>
                </a:lnTo>
                <a:lnTo>
                  <a:pt x="487795" y="570947"/>
                </a:lnTo>
                <a:lnTo>
                  <a:pt x="584999" y="674822"/>
                </a:lnTo>
                <a:lnTo>
                  <a:pt x="686118" y="774888"/>
                </a:lnTo>
                <a:lnTo>
                  <a:pt x="791005" y="870998"/>
                </a:lnTo>
                <a:lnTo>
                  <a:pt x="899503" y="963012"/>
                </a:lnTo>
                <a:lnTo>
                  <a:pt x="1011454" y="1050792"/>
                </a:lnTo>
                <a:lnTo>
                  <a:pt x="1126692" y="1134211"/>
                </a:lnTo>
                <a:lnTo>
                  <a:pt x="1245047" y="1213144"/>
                </a:lnTo>
                <a:lnTo>
                  <a:pt x="1366345" y="1287475"/>
                </a:lnTo>
                <a:lnTo>
                  <a:pt x="1490407" y="1357096"/>
                </a:lnTo>
                <a:lnTo>
                  <a:pt x="1617050" y="1421902"/>
                </a:lnTo>
                <a:lnTo>
                  <a:pt x="1746088" y="1481799"/>
                </a:lnTo>
                <a:lnTo>
                  <a:pt x="1877330" y="1536699"/>
                </a:lnTo>
                <a:lnTo>
                  <a:pt x="2010582" y="1586520"/>
                </a:lnTo>
                <a:lnTo>
                  <a:pt x="2145649" y="1631189"/>
                </a:lnTo>
                <a:lnTo>
                  <a:pt x="2282331" y="1670641"/>
                </a:lnTo>
                <a:lnTo>
                  <a:pt x="2420427" y="1704816"/>
                </a:lnTo>
                <a:lnTo>
                  <a:pt x="2559733" y="1733665"/>
                </a:lnTo>
                <a:lnTo>
                  <a:pt x="2700043" y="1757145"/>
                </a:lnTo>
                <a:lnTo>
                  <a:pt x="2841152" y="1775221"/>
                </a:lnTo>
                <a:lnTo>
                  <a:pt x="2982850" y="1787867"/>
                </a:lnTo>
                <a:lnTo>
                  <a:pt x="3124930" y="1795065"/>
                </a:lnTo>
                <a:lnTo>
                  <a:pt x="3267181" y="1796803"/>
                </a:lnTo>
                <a:lnTo>
                  <a:pt x="3409394" y="1793079"/>
                </a:lnTo>
                <a:lnTo>
                  <a:pt x="3551359" y="1783898"/>
                </a:lnTo>
                <a:lnTo>
                  <a:pt x="3692867" y="1769275"/>
                </a:lnTo>
                <a:lnTo>
                  <a:pt x="3833710" y="1749230"/>
                </a:lnTo>
                <a:lnTo>
                  <a:pt x="3973679" y="1723793"/>
                </a:lnTo>
                <a:lnTo>
                  <a:pt x="4112568" y="1693002"/>
                </a:lnTo>
                <a:lnTo>
                  <a:pt x="4250173" y="1656902"/>
                </a:lnTo>
                <a:lnTo>
                  <a:pt x="4386291" y="1615546"/>
                </a:lnTo>
                <a:lnTo>
                  <a:pt x="4520721" y="1568996"/>
                </a:lnTo>
                <a:lnTo>
                  <a:pt x="4653265" y="1517319"/>
                </a:lnTo>
                <a:lnTo>
                  <a:pt x="4783728" y="1460592"/>
                </a:lnTo>
                <a:lnTo>
                  <a:pt x="4911917" y="1398899"/>
                </a:lnTo>
                <a:lnTo>
                  <a:pt x="5037643" y="1332331"/>
                </a:lnTo>
                <a:close/>
              </a:path>
            </a:pathLst>
          </a:custGeom>
          <a:solidFill xmlns:a="http://schemas.openxmlformats.org/drawingml/2006/main">
            <a:srgbClr val="9163C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Imagination outer arc">
            <a:extLst xmlns:a="http://schemas.openxmlformats.org/drawingml/2006/main">
              <a:ext uri="{FF2B5EF4-FFF2-40B4-BE49-F238E27FC236}">
                <a16:creationId xmlns:a16="http://schemas.microsoft.com/office/drawing/2014/main" id="{CECA0800-FCA1-45B7-A368-3281A388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4" y="181551"/>
            <a:ext cx="3716616" cy="5614120"/>
          </a:xfrm>
          <a:custGeom xmlns:a="http://schemas.openxmlformats.org/drawingml/2006/main">
            <a:pathLst>
              <a:path w="3716616" h="5614120">
                <a:moveTo>
                  <a:pt x="473972" y="5614120"/>
                </a:moveTo>
                <a:lnTo>
                  <a:pt x="384007" y="5441482"/>
                </a:lnTo>
                <a:lnTo>
                  <a:pt x="303045" y="5264442"/>
                </a:lnTo>
                <a:lnTo>
                  <a:pt x="231302" y="5083471"/>
                </a:lnTo>
                <a:lnTo>
                  <a:pt x="168968" y="4899047"/>
                </a:lnTo>
                <a:lnTo>
                  <a:pt x="116207" y="4711659"/>
                </a:lnTo>
                <a:lnTo>
                  <a:pt x="73160" y="4521805"/>
                </a:lnTo>
                <a:lnTo>
                  <a:pt x="39941" y="4329986"/>
                </a:lnTo>
                <a:lnTo>
                  <a:pt x="16638" y="4136713"/>
                </a:lnTo>
                <a:lnTo>
                  <a:pt x="3313" y="3942496"/>
                </a:lnTo>
                <a:lnTo>
                  <a:pt x="0" y="3747850"/>
                </a:lnTo>
                <a:lnTo>
                  <a:pt x="6709" y="3553292"/>
                </a:lnTo>
                <a:lnTo>
                  <a:pt x="23422" y="3359338"/>
                </a:lnTo>
                <a:lnTo>
                  <a:pt x="50095" y="3166500"/>
                </a:lnTo>
                <a:lnTo>
                  <a:pt x="86656" y="2975291"/>
                </a:lnTo>
                <a:lnTo>
                  <a:pt x="133010" y="2786216"/>
                </a:lnTo>
                <a:lnTo>
                  <a:pt x="189033" y="2599778"/>
                </a:lnTo>
                <a:lnTo>
                  <a:pt x="254576" y="2416470"/>
                </a:lnTo>
                <a:lnTo>
                  <a:pt x="329467" y="2236778"/>
                </a:lnTo>
                <a:lnTo>
                  <a:pt x="413506" y="2061178"/>
                </a:lnTo>
                <a:lnTo>
                  <a:pt x="506471" y="1890137"/>
                </a:lnTo>
                <a:lnTo>
                  <a:pt x="608115" y="1724106"/>
                </a:lnTo>
                <a:lnTo>
                  <a:pt x="718169" y="1563526"/>
                </a:lnTo>
                <a:lnTo>
                  <a:pt x="836342" y="1408823"/>
                </a:lnTo>
                <a:lnTo>
                  <a:pt x="962319" y="1260407"/>
                </a:lnTo>
                <a:lnTo>
                  <a:pt x="1095768" y="1118670"/>
                </a:lnTo>
                <a:lnTo>
                  <a:pt x="1236335" y="983990"/>
                </a:lnTo>
                <a:lnTo>
                  <a:pt x="1383646" y="856722"/>
                </a:lnTo>
                <a:lnTo>
                  <a:pt x="1537312" y="737204"/>
                </a:lnTo>
                <a:lnTo>
                  <a:pt x="1696925" y="625752"/>
                </a:lnTo>
                <a:lnTo>
                  <a:pt x="1862063" y="522663"/>
                </a:lnTo>
                <a:lnTo>
                  <a:pt x="2032287" y="428209"/>
                </a:lnTo>
                <a:lnTo>
                  <a:pt x="2207146" y="342641"/>
                </a:lnTo>
                <a:lnTo>
                  <a:pt x="2386178" y="266185"/>
                </a:lnTo>
                <a:lnTo>
                  <a:pt x="2568907" y="199044"/>
                </a:lnTo>
                <a:lnTo>
                  <a:pt x="2754849" y="141397"/>
                </a:lnTo>
                <a:lnTo>
                  <a:pt x="2943512" y="93395"/>
                </a:lnTo>
                <a:lnTo>
                  <a:pt x="3134395" y="55166"/>
                </a:lnTo>
                <a:lnTo>
                  <a:pt x="3326993" y="26812"/>
                </a:lnTo>
                <a:lnTo>
                  <a:pt x="3520794" y="8407"/>
                </a:lnTo>
                <a:lnTo>
                  <a:pt x="3715286" y="0"/>
                </a:lnTo>
                <a:lnTo>
                  <a:pt x="3716616" y="76188"/>
                </a:lnTo>
                <a:lnTo>
                  <a:pt x="3526043" y="84426"/>
                </a:lnTo>
                <a:lnTo>
                  <a:pt x="3336147" y="102460"/>
                </a:lnTo>
                <a:lnTo>
                  <a:pt x="3147431" y="130243"/>
                </a:lnTo>
                <a:lnTo>
                  <a:pt x="2960394" y="167701"/>
                </a:lnTo>
                <a:lnTo>
                  <a:pt x="2775533" y="214736"/>
                </a:lnTo>
                <a:lnTo>
                  <a:pt x="2593338" y="271222"/>
                </a:lnTo>
                <a:lnTo>
                  <a:pt x="2414291" y="337010"/>
                </a:lnTo>
                <a:lnTo>
                  <a:pt x="2238867" y="411925"/>
                </a:lnTo>
                <a:lnTo>
                  <a:pt x="2067531" y="495769"/>
                </a:lnTo>
                <a:lnTo>
                  <a:pt x="1900737" y="588319"/>
                </a:lnTo>
                <a:lnTo>
                  <a:pt x="1738927" y="689331"/>
                </a:lnTo>
                <a:lnTo>
                  <a:pt x="1582531" y="798536"/>
                </a:lnTo>
                <a:lnTo>
                  <a:pt x="1431961" y="915646"/>
                </a:lnTo>
                <a:lnTo>
                  <a:pt x="1287618" y="1040349"/>
                </a:lnTo>
                <a:lnTo>
                  <a:pt x="1149884" y="1172316"/>
                </a:lnTo>
                <a:lnTo>
                  <a:pt x="1019125" y="1311196"/>
                </a:lnTo>
                <a:lnTo>
                  <a:pt x="895686" y="1456622"/>
                </a:lnTo>
                <a:lnTo>
                  <a:pt x="779894" y="1608208"/>
                </a:lnTo>
                <a:lnTo>
                  <a:pt x="672058" y="1765551"/>
                </a:lnTo>
                <a:lnTo>
                  <a:pt x="572462" y="1928237"/>
                </a:lnTo>
                <a:lnTo>
                  <a:pt x="481371" y="2095832"/>
                </a:lnTo>
                <a:lnTo>
                  <a:pt x="399025" y="2267893"/>
                </a:lnTo>
                <a:lnTo>
                  <a:pt x="325644" y="2443964"/>
                </a:lnTo>
                <a:lnTo>
                  <a:pt x="261421" y="2623578"/>
                </a:lnTo>
                <a:lnTo>
                  <a:pt x="206527" y="2806259"/>
                </a:lnTo>
                <a:lnTo>
                  <a:pt x="161107" y="2991524"/>
                </a:lnTo>
                <a:lnTo>
                  <a:pt x="125282" y="3178880"/>
                </a:lnTo>
                <a:lnTo>
                  <a:pt x="99147" y="3367832"/>
                </a:lnTo>
                <a:lnTo>
                  <a:pt x="82771" y="3557878"/>
                </a:lnTo>
                <a:lnTo>
                  <a:pt x="76197" y="3748515"/>
                </a:lnTo>
                <a:lnTo>
                  <a:pt x="79443" y="3939238"/>
                </a:lnTo>
                <a:lnTo>
                  <a:pt x="92500" y="4129542"/>
                </a:lnTo>
                <a:lnTo>
                  <a:pt x="115333" y="4318921"/>
                </a:lnTo>
                <a:lnTo>
                  <a:pt x="147883" y="4506874"/>
                </a:lnTo>
                <a:lnTo>
                  <a:pt x="190062" y="4692902"/>
                </a:lnTo>
                <a:lnTo>
                  <a:pt x="241760" y="4876514"/>
                </a:lnTo>
                <a:lnTo>
                  <a:pt x="302838" y="5057222"/>
                </a:lnTo>
                <a:lnTo>
                  <a:pt x="373135" y="5234546"/>
                </a:lnTo>
                <a:lnTo>
                  <a:pt x="452466" y="5408018"/>
                </a:lnTo>
                <a:lnTo>
                  <a:pt x="540618" y="5577178"/>
                </a:lnTo>
                <a:close/>
              </a:path>
            </a:pathLst>
          </a:custGeom>
          <a:solidFill xmlns:a="http://schemas.openxmlformats.org/drawingml/2006/main">
            <a:srgbClr val="FF43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M">
            <a:extLst xmlns:a="http://schemas.openxmlformats.org/drawingml/2006/main">
              <a:ext uri="{FF2B5EF4-FFF2-40B4-BE49-F238E27FC236}">
                <a16:creationId xmlns:a16="http://schemas.microsoft.com/office/drawing/2014/main" id="{4B0952E4-20BA-46F6-B5D5-08354457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028571">
            <a:off x="7324366" y="230046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67" name="u">
            <a:extLst xmlns:a="http://schemas.openxmlformats.org/drawingml/2006/main">
              <a:ext uri="{FF2B5EF4-FFF2-40B4-BE49-F238E27FC236}">
                <a16:creationId xmlns:a16="http://schemas.microsoft.com/office/drawing/2014/main" id="{C6D43995-F0E7-4DE9-8B58-5860806A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65714">
            <a:off x="7381721" y="244448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68" name="l">
            <a:extLst xmlns:a="http://schemas.openxmlformats.org/drawingml/2006/main">
              <a:ext uri="{FF2B5EF4-FFF2-40B4-BE49-F238E27FC236}">
                <a16:creationId xmlns:a16="http://schemas.microsoft.com/office/drawing/2014/main" id="{E36C9015-619A-4883-A930-70C6F7C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02857">
            <a:off x="7433286" y="259068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69" name="t">
            <a:extLst xmlns:a="http://schemas.openxmlformats.org/drawingml/2006/main">
              <a:ext uri="{FF2B5EF4-FFF2-40B4-BE49-F238E27FC236}">
                <a16:creationId xmlns:a16="http://schemas.microsoft.com/office/drawing/2014/main" id="{96E71DC4-194A-4726-8902-200A8654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40000">
            <a:off x="7478980" y="273881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0" name="i">
            <a:extLst xmlns:a="http://schemas.openxmlformats.org/drawingml/2006/main">
              <a:ext uri="{FF2B5EF4-FFF2-40B4-BE49-F238E27FC236}">
                <a16:creationId xmlns:a16="http://schemas.microsoft.com/office/drawing/2014/main" id="{B46493F6-A600-4207-8E1F-616F7D33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77143">
            <a:off x="7518730" y="288865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71" name="-">
            <a:extLst xmlns:a="http://schemas.openxmlformats.org/drawingml/2006/main">
              <a:ext uri="{FF2B5EF4-FFF2-40B4-BE49-F238E27FC236}">
                <a16:creationId xmlns:a16="http://schemas.microsoft.com/office/drawing/2014/main" id="{945FF74F-73E9-453D-98EB-A58D675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4286">
            <a:off x="7552471" y="303996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72" name="R">
            <a:extLst xmlns:a="http://schemas.openxmlformats.org/drawingml/2006/main">
              <a:ext uri="{FF2B5EF4-FFF2-40B4-BE49-F238E27FC236}">
                <a16:creationId xmlns:a16="http://schemas.microsoft.com/office/drawing/2014/main" id="{090E6928-6627-4185-801F-87B11136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851429">
            <a:off x="7580152" y="319249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73" name="e">
            <a:extLst xmlns:a="http://schemas.openxmlformats.org/drawingml/2006/main">
              <a:ext uri="{FF2B5EF4-FFF2-40B4-BE49-F238E27FC236}">
                <a16:creationId xmlns:a16="http://schemas.microsoft.com/office/drawing/2014/main" id="{9827B3DC-019E-4171-AEEB-D849DD5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88571">
            <a:off x="7601727" y="334601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74" name="f">
            <a:extLst xmlns:a="http://schemas.openxmlformats.org/drawingml/2006/main">
              <a:ext uri="{FF2B5EF4-FFF2-40B4-BE49-F238E27FC236}">
                <a16:creationId xmlns:a16="http://schemas.microsoft.com/office/drawing/2014/main" id="{97142406-9C3E-4628-B0D7-86A7232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25714">
            <a:off x="7617162" y="350026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75" name="e">
            <a:extLst xmlns:a="http://schemas.openxmlformats.org/drawingml/2006/main">
              <a:ext uri="{FF2B5EF4-FFF2-40B4-BE49-F238E27FC236}">
                <a16:creationId xmlns:a16="http://schemas.microsoft.com/office/drawing/2014/main" id="{E3BDFD09-52AC-4F31-BD71-6567BEC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62857">
            <a:off x="7626433" y="365500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76" name="r">
            <a:extLst xmlns:a="http://schemas.openxmlformats.org/drawingml/2006/main">
              <a:ext uri="{FF2B5EF4-FFF2-40B4-BE49-F238E27FC236}">
                <a16:creationId xmlns:a16="http://schemas.microsoft.com/office/drawing/2014/main" id="{C93784E8-9D8B-44C8-BDA7-B7D9F952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29525" y="381000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77" name="e">
            <a:extLst xmlns:a="http://schemas.openxmlformats.org/drawingml/2006/main">
              <a:ext uri="{FF2B5EF4-FFF2-40B4-BE49-F238E27FC236}">
                <a16:creationId xmlns:a16="http://schemas.microsoft.com/office/drawing/2014/main" id="{C685A116-7930-4725-8EAC-50BFC544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37143">
            <a:off x="7626433" y="396499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78" name="n">
            <a:extLst xmlns:a="http://schemas.openxmlformats.org/drawingml/2006/main">
              <a:ext uri="{FF2B5EF4-FFF2-40B4-BE49-F238E27FC236}">
                <a16:creationId xmlns:a16="http://schemas.microsoft.com/office/drawing/2014/main" id="{4D0772DE-1A72-4463-887E-07F9B79A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674286">
            <a:off x="7617162" y="411973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79" name="c">
            <a:extLst xmlns:a="http://schemas.openxmlformats.org/drawingml/2006/main">
              <a:ext uri="{FF2B5EF4-FFF2-40B4-BE49-F238E27FC236}">
                <a16:creationId xmlns:a16="http://schemas.microsoft.com/office/drawing/2014/main" id="{8F2D30C1-1688-4B95-AD24-68A5DFAE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11429">
            <a:off x="7601727" y="427399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80" name="e">
            <a:extLst xmlns:a="http://schemas.openxmlformats.org/drawingml/2006/main">
              <a:ext uri="{FF2B5EF4-FFF2-40B4-BE49-F238E27FC236}">
                <a16:creationId xmlns:a16="http://schemas.microsoft.com/office/drawing/2014/main" id="{2CC4529C-F3EF-485D-BA2F-C688819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48571">
            <a:off x="7580152" y="442750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81" name="I">
            <a:extLst xmlns:a="http://schemas.openxmlformats.org/drawingml/2006/main">
              <a:ext uri="{FF2B5EF4-FFF2-40B4-BE49-F238E27FC236}">
                <a16:creationId xmlns:a16="http://schemas.microsoft.com/office/drawing/2014/main" id="{9A92168D-D6DA-4066-9F30-45E93CD6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22857">
            <a:off x="7518730" y="473134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82" name="m">
            <a:extLst xmlns:a="http://schemas.openxmlformats.org/drawingml/2006/main">
              <a:ext uri="{FF2B5EF4-FFF2-40B4-BE49-F238E27FC236}">
                <a16:creationId xmlns:a16="http://schemas.microsoft.com/office/drawing/2014/main" id="{3F1D95DB-9257-41B6-A394-BAA81FAB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60000">
            <a:off x="7478980" y="488118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83" name="a">
            <a:extLst xmlns:a="http://schemas.openxmlformats.org/drawingml/2006/main">
              <a:ext uri="{FF2B5EF4-FFF2-40B4-BE49-F238E27FC236}">
                <a16:creationId xmlns:a16="http://schemas.microsoft.com/office/drawing/2014/main" id="{3DDA8793-FBF5-4624-9B8D-86B7431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497143">
            <a:off x="7433286" y="502931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84" name="g">
            <a:extLst xmlns:a="http://schemas.openxmlformats.org/drawingml/2006/main">
              <a:ext uri="{FF2B5EF4-FFF2-40B4-BE49-F238E27FC236}">
                <a16:creationId xmlns:a16="http://schemas.microsoft.com/office/drawing/2014/main" id="{CBC5BC3E-8941-44E5-ABB8-C8DABE40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34286">
            <a:off x="7381721" y="517551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85" name="e">
            <a:extLst xmlns:a="http://schemas.openxmlformats.org/drawingml/2006/main">
              <a:ext uri="{FF2B5EF4-FFF2-40B4-BE49-F238E27FC236}">
                <a16:creationId xmlns:a16="http://schemas.microsoft.com/office/drawing/2014/main" id="{23C3853E-8F22-4C37-A537-0A985278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71429">
            <a:off x="7324366" y="531953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00A7D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86" name="I">
            <a:extLst xmlns:a="http://schemas.openxmlformats.org/drawingml/2006/main">
              <a:ext uri="{FF2B5EF4-FFF2-40B4-BE49-F238E27FC236}">
                <a16:creationId xmlns:a16="http://schemas.microsoft.com/office/drawing/2014/main" id="{C4CD54BC-50E4-457A-A078-3CE77E56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02857">
            <a:off x="838090" y="639111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87" name="n">
            <a:extLst xmlns:a="http://schemas.openxmlformats.org/drawingml/2006/main">
              <a:ext uri="{FF2B5EF4-FFF2-40B4-BE49-F238E27FC236}">
                <a16:creationId xmlns:a16="http://schemas.microsoft.com/office/drawing/2014/main" id="{A90990C6-1DD8-403F-9560-0C7DCF64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8571">
            <a:off x="988524" y="655109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88" name="s">
            <a:extLst xmlns:a="http://schemas.openxmlformats.org/drawingml/2006/main">
              <a:ext uri="{FF2B5EF4-FFF2-40B4-BE49-F238E27FC236}">
                <a16:creationId xmlns:a16="http://schemas.microsoft.com/office/drawing/2014/main" id="{CFD72A26-491D-4B9E-9C64-9696FBEE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14286">
            <a:off x="1147754" y="670232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89" name="t">
            <a:extLst xmlns:a="http://schemas.openxmlformats.org/drawingml/2006/main">
              <a:ext uri="{FF2B5EF4-FFF2-40B4-BE49-F238E27FC236}">
                <a16:creationId xmlns:a16="http://schemas.microsoft.com/office/drawing/2014/main" id="{2FA4FF9A-47ED-481C-9B60-8314089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20000">
            <a:off x="1315272" y="684432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90" name="r">
            <a:extLst xmlns:a="http://schemas.openxmlformats.org/drawingml/2006/main">
              <a:ext uri="{FF2B5EF4-FFF2-40B4-BE49-F238E27FC236}">
                <a16:creationId xmlns:a16="http://schemas.microsoft.com/office/drawing/2014/main" id="{899D5D1D-A7D6-4054-BD57-493EA1BF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25714">
            <a:off x="1490543" y="697662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91" name="u">
            <a:extLst xmlns:a="http://schemas.openxmlformats.org/drawingml/2006/main">
              <a:ext uri="{FF2B5EF4-FFF2-40B4-BE49-F238E27FC236}">
                <a16:creationId xmlns:a16="http://schemas.microsoft.com/office/drawing/2014/main" id="{BC28DDCD-CE45-4B98-B0B4-1F75EFDC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31429">
            <a:off x="1673008" y="7098820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92" name="c">
            <a:extLst xmlns:a="http://schemas.openxmlformats.org/drawingml/2006/main">
              <a:ext uri="{FF2B5EF4-FFF2-40B4-BE49-F238E27FC236}">
                <a16:creationId xmlns:a16="http://schemas.microsoft.com/office/drawing/2014/main" id="{EE41922F-818B-42FF-9344-DED859FF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37143">
            <a:off x="1862083" y="7210512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93" name="t">
            <a:extLst xmlns:a="http://schemas.openxmlformats.org/drawingml/2006/main">
              <a:ext uri="{FF2B5EF4-FFF2-40B4-BE49-F238E27FC236}">
                <a16:creationId xmlns:a16="http://schemas.microsoft.com/office/drawing/2014/main" id="{1FFC7D09-4DDD-4208-A274-E4C638C7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42857">
            <a:off x="2057166" y="731134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94" name="i">
            <a:extLst xmlns:a="http://schemas.openxmlformats.org/drawingml/2006/main">
              <a:ext uri="{FF2B5EF4-FFF2-40B4-BE49-F238E27FC236}">
                <a16:creationId xmlns:a16="http://schemas.microsoft.com/office/drawing/2014/main" id="{AEAC4F8A-E124-4E13-BB43-935893D6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48571">
            <a:off x="2257633" y="740099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95" name="o">
            <a:extLst xmlns:a="http://schemas.openxmlformats.org/drawingml/2006/main">
              <a:ext uri="{FF2B5EF4-FFF2-40B4-BE49-F238E27FC236}">
                <a16:creationId xmlns:a16="http://schemas.microsoft.com/office/drawing/2014/main" id="{BD54AA4B-A5AD-4BD0-9068-28402C1E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54286">
            <a:off x="2462844" y="747918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96" name="n">
            <a:extLst xmlns:a="http://schemas.openxmlformats.org/drawingml/2006/main">
              <a:ext uri="{FF2B5EF4-FFF2-40B4-BE49-F238E27FC236}">
                <a16:creationId xmlns:a16="http://schemas.microsoft.com/office/drawing/2014/main" id="{BF8B31C8-5ED3-43F0-9A5D-D1C8D5BF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2672143" y="754565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97" name="F">
            <a:extLst xmlns:a="http://schemas.openxmlformats.org/drawingml/2006/main">
              <a:ext uri="{FF2B5EF4-FFF2-40B4-BE49-F238E27FC236}">
                <a16:creationId xmlns:a16="http://schemas.microsoft.com/office/drawing/2014/main" id="{DD27BD24-261D-46C4-81A7-F4CC8A9F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1429">
            <a:off x="3100324" y="764263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98" name="o">
            <a:extLst xmlns:a="http://schemas.openxmlformats.org/drawingml/2006/main">
              <a:ext uri="{FF2B5EF4-FFF2-40B4-BE49-F238E27FC236}">
                <a16:creationId xmlns:a16="http://schemas.microsoft.com/office/drawing/2014/main" id="{4E3C1F66-03CC-4086-998E-F9F4FC0F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7143">
            <a:off x="3317839" y="767283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99" name="l">
            <a:extLst xmlns:a="http://schemas.openxmlformats.org/drawingml/2006/main">
              <a:ext uri="{FF2B5EF4-FFF2-40B4-BE49-F238E27FC236}">
                <a16:creationId xmlns:a16="http://schemas.microsoft.com/office/drawing/2014/main" id="{D14BF3A2-5396-47A7-B9D5-B7EC576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857">
            <a:off x="3536712" y="769070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0" name="l">
            <a:extLst xmlns:a="http://schemas.openxmlformats.org/drawingml/2006/main">
              <a:ext uri="{FF2B5EF4-FFF2-40B4-BE49-F238E27FC236}">
                <a16:creationId xmlns:a16="http://schemas.microsoft.com/office/drawing/2014/main" id="{35CD54B1-DC4B-467B-8273-4818AC8A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29">
            <a:off x="3756244" y="769617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1" name="o">
            <a:extLst xmlns:a="http://schemas.openxmlformats.org/drawingml/2006/main">
              <a:ext uri="{FF2B5EF4-FFF2-40B4-BE49-F238E27FC236}">
                <a16:creationId xmlns:a16="http://schemas.microsoft.com/office/drawing/2014/main" id="{C4E55241-398F-4268-B7C0-3896EBDE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5714">
            <a:off x="3975736" y="7689244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02" name="w">
            <a:extLst xmlns:a="http://schemas.openxmlformats.org/drawingml/2006/main">
              <a:ext uri="{FF2B5EF4-FFF2-40B4-BE49-F238E27FC236}">
                <a16:creationId xmlns:a16="http://schemas.microsoft.com/office/drawing/2014/main" id="{434849E5-F2CF-4576-AF44-5D133039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00000">
            <a:off x="4194485" y="7669923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03" name="i">
            <a:extLst xmlns:a="http://schemas.openxmlformats.org/drawingml/2006/main">
              <a:ext uri="{FF2B5EF4-FFF2-40B4-BE49-F238E27FC236}">
                <a16:creationId xmlns:a16="http://schemas.microsoft.com/office/drawing/2014/main" id="{EF340AB1-CAF2-4F2C-86A6-D729F44B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4286">
            <a:off x="4411794" y="763827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04" name="n">
            <a:extLst xmlns:a="http://schemas.openxmlformats.org/drawingml/2006/main">
              <a:ext uri="{FF2B5EF4-FFF2-40B4-BE49-F238E27FC236}">
                <a16:creationId xmlns:a16="http://schemas.microsoft.com/office/drawing/2014/main" id="{1DB8606C-E005-43DE-BB15-AE62F8E2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8571">
            <a:off x="4626968" y="759440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05" name="g">
            <a:extLst xmlns:a="http://schemas.openxmlformats.org/drawingml/2006/main">
              <a:ext uri="{FF2B5EF4-FFF2-40B4-BE49-F238E27FC236}">
                <a16:creationId xmlns:a16="http://schemas.microsoft.com/office/drawing/2014/main" id="{781723F4-3298-4144-B50D-D76F5051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2857">
            <a:off x="4839321" y="7538451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9163C8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06" name="I">
            <a:extLst xmlns:a="http://schemas.openxmlformats.org/drawingml/2006/main">
              <a:ext uri="{FF2B5EF4-FFF2-40B4-BE49-F238E27FC236}">
                <a16:creationId xmlns:a16="http://schemas.microsoft.com/office/drawing/2014/main" id="{50576BF6-7450-4420-BD9F-9552817F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387273">
            <a:off x="617544" y="150087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07" name="m">
            <a:extLst xmlns:a="http://schemas.openxmlformats.org/drawingml/2006/main">
              <a:ext uri="{FF2B5EF4-FFF2-40B4-BE49-F238E27FC236}">
                <a16:creationId xmlns:a16="http://schemas.microsoft.com/office/drawing/2014/main" id="{9AF21911-F8E2-45E2-B88B-950D41A0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561818">
            <a:off x="738763" y="134521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108" name="a">
            <a:extLst xmlns:a="http://schemas.openxmlformats.org/drawingml/2006/main">
              <a:ext uri="{FF2B5EF4-FFF2-40B4-BE49-F238E27FC236}">
                <a16:creationId xmlns:a16="http://schemas.microsoft.com/office/drawing/2014/main" id="{D8FC1F17-200A-4372-B5CA-47950A5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736364">
            <a:off x="867726" y="119590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9" name="g">
            <a:extLst xmlns:a="http://schemas.openxmlformats.org/drawingml/2006/main">
              <a:ext uri="{FF2B5EF4-FFF2-40B4-BE49-F238E27FC236}">
                <a16:creationId xmlns:a16="http://schemas.microsoft.com/office/drawing/2014/main" id="{06C2DF64-ADA0-4CC9-AFDA-DB5212A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10909">
            <a:off x="1004101" y="105333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10" name="i">
            <a:extLst xmlns:a="http://schemas.openxmlformats.org/drawingml/2006/main">
              <a:ext uri="{FF2B5EF4-FFF2-40B4-BE49-F238E27FC236}">
                <a16:creationId xmlns:a16="http://schemas.microsoft.com/office/drawing/2014/main" id="{1A3108A8-E8E3-40AD-A2E5-1EA942CE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085455">
            <a:off x="1147535" y="917868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1" name="n">
            <a:extLst xmlns:a="http://schemas.openxmlformats.org/drawingml/2006/main">
              <a:ext uri="{FF2B5EF4-FFF2-40B4-BE49-F238E27FC236}">
                <a16:creationId xmlns:a16="http://schemas.microsoft.com/office/drawing/2014/main" id="{AD5D0083-FB3A-4639-A181-EB07077D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60000">
            <a:off x="1297660" y="789855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2" name="a">
            <a:extLst xmlns:a="http://schemas.openxmlformats.org/drawingml/2006/main">
              <a:ext uri="{FF2B5EF4-FFF2-40B4-BE49-F238E27FC236}">
                <a16:creationId xmlns:a16="http://schemas.microsoft.com/office/drawing/2014/main" id="{2BB53C8E-B922-4E3F-9378-BE2E1EB6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434545">
            <a:off x="1454088" y="669626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13" name="t">
            <a:extLst xmlns:a="http://schemas.openxmlformats.org/drawingml/2006/main">
              <a:ext uri="{FF2B5EF4-FFF2-40B4-BE49-F238E27FC236}">
                <a16:creationId xmlns:a16="http://schemas.microsoft.com/office/drawing/2014/main" id="{CF7AC970-0B9B-47F7-9DF9-76FA70A5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09091">
            <a:off x="1616417" y="557491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14" name="i">
            <a:extLst xmlns:a="http://schemas.openxmlformats.org/drawingml/2006/main">
              <a:ext uri="{FF2B5EF4-FFF2-40B4-BE49-F238E27FC236}">
                <a16:creationId xmlns:a16="http://schemas.microsoft.com/office/drawing/2014/main" id="{75EC2283-D927-420B-A59A-251B7DE4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83636">
            <a:off x="1784227" y="453739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15" name="o">
            <a:extLst xmlns:a="http://schemas.openxmlformats.org/drawingml/2006/main">
              <a:ext uri="{FF2B5EF4-FFF2-40B4-BE49-F238E27FC236}">
                <a16:creationId xmlns:a16="http://schemas.microsoft.com/office/drawing/2014/main" id="{FE30C99C-83C7-4C78-BDDE-8E6C1C4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958182">
            <a:off x="1957087" y="358637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16" name="n">
            <a:extLst xmlns:a="http://schemas.openxmlformats.org/drawingml/2006/main">
              <a:ext uri="{FF2B5EF4-FFF2-40B4-BE49-F238E27FC236}">
                <a16:creationId xmlns:a16="http://schemas.microsoft.com/office/drawing/2014/main" id="{118AAC2C-E2F1-4CD5-A53C-8368B68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132727">
            <a:off x="2134550" y="272431"/>
            <a:ext cx="1619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438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7" name="Surreal construc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229E8735-8D38-4ACD-A645-937E905A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52400"/>
            <a:ext cx="7943850" cy="2886075"/>
          </a:xfrm>
          <a:custGeom xmlns:a="http://schemas.openxmlformats.org/drawingml/2006/main">
            <a:pathLst>
              <a:path w="7943850" h="2886075">
                <a:moveTo>
                  <a:pt x="171450" y="0"/>
                </a:moveTo>
                <a:lnTo>
                  <a:pt x="7772400" y="0"/>
                </a:lnTo>
                <a:cubicBezTo>
                  <a:pt x="7867089" y="0"/>
                  <a:pt x="7943850" y="76761"/>
                  <a:pt x="7943850" y="171450"/>
                </a:cubicBezTo>
                <a:lnTo>
                  <a:pt x="7943850" y="2714625"/>
                </a:lnTo>
                <a:cubicBezTo>
                  <a:pt x="7943850" y="2809314"/>
                  <a:pt x="7867089" y="2886075"/>
                  <a:pt x="7772400" y="2886075"/>
                </a:cubicBezTo>
                <a:lnTo>
                  <a:pt x="171450" y="2886075"/>
                </a:lnTo>
                <a:cubicBezTo>
                  <a:pt x="76761" y="2886075"/>
                  <a:pt x="0" y="2809314"/>
                  <a:pt x="0" y="27146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8" name="Surreal construction">
            <a:extLst xmlns:a="http://schemas.openxmlformats.org/drawingml/2006/main">
              <a:ext uri="{FF2B5EF4-FFF2-40B4-BE49-F238E27FC236}">
                <a16:creationId xmlns:a16="http://schemas.microsoft.com/office/drawing/2014/main" id="{BC9D43C1-797D-4127-A2A0-FE4ABB9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04775"/>
            <a:ext cx="7943850" cy="2886075"/>
          </a:xfrm>
          <a:custGeom xmlns:a="http://schemas.openxmlformats.org/drawingml/2006/main">
            <a:pathLst>
              <a:path w="7943850" h="2886075">
                <a:moveTo>
                  <a:pt x="171450" y="0"/>
                </a:moveTo>
                <a:lnTo>
                  <a:pt x="7772400" y="0"/>
                </a:lnTo>
                <a:cubicBezTo>
                  <a:pt x="7867089" y="0"/>
                  <a:pt x="7943850" y="76761"/>
                  <a:pt x="7943850" y="171450"/>
                </a:cubicBezTo>
                <a:lnTo>
                  <a:pt x="7943850" y="2714625"/>
                </a:lnTo>
                <a:cubicBezTo>
                  <a:pt x="7943850" y="2809314"/>
                  <a:pt x="7867089" y="2886075"/>
                  <a:pt x="7772400" y="2886075"/>
                </a:cubicBezTo>
                <a:lnTo>
                  <a:pt x="171450" y="2886075"/>
                </a:lnTo>
                <a:cubicBezTo>
                  <a:pt x="76761" y="2886075"/>
                  <a:pt x="0" y="2809314"/>
                  <a:pt x="0" y="271462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790"/>
            </a:solidFill>
            <a:prstDash val="solid"/>
          </a:ln>
        </p:spPr>
      </p:sp>
      <p:sp>
        <p:nvSpPr>
          <p:cNvPr id="119" name="Multi-reference construc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39DF42C8-8E16-42DF-88B8-5DD5385A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11496675" cy="2305050"/>
          </a:xfrm>
          <a:custGeom xmlns:a="http://schemas.openxmlformats.org/drawingml/2006/main">
            <a:pathLst>
              <a:path w="11496675" h="2305050">
                <a:moveTo>
                  <a:pt x="171450" y="0"/>
                </a:moveTo>
                <a:lnTo>
                  <a:pt x="11325225" y="0"/>
                </a:lnTo>
                <a:cubicBezTo>
                  <a:pt x="11419914" y="0"/>
                  <a:pt x="11496675" y="76761"/>
                  <a:pt x="11496675" y="171450"/>
                </a:cubicBezTo>
                <a:lnTo>
                  <a:pt x="11496675" y="2133600"/>
                </a:lnTo>
                <a:cubicBezTo>
                  <a:pt x="11496675" y="2228289"/>
                  <a:pt x="11419914" y="2305050"/>
                  <a:pt x="11325225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0" name="Multi-reference construction">
            <a:extLst xmlns:a="http://schemas.openxmlformats.org/drawingml/2006/main">
              <a:ext uri="{FF2B5EF4-FFF2-40B4-BE49-F238E27FC236}">
                <a16:creationId xmlns:a16="http://schemas.microsoft.com/office/drawing/2014/main" id="{069D2350-F666-42B4-A0AC-CECAAD22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95625"/>
            <a:ext cx="11496675" cy="2305050"/>
          </a:xfrm>
          <a:custGeom xmlns:a="http://schemas.openxmlformats.org/drawingml/2006/main">
            <a:pathLst>
              <a:path w="11496675" h="2305050">
                <a:moveTo>
                  <a:pt x="171450" y="0"/>
                </a:moveTo>
                <a:lnTo>
                  <a:pt x="11325225" y="0"/>
                </a:lnTo>
                <a:cubicBezTo>
                  <a:pt x="11419914" y="0"/>
                  <a:pt x="11496675" y="76761"/>
                  <a:pt x="11496675" y="171450"/>
                </a:cubicBezTo>
                <a:lnTo>
                  <a:pt x="11496675" y="2133600"/>
                </a:lnTo>
                <a:cubicBezTo>
                  <a:pt x="11496675" y="2228289"/>
                  <a:pt x="11419914" y="2305050"/>
                  <a:pt x="11325225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7BE"/>
            </a:solidFill>
            <a:prstDash val="solid"/>
          </a:ln>
        </p:spPr>
      </p:sp>
      <p:sp>
        <p:nvSpPr>
          <p:cNvPr id="121" name="Instruction alignment construc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329FCA4B-605C-45FA-BFF2-C63F3A76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29275"/>
            <a:ext cx="11487150" cy="2305050"/>
          </a:xfrm>
          <a:custGeom xmlns:a="http://schemas.openxmlformats.org/drawingml/2006/main">
            <a:pathLst>
              <a:path w="11487150" h="2305050">
                <a:moveTo>
                  <a:pt x="171450" y="0"/>
                </a:moveTo>
                <a:lnTo>
                  <a:pt x="11315700" y="0"/>
                </a:lnTo>
                <a:cubicBezTo>
                  <a:pt x="11410389" y="0"/>
                  <a:pt x="11487150" y="76761"/>
                  <a:pt x="11487150" y="171450"/>
                </a:cubicBezTo>
                <a:lnTo>
                  <a:pt x="11487150" y="2133600"/>
                </a:lnTo>
                <a:cubicBezTo>
                  <a:pt x="11487150" y="2228289"/>
                  <a:pt x="11410389" y="2305050"/>
                  <a:pt x="11315700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2" name="Instruction alignment construction">
            <a:extLst xmlns:a="http://schemas.openxmlformats.org/drawingml/2006/main">
              <a:ext uri="{FF2B5EF4-FFF2-40B4-BE49-F238E27FC236}">
                <a16:creationId xmlns:a16="http://schemas.microsoft.com/office/drawing/2014/main" id="{57A6278E-4D4D-4556-B6D7-DEE3575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81650"/>
            <a:ext cx="11487150" cy="2305050"/>
          </a:xfrm>
          <a:custGeom xmlns:a="http://schemas.openxmlformats.org/drawingml/2006/main">
            <a:pathLst>
              <a:path w="11487150" h="2305050">
                <a:moveTo>
                  <a:pt x="171450" y="0"/>
                </a:moveTo>
                <a:lnTo>
                  <a:pt x="11315700" y="0"/>
                </a:lnTo>
                <a:cubicBezTo>
                  <a:pt x="11410389" y="0"/>
                  <a:pt x="11487150" y="76761"/>
                  <a:pt x="11487150" y="171450"/>
                </a:cubicBezTo>
                <a:lnTo>
                  <a:pt x="11487150" y="2133600"/>
                </a:lnTo>
                <a:cubicBezTo>
                  <a:pt x="11487150" y="2228289"/>
                  <a:pt x="11410389" y="2305050"/>
                  <a:pt x="11315700" y="2305050"/>
                </a:cubicBezTo>
                <a:lnTo>
                  <a:pt x="171450" y="2305050"/>
                </a:lnTo>
                <a:cubicBezTo>
                  <a:pt x="76761" y="2305050"/>
                  <a:pt x="0" y="2228289"/>
                  <a:pt x="0" y="21336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561CF"/>
            </a:solidFill>
            <a:prstDash val="solid"/>
          </a:ln>
        </p:spPr>
      </p:sp>
      <p:sp>
        <p:nvSpPr>
          <p:cNvPr id="123" name="Common&#10;Objects">
            <a:extLst xmlns:a="http://schemas.openxmlformats.org/drawingml/2006/main">
              <a:ext uri="{FF2B5EF4-FFF2-40B4-BE49-F238E27FC236}">
                <a16:creationId xmlns:a16="http://schemas.microsoft.com/office/drawing/2014/main" id="{6EE8CC4A-0DBF-4A29-9F5E-07E12C6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314325"/>
            <a:ext cx="12668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Common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25021C6-C172-4EA7-9473-028B86DEF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9b57a842643de"/>
          <a:stretch xmlns:a="http://schemas.openxmlformats.org/drawingml/2006/main"/>
        </p:blipFill>
        <p:spPr>
          <a:xfrm xmlns:a="http://schemas.openxmlformats.org/drawingml/2006/main">
            <a:off x="9201150" y="402634"/>
            <a:ext cx="733425" cy="756832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211B3B0-531A-4655-820C-8B81F8611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17a7be2e54552"/>
          <a:stretch xmlns:a="http://schemas.openxmlformats.org/drawingml/2006/main"/>
        </p:blipFill>
        <p:spPr>
          <a:xfrm xmlns:a="http://schemas.openxmlformats.org/drawingml/2006/main">
            <a:off x="10507939" y="266700"/>
            <a:ext cx="424898" cy="361950"/>
          </a:xfrm>
          <a:prstGeom xmlns:a="http://schemas.openxmlformats.org/drawingml/2006/main" prst="rect">
            <a:avLst/>
          </a:prstGeom>
        </p:spPr>
      </p:pic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94DC2CD-EDBF-4C65-9DCD-489AA39C5D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5bf00aff7407b"/>
          <a:stretch xmlns:a="http://schemas.openxmlformats.org/drawingml/2006/main"/>
        </p:blipFill>
        <p:spPr>
          <a:xfrm xmlns:a="http://schemas.openxmlformats.org/drawingml/2006/main">
            <a:off x="9860015" y="685800"/>
            <a:ext cx="577746" cy="476250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BA1F3CC-896C-4950-9BC3-AEB4927386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d461b398d4159"/>
          <a:stretch xmlns:a="http://schemas.openxmlformats.org/drawingml/2006/main"/>
        </p:blipFill>
        <p:spPr>
          <a:xfrm xmlns:a="http://schemas.openxmlformats.org/drawingml/2006/main">
            <a:off x="10487025" y="793944"/>
            <a:ext cx="638175" cy="498088"/>
          </a:xfrm>
          <a:prstGeom xmlns:a="http://schemas.openxmlformats.org/drawingml/2006/main" prst="rect">
            <a:avLst/>
          </a:prstGeom>
        </p:spPr>
      </p:pic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F0D5F64-242B-4743-A5D5-E2F0BD917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b54c770224f80"/>
          <a:stretch xmlns:a="http://schemas.openxmlformats.org/drawingml/2006/main"/>
        </p:blipFill>
        <p:spPr>
          <a:xfrm xmlns:a="http://schemas.openxmlformats.org/drawingml/2006/main">
            <a:off x="7868210" y="1190625"/>
            <a:ext cx="1027579" cy="800100"/>
          </a:xfrm>
          <a:prstGeom xmlns:a="http://schemas.openxmlformats.org/drawingml/2006/main" prst="rect">
            <a:avLst/>
          </a:prstGeom>
        </p:spPr>
      </p:pic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59AFA68-5F95-497C-B79F-4C811215D2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49749a38e46dd"/>
          <a:stretch xmlns:a="http://schemas.openxmlformats.org/drawingml/2006/main"/>
        </p:blipFill>
        <p:spPr>
          <a:xfrm xmlns:a="http://schemas.openxmlformats.org/drawingml/2006/main">
            <a:off x="8867775" y="1185863"/>
            <a:ext cx="514350" cy="514350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9D98550-3044-42CA-B37D-669FD5861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e44bfc0d34094"/>
          <a:stretch xmlns:a="http://schemas.openxmlformats.org/drawingml/2006/main"/>
        </p:blipFill>
        <p:spPr>
          <a:xfrm xmlns:a="http://schemas.openxmlformats.org/drawingml/2006/main">
            <a:off x="8143875" y="2097210"/>
            <a:ext cx="609600" cy="625231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1F4EB60-1B4B-4D33-AF62-FCC5E2257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9183639b54232"/>
          <a:stretch xmlns:a="http://schemas.openxmlformats.org/drawingml/2006/main"/>
        </p:blipFill>
        <p:spPr>
          <a:xfrm xmlns:a="http://schemas.openxmlformats.org/drawingml/2006/main">
            <a:off x="8842231" y="1781175"/>
            <a:ext cx="584489" cy="771525"/>
          </a:xfrm>
          <a:prstGeom xmlns:a="http://schemas.openxmlformats.org/drawingml/2006/main" prst="rect">
            <a:avLst/>
          </a:prstGeom>
        </p:spPr>
      </p:pic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979F9D9-CF79-43C5-8F13-4269E44757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dabba34c74be5"/>
          <a:stretch xmlns:a="http://schemas.openxmlformats.org/drawingml/2006/main"/>
        </p:blipFill>
        <p:spPr>
          <a:xfrm xmlns:a="http://schemas.openxmlformats.org/drawingml/2006/main">
            <a:off x="9717061" y="1400175"/>
            <a:ext cx="473127" cy="962025"/>
          </a:xfrm>
          <a:prstGeom xmlns:a="http://schemas.openxmlformats.org/drawingml/2006/main" prst="rect">
            <a:avLst/>
          </a:prstGeom>
        </p:spPr>
      </p:pic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2B1CFA1-A486-4264-80DF-FF78C8CFA3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ec72a82f54202"/>
          <a:stretch xmlns:a="http://schemas.openxmlformats.org/drawingml/2006/main"/>
        </p:blipFill>
        <p:spPr>
          <a:xfrm xmlns:a="http://schemas.openxmlformats.org/drawingml/2006/main">
            <a:off x="10015717" y="2228850"/>
            <a:ext cx="656866" cy="409575"/>
          </a:xfrm>
          <a:prstGeom xmlns:a="http://schemas.openxmlformats.org/drawingml/2006/main" prst="rect">
            <a:avLst/>
          </a:prstGeom>
        </p:spPr>
      </p:pic>
      <p:pic>
        <p:nvPic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FB80113-F20B-4B37-B11B-8359FB3F3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becda6ce24b32"/>
          <a:stretch xmlns:a="http://schemas.openxmlformats.org/drawingml/2006/main"/>
        </p:blipFill>
        <p:spPr>
          <a:xfrm xmlns:a="http://schemas.openxmlformats.org/drawingml/2006/main">
            <a:off x="10353675" y="1716002"/>
            <a:ext cx="1019175" cy="368471"/>
          </a:xfrm>
          <a:prstGeom xmlns:a="http://schemas.openxmlformats.org/drawingml/2006/main" prst="rect">
            <a:avLst/>
          </a:prstGeom>
        </p:spPr>
      </p:pic>
      <p:sp>
        <p:nvSpPr>
          <p:cNvPr id="135" name="a. Surreal fantasy data label background">
            <a:extLst xmlns:a="http://schemas.openxmlformats.org/drawingml/2006/main">
              <a:ext uri="{FF2B5EF4-FFF2-40B4-BE49-F238E27FC236}">
                <a16:creationId xmlns:a16="http://schemas.microsoft.com/office/drawing/2014/main" id="{CF193E26-14B9-4D86-AC34-91BAECB7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71450"/>
            <a:ext cx="3543300" cy="390525"/>
          </a:xfrm>
          <a:custGeom xmlns:a="http://schemas.openxmlformats.org/drawingml/2006/main">
            <a:pathLst>
              <a:path w="3543300" h="390525">
                <a:moveTo>
                  <a:pt x="195263" y="0"/>
                </a:moveTo>
                <a:lnTo>
                  <a:pt x="3348038" y="0"/>
                </a:lnTo>
                <a:cubicBezTo>
                  <a:pt x="3455878" y="0"/>
                  <a:pt x="3543300" y="87422"/>
                  <a:pt x="3543300" y="195263"/>
                </a:cubicBezTo>
                <a:lnTo>
                  <a:pt x="3543300" y="195263"/>
                </a:lnTo>
                <a:cubicBezTo>
                  <a:pt x="3543300" y="303103"/>
                  <a:pt x="3455878" y="390525"/>
                  <a:pt x="3348038" y="390525"/>
                </a:cubicBezTo>
                <a:lnTo>
                  <a:pt x="195263" y="390525"/>
                </a:lnTo>
                <a:cubicBezTo>
                  <a:pt x="87422" y="390525"/>
                  <a:pt x="0" y="303103"/>
                  <a:pt x="0" y="195263"/>
                </a:cubicBezTo>
                <a:lnTo>
                  <a:pt x="0" y="195263"/>
                </a:lnTo>
                <a:cubicBezTo>
                  <a:pt x="0" y="87422"/>
                  <a:pt x="87422" y="0"/>
                  <a:pt x="195263" y="0"/>
                </a:cubicBezTo>
                <a:close/>
              </a:path>
            </a:pathLst>
          </a:custGeom>
          <a:solidFill xmlns:a="http://schemas.openxmlformats.org/drawingml/2006/main">
            <a:srgbClr val="FFE4E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6" name="a. Surreal fantasy data">
            <a:extLst xmlns:a="http://schemas.openxmlformats.org/drawingml/2006/main">
              <a:ext uri="{FF2B5EF4-FFF2-40B4-BE49-F238E27FC236}">
                <a16:creationId xmlns:a16="http://schemas.microsoft.com/office/drawing/2014/main" id="{985D84D6-EF8D-4633-831E-FDC9AC4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0" y="190500"/>
            <a:ext cx="331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C60B51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C60B51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 i="0">
                <a:solidFill>
                  <a:srgbClr val="C60B51"/>
                </a:solidFill>
                <a:latin typeface="Comic Sans MS"/>
                <a:ea typeface="Comic Sans MS"/>
                <a:cs typeface="Comic Sans MS"/>
              </a:rPr>
              <a:t>a. Surreal fantasy data</a:t>
            </a:r>
          </a:p>
        </p:txBody>
      </p:sp>
      <p:sp>
        <p:nvSpPr>
          <p:cNvPr id="137" name="Regular attributes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A1E523CA-95BD-44A4-80A7-3FFDB504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85825"/>
            <a:ext cx="2009775" cy="1724025"/>
          </a:xfrm>
          <a:custGeom xmlns:a="http://schemas.openxmlformats.org/drawingml/2006/main">
            <a:pathLst>
              <a:path w="2009775" h="1724025">
                <a:moveTo>
                  <a:pt x="152400" y="0"/>
                </a:moveTo>
                <a:lnTo>
                  <a:pt x="1857375" y="0"/>
                </a:lnTo>
                <a:cubicBezTo>
                  <a:pt x="1941543" y="0"/>
                  <a:pt x="2009775" y="68232"/>
                  <a:pt x="2009775" y="152400"/>
                </a:cubicBezTo>
                <a:lnTo>
                  <a:pt x="2009775" y="1571625"/>
                </a:lnTo>
                <a:cubicBezTo>
                  <a:pt x="2009775" y="1655793"/>
                  <a:pt x="1941543" y="1724025"/>
                  <a:pt x="1857375" y="1724025"/>
                </a:cubicBezTo>
                <a:lnTo>
                  <a:pt x="152400" y="1724025"/>
                </a:lnTo>
                <a:cubicBezTo>
                  <a:pt x="68232" y="1724025"/>
                  <a:pt x="0" y="1655793"/>
                  <a:pt x="0" y="1571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8" name="Regular attributes module">
            <a:extLst xmlns:a="http://schemas.openxmlformats.org/drawingml/2006/main">
              <a:ext uri="{FF2B5EF4-FFF2-40B4-BE49-F238E27FC236}">
                <a16:creationId xmlns:a16="http://schemas.microsoft.com/office/drawing/2014/main" id="{FD03FC05-66B8-44C2-8B15-C4836956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838200"/>
            <a:ext cx="2009775" cy="1724025"/>
          </a:xfrm>
          <a:custGeom xmlns:a="http://schemas.openxmlformats.org/drawingml/2006/main">
            <a:pathLst>
              <a:path w="2009775" h="1724025">
                <a:moveTo>
                  <a:pt x="152400" y="0"/>
                </a:moveTo>
                <a:lnTo>
                  <a:pt x="1857375" y="0"/>
                </a:lnTo>
                <a:cubicBezTo>
                  <a:pt x="1941543" y="0"/>
                  <a:pt x="2009775" y="68232"/>
                  <a:pt x="2009775" y="152400"/>
                </a:cubicBezTo>
                <a:lnTo>
                  <a:pt x="2009775" y="1571625"/>
                </a:lnTo>
                <a:cubicBezTo>
                  <a:pt x="2009775" y="1655793"/>
                  <a:pt x="1941543" y="1724025"/>
                  <a:pt x="1857375" y="1724025"/>
                </a:cubicBezTo>
                <a:lnTo>
                  <a:pt x="152400" y="1724025"/>
                </a:lnTo>
                <a:cubicBezTo>
                  <a:pt x="68232" y="1724025"/>
                  <a:pt x="0" y="1655793"/>
                  <a:pt x="0" y="157162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D9557E7-A781-4D1E-BAC5-452D870DFF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9822aaced4b71"/>
          <a:stretch xmlns:a="http://schemas.openxmlformats.org/drawingml/2006/main"/>
        </p:blipFill>
        <p:spPr>
          <a:xfrm xmlns:a="http://schemas.openxmlformats.org/drawingml/2006/main">
            <a:off x="12182475" y="620501"/>
            <a:ext cx="352425" cy="321098"/>
          </a:xfrm>
          <a:prstGeom xmlns:a="http://schemas.openxmlformats.org/drawingml/2006/main" prst="rect">
            <a:avLst/>
          </a:prstGeom>
        </p:spPr>
      </p:pic>
      <p:sp>
        <p:nvSpPr>
          <p:cNvPr id="140" name="GPT-4o">
            <a:extLst xmlns:a="http://schemas.openxmlformats.org/drawingml/2006/main">
              <a:ext uri="{FF2B5EF4-FFF2-40B4-BE49-F238E27FC236}">
                <a16:creationId xmlns:a16="http://schemas.microsoft.com/office/drawing/2014/main" id="{5B16746C-B5D3-4175-A923-DB7C8B5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2475" y="9715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CAE9417-BCC2-4377-B98F-BE4B92AB4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60c1c38fe4ebf"/>
          <a:stretch xmlns:a="http://schemas.openxmlformats.org/drawingml/2006/main"/>
        </p:blipFill>
        <p:spPr>
          <a:xfrm xmlns:a="http://schemas.openxmlformats.org/drawingml/2006/main">
            <a:off x="11953875" y="1221425"/>
            <a:ext cx="838200" cy="814699"/>
          </a:xfrm>
          <a:prstGeom xmlns:a="http://schemas.openxmlformats.org/drawingml/2006/main" prst="rect">
            <a:avLst/>
          </a:prstGeom>
        </p:spPr>
      </p:pic>
      <p:sp>
        <p:nvSpPr>
          <p:cNvPr id="142" name="color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93A5E694-7D71-448F-B738-7FB1B1E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1171575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3" name="color tag">
            <a:extLst xmlns:a="http://schemas.openxmlformats.org/drawingml/2006/main">
              <a:ext uri="{FF2B5EF4-FFF2-40B4-BE49-F238E27FC236}">
                <a16:creationId xmlns:a16="http://schemas.microsoft.com/office/drawing/2014/main" id="{92DF1161-6E4A-4194-B24B-54E522D1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1123950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7A7"/>
            </a:solidFill>
            <a:prstDash val="solid"/>
          </a:ln>
        </p:spPr>
      </p:sp>
      <p:sp>
        <p:nvSpPr>
          <p:cNvPr id="144" name="color">
            <a:extLst xmlns:a="http://schemas.openxmlformats.org/drawingml/2006/main">
              <a:ext uri="{FF2B5EF4-FFF2-40B4-BE49-F238E27FC236}">
                <a16:creationId xmlns:a16="http://schemas.microsoft.com/office/drawing/2014/main" id="{AF56BC97-F5F4-41C9-8135-C7C3A183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0000">
            <a:off x="12877800" y="11620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</a:t>
            </a:r>
          </a:p>
        </p:txBody>
      </p:sp>
      <p:sp>
        <p:nvSpPr>
          <p:cNvPr id="145" name="size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BCA8555A-6FE0-44E9-AA56-E983E15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1562100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6" name="size tag">
            <a:extLst xmlns:a="http://schemas.openxmlformats.org/drawingml/2006/main">
              <a:ext uri="{FF2B5EF4-FFF2-40B4-BE49-F238E27FC236}">
                <a16:creationId xmlns:a16="http://schemas.microsoft.com/office/drawing/2014/main" id="{0F2B9D44-5F68-4A54-8BB9-EA8F38F2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1514475"/>
            <a:ext cx="952500" cy="323850"/>
          </a:xfrm>
          <a:custGeom xmlns:a="http://schemas.openxmlformats.org/drawingml/2006/main">
            <a:pathLst>
              <a:path w="952500" h="323850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85750"/>
                </a:lnTo>
                <a:cubicBezTo>
                  <a:pt x="952500" y="306792"/>
                  <a:pt x="935442" y="323850"/>
                  <a:pt x="914400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7A7"/>
            </a:solidFill>
            <a:prstDash val="solid"/>
          </a:ln>
        </p:spPr>
      </p:sp>
      <p:sp>
        <p:nvSpPr>
          <p:cNvPr id="147" name="size">
            <a:extLst xmlns:a="http://schemas.openxmlformats.org/drawingml/2006/main">
              <a:ext uri="{FF2B5EF4-FFF2-40B4-BE49-F238E27FC236}">
                <a16:creationId xmlns:a16="http://schemas.microsoft.com/office/drawing/2014/main" id="{346A6053-11FB-4986-A44C-355B2652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2915900" y="155257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</a:t>
            </a:r>
          </a:p>
        </p:txBody>
      </p:sp>
      <p:sp>
        <p:nvSpPr>
          <p:cNvPr id="148" name="structure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8F4DD2E-CF7C-4FBB-85E7-5E75D9B0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1971675"/>
            <a:ext cx="1095375" cy="323850"/>
          </a:xfrm>
          <a:custGeom xmlns:a="http://schemas.openxmlformats.org/drawingml/2006/main">
            <a:pathLst>
              <a:path w="1095375" h="323850">
                <a:moveTo>
                  <a:pt x="38100" y="0"/>
                </a:moveTo>
                <a:lnTo>
                  <a:pt x="1057275" y="0"/>
                </a:lnTo>
                <a:cubicBezTo>
                  <a:pt x="1078317" y="0"/>
                  <a:pt x="1095375" y="17058"/>
                  <a:pt x="1095375" y="38100"/>
                </a:cubicBezTo>
                <a:lnTo>
                  <a:pt x="1095375" y="285750"/>
                </a:lnTo>
                <a:cubicBezTo>
                  <a:pt x="1095375" y="306792"/>
                  <a:pt x="1078317" y="323850"/>
                  <a:pt x="1057275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9" name="structure tag">
            <a:extLst xmlns:a="http://schemas.openxmlformats.org/drawingml/2006/main">
              <a:ext uri="{FF2B5EF4-FFF2-40B4-BE49-F238E27FC236}">
                <a16:creationId xmlns:a16="http://schemas.microsoft.com/office/drawing/2014/main" id="{76AE2088-C107-4A05-BC03-1F1FF0AB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1924050"/>
            <a:ext cx="1095375" cy="323850"/>
          </a:xfrm>
          <a:custGeom xmlns:a="http://schemas.openxmlformats.org/drawingml/2006/main">
            <a:pathLst>
              <a:path w="1095375" h="323850">
                <a:moveTo>
                  <a:pt x="38100" y="0"/>
                </a:moveTo>
                <a:lnTo>
                  <a:pt x="1057275" y="0"/>
                </a:lnTo>
                <a:cubicBezTo>
                  <a:pt x="1078317" y="0"/>
                  <a:pt x="1095375" y="17058"/>
                  <a:pt x="1095375" y="38100"/>
                </a:cubicBezTo>
                <a:lnTo>
                  <a:pt x="1095375" y="285750"/>
                </a:lnTo>
                <a:cubicBezTo>
                  <a:pt x="1095375" y="306792"/>
                  <a:pt x="1078317" y="323850"/>
                  <a:pt x="1057275" y="323850"/>
                </a:cubicBezTo>
                <a:lnTo>
                  <a:pt x="38100" y="323850"/>
                </a:lnTo>
                <a:cubicBezTo>
                  <a:pt x="17058" y="323850"/>
                  <a:pt x="0" y="306792"/>
                  <a:pt x="0" y="2857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A7A7"/>
            </a:solidFill>
            <a:prstDash val="solid"/>
          </a:ln>
        </p:spPr>
      </p:sp>
      <p:sp>
        <p:nvSpPr>
          <p:cNvPr id="150" name="structure">
            <a:extLst xmlns:a="http://schemas.openxmlformats.org/drawingml/2006/main">
              <a:ext uri="{FF2B5EF4-FFF2-40B4-BE49-F238E27FC236}">
                <a16:creationId xmlns:a16="http://schemas.microsoft.com/office/drawing/2014/main" id="{1F67974A-4D79-4B21-935C-5927D960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0000">
            <a:off x="12868275" y="19621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structure</a:t>
            </a:r>
          </a:p>
        </p:txBody>
      </p:sp>
      <p:sp>
        <p:nvSpPr>
          <p:cNvPr id="151" name="Regular&#10;attributes">
            <a:extLst xmlns:a="http://schemas.openxmlformats.org/drawingml/2006/main">
              <a:ext uri="{FF2B5EF4-FFF2-40B4-BE49-F238E27FC236}">
                <a16:creationId xmlns:a16="http://schemas.microsoft.com/office/drawing/2014/main" id="{5BAA4DD9-22D0-436E-8F11-3D607099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350" y="205740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Regular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attributes</a:t>
            </a:r>
          </a:p>
        </p:txBody>
      </p:sp>
      <p:sp>
        <p:nvSpPr>
          <p:cNvPr id="152" name="Attribute Construction">
            <a:extLst xmlns:a="http://schemas.openxmlformats.org/drawingml/2006/main">
              <a:ext uri="{FF2B5EF4-FFF2-40B4-BE49-F238E27FC236}">
                <a16:creationId xmlns:a16="http://schemas.microsoft.com/office/drawing/2014/main" id="{4735EC23-53CD-4B00-92E5-EE99A5E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2676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 Construction</a:t>
            </a:r>
          </a:p>
        </p:txBody>
      </p:sp>
      <p:sp>
        <p:nvSpPr>
          <p:cNvPr id="153" name="Conceptual deflection module native soft shadow">
            <a:extLst xmlns:a="http://schemas.openxmlformats.org/drawingml/2006/main">
              <a:ext uri="{FF2B5EF4-FFF2-40B4-BE49-F238E27FC236}">
                <a16:creationId xmlns:a16="http://schemas.microsoft.com/office/drawing/2014/main" id="{9A1BC161-76CA-40A3-AB6C-E92BD6B1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895350"/>
            <a:ext cx="1933575" cy="1714500"/>
          </a:xfrm>
          <a:custGeom xmlns:a="http://schemas.openxmlformats.org/drawingml/2006/main">
            <a:pathLst>
              <a:path w="1933575" h="1714500">
                <a:moveTo>
                  <a:pt x="142875" y="0"/>
                </a:moveTo>
                <a:lnTo>
                  <a:pt x="1790700" y="0"/>
                </a:lnTo>
                <a:cubicBezTo>
                  <a:pt x="1869608" y="0"/>
                  <a:pt x="1933575" y="63967"/>
                  <a:pt x="1933575" y="142875"/>
                </a:cubicBezTo>
                <a:lnTo>
                  <a:pt x="1933575" y="1571625"/>
                </a:lnTo>
                <a:cubicBezTo>
                  <a:pt x="1933575" y="1650533"/>
                  <a:pt x="1869608" y="1714500"/>
                  <a:pt x="1790700" y="1714500"/>
                </a:cubicBezTo>
                <a:lnTo>
                  <a:pt x="142875" y="1714500"/>
                </a:lnTo>
                <a:cubicBezTo>
                  <a:pt x="63967" y="1714500"/>
                  <a:pt x="0" y="1650533"/>
                  <a:pt x="0" y="15716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4" name="Conceptual deflection module">
            <a:extLst xmlns:a="http://schemas.openxmlformats.org/drawingml/2006/main">
              <a:ext uri="{FF2B5EF4-FFF2-40B4-BE49-F238E27FC236}">
                <a16:creationId xmlns:a16="http://schemas.microsoft.com/office/drawing/2014/main" id="{1FD5D6B0-5D39-41F2-89AF-5F61ACB9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847725"/>
            <a:ext cx="1933575" cy="1714500"/>
          </a:xfrm>
          <a:custGeom xmlns:a="http://schemas.openxmlformats.org/drawingml/2006/main">
            <a:pathLst>
              <a:path w="1933575" h="1714500">
                <a:moveTo>
                  <a:pt x="142875" y="0"/>
                </a:moveTo>
                <a:lnTo>
                  <a:pt x="1790700" y="0"/>
                </a:lnTo>
                <a:cubicBezTo>
                  <a:pt x="1869608" y="0"/>
                  <a:pt x="1933575" y="63967"/>
                  <a:pt x="1933575" y="142875"/>
                </a:cubicBezTo>
                <a:lnTo>
                  <a:pt x="1933575" y="1571625"/>
                </a:lnTo>
                <a:cubicBezTo>
                  <a:pt x="1933575" y="1650533"/>
                  <a:pt x="1869608" y="1714500"/>
                  <a:pt x="1790700" y="1714500"/>
                </a:cubicBezTo>
                <a:lnTo>
                  <a:pt x="142875" y="1714500"/>
                </a:lnTo>
                <a:cubicBezTo>
                  <a:pt x="63967" y="1714500"/>
                  <a:pt x="0" y="1650533"/>
                  <a:pt x="0" y="15716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4657306-EEBA-4DEC-95F9-46AD7A4B1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31457c0aa4357"/>
          <a:stretch xmlns:a="http://schemas.openxmlformats.org/drawingml/2006/main"/>
        </p:blipFill>
        <p:spPr>
          <a:xfrm xmlns:a="http://schemas.openxmlformats.org/drawingml/2006/main">
            <a:off x="14649450" y="896649"/>
            <a:ext cx="600075" cy="568902"/>
          </a:xfrm>
          <a:prstGeom xmlns:a="http://schemas.openxmlformats.org/drawingml/2006/main" prst="rect">
            <a:avLst/>
          </a:prstGeom>
        </p:spPr>
      </p:pic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415CE1F-361E-4426-B309-07717E4CA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b79a43306451f"/>
          <a:stretch xmlns:a="http://schemas.openxmlformats.org/drawingml/2006/main"/>
        </p:blipFill>
        <p:spPr>
          <a:xfrm xmlns:a="http://schemas.openxmlformats.org/drawingml/2006/main">
            <a:off x="14649920" y="1438275"/>
            <a:ext cx="599136" cy="552450"/>
          </a:xfrm>
          <a:prstGeom xmlns:a="http://schemas.openxmlformats.org/drawingml/2006/main" prst="rect">
            <a:avLst/>
          </a:prstGeom>
        </p:spPr>
      </p:pic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E42695E-0767-4162-98C1-5F6EEA97CF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9439884004b1f"/>
          <a:stretch xmlns:a="http://schemas.openxmlformats.org/drawingml/2006/main"/>
        </p:blipFill>
        <p:spPr>
          <a:xfrm xmlns:a="http://schemas.openxmlformats.org/drawingml/2006/main">
            <a:off x="14651534" y="2009775"/>
            <a:ext cx="595908" cy="495300"/>
          </a:xfrm>
          <a:prstGeom xmlns:a="http://schemas.openxmlformats.org/drawingml/2006/main" prst="rect">
            <a:avLst/>
          </a:prstGeom>
        </p:spPr>
      </p:pic>
      <p:sp>
        <p:nvSpPr>
          <p:cNvPr id="158" name="Attribute&#10;Deflection">
            <a:extLst xmlns:a="http://schemas.openxmlformats.org/drawingml/2006/main">
              <a:ext uri="{FF2B5EF4-FFF2-40B4-BE49-F238E27FC236}">
                <a16:creationId xmlns:a16="http://schemas.microsoft.com/office/drawing/2014/main" id="{90794069-8117-4389-AE57-49638C5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97155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Deflection</a:t>
            </a:r>
          </a:p>
        </p:txBody>
      </p:sp>
      <p:sp>
        <p:nvSpPr>
          <p:cNvPr id="159" name="Compositional&#10;Content">
            <a:extLst xmlns:a="http://schemas.openxmlformats.org/drawingml/2006/main">
              <a:ext uri="{FF2B5EF4-FFF2-40B4-BE49-F238E27FC236}">
                <a16:creationId xmlns:a16="http://schemas.microsoft.com/office/drawing/2014/main" id="{5C2B984D-96F4-4DE8-8735-8BFE194F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1514475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Compositional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Content</a:t>
            </a:r>
          </a:p>
        </p:txBody>
      </p:sp>
      <p:sp>
        <p:nvSpPr>
          <p:cNvPr id="160" name="Spatiotemporal&#10;Anomaly">
            <a:extLst xmlns:a="http://schemas.openxmlformats.org/drawingml/2006/main">
              <a:ext uri="{FF2B5EF4-FFF2-40B4-BE49-F238E27FC236}">
                <a16:creationId xmlns:a16="http://schemas.microsoft.com/office/drawing/2014/main" id="{4DC38EC6-C7E6-4660-875F-904CB3F4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6675" y="2066925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Spatiotemporal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Anomaly</a:t>
            </a:r>
          </a:p>
        </p:txBody>
      </p:sp>
      <p:sp>
        <p:nvSpPr>
          <p:cNvPr id="161" name="Conceptual Deflection">
            <a:extLst xmlns:a="http://schemas.openxmlformats.org/drawingml/2006/main">
              <a:ext uri="{FF2B5EF4-FFF2-40B4-BE49-F238E27FC236}">
                <a16:creationId xmlns:a16="http://schemas.microsoft.com/office/drawing/2014/main" id="{8D6DB653-459A-422E-90DD-F58B0904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9900" y="2667000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Conceptual Deflection</a:t>
            </a:r>
          </a:p>
        </p:txBody>
      </p:sp>
      <p:sp>
        <p:nvSpPr>
          <p:cNvPr id="162" name="Deflection to regular attributes">
            <a:extLst xmlns:a="http://schemas.openxmlformats.org/drawingml/2006/main">
              <a:ext uri="{FF2B5EF4-FFF2-40B4-BE49-F238E27FC236}">
                <a16:creationId xmlns:a16="http://schemas.microsoft.com/office/drawing/2014/main" id="{071CDE6B-FF0D-4B5E-AA2B-6F3C737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1609725"/>
            <a:ext cx="628650" cy="190500"/>
          </a:xfrm>
          <a:custGeom xmlns:a="http://schemas.openxmlformats.org/drawingml/2006/main">
            <a:pathLst>
              <a:path w="628650" h="190500">
                <a:moveTo>
                  <a:pt x="628650" y="61913"/>
                </a:moveTo>
                <a:lnTo>
                  <a:pt x="95250" y="61913"/>
                </a:lnTo>
                <a:lnTo>
                  <a:pt x="95250" y="0"/>
                </a:lnTo>
                <a:lnTo>
                  <a:pt x="0" y="95250"/>
                </a:lnTo>
                <a:lnTo>
                  <a:pt x="95250" y="190500"/>
                </a:lnTo>
                <a:lnTo>
                  <a:pt x="95250" y="128588"/>
                </a:lnTo>
                <a:lnTo>
                  <a:pt x="628650" y="128588"/>
                </a:lnTo>
                <a:close/>
              </a:path>
            </a:pathLst>
          </a:custGeom>
          <a:solidFill xmlns:a="http://schemas.openxmlformats.org/drawingml/2006/main">
            <a:srgbClr val="FFB5C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3" name="Regular input to attributes">
            <a:extLst xmlns:a="http://schemas.openxmlformats.org/drawingml/2006/main">
              <a:ext uri="{FF2B5EF4-FFF2-40B4-BE49-F238E27FC236}">
                <a16:creationId xmlns:a16="http://schemas.microsoft.com/office/drawing/2014/main" id="{7A47E236-07AB-4609-9E9F-6A51E2B9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270" y="725049"/>
            <a:ext cx="782530" cy="603192"/>
          </a:xfrm>
          <a:custGeom xmlns:a="http://schemas.openxmlformats.org/drawingml/2006/main">
            <a:pathLst>
              <a:path w="782530" h="603192">
                <a:moveTo>
                  <a:pt x="0" y="207252"/>
                </a:moveTo>
                <a:lnTo>
                  <a:pt x="516648" y="499566"/>
                </a:lnTo>
                <a:lnTo>
                  <a:pt x="458018" y="603192"/>
                </a:lnTo>
                <a:lnTo>
                  <a:pt x="782530" y="513201"/>
                </a:lnTo>
                <a:lnTo>
                  <a:pt x="692540" y="188688"/>
                </a:lnTo>
                <a:lnTo>
                  <a:pt x="633909" y="292314"/>
                </a:lnTo>
                <a:lnTo>
                  <a:pt x="117261" y="0"/>
                </a:lnTo>
                <a:close/>
              </a:path>
            </a:pathLst>
          </a:custGeom>
          <a:solidFill xmlns:a="http://schemas.openxmlformats.org/drawingml/2006/main">
            <a:srgbClr val="FF5594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4FDA9F2-7872-47F8-AA9D-9CF14B9DD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0fe3f19fa4ef5"/>
          <a:stretch xmlns:a="http://schemas.openxmlformats.org/drawingml/2006/main"/>
        </p:blipFill>
        <p:spPr>
          <a:xfrm xmlns:a="http://schemas.openxmlformats.org/drawingml/2006/main">
            <a:off x="11506200" y="1137805"/>
            <a:ext cx="342900" cy="296141"/>
          </a:xfrm>
          <a:prstGeom xmlns:a="http://schemas.openxmlformats.org/drawingml/2006/main" prst="rect">
            <a:avLst/>
          </a:prstGeom>
        </p:spPr>
      </p:pic>
      <p:sp>
        <p:nvSpPr>
          <p:cNvPr id="165" name="Generate">
            <a:extLst xmlns:a="http://schemas.openxmlformats.org/drawingml/2006/main">
              <a:ext uri="{FF2B5EF4-FFF2-40B4-BE49-F238E27FC236}">
                <a16:creationId xmlns:a16="http://schemas.microsoft.com/office/drawing/2014/main" id="{69DE09AA-30D2-48B9-8EB4-8B79B4C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21075" y="495300"/>
            <a:ext cx="11525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Generate</a:t>
            </a:r>
          </a:p>
        </p:txBody>
      </p:sp>
      <p:sp>
        <p:nvSpPr>
          <p:cNvPr id="166" name="Generate branch">
            <a:extLst xmlns:a="http://schemas.openxmlformats.org/drawingml/2006/main">
              <a:ext uri="{FF2B5EF4-FFF2-40B4-BE49-F238E27FC236}">
                <a16:creationId xmlns:a16="http://schemas.microsoft.com/office/drawing/2014/main" id="{D680D0F3-B187-4333-8FA0-92E4E11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638175"/>
            <a:ext cx="876300" cy="1076325"/>
          </a:xfrm>
          <a:custGeom xmlns:a="http://schemas.openxmlformats.org/drawingml/2006/main">
            <a:pathLst>
              <a:path w="876300" h="1076325">
                <a:moveTo>
                  <a:pt x="0" y="1066800"/>
                </a:moveTo>
                <a:cubicBezTo>
                  <a:pt x="381000" y="1076325"/>
                  <a:pt x="304800" y="0"/>
                  <a:pt x="8763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6098"/>
            </a:solidFill>
            <a:prstDash val="solid"/>
          </a:ln>
        </p:spPr>
      </p:sp>
      <p:sp>
        <p:nvSpPr>
          <p:cNvPr id="167" name="Generate branch endpoint">
            <a:extLst xmlns:a="http://schemas.openxmlformats.org/drawingml/2006/main">
              <a:ext uri="{FF2B5EF4-FFF2-40B4-BE49-F238E27FC236}">
                <a16:creationId xmlns:a16="http://schemas.microsoft.com/office/drawing/2014/main" id="{DE458975-2022-4BE7-B49B-3E4C92C1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5905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6377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8" name="Generate branch">
            <a:extLst xmlns:a="http://schemas.openxmlformats.org/drawingml/2006/main">
              <a:ext uri="{FF2B5EF4-FFF2-40B4-BE49-F238E27FC236}">
                <a16:creationId xmlns:a16="http://schemas.microsoft.com/office/drawing/2014/main" id="{A1F383D3-09B2-47F0-A871-076BAD37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1704975"/>
            <a:ext cx="876300" cy="9525"/>
          </a:xfrm>
          <a:custGeom xmlns:a="http://schemas.openxmlformats.org/drawingml/2006/main">
            <a:pathLst>
              <a:path w="876300" h="9525">
                <a:moveTo>
                  <a:pt x="0" y="0"/>
                </a:moveTo>
                <a:cubicBezTo>
                  <a:pt x="381000" y="9525"/>
                  <a:pt x="304800" y="0"/>
                  <a:pt x="8763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6098"/>
            </a:solidFill>
            <a:prstDash val="solid"/>
          </a:ln>
        </p:spPr>
      </p:sp>
      <p:sp>
        <p:nvSpPr>
          <p:cNvPr id="169" name="Generate branch endpoint">
            <a:extLst xmlns:a="http://schemas.openxmlformats.org/drawingml/2006/main">
              <a:ext uri="{FF2B5EF4-FFF2-40B4-BE49-F238E27FC236}">
                <a16:creationId xmlns:a16="http://schemas.microsoft.com/office/drawing/2014/main" id="{A3B9A957-0D83-4FFD-9167-BE93DAE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16573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6377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0" name="Generate branch">
            <a:extLst xmlns:a="http://schemas.openxmlformats.org/drawingml/2006/main">
              <a:ext uri="{FF2B5EF4-FFF2-40B4-BE49-F238E27FC236}">
                <a16:creationId xmlns:a16="http://schemas.microsoft.com/office/drawing/2014/main" id="{3385F4F7-2CC1-4C9C-ABBF-63BB1941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6350" y="1704975"/>
            <a:ext cx="876300" cy="723900"/>
          </a:xfrm>
          <a:custGeom xmlns:a="http://schemas.openxmlformats.org/drawingml/2006/main">
            <a:pathLst>
              <a:path w="876300" h="723900">
                <a:moveTo>
                  <a:pt x="0" y="0"/>
                </a:moveTo>
                <a:cubicBezTo>
                  <a:pt x="381000" y="9525"/>
                  <a:pt x="304800" y="723900"/>
                  <a:pt x="876300" y="723900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6098"/>
            </a:solidFill>
            <a:prstDash val="solid"/>
          </a:ln>
        </p:spPr>
      </p:sp>
      <p:sp>
        <p:nvSpPr>
          <p:cNvPr id="171" name="Generate branch endpoint">
            <a:extLst xmlns:a="http://schemas.openxmlformats.org/drawingml/2006/main">
              <a:ext uri="{FF2B5EF4-FFF2-40B4-BE49-F238E27FC236}">
                <a16:creationId xmlns:a16="http://schemas.microsoft.com/office/drawing/2014/main" id="{25FFCE38-B339-4404-A38C-25FE9B12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5025" y="2381250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47625"/>
                </a:moveTo>
                <a:cubicBezTo>
                  <a:pt x="95250" y="73928"/>
                  <a:pt x="73928" y="95250"/>
                  <a:pt x="47625" y="95250"/>
                </a:cubicBezTo>
                <a:cubicBezTo>
                  <a:pt x="21322" y="95250"/>
                  <a:pt x="0" y="73928"/>
                  <a:pt x="0" y="47625"/>
                </a:cubicBezTo>
                <a:cubicBezTo>
                  <a:pt x="0" y="21322"/>
                  <a:pt x="21322" y="0"/>
                  <a:pt x="47625" y="0"/>
                </a:cubicBezTo>
                <a:cubicBezTo>
                  <a:pt x="73928" y="0"/>
                  <a:pt x="95250" y="21322"/>
                  <a:pt x="95250" y="47625"/>
                </a:cubicBezTo>
                <a:close/>
              </a:path>
            </a:pathLst>
          </a:custGeom>
          <a:solidFill xmlns:a="http://schemas.openxmlformats.org/drawingml/2006/main">
            <a:srgbClr val="E6377D"/>
          </a:solidFill>
          <a:ln xmlns:a="http://schemas.openxmlformats.org/drawingml/2006/main" w="19050">
            <a:noFill/>
            <a:prstDash val="solid"/>
          </a:ln>
        </p:spPr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E9D222B-6609-47FF-8C2D-5E2447E704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0cf82aa024be5"/>
          <a:stretch xmlns:a="http://schemas.openxmlformats.org/drawingml/2006/main"/>
        </p:blipFill>
        <p:spPr>
          <a:xfrm xmlns:a="http://schemas.openxmlformats.org/drawingml/2006/main">
            <a:off x="17586763" y="152400"/>
            <a:ext cx="1497724" cy="904875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1FE9661-607A-4704-82D3-20F18DA79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362e4ebe74013"/>
          <a:stretch xmlns:a="http://schemas.openxmlformats.org/drawingml/2006/main"/>
        </p:blipFill>
        <p:spPr>
          <a:xfrm xmlns:a="http://schemas.openxmlformats.org/drawingml/2006/main">
            <a:off x="17583957" y="1066800"/>
            <a:ext cx="1503336" cy="923925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D369C7E-2544-4167-A54D-696022F00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e03ff434844e7"/>
          <a:stretch xmlns:a="http://schemas.openxmlformats.org/drawingml/2006/main"/>
        </p:blipFill>
        <p:spPr>
          <a:xfrm xmlns:a="http://schemas.openxmlformats.org/drawingml/2006/main">
            <a:off x="17585104" y="2009775"/>
            <a:ext cx="758092" cy="914400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46F0D96-54C1-4694-950F-27F692490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28ff0ef0143eb"/>
          <a:stretch xmlns:a="http://schemas.openxmlformats.org/drawingml/2006/main"/>
        </p:blipFill>
        <p:spPr>
          <a:xfrm xmlns:a="http://schemas.openxmlformats.org/drawingml/2006/main">
            <a:off x="18354675" y="2010535"/>
            <a:ext cx="733425" cy="912880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369E216-AF05-4A83-9A29-5F3B4F0E23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e7171b10543e5"/>
          <a:stretch xmlns:a="http://schemas.openxmlformats.org/drawingml/2006/main"/>
        </p:blipFill>
        <p:spPr>
          <a:xfrm xmlns:a="http://schemas.openxmlformats.org/drawingml/2006/main">
            <a:off x="16821150" y="886672"/>
            <a:ext cx="352425" cy="360257"/>
          </a:xfrm>
          <a:prstGeom xmlns:a="http://schemas.openxmlformats.org/drawingml/2006/main" prst="rect">
            <a:avLst/>
          </a:prstGeom>
        </p:spPr>
      </p:pic>
      <p:sp>
        <p:nvSpPr>
          <p:cNvPr id="177" name="b. Multi-reference image generation label background">
            <a:extLst xmlns:a="http://schemas.openxmlformats.org/drawingml/2006/main">
              <a:ext uri="{FF2B5EF4-FFF2-40B4-BE49-F238E27FC236}">
                <a16:creationId xmlns:a16="http://schemas.microsoft.com/office/drawing/2014/main" id="{C02E886C-3FB2-4CEF-917F-F7B07EB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90875"/>
            <a:ext cx="4867275" cy="381000"/>
          </a:xfrm>
          <a:custGeom xmlns:a="http://schemas.openxmlformats.org/drawingml/2006/main">
            <a:pathLst>
              <a:path w="4867275" h="381000">
                <a:moveTo>
                  <a:pt x="190500" y="0"/>
                </a:moveTo>
                <a:lnTo>
                  <a:pt x="4676775" y="0"/>
                </a:lnTo>
                <a:cubicBezTo>
                  <a:pt x="4781985" y="0"/>
                  <a:pt x="4867275" y="85290"/>
                  <a:pt x="4867275" y="190500"/>
                </a:cubicBezTo>
                <a:lnTo>
                  <a:pt x="4867275" y="190500"/>
                </a:lnTo>
                <a:cubicBezTo>
                  <a:pt x="4867275" y="295710"/>
                  <a:pt x="4781985" y="381000"/>
                  <a:pt x="4676775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D8EC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8" name="b. Multi-reference image generation">
            <a:extLst xmlns:a="http://schemas.openxmlformats.org/drawingml/2006/main">
              <a:ext uri="{FF2B5EF4-FFF2-40B4-BE49-F238E27FC236}">
                <a16:creationId xmlns:a16="http://schemas.microsoft.com/office/drawing/2014/main" id="{727B142F-BE95-4664-B41B-3126223E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209925"/>
            <a:ext cx="4638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 i="0">
                <a:solidFill>
                  <a:srgbClr val="0877BE"/>
                </a:solidFill>
                <a:latin typeface="Comic Sans MS"/>
                <a:ea typeface="Comic Sans MS"/>
                <a:cs typeface="Comic Sans MS"/>
              </a:rPr>
              <a:t>b. Multi-reference image generation</a:t>
            </a:r>
          </a:p>
        </p:txBody>
      </p:sp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E4B150A-79A6-4D34-AD2D-4455509D9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8fd83be9e4541"/>
          <a:stretch xmlns:a="http://schemas.openxmlformats.org/drawingml/2006/main"/>
        </p:blipFill>
        <p:spPr>
          <a:xfrm xmlns:a="http://schemas.openxmlformats.org/drawingml/2006/main">
            <a:off x="8176816" y="3810000"/>
            <a:ext cx="1077119" cy="561975"/>
          </a:xfrm>
          <a:prstGeom xmlns:a="http://schemas.openxmlformats.org/drawingml/2006/main" prst="rect">
            <a:avLst/>
          </a:prstGeom>
        </p:spPr>
      </p:pic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B20BA99A-C13D-495D-A30C-E96B7C3F0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901bb68f54202"/>
          <a:stretch xmlns:a="http://schemas.openxmlformats.org/drawingml/2006/main"/>
        </p:blipFill>
        <p:spPr>
          <a:xfrm xmlns:a="http://schemas.openxmlformats.org/drawingml/2006/main">
            <a:off x="8925910" y="3667125"/>
            <a:ext cx="512379" cy="685800"/>
          </a:xfrm>
          <a:prstGeom xmlns:a="http://schemas.openxmlformats.org/drawingml/2006/main" prst="rect">
            <a:avLst/>
          </a:prstGeom>
        </p:spPr>
      </p:pic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2CB003D-8D6E-4608-A497-39DB20F36A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88484098a4f16"/>
          <a:stretch xmlns:a="http://schemas.openxmlformats.org/drawingml/2006/main"/>
        </p:blipFill>
        <p:spPr>
          <a:xfrm xmlns:a="http://schemas.openxmlformats.org/drawingml/2006/main">
            <a:off x="9344025" y="3937136"/>
            <a:ext cx="638175" cy="412479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C5EC6C4-4940-4545-BD7B-FF3FB7D64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26261d79a4f2b"/>
          <a:stretch xmlns:a="http://schemas.openxmlformats.org/drawingml/2006/main"/>
        </p:blipFill>
        <p:spPr>
          <a:xfrm xmlns:a="http://schemas.openxmlformats.org/drawingml/2006/main">
            <a:off x="8132618" y="4705350"/>
            <a:ext cx="2041814" cy="514350"/>
          </a:xfrm>
          <a:prstGeom xmlns:a="http://schemas.openxmlformats.org/drawingml/2006/main" prst="rect">
            <a:avLst/>
          </a:prstGeom>
        </p:spPr>
      </p:pic>
      <p:sp>
        <p:nvSpPr>
          <p:cNvPr id="183" name="Image collection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0DA6B96E-6D43-4DA8-BC07-061BB4B2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324350"/>
            <a:ext cx="2114550" cy="381000"/>
          </a:xfrm>
          <a:custGeom xmlns:a="http://schemas.openxmlformats.org/drawingml/2006/main">
            <a:pathLst>
              <a:path w="2114550" h="38100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342900"/>
                </a:lnTo>
                <a:cubicBezTo>
                  <a:pt x="2114550" y="363942"/>
                  <a:pt x="2097492" y="381000"/>
                  <a:pt x="20764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4" name="Image collection label">
            <a:extLst xmlns:a="http://schemas.openxmlformats.org/drawingml/2006/main">
              <a:ext uri="{FF2B5EF4-FFF2-40B4-BE49-F238E27FC236}">
                <a16:creationId xmlns:a16="http://schemas.microsoft.com/office/drawing/2014/main" id="{237C8484-663F-40EE-90D7-2D9F8B9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76725"/>
            <a:ext cx="2114550" cy="381000"/>
          </a:xfrm>
          <a:custGeom xmlns:a="http://schemas.openxmlformats.org/drawingml/2006/main">
            <a:pathLst>
              <a:path w="2114550" h="381000">
                <a:moveTo>
                  <a:pt x="38100" y="0"/>
                </a:moveTo>
                <a:lnTo>
                  <a:pt x="2076450" y="0"/>
                </a:lnTo>
                <a:cubicBezTo>
                  <a:pt x="2097492" y="0"/>
                  <a:pt x="2114550" y="17058"/>
                  <a:pt x="2114550" y="38100"/>
                </a:cubicBezTo>
                <a:lnTo>
                  <a:pt x="2114550" y="342900"/>
                </a:lnTo>
                <a:cubicBezTo>
                  <a:pt x="2114550" y="363942"/>
                  <a:pt x="2097492" y="381000"/>
                  <a:pt x="207645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E5F7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5" name="Image Collection">
            <a:extLst xmlns:a="http://schemas.openxmlformats.org/drawingml/2006/main">
              <a:ext uri="{FF2B5EF4-FFF2-40B4-BE49-F238E27FC236}">
                <a16:creationId xmlns:a16="http://schemas.microsoft.com/office/drawing/2014/main" id="{9327FD1C-FEEE-4B64-9F23-A57784C7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32435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 Collection</a:t>
            </a:r>
          </a:p>
        </p:txBody>
      </p:sp>
      <p:sp>
        <p:nvSpPr>
          <p:cNvPr id="186" name="Collection to classification">
            <a:extLst xmlns:a="http://schemas.openxmlformats.org/drawingml/2006/main">
              <a:ext uri="{FF2B5EF4-FFF2-40B4-BE49-F238E27FC236}">
                <a16:creationId xmlns:a16="http://schemas.microsoft.com/office/drawing/2014/main" id="{B58F1CE9-DC61-4E0C-98FE-42047CE5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81525"/>
            <a:ext cx="428625" cy="476250"/>
          </a:xfrm>
          <a:custGeom xmlns:a="http://schemas.openxmlformats.org/drawingml/2006/main">
            <a:pathLst>
              <a:path w="428625" h="476250">
                <a:moveTo>
                  <a:pt x="0" y="342900"/>
                </a:moveTo>
                <a:lnTo>
                  <a:pt x="190500" y="342900"/>
                </a:lnTo>
                <a:lnTo>
                  <a:pt x="190500" y="476250"/>
                </a:lnTo>
                <a:lnTo>
                  <a:pt x="428625" y="238125"/>
                </a:lnTo>
                <a:lnTo>
                  <a:pt x="190500" y="0"/>
                </a:lnTo>
                <a:lnTo>
                  <a:pt x="190500" y="13335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8EC9F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A187DB4-1115-4C45-BE75-8D65AA964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55f4025824354"/>
          <a:stretch xmlns:a="http://schemas.openxmlformats.org/drawingml/2006/main"/>
        </p:blipFill>
        <p:spPr>
          <a:xfrm xmlns:a="http://schemas.openxmlformats.org/drawingml/2006/main">
            <a:off x="10707461" y="4552950"/>
            <a:ext cx="1064079" cy="438150"/>
          </a:xfrm>
          <a:prstGeom xmlns:a="http://schemas.openxmlformats.org/drawingml/2006/main" prst="rect">
            <a:avLst/>
          </a:prstGeom>
        </p:spPr>
      </p:pic>
      <p:sp>
        <p:nvSpPr>
          <p:cNvPr id="188" name="Classification">
            <a:extLst xmlns:a="http://schemas.openxmlformats.org/drawingml/2006/main">
              <a:ext uri="{FF2B5EF4-FFF2-40B4-BE49-F238E27FC236}">
                <a16:creationId xmlns:a16="http://schemas.microsoft.com/office/drawing/2014/main" id="{2960E3E0-3674-4037-A184-AF17BDD4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6100" y="5076825"/>
            <a:ext cx="1685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Classification</a:t>
            </a:r>
          </a:p>
        </p:txBody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0563A11-0819-4253-8D05-8EE027FE0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b3d86eb784546"/>
          <a:stretch xmlns:a="http://schemas.openxmlformats.org/drawingml/2006/main"/>
        </p:blipFill>
        <p:spPr>
          <a:xfrm xmlns:a="http://schemas.openxmlformats.org/drawingml/2006/main">
            <a:off x="10915650" y="3747775"/>
            <a:ext cx="476250" cy="343525"/>
          </a:xfrm>
          <a:prstGeom xmlns:a="http://schemas.openxmlformats.org/drawingml/2006/main" prst="rect">
            <a:avLst/>
          </a:prstGeom>
        </p:spPr>
      </p:pic>
      <p:sp>
        <p:nvSpPr>
          <p:cNvPr id="190" name="human classifica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DF3AC084-9EF2-4AA7-A9DD-7835DCEA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914775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1" name="human classification tag">
            <a:extLst xmlns:a="http://schemas.openxmlformats.org/drawingml/2006/main">
              <a:ext uri="{FF2B5EF4-FFF2-40B4-BE49-F238E27FC236}">
                <a16:creationId xmlns:a16="http://schemas.microsoft.com/office/drawing/2014/main" id="{3AEEC816-99B6-417A-A02E-012819F4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867150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92" name="human">
            <a:extLst xmlns:a="http://schemas.openxmlformats.org/drawingml/2006/main">
              <a:ext uri="{FF2B5EF4-FFF2-40B4-BE49-F238E27FC236}">
                <a16:creationId xmlns:a16="http://schemas.microsoft.com/office/drawing/2014/main" id="{79635151-475D-47EB-8F8E-F018801E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0950" y="3867150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FE9E64F-7196-423C-8CD0-FEB33390F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0d8645c8440be"/>
          <a:stretch xmlns:a="http://schemas.openxmlformats.org/drawingml/2006/main"/>
        </p:blipFill>
        <p:spPr>
          <a:xfrm xmlns:a="http://schemas.openxmlformats.org/drawingml/2006/main">
            <a:off x="11801475" y="4020097"/>
            <a:ext cx="476250" cy="351332"/>
          </a:xfrm>
          <a:prstGeom xmlns:a="http://schemas.openxmlformats.org/drawingml/2006/main" prst="rect">
            <a:avLst/>
          </a:prstGeom>
        </p:spPr>
      </p:pic>
      <p:sp>
        <p:nvSpPr>
          <p:cNvPr id="194" name="scene classifica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D383244A-897A-4D21-9748-1792ACFF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191000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5" name="scene classification tag">
            <a:extLst xmlns:a="http://schemas.openxmlformats.org/drawingml/2006/main">
              <a:ext uri="{FF2B5EF4-FFF2-40B4-BE49-F238E27FC236}">
                <a16:creationId xmlns:a16="http://schemas.microsoft.com/office/drawing/2014/main" id="{BE3E810E-C2CC-4896-AED1-21EC1112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143375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196" name="scene">
            <a:extLst xmlns:a="http://schemas.openxmlformats.org/drawingml/2006/main">
              <a:ext uri="{FF2B5EF4-FFF2-40B4-BE49-F238E27FC236}">
                <a16:creationId xmlns:a16="http://schemas.microsoft.com/office/drawing/2014/main" id="{F6EE1EF2-CAED-44BB-822A-90FE8A4D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6775" y="414337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3732FBA-A252-4FE4-A547-622CC9D98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a1c8501154196"/>
          <a:stretch xmlns:a="http://schemas.openxmlformats.org/drawingml/2006/main"/>
        </p:blipFill>
        <p:spPr>
          <a:xfrm xmlns:a="http://schemas.openxmlformats.org/drawingml/2006/main">
            <a:off x="11744325" y="4764088"/>
            <a:ext cx="476250" cy="349250"/>
          </a:xfrm>
          <a:prstGeom xmlns:a="http://schemas.openxmlformats.org/drawingml/2006/main" prst="rect">
            <a:avLst/>
          </a:prstGeom>
        </p:spPr>
      </p:pic>
      <p:sp>
        <p:nvSpPr>
          <p:cNvPr id="198" name="object classifica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136DAF9E-BEB3-493E-AFE4-BC77124B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33950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9" name="object classification tag">
            <a:extLst xmlns:a="http://schemas.openxmlformats.org/drawingml/2006/main">
              <a:ext uri="{FF2B5EF4-FFF2-40B4-BE49-F238E27FC236}">
                <a16:creationId xmlns:a16="http://schemas.microsoft.com/office/drawing/2014/main" id="{EEF11303-8087-4661-8A01-A0A4BD94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886325"/>
            <a:ext cx="866775" cy="276225"/>
          </a:xfrm>
          <a:custGeom xmlns:a="http://schemas.openxmlformats.org/drawingml/2006/main">
            <a:pathLst>
              <a:path w="866775" h="276225">
                <a:moveTo>
                  <a:pt x="28575" y="0"/>
                </a:moveTo>
                <a:lnTo>
                  <a:pt x="838200" y="0"/>
                </a:lnTo>
                <a:cubicBezTo>
                  <a:pt x="853982" y="0"/>
                  <a:pt x="866775" y="12793"/>
                  <a:pt x="866775" y="28575"/>
                </a:cubicBezTo>
                <a:lnTo>
                  <a:pt x="866775" y="247650"/>
                </a:lnTo>
                <a:cubicBezTo>
                  <a:pt x="866775" y="263432"/>
                  <a:pt x="853982" y="276225"/>
                  <a:pt x="838200" y="276225"/>
                </a:cubicBezTo>
                <a:lnTo>
                  <a:pt x="28575" y="276225"/>
                </a:lnTo>
                <a:cubicBezTo>
                  <a:pt x="12793" y="276225"/>
                  <a:pt x="0" y="263432"/>
                  <a:pt x="0" y="2476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3B3B3"/>
            </a:solidFill>
            <a:prstDash val="solid"/>
          </a:ln>
        </p:spPr>
      </p:sp>
      <p:sp>
        <p:nvSpPr>
          <p:cNvPr id="200" name="object">
            <a:extLst xmlns:a="http://schemas.openxmlformats.org/drawingml/2006/main">
              <a:ext uri="{FF2B5EF4-FFF2-40B4-BE49-F238E27FC236}">
                <a16:creationId xmlns:a16="http://schemas.microsoft.com/office/drawing/2014/main" id="{A1593F1B-D405-47EF-BAF4-7742437F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9625" y="4886325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01" name="Classification branch arrow">
            <a:extLst xmlns:a="http://schemas.openxmlformats.org/drawingml/2006/main">
              <a:ext uri="{FF2B5EF4-FFF2-40B4-BE49-F238E27FC236}">
                <a16:creationId xmlns:a16="http://schemas.microsoft.com/office/drawing/2014/main" id="{12D10420-B515-4932-8E24-13B7A20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210050"/>
            <a:ext cx="333375" cy="419100"/>
          </a:xfrm>
          <a:custGeom xmlns:a="http://schemas.openxmlformats.org/drawingml/2006/main">
            <a:pathLst>
              <a:path w="333375" h="419100">
                <a:moveTo>
                  <a:pt x="47625" y="419100"/>
                </a:moveTo>
                <a:cubicBezTo>
                  <a:pt x="0" y="209550"/>
                  <a:pt x="180975" y="66675"/>
                  <a:pt x="33337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AAAAAA"/>
            </a:solidFill>
            <a:prstDash val="solid"/>
          </a:ln>
        </p:spPr>
      </p:sp>
      <p:sp>
        <p:nvSpPr>
          <p:cNvPr id="202" name="Classification to composition">
            <a:extLst xmlns:a="http://schemas.openxmlformats.org/drawingml/2006/main">
              <a:ext uri="{FF2B5EF4-FFF2-40B4-BE49-F238E27FC236}">
                <a16:creationId xmlns:a16="http://schemas.microsoft.com/office/drawing/2014/main" id="{93A25633-791D-47B3-A735-5FA09D9B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3933825"/>
            <a:ext cx="342900" cy="438150"/>
          </a:xfrm>
          <a:custGeom xmlns:a="http://schemas.openxmlformats.org/drawingml/2006/main">
            <a:pathLst>
              <a:path w="342900" h="438150">
                <a:moveTo>
                  <a:pt x="0" y="319088"/>
                </a:moveTo>
                <a:lnTo>
                  <a:pt x="123825" y="319088"/>
                </a:lnTo>
                <a:lnTo>
                  <a:pt x="123825" y="438150"/>
                </a:lnTo>
                <a:lnTo>
                  <a:pt x="342900" y="219075"/>
                </a:lnTo>
                <a:lnTo>
                  <a:pt x="123825" y="0"/>
                </a:lnTo>
                <a:lnTo>
                  <a:pt x="123825" y="119063"/>
                </a:lnTo>
                <a:lnTo>
                  <a:pt x="0" y="119063"/>
                </a:lnTo>
                <a:close/>
              </a:path>
            </a:pathLst>
          </a:custGeom>
          <a:solidFill xmlns:a="http://schemas.openxmlformats.org/drawingml/2006/main">
            <a:srgbClr val="8AC5F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3" name="human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97533F6-B849-4636-973C-BBECB19A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724275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4" name="human combination">
            <a:extLst xmlns:a="http://schemas.openxmlformats.org/drawingml/2006/main">
              <a:ext uri="{FF2B5EF4-FFF2-40B4-BE49-F238E27FC236}">
                <a16:creationId xmlns:a16="http://schemas.microsoft.com/office/drawing/2014/main" id="{8CE7C307-171A-468F-A1EB-3AC2E83E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676650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05" name="human">
            <a:extLst xmlns:a="http://schemas.openxmlformats.org/drawingml/2006/main">
              <a:ext uri="{FF2B5EF4-FFF2-40B4-BE49-F238E27FC236}">
                <a16:creationId xmlns:a16="http://schemas.microsoft.com/office/drawing/2014/main" id="{2A44B19F-C2F2-4F3F-8295-655BEEC9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300" y="36766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206" name="+">
            <a:extLst xmlns:a="http://schemas.openxmlformats.org/drawingml/2006/main">
              <a:ext uri="{FF2B5EF4-FFF2-40B4-BE49-F238E27FC236}">
                <a16:creationId xmlns:a16="http://schemas.microsoft.com/office/drawing/2014/main" id="{8598AD6D-534A-4020-A018-ED41EC50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1850" y="368617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07" name="scene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E4F15003-138F-4B0C-810D-4BCFBFD5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3724275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8" name="scene combination">
            <a:extLst xmlns:a="http://schemas.openxmlformats.org/drawingml/2006/main">
              <a:ext uri="{FF2B5EF4-FFF2-40B4-BE49-F238E27FC236}">
                <a16:creationId xmlns:a16="http://schemas.microsoft.com/office/drawing/2014/main" id="{F8A7AFF9-6300-4113-ADBB-6CE38FD0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3676650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09" name="scene">
            <a:extLst xmlns:a="http://schemas.openxmlformats.org/drawingml/2006/main">
              <a:ext uri="{FF2B5EF4-FFF2-40B4-BE49-F238E27FC236}">
                <a16:creationId xmlns:a16="http://schemas.microsoft.com/office/drawing/2014/main" id="{0B4257AC-0316-4D7E-A567-9E754B7C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0925" y="36766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10" name="human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1E747176-D3F4-4580-BC16-26185F1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4181475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1" name="human combination">
            <a:extLst xmlns:a="http://schemas.openxmlformats.org/drawingml/2006/main">
              <a:ext uri="{FF2B5EF4-FFF2-40B4-BE49-F238E27FC236}">
                <a16:creationId xmlns:a16="http://schemas.microsoft.com/office/drawing/2014/main" id="{81A3CC29-4554-431B-A9BE-434FDADC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4133850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12" name="human">
            <a:extLst xmlns:a="http://schemas.openxmlformats.org/drawingml/2006/main">
              <a:ext uri="{FF2B5EF4-FFF2-40B4-BE49-F238E27FC236}">
                <a16:creationId xmlns:a16="http://schemas.microsoft.com/office/drawing/2014/main" id="{1A46A773-080E-4923-A5B5-B4E30CD2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300" y="41338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213" name="+">
            <a:extLst xmlns:a="http://schemas.openxmlformats.org/drawingml/2006/main">
              <a:ext uri="{FF2B5EF4-FFF2-40B4-BE49-F238E27FC236}">
                <a16:creationId xmlns:a16="http://schemas.microsoft.com/office/drawing/2014/main" id="{80A15551-A0D5-4092-9EED-C9682801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1375" y="4143375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14" name="object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DB314C3-77BD-48C2-B029-748334E9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4181475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5" name="object combination">
            <a:extLst xmlns:a="http://schemas.openxmlformats.org/drawingml/2006/main">
              <a:ext uri="{FF2B5EF4-FFF2-40B4-BE49-F238E27FC236}">
                <a16:creationId xmlns:a16="http://schemas.microsoft.com/office/drawing/2014/main" id="{E794F4B3-B017-4850-8D4C-F0B6F44E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4133850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16" name="object">
            <a:extLst xmlns:a="http://schemas.openxmlformats.org/drawingml/2006/main">
              <a:ext uri="{FF2B5EF4-FFF2-40B4-BE49-F238E27FC236}">
                <a16:creationId xmlns:a16="http://schemas.microsoft.com/office/drawing/2014/main" id="{BE474300-40C8-4E1A-8D14-7A8CB9DE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0925" y="41338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17" name="human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70F009E4-6E82-4B7E-8EF9-99EDD88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4638675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8" name="human combination">
            <a:extLst xmlns:a="http://schemas.openxmlformats.org/drawingml/2006/main">
              <a:ext uri="{FF2B5EF4-FFF2-40B4-BE49-F238E27FC236}">
                <a16:creationId xmlns:a16="http://schemas.microsoft.com/office/drawing/2014/main" id="{F1C4FC64-11A1-449A-809C-55F109EE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4591050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19" name="human">
            <a:extLst xmlns:a="http://schemas.openxmlformats.org/drawingml/2006/main">
              <a:ext uri="{FF2B5EF4-FFF2-40B4-BE49-F238E27FC236}">
                <a16:creationId xmlns:a16="http://schemas.microsoft.com/office/drawing/2014/main" id="{D43878B1-9A7F-4500-8CBC-BC088F8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6425" y="45910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human</a:t>
            </a:r>
          </a:p>
        </p:txBody>
      </p:sp>
      <p:sp>
        <p:nvSpPr>
          <p:cNvPr id="220" name="+">
            <a:extLst xmlns:a="http://schemas.openxmlformats.org/drawingml/2006/main">
              <a:ext uri="{FF2B5EF4-FFF2-40B4-BE49-F238E27FC236}">
                <a16:creationId xmlns:a16="http://schemas.microsoft.com/office/drawing/2014/main" id="{07B6AADB-B896-4167-BCBB-1A2A5FD9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45910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21" name="scene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F5FB80BD-6119-4441-9701-2B5EDC9F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4638675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2" name="scene combination">
            <a:extLst xmlns:a="http://schemas.openxmlformats.org/drawingml/2006/main">
              <a:ext uri="{FF2B5EF4-FFF2-40B4-BE49-F238E27FC236}">
                <a16:creationId xmlns:a16="http://schemas.microsoft.com/office/drawing/2014/main" id="{41A5C359-80D9-4CE1-B015-D1970482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591050"/>
            <a:ext cx="904875" cy="276225"/>
          </a:xfrm>
          <a:custGeom xmlns:a="http://schemas.openxmlformats.org/drawingml/2006/main">
            <a:pathLst>
              <a:path w="904875" h="276225">
                <a:moveTo>
                  <a:pt x="38100" y="0"/>
                </a:moveTo>
                <a:lnTo>
                  <a:pt x="866775" y="0"/>
                </a:lnTo>
                <a:cubicBezTo>
                  <a:pt x="887817" y="0"/>
                  <a:pt x="904875" y="17058"/>
                  <a:pt x="904875" y="38100"/>
                </a:cubicBezTo>
                <a:lnTo>
                  <a:pt x="904875" y="238125"/>
                </a:lnTo>
                <a:cubicBezTo>
                  <a:pt x="904875" y="259167"/>
                  <a:pt x="887817" y="276225"/>
                  <a:pt x="866775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23" name="scene">
            <a:extLst xmlns:a="http://schemas.openxmlformats.org/drawingml/2006/main">
              <a:ext uri="{FF2B5EF4-FFF2-40B4-BE49-F238E27FC236}">
                <a16:creationId xmlns:a16="http://schemas.microsoft.com/office/drawing/2014/main" id="{7E03AFA0-DA62-4FD7-ABBC-99E78E1A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4200" y="45910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24" name="+">
            <a:extLst xmlns:a="http://schemas.openxmlformats.org/drawingml/2006/main">
              <a:ext uri="{FF2B5EF4-FFF2-40B4-BE49-F238E27FC236}">
                <a16:creationId xmlns:a16="http://schemas.microsoft.com/office/drawing/2014/main" id="{22E9E5FC-3431-4BB3-BAA4-1B58643B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45910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225" name="object combination native soft shadow">
            <a:extLst xmlns:a="http://schemas.openxmlformats.org/drawingml/2006/main">
              <a:ext uri="{FF2B5EF4-FFF2-40B4-BE49-F238E27FC236}">
                <a16:creationId xmlns:a16="http://schemas.microsoft.com/office/drawing/2014/main" id="{C2249CA8-80F5-4C01-8AC3-788B5104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4638675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6" name="object combination">
            <a:extLst xmlns:a="http://schemas.openxmlformats.org/drawingml/2006/main">
              <a:ext uri="{FF2B5EF4-FFF2-40B4-BE49-F238E27FC236}">
                <a16:creationId xmlns:a16="http://schemas.microsoft.com/office/drawing/2014/main" id="{6795C8BA-45B8-4001-987A-764C029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9575" y="4591050"/>
            <a:ext cx="952500" cy="276225"/>
          </a:xfrm>
          <a:custGeom xmlns:a="http://schemas.openxmlformats.org/drawingml/2006/main">
            <a:pathLst>
              <a:path w="952500" h="276225">
                <a:moveTo>
                  <a:pt x="38100" y="0"/>
                </a:moveTo>
                <a:lnTo>
                  <a:pt x="914400" y="0"/>
                </a:lnTo>
                <a:cubicBezTo>
                  <a:pt x="935442" y="0"/>
                  <a:pt x="952500" y="17058"/>
                  <a:pt x="952500" y="38100"/>
                </a:cubicBezTo>
                <a:lnTo>
                  <a:pt x="952500" y="238125"/>
                </a:lnTo>
                <a:cubicBezTo>
                  <a:pt x="952500" y="259167"/>
                  <a:pt x="935442" y="276225"/>
                  <a:pt x="914400" y="276225"/>
                </a:cubicBezTo>
                <a:lnTo>
                  <a:pt x="38100" y="276225"/>
                </a:lnTo>
                <a:cubicBezTo>
                  <a:pt x="17058" y="276225"/>
                  <a:pt x="0" y="259167"/>
                  <a:pt x="0" y="2381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BCBCB"/>
            </a:solidFill>
            <a:prstDash val="solid"/>
          </a:ln>
        </p:spPr>
      </p:sp>
      <p:sp>
        <p:nvSpPr>
          <p:cNvPr id="227" name="object">
            <a:extLst xmlns:a="http://schemas.openxmlformats.org/drawingml/2006/main">
              <a:ext uri="{FF2B5EF4-FFF2-40B4-BE49-F238E27FC236}">
                <a16:creationId xmlns:a16="http://schemas.microsoft.com/office/drawing/2014/main" id="{63259E98-AF0B-4D4D-9050-4B57EE27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25775" y="45910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28" name="...">
            <a:extLst xmlns:a="http://schemas.openxmlformats.org/drawingml/2006/main">
              <a:ext uri="{FF2B5EF4-FFF2-40B4-BE49-F238E27FC236}">
                <a16:creationId xmlns:a16="http://schemas.microsoft.com/office/drawing/2014/main" id="{7296AEFF-F2AA-4E06-9459-051CB6B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25650" y="4924425"/>
            <a:ext cx="685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229" name="Multi-reference generation">
            <a:extLst xmlns:a="http://schemas.openxmlformats.org/drawingml/2006/main">
              <a:ext uri="{FF2B5EF4-FFF2-40B4-BE49-F238E27FC236}">
                <a16:creationId xmlns:a16="http://schemas.microsoft.com/office/drawing/2014/main" id="{10F06431-901C-43FF-9ECB-50D96A74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35025" y="5076825"/>
            <a:ext cx="3076575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Multi-reference generation</a:t>
            </a:r>
          </a:p>
        </p:txBody>
      </p:sp>
      <p:sp>
        <p:nvSpPr>
          <p:cNvPr id="230" name="Multi-reference to synthesis">
            <a:extLst xmlns:a="http://schemas.openxmlformats.org/drawingml/2006/main">
              <a:ext uri="{FF2B5EF4-FFF2-40B4-BE49-F238E27FC236}">
                <a16:creationId xmlns:a16="http://schemas.microsoft.com/office/drawing/2014/main" id="{297F52E5-30F5-4407-BAAC-24A3CDF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9650" y="3914775"/>
            <a:ext cx="371475" cy="457200"/>
          </a:xfrm>
          <a:custGeom xmlns:a="http://schemas.openxmlformats.org/drawingml/2006/main">
            <a:pathLst>
              <a:path w="371475" h="457200">
                <a:moveTo>
                  <a:pt x="0" y="333375"/>
                </a:moveTo>
                <a:lnTo>
                  <a:pt x="142875" y="333375"/>
                </a:lnTo>
                <a:lnTo>
                  <a:pt x="142875" y="457200"/>
                </a:lnTo>
                <a:lnTo>
                  <a:pt x="371475" y="228600"/>
                </a:lnTo>
                <a:lnTo>
                  <a:pt x="142875" y="0"/>
                </a:lnTo>
                <a:lnTo>
                  <a:pt x="142875" y="123825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78C3F6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66594227-5DFF-44BC-9837-1E4189466E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4885a07ea4ad4"/>
          <a:stretch xmlns:a="http://schemas.openxmlformats.org/drawingml/2006/main"/>
        </p:blipFill>
        <p:spPr>
          <a:xfrm xmlns:a="http://schemas.openxmlformats.org/drawingml/2006/main">
            <a:off x="15944850" y="3869808"/>
            <a:ext cx="333375" cy="356634"/>
          </a:xfrm>
          <a:prstGeom xmlns:a="http://schemas.openxmlformats.org/drawingml/2006/main" prst="rect">
            <a:avLst/>
          </a:prstGeom>
        </p:spPr>
      </p:pic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533834A-2793-40ED-8B12-D9EB75F3E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ca2720aac4698"/>
          <a:stretch xmlns:a="http://schemas.openxmlformats.org/drawingml/2006/main"/>
        </p:blipFill>
        <p:spPr>
          <a:xfrm xmlns:a="http://schemas.openxmlformats.org/drawingml/2006/main">
            <a:off x="16421100" y="3145204"/>
            <a:ext cx="609600" cy="758092"/>
          </a:xfrm>
          <a:prstGeom xmlns:a="http://schemas.openxmlformats.org/drawingml/2006/main" prst="rect">
            <a:avLst/>
          </a:prstGeom>
        </p:spPr>
      </p:pic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EB28972-E147-4E90-94D9-9F606A61E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db8b525a44617"/>
          <a:stretch xmlns:a="http://schemas.openxmlformats.org/drawingml/2006/main"/>
        </p:blipFill>
        <p:spPr>
          <a:xfrm xmlns:a="http://schemas.openxmlformats.org/drawingml/2006/main">
            <a:off x="17078374" y="3143250"/>
            <a:ext cx="590453" cy="771525"/>
          </a:xfrm>
          <a:prstGeom xmlns:a="http://schemas.openxmlformats.org/drawingml/2006/main" prst="rect">
            <a:avLst/>
          </a:prstGeom>
        </p:spPr>
      </p:pic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FDE394DC-5130-4BE9-BDE4-0B30A939F4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d223f0f87467c"/>
          <a:stretch xmlns:a="http://schemas.openxmlformats.org/drawingml/2006/main"/>
        </p:blipFill>
        <p:spPr>
          <a:xfrm xmlns:a="http://schemas.openxmlformats.org/drawingml/2006/main">
            <a:off x="17687925" y="3144414"/>
            <a:ext cx="704850" cy="759672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D5620F5-440F-47D3-9286-60F723A31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9ee7d047c4b95"/>
          <a:stretch xmlns:a="http://schemas.openxmlformats.org/drawingml/2006/main"/>
        </p:blipFill>
        <p:spPr>
          <a:xfrm xmlns:a="http://schemas.openxmlformats.org/drawingml/2006/main">
            <a:off x="18011775" y="3443288"/>
            <a:ext cx="1209675" cy="1209675"/>
          </a:xfrm>
          <a:prstGeom xmlns:a="http://schemas.openxmlformats.org/drawingml/2006/main" prst="rect">
            <a:avLst/>
          </a:prstGeom>
        </p:spPr>
      </p:pic>
      <p:sp>
        <p:nvSpPr>
          <p:cNvPr id="236" name="Explicit&#10;Instruction">
            <a:extLst xmlns:a="http://schemas.openxmlformats.org/drawingml/2006/main">
              <a:ext uri="{FF2B5EF4-FFF2-40B4-BE49-F238E27FC236}">
                <a16:creationId xmlns:a16="http://schemas.microsoft.com/office/drawing/2014/main" id="{1B1E46D9-683F-407F-B969-C134FA79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30675" y="4086225"/>
            <a:ext cx="1200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Explicit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Instruction</a:t>
            </a:r>
          </a:p>
        </p:txBody>
      </p:sp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3929C51-7705-49D9-A9B5-F73B7B680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24292d9df47e7"/>
          <a:stretch xmlns:a="http://schemas.openxmlformats.org/drawingml/2006/main"/>
        </p:blipFill>
        <p:spPr>
          <a:xfrm xmlns:a="http://schemas.openxmlformats.org/drawingml/2006/main">
            <a:off x="16735425" y="4555889"/>
            <a:ext cx="361950" cy="346548"/>
          </a:xfrm>
          <a:prstGeom xmlns:a="http://schemas.openxmlformats.org/drawingml/2006/main" prst="rect">
            <a:avLst/>
          </a:prstGeom>
        </p:spPr>
      </p:pic>
      <p:sp>
        <p:nvSpPr>
          <p:cNvPr id="238" name="GPT-4o">
            <a:extLst xmlns:a="http://schemas.openxmlformats.org/drawingml/2006/main">
              <a:ext uri="{FF2B5EF4-FFF2-40B4-BE49-F238E27FC236}">
                <a16:creationId xmlns:a16="http://schemas.microsoft.com/office/drawing/2014/main" id="{1471D73C-D567-491E-80F8-6920984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11600" y="4981575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39" name="Explicit instruction optimize">
            <a:extLst xmlns:a="http://schemas.openxmlformats.org/drawingml/2006/main">
              <a:ext uri="{FF2B5EF4-FFF2-40B4-BE49-F238E27FC236}">
                <a16:creationId xmlns:a16="http://schemas.microsoft.com/office/drawing/2014/main" id="{E3DF571C-C7D9-45AA-A33C-5F061290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197" y="4589442"/>
            <a:ext cx="541778" cy="342269"/>
          </a:xfrm>
          <a:custGeom xmlns:a="http://schemas.openxmlformats.org/drawingml/2006/main">
            <a:pathLst>
              <a:path w="541778" h="342269">
                <a:moveTo>
                  <a:pt x="0" y="98467"/>
                </a:moveTo>
                <a:lnTo>
                  <a:pt x="362747" y="230375"/>
                </a:lnTo>
                <a:lnTo>
                  <a:pt x="322059" y="342269"/>
                </a:lnTo>
                <a:lnTo>
                  <a:pt x="541778" y="239733"/>
                </a:lnTo>
                <a:lnTo>
                  <a:pt x="439242" y="20014"/>
                </a:lnTo>
                <a:lnTo>
                  <a:pt x="398554" y="131908"/>
                </a:lnTo>
                <a:lnTo>
                  <a:pt x="35806" y="0"/>
                </a:lnTo>
                <a:close/>
              </a:path>
            </a:pathLst>
          </a:custGeom>
          <a:solidFill xmlns:a="http://schemas.openxmlformats.org/drawingml/2006/main">
            <a:srgbClr val="A7D5F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ED560A95-F45E-4547-9D54-A56A01779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fb34696da4cbd"/>
          <a:stretch xmlns:a="http://schemas.openxmlformats.org/drawingml/2006/main"/>
        </p:blipFill>
        <p:spPr>
          <a:xfrm xmlns:a="http://schemas.openxmlformats.org/drawingml/2006/main">
            <a:off x="17546822" y="4667250"/>
            <a:ext cx="348881" cy="333375"/>
          </a:xfrm>
          <a:prstGeom xmlns:a="http://schemas.openxmlformats.org/drawingml/2006/main" prst="rect">
            <a:avLst/>
          </a:prstGeom>
        </p:spPr>
      </p:pic>
      <p:sp>
        <p:nvSpPr>
          <p:cNvPr id="241" name="Optimize">
            <a:extLst xmlns:a="http://schemas.openxmlformats.org/drawingml/2006/main">
              <a:ext uri="{FF2B5EF4-FFF2-40B4-BE49-F238E27FC236}">
                <a16:creationId xmlns:a16="http://schemas.microsoft.com/office/drawing/2014/main" id="{63785DB1-6509-4E1E-8FFD-AD94DE84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5100" y="4695825"/>
            <a:ext cx="121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Optimize</a:t>
            </a:r>
          </a:p>
        </p:txBody>
      </p:sp>
      <p:sp>
        <p:nvSpPr>
          <p:cNvPr id="242" name="Diversity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A654B1CE-51CD-44ED-9186-FEB87868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575" y="5124450"/>
            <a:ext cx="1438275" cy="257175"/>
          </a:xfrm>
          <a:custGeom xmlns:a="http://schemas.openxmlformats.org/drawingml/2006/main">
            <a:pathLst>
              <a:path w="1438275" h="257175">
                <a:moveTo>
                  <a:pt x="38100" y="0"/>
                </a:moveTo>
                <a:lnTo>
                  <a:pt x="1400175" y="0"/>
                </a:lnTo>
                <a:cubicBezTo>
                  <a:pt x="1421217" y="0"/>
                  <a:pt x="1438275" y="17058"/>
                  <a:pt x="1438275" y="38100"/>
                </a:cubicBezTo>
                <a:lnTo>
                  <a:pt x="1438275" y="219075"/>
                </a:lnTo>
                <a:cubicBezTo>
                  <a:pt x="1438275" y="240117"/>
                  <a:pt x="1421217" y="257175"/>
                  <a:pt x="1400175" y="257175"/>
                </a:cubicBezTo>
                <a:lnTo>
                  <a:pt x="38100" y="257175"/>
                </a:lnTo>
                <a:cubicBezTo>
                  <a:pt x="17058" y="257175"/>
                  <a:pt x="0" y="240117"/>
                  <a:pt x="0" y="2190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3" name="Diversity tag">
            <a:extLst xmlns:a="http://schemas.openxmlformats.org/drawingml/2006/main">
              <a:ext uri="{FF2B5EF4-FFF2-40B4-BE49-F238E27FC236}">
                <a16:creationId xmlns:a16="http://schemas.microsoft.com/office/drawing/2014/main" id="{1E265E19-642E-4E67-969B-D98121D8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6475" y="5076825"/>
            <a:ext cx="1438275" cy="257175"/>
          </a:xfrm>
          <a:custGeom xmlns:a="http://schemas.openxmlformats.org/drawingml/2006/main">
            <a:pathLst>
              <a:path w="1438275" h="257175">
                <a:moveTo>
                  <a:pt x="38100" y="0"/>
                </a:moveTo>
                <a:lnTo>
                  <a:pt x="1400175" y="0"/>
                </a:lnTo>
                <a:cubicBezTo>
                  <a:pt x="1421217" y="0"/>
                  <a:pt x="1438275" y="17058"/>
                  <a:pt x="1438275" y="38100"/>
                </a:cubicBezTo>
                <a:lnTo>
                  <a:pt x="1438275" y="219075"/>
                </a:lnTo>
                <a:cubicBezTo>
                  <a:pt x="1438275" y="240117"/>
                  <a:pt x="1421217" y="257175"/>
                  <a:pt x="1400175" y="257175"/>
                </a:cubicBezTo>
                <a:lnTo>
                  <a:pt x="38100" y="257175"/>
                </a:lnTo>
                <a:cubicBezTo>
                  <a:pt x="17058" y="257175"/>
                  <a:pt x="0" y="240117"/>
                  <a:pt x="0" y="2190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CDCDCD"/>
            </a:solidFill>
            <a:prstDash val="solid"/>
          </a:ln>
        </p:spPr>
      </p:sp>
      <p:sp>
        <p:nvSpPr>
          <p:cNvPr id="244" name="Diversity">
            <a:extLst xmlns:a="http://schemas.openxmlformats.org/drawingml/2006/main">
              <a:ext uri="{FF2B5EF4-FFF2-40B4-BE49-F238E27FC236}">
                <a16:creationId xmlns:a16="http://schemas.microsoft.com/office/drawing/2014/main" id="{B53BFB82-9AF1-41FA-9315-E90FF922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30775" y="5057775"/>
            <a:ext cx="1133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Diversity</a:t>
            </a:r>
          </a:p>
        </p:txBody>
      </p:sp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F20DC9B-474C-4520-9328-3B373008B7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17f498fd94e64"/>
          <a:stretch xmlns:a="http://schemas.openxmlformats.org/drawingml/2006/main"/>
        </p:blipFill>
        <p:spPr>
          <a:xfrm xmlns:a="http://schemas.openxmlformats.org/drawingml/2006/main">
            <a:off x="18528506" y="4924425"/>
            <a:ext cx="309563" cy="371475"/>
          </a:xfrm>
          <a:prstGeom xmlns:a="http://schemas.openxmlformats.org/drawingml/2006/main" prst="rect">
            <a:avLst/>
          </a:prstGeom>
        </p:spPr>
      </p:pic>
      <p:sp>
        <p:nvSpPr>
          <p:cNvPr id="246" name="c. Instruction alignment label background">
            <a:extLst xmlns:a="http://schemas.openxmlformats.org/drawingml/2006/main">
              <a:ext uri="{FF2B5EF4-FFF2-40B4-BE49-F238E27FC236}">
                <a16:creationId xmlns:a16="http://schemas.microsoft.com/office/drawing/2014/main" id="{23602934-5987-4601-9BE7-2069501D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34050"/>
            <a:ext cx="3638550" cy="371475"/>
          </a:xfrm>
          <a:custGeom xmlns:a="http://schemas.openxmlformats.org/drawingml/2006/main">
            <a:pathLst>
              <a:path w="3638550" h="371475">
                <a:moveTo>
                  <a:pt x="185738" y="0"/>
                </a:moveTo>
                <a:lnTo>
                  <a:pt x="3452813" y="0"/>
                </a:lnTo>
                <a:cubicBezTo>
                  <a:pt x="3555392" y="0"/>
                  <a:pt x="3638550" y="83158"/>
                  <a:pt x="3638550" y="185738"/>
                </a:cubicBezTo>
                <a:lnTo>
                  <a:pt x="3638550" y="185738"/>
                </a:lnTo>
                <a:cubicBezTo>
                  <a:pt x="3638550" y="288317"/>
                  <a:pt x="3555392" y="371475"/>
                  <a:pt x="3452813" y="371475"/>
                </a:cubicBezTo>
                <a:lnTo>
                  <a:pt x="185738" y="371475"/>
                </a:lnTo>
                <a:cubicBezTo>
                  <a:pt x="83158" y="371475"/>
                  <a:pt x="0" y="288317"/>
                  <a:pt x="0" y="185738"/>
                </a:cubicBezTo>
                <a:lnTo>
                  <a:pt x="0" y="185738"/>
                </a:lnTo>
                <a:cubicBezTo>
                  <a:pt x="0" y="83158"/>
                  <a:pt x="83158" y="0"/>
                  <a:pt x="185738" y="0"/>
                </a:cubicBezTo>
                <a:close/>
              </a:path>
            </a:pathLst>
          </a:custGeom>
          <a:solidFill xmlns:a="http://schemas.openxmlformats.org/drawingml/2006/main">
            <a:srgbClr val="EAE1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7" name="c. Instruction alignment">
            <a:extLst xmlns:a="http://schemas.openxmlformats.org/drawingml/2006/main">
              <a:ext uri="{FF2B5EF4-FFF2-40B4-BE49-F238E27FC236}">
                <a16:creationId xmlns:a16="http://schemas.microsoft.com/office/drawing/2014/main" id="{D41F7A28-0DCA-4DCD-82A5-2AB78543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5753100"/>
            <a:ext cx="3409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1" i="0">
                <a:solidFill>
                  <a:srgbClr val="7337AE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7337AE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 i="0">
                <a:solidFill>
                  <a:srgbClr val="7337AE"/>
                </a:solidFill>
                <a:latin typeface="Comic Sans MS"/>
                <a:ea typeface="Comic Sans MS"/>
                <a:cs typeface="Comic Sans MS"/>
              </a:rPr>
              <a:t>c. Instruction alignment</a:t>
            </a:r>
          </a:p>
        </p:txBody>
      </p:sp>
      <p:sp>
        <p:nvSpPr>
          <p:cNvPr id="248" name="Numb.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FF26679-0111-4A41-AAB5-50045F5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448425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9" name="Numb. instruction tag">
            <a:extLst xmlns:a="http://schemas.openxmlformats.org/drawingml/2006/main">
              <a:ext uri="{FF2B5EF4-FFF2-40B4-BE49-F238E27FC236}">
                <a16:creationId xmlns:a16="http://schemas.microsoft.com/office/drawing/2014/main" id="{F9D2E99C-42BA-42E6-AB23-C1CA4A66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400800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0" name="Numb.">
            <a:extLst xmlns:a="http://schemas.openxmlformats.org/drawingml/2006/main">
              <a:ext uri="{FF2B5EF4-FFF2-40B4-BE49-F238E27FC236}">
                <a16:creationId xmlns:a16="http://schemas.microsoft.com/office/drawing/2014/main" id="{B504EAA0-08A0-4B97-BB05-072E737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6391275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Numb.</a:t>
            </a:r>
          </a:p>
        </p:txBody>
      </p:sp>
      <p:sp>
        <p:nvSpPr>
          <p:cNvPr id="251" name="Color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09310F09-62EE-4682-A651-8C0A601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48425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2" name="Color instruction tag">
            <a:extLst xmlns:a="http://schemas.openxmlformats.org/drawingml/2006/main">
              <a:ext uri="{FF2B5EF4-FFF2-40B4-BE49-F238E27FC236}">
                <a16:creationId xmlns:a16="http://schemas.microsoft.com/office/drawing/2014/main" id="{A25E18EA-1100-4EBF-A81C-64AAC49A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00800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3" name="Color">
            <a:extLst xmlns:a="http://schemas.openxmlformats.org/drawingml/2006/main">
              <a:ext uri="{FF2B5EF4-FFF2-40B4-BE49-F238E27FC236}">
                <a16:creationId xmlns:a16="http://schemas.microsoft.com/office/drawing/2014/main" id="{121CC3D6-1E40-4036-99F2-E96E19B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6391275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Color</a:t>
            </a:r>
          </a:p>
        </p:txBody>
      </p:sp>
      <p:sp>
        <p:nvSpPr>
          <p:cNvPr id="254" name="Size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6DD14FCF-0713-45F6-9BFF-BFEA703E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48425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5" name="Size instruction tag">
            <a:extLst xmlns:a="http://schemas.openxmlformats.org/drawingml/2006/main">
              <a:ext uri="{FF2B5EF4-FFF2-40B4-BE49-F238E27FC236}">
                <a16:creationId xmlns:a16="http://schemas.microsoft.com/office/drawing/2014/main" id="{35D8ED92-63CA-4D57-97C5-D184BD71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400800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6" name="Size">
            <a:extLst xmlns:a="http://schemas.openxmlformats.org/drawingml/2006/main">
              <a:ext uri="{FF2B5EF4-FFF2-40B4-BE49-F238E27FC236}">
                <a16:creationId xmlns:a16="http://schemas.microsoft.com/office/drawing/2014/main" id="{B39454DE-6BD5-484E-9DC6-4EBA664D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6391275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Size</a:t>
            </a:r>
          </a:p>
        </p:txBody>
      </p:sp>
      <p:sp>
        <p:nvSpPr>
          <p:cNvPr id="257" name="Object instruction tag native soft shadow">
            <a:extLst xmlns:a="http://schemas.openxmlformats.org/drawingml/2006/main">
              <a:ext uri="{FF2B5EF4-FFF2-40B4-BE49-F238E27FC236}">
                <a16:creationId xmlns:a16="http://schemas.microsoft.com/office/drawing/2014/main" id="{23AA0B61-A1FD-4443-9A8A-F7C7182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48425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8" name="Object instruction tag">
            <a:extLst xmlns:a="http://schemas.openxmlformats.org/drawingml/2006/main">
              <a:ext uri="{FF2B5EF4-FFF2-40B4-BE49-F238E27FC236}">
                <a16:creationId xmlns:a16="http://schemas.microsoft.com/office/drawing/2014/main" id="{16AF8A4F-7DE4-4941-9128-4E8885D6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00800"/>
            <a:ext cx="838200" cy="247650"/>
          </a:xfrm>
          <a:custGeom xmlns:a="http://schemas.openxmlformats.org/drawingml/2006/main">
            <a:pathLst>
              <a:path w="838200" h="247650">
                <a:moveTo>
                  <a:pt x="47625" y="0"/>
                </a:moveTo>
                <a:lnTo>
                  <a:pt x="790575" y="0"/>
                </a:lnTo>
                <a:cubicBezTo>
                  <a:pt x="816878" y="0"/>
                  <a:pt x="838200" y="21322"/>
                  <a:pt x="838200" y="47625"/>
                </a:cubicBezTo>
                <a:lnTo>
                  <a:pt x="838200" y="200025"/>
                </a:lnTo>
                <a:cubicBezTo>
                  <a:pt x="838200" y="226328"/>
                  <a:pt x="816878" y="247650"/>
                  <a:pt x="7905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0A0A0"/>
            </a:solidFill>
            <a:prstDash val="solid"/>
          </a:ln>
        </p:spPr>
      </p:sp>
      <p:sp>
        <p:nvSpPr>
          <p:cNvPr id="259" name="Object">
            <a:extLst xmlns:a="http://schemas.openxmlformats.org/drawingml/2006/main">
              <a:ext uri="{FF2B5EF4-FFF2-40B4-BE49-F238E27FC236}">
                <a16:creationId xmlns:a16="http://schemas.microsoft.com/office/drawing/2014/main" id="{8FFA021E-92BA-42AB-A4F1-2099F962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5150" y="6391275"/>
            <a:ext cx="752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260" name="...">
            <a:extLst xmlns:a="http://schemas.openxmlformats.org/drawingml/2006/main">
              <a:ext uri="{FF2B5EF4-FFF2-40B4-BE49-F238E27FC236}">
                <a16:creationId xmlns:a16="http://schemas.microsoft.com/office/drawing/2014/main" id="{927A3686-E7BC-4F66-9922-456C662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6675" y="6429375"/>
            <a:ext cx="3810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261" name="Complex Textual Instructions">
            <a:extLst xmlns:a="http://schemas.openxmlformats.org/drawingml/2006/main">
              <a:ext uri="{FF2B5EF4-FFF2-40B4-BE49-F238E27FC236}">
                <a16:creationId xmlns:a16="http://schemas.microsoft.com/office/drawing/2014/main" id="{2689370E-2E0B-4C0C-B10E-F2CCDFF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6810375"/>
            <a:ext cx="35337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Complex Textual Instructions</a:t>
            </a:r>
          </a:p>
        </p:txBody>
      </p:sp>
      <p:sp>
        <p:nvSpPr>
          <p:cNvPr id="262" name="Complex textual instruction content">
            <a:extLst xmlns:a="http://schemas.openxmlformats.org/drawingml/2006/main">
              <a:ext uri="{FF2B5EF4-FFF2-40B4-BE49-F238E27FC236}">
                <a16:creationId xmlns:a16="http://schemas.microsoft.com/office/drawing/2014/main" id="{E0642FD3-C97D-45F8-A92C-FC85C76B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7115175"/>
            <a:ext cx="3324225" cy="581025"/>
          </a:xfrm>
          <a:custGeom xmlns:a="http://schemas.openxmlformats.org/drawingml/2006/main">
            <a:pathLst>
              <a:path w="3324225" h="581025">
                <a:moveTo>
                  <a:pt x="76200" y="0"/>
                </a:moveTo>
                <a:lnTo>
                  <a:pt x="3248025" y="0"/>
                </a:lnTo>
                <a:cubicBezTo>
                  <a:pt x="3290109" y="0"/>
                  <a:pt x="3324225" y="34116"/>
                  <a:pt x="3324225" y="76200"/>
                </a:cubicBezTo>
                <a:lnTo>
                  <a:pt x="3324225" y="504825"/>
                </a:lnTo>
                <a:cubicBezTo>
                  <a:pt x="3324225" y="546909"/>
                  <a:pt x="3290109" y="581025"/>
                  <a:pt x="3248025" y="581025"/>
                </a:cubicBezTo>
                <a:lnTo>
                  <a:pt x="76200" y="581025"/>
                </a:lnTo>
                <a:cubicBezTo>
                  <a:pt x="34116" y="581025"/>
                  <a:pt x="0" y="546909"/>
                  <a:pt x="0" y="5048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 xmlns:a="http://schemas.openxmlformats.org/drawingml/2006/main">
            <a:srgbClr val="EEE8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3" name="A photo of ______ ___ ___">
            <a:extLst xmlns:a="http://schemas.openxmlformats.org/drawingml/2006/main">
              <a:ext uri="{FF2B5EF4-FFF2-40B4-BE49-F238E27FC236}">
                <a16:creationId xmlns:a16="http://schemas.microsoft.com/office/drawing/2014/main" id="{F0249285-7860-4B8B-9B6A-14B80FF8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715327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______ ___ ___</a:t>
            </a:r>
          </a:p>
        </p:txBody>
      </p:sp>
      <p:sp>
        <p:nvSpPr>
          <p:cNvPr id="264" name="_______ ...">
            <a:extLst xmlns:a="http://schemas.openxmlformats.org/drawingml/2006/main">
              <a:ext uri="{FF2B5EF4-FFF2-40B4-BE49-F238E27FC236}">
                <a16:creationId xmlns:a16="http://schemas.microsoft.com/office/drawing/2014/main" id="{188504C2-AF64-494E-956A-45B3A7D0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74485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_______ ...</a:t>
            </a:r>
          </a:p>
        </p:txBody>
      </p:sp>
      <p:sp>
        <p:nvSpPr>
          <p:cNvPr id="265" name="Instruction to generated examples">
            <a:extLst xmlns:a="http://schemas.openxmlformats.org/drawingml/2006/main">
              <a:ext uri="{FF2B5EF4-FFF2-40B4-BE49-F238E27FC236}">
                <a16:creationId xmlns:a16="http://schemas.microsoft.com/office/drawing/2014/main" id="{01D10586-AC56-4949-9F7C-D1A7EAB1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6324600"/>
            <a:ext cx="485775" cy="533400"/>
          </a:xfrm>
          <a:custGeom xmlns:a="http://schemas.openxmlformats.org/drawingml/2006/main">
            <a:pathLst>
              <a:path w="485775" h="533400">
                <a:moveTo>
                  <a:pt x="0" y="385763"/>
                </a:moveTo>
                <a:lnTo>
                  <a:pt x="219075" y="385763"/>
                </a:lnTo>
                <a:lnTo>
                  <a:pt x="219075" y="533400"/>
                </a:lnTo>
                <a:lnTo>
                  <a:pt x="485775" y="266700"/>
                </a:lnTo>
                <a:lnTo>
                  <a:pt x="219075" y="0"/>
                </a:lnTo>
                <a:lnTo>
                  <a:pt x="219075" y="147638"/>
                </a:lnTo>
                <a:lnTo>
                  <a:pt x="0" y="147638"/>
                </a:lnTo>
                <a:close/>
              </a:path>
            </a:pathLst>
          </a:custGeom>
          <a:solidFill xmlns:a="http://schemas.openxmlformats.org/drawingml/2006/main">
            <a:srgbClr val="BAA0E5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4594170-D29A-4127-8587-5BA0FBC0F0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9013f6c164c0a"/>
          <a:stretch xmlns:a="http://schemas.openxmlformats.org/drawingml/2006/main"/>
        </p:blipFill>
        <p:spPr>
          <a:xfrm xmlns:a="http://schemas.openxmlformats.org/drawingml/2006/main">
            <a:off x="11811000" y="6278274"/>
            <a:ext cx="342900" cy="311727"/>
          </a:xfrm>
          <a:prstGeom xmlns:a="http://schemas.openxmlformats.org/drawingml/2006/main" prst="rect">
            <a:avLst/>
          </a:prstGeom>
        </p:spPr>
      </p:pic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914A6F8-6C11-42E2-BCAE-0E64FBB4BA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77d935c314124"/>
          <a:stretch xmlns:a="http://schemas.openxmlformats.org/drawingml/2006/main"/>
        </p:blipFill>
        <p:spPr>
          <a:xfrm xmlns:a="http://schemas.openxmlformats.org/drawingml/2006/main">
            <a:off x="12439650" y="5649994"/>
            <a:ext cx="2590800" cy="1025362"/>
          </a:xfrm>
          <a:prstGeom xmlns:a="http://schemas.openxmlformats.org/drawingml/2006/main" prst="rect">
            <a:avLst/>
          </a:prstGeom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38C16E0-E028-4B6D-92BB-F186B04CB0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44e7c8a544d52"/>
          <a:stretch xmlns:a="http://schemas.openxmlformats.org/drawingml/2006/main"/>
        </p:blipFill>
        <p:spPr>
          <a:xfrm xmlns:a="http://schemas.openxmlformats.org/drawingml/2006/main">
            <a:off x="12450464" y="6696075"/>
            <a:ext cx="1569047" cy="1038225"/>
          </a:xfrm>
          <a:prstGeom xmlns:a="http://schemas.openxmlformats.org/drawingml/2006/main" prst="rect">
            <a:avLst/>
          </a:prstGeom>
        </p:spPr>
      </p:pic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3BD63C2-FB02-49E2-B4B2-1BBEB8CB2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44c292f4649b7"/>
          <a:stretch xmlns:a="http://schemas.openxmlformats.org/drawingml/2006/main"/>
        </p:blipFill>
        <p:spPr>
          <a:xfrm xmlns:a="http://schemas.openxmlformats.org/drawingml/2006/main">
            <a:off x="14239875" y="6773118"/>
            <a:ext cx="1019175" cy="1027015"/>
          </a:xfrm>
          <a:prstGeom xmlns:a="http://schemas.openxmlformats.org/drawingml/2006/main" prst="rect">
            <a:avLst/>
          </a:prstGeom>
        </p:spPr>
      </p:pic>
      <p:sp>
        <p:nvSpPr>
          <p:cNvPr id="270" name="Beehive illustration border">
            <a:extLst xmlns:a="http://schemas.openxmlformats.org/drawingml/2006/main">
              <a:ext uri="{FF2B5EF4-FFF2-40B4-BE49-F238E27FC236}">
                <a16:creationId xmlns:a16="http://schemas.microsoft.com/office/drawing/2014/main" id="{3F1D030C-2DC1-43D4-A9C0-709DB57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775" y="6753225"/>
            <a:ext cx="1095375" cy="1095375"/>
          </a:xfrm>
          <a:custGeom xmlns:a="http://schemas.openxmlformats.org/drawingml/2006/main">
            <a:pathLst>
              <a:path w="1095375" h="1095375">
                <a:moveTo>
                  <a:pt x="47625" y="0"/>
                </a:moveTo>
                <a:lnTo>
                  <a:pt x="1047750" y="0"/>
                </a:lnTo>
                <a:cubicBezTo>
                  <a:pt x="1074053" y="0"/>
                  <a:pt x="1095375" y="21322"/>
                  <a:pt x="1095375" y="47625"/>
                </a:cubicBezTo>
                <a:lnTo>
                  <a:pt x="1095375" y="1047750"/>
                </a:lnTo>
                <a:cubicBezTo>
                  <a:pt x="1095375" y="1074053"/>
                  <a:pt x="1074053" y="1095375"/>
                  <a:pt x="1047750" y="1095375"/>
                </a:cubicBezTo>
                <a:lnTo>
                  <a:pt x="47625" y="1095375"/>
                </a:lnTo>
                <a:cubicBezTo>
                  <a:pt x="21322" y="1095375"/>
                  <a:pt x="0" y="1074053"/>
                  <a:pt x="0" y="104775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84DE"/>
            </a:solidFill>
            <a:prstDash val="solid"/>
          </a:ln>
        </p:spPr>
      </p:sp>
      <p:sp>
        <p:nvSpPr>
          <p:cNvPr id="271" name="Misaligned instruction bubble">
            <a:extLst xmlns:a="http://schemas.openxmlformats.org/drawingml/2006/main">
              <a:ext uri="{FF2B5EF4-FFF2-40B4-BE49-F238E27FC236}">
                <a16:creationId xmlns:a16="http://schemas.microsoft.com/office/drawing/2014/main" id="{39A1991D-DD1B-4E03-B3D8-A6806E28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5695950"/>
            <a:ext cx="2105025" cy="1466850"/>
          </a:xfrm>
          <a:custGeom xmlns:a="http://schemas.openxmlformats.org/drawingml/2006/main">
            <a:pathLst>
              <a:path w="2105025" h="1466850">
                <a:moveTo>
                  <a:pt x="2105025" y="733425"/>
                </a:moveTo>
                <a:cubicBezTo>
                  <a:pt x="2105025" y="1138484"/>
                  <a:pt x="1633799" y="1466850"/>
                  <a:pt x="1052513" y="1466850"/>
                </a:cubicBezTo>
                <a:cubicBezTo>
                  <a:pt x="471226" y="1466850"/>
                  <a:pt x="0" y="1138484"/>
                  <a:pt x="0" y="733425"/>
                </a:cubicBezTo>
                <a:cubicBezTo>
                  <a:pt x="0" y="328366"/>
                  <a:pt x="471226" y="0"/>
                  <a:pt x="1052513" y="0"/>
                </a:cubicBezTo>
                <a:cubicBezTo>
                  <a:pt x="1633799" y="0"/>
                  <a:pt x="2105025" y="328366"/>
                  <a:pt x="2105025" y="7334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  <a:prstDash val="solid"/>
          </a:ln>
        </p:spPr>
      </p:sp>
      <p:sp>
        <p:nvSpPr>
          <p:cNvPr id="272" name="Misaligned instruction tail">
            <a:extLst xmlns:a="http://schemas.openxmlformats.org/drawingml/2006/main">
              <a:ext uri="{FF2B5EF4-FFF2-40B4-BE49-F238E27FC236}">
                <a16:creationId xmlns:a16="http://schemas.microsoft.com/office/drawing/2014/main" id="{C2BA0B2A-8D72-4760-8544-C43980FA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6953250"/>
            <a:ext cx="457200" cy="257175"/>
          </a:xfrm>
          <a:custGeom xmlns:a="http://schemas.openxmlformats.org/drawingml/2006/main">
            <a:pathLst>
              <a:path w="457200" h="257175">
                <a:moveTo>
                  <a:pt x="114300" y="0"/>
                </a:moveTo>
                <a:lnTo>
                  <a:pt x="0" y="257175"/>
                </a:lnTo>
                <a:lnTo>
                  <a:pt x="457200" y="76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73" name="A photo of two">
            <a:extLst xmlns:a="http://schemas.openxmlformats.org/drawingml/2006/main">
              <a:ext uri="{FF2B5EF4-FFF2-40B4-BE49-F238E27FC236}">
                <a16:creationId xmlns:a16="http://schemas.microsoft.com/office/drawing/2014/main" id="{C72C9880-30FF-4351-8917-6810663B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5876925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 photo of two</a:t>
            </a:r>
          </a:p>
        </p:txBody>
      </p:sp>
      <p:sp>
        <p:nvSpPr>
          <p:cNvPr id="274" name="brown beehives on">
            <a:extLst xmlns:a="http://schemas.openxmlformats.org/drawingml/2006/main">
              <a:ext uri="{FF2B5EF4-FFF2-40B4-BE49-F238E27FC236}">
                <a16:creationId xmlns:a16="http://schemas.microsoft.com/office/drawing/2014/main" id="{FA848035-3BDE-4A4F-A8AF-71FAE364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6086475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brown beehives on</a:t>
            </a:r>
          </a:p>
        </p:txBody>
      </p:sp>
      <p:sp>
        <p:nvSpPr>
          <p:cNvPr id="275" name="the top and four">
            <a:extLst xmlns:a="http://schemas.openxmlformats.org/drawingml/2006/main">
              <a:ext uri="{FF2B5EF4-FFF2-40B4-BE49-F238E27FC236}">
                <a16:creationId xmlns:a16="http://schemas.microsoft.com/office/drawing/2014/main" id="{24ABB974-2558-4690-A67C-11EB4952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6296025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top and four</a:t>
            </a:r>
          </a:p>
        </p:txBody>
      </p:sp>
      <p:sp>
        <p:nvSpPr>
          <p:cNvPr id="276" name="white wristwatches">
            <a:extLst xmlns:a="http://schemas.openxmlformats.org/drawingml/2006/main">
              <a:ext uri="{FF2B5EF4-FFF2-40B4-BE49-F238E27FC236}">
                <a16:creationId xmlns:a16="http://schemas.microsoft.com/office/drawing/2014/main" id="{9BBA7D7C-10F4-4856-9FE0-719938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6505575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white wristwatches</a:t>
            </a:r>
          </a:p>
        </p:txBody>
      </p:sp>
      <p:sp>
        <p:nvSpPr>
          <p:cNvPr id="277" name="on the bottom.">
            <a:extLst xmlns:a="http://schemas.openxmlformats.org/drawingml/2006/main">
              <a:ext uri="{FF2B5EF4-FFF2-40B4-BE49-F238E27FC236}">
                <a16:creationId xmlns:a16="http://schemas.microsoft.com/office/drawing/2014/main" id="{5368EE8E-BB73-47B1-97F9-128D07A1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0" y="6715125"/>
            <a:ext cx="17335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 the bottom.</a:t>
            </a:r>
          </a:p>
        </p:txBody>
      </p:sp>
      <p:sp>
        <p:nvSpPr>
          <p:cNvPr id="278" name="Misaligned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55DDA6DF-63DD-49B9-8CB0-61EA1ADF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953250"/>
            <a:ext cx="1266825" cy="266700"/>
          </a:xfrm>
          <a:custGeom xmlns:a="http://schemas.openxmlformats.org/drawingml/2006/main">
            <a:pathLst>
              <a:path w="1266825" h="266700">
                <a:moveTo>
                  <a:pt x="28575" y="0"/>
                </a:moveTo>
                <a:lnTo>
                  <a:pt x="1238250" y="0"/>
                </a:lnTo>
                <a:cubicBezTo>
                  <a:pt x="1254032" y="0"/>
                  <a:pt x="1266825" y="12793"/>
                  <a:pt x="1266825" y="28575"/>
                </a:cubicBezTo>
                <a:lnTo>
                  <a:pt x="1266825" y="238125"/>
                </a:lnTo>
                <a:cubicBezTo>
                  <a:pt x="1266825" y="253907"/>
                  <a:pt x="1254032" y="266700"/>
                  <a:pt x="1238250" y="266700"/>
                </a:cubicBezTo>
                <a:lnTo>
                  <a:pt x="28575" y="266700"/>
                </a:lnTo>
                <a:cubicBezTo>
                  <a:pt x="12793" y="266700"/>
                  <a:pt x="0" y="253907"/>
                  <a:pt x="0" y="2381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9" name="Misaligned label">
            <a:extLst xmlns:a="http://schemas.openxmlformats.org/drawingml/2006/main">
              <a:ext uri="{FF2B5EF4-FFF2-40B4-BE49-F238E27FC236}">
                <a16:creationId xmlns:a16="http://schemas.microsoft.com/office/drawing/2014/main" id="{DAFC3791-8F5D-4FF4-904C-E864D5A9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6905625"/>
            <a:ext cx="1266825" cy="266700"/>
          </a:xfrm>
          <a:custGeom xmlns:a="http://schemas.openxmlformats.org/drawingml/2006/main">
            <a:pathLst>
              <a:path w="1266825" h="266700">
                <a:moveTo>
                  <a:pt x="28575" y="0"/>
                </a:moveTo>
                <a:lnTo>
                  <a:pt x="1238250" y="0"/>
                </a:lnTo>
                <a:cubicBezTo>
                  <a:pt x="1254032" y="0"/>
                  <a:pt x="1266825" y="12793"/>
                  <a:pt x="1266825" y="28575"/>
                </a:cubicBezTo>
                <a:lnTo>
                  <a:pt x="1266825" y="238125"/>
                </a:lnTo>
                <a:cubicBezTo>
                  <a:pt x="1266825" y="253907"/>
                  <a:pt x="1254032" y="266700"/>
                  <a:pt x="1238250" y="266700"/>
                </a:cubicBezTo>
                <a:lnTo>
                  <a:pt x="28575" y="266700"/>
                </a:lnTo>
                <a:cubicBezTo>
                  <a:pt x="12793" y="266700"/>
                  <a:pt x="0" y="253907"/>
                  <a:pt x="0" y="2381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0" name="Misaligned">
            <a:extLst xmlns:a="http://schemas.openxmlformats.org/drawingml/2006/main">
              <a:ext uri="{FF2B5EF4-FFF2-40B4-BE49-F238E27FC236}">
                <a16:creationId xmlns:a16="http://schemas.microsoft.com/office/drawing/2014/main" id="{C090A417-7E0F-499A-A4FB-67F3B83B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7725" y="6896100"/>
            <a:ext cx="1181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 i="0">
                <a:solidFill>
                  <a:srgbClr val="FF0000"/>
                </a:solidFill>
                <a:latin typeface="Comic Sans MS"/>
                <a:ea typeface="Comic Sans MS"/>
                <a:cs typeface="Comic Sans MS"/>
              </a:rPr>
              <a:t>Misaligned</a:t>
            </a:r>
          </a:p>
        </p:txBody>
      </p:sp>
      <p:sp>
        <p:nvSpPr>
          <p:cNvPr id="281" name="No invalid images,">
            <a:extLst xmlns:a="http://schemas.openxmlformats.org/drawingml/2006/main">
              <a:ext uri="{FF2B5EF4-FFF2-40B4-BE49-F238E27FC236}">
                <a16:creationId xmlns:a16="http://schemas.microsoft.com/office/drawing/2014/main" id="{F3BE2014-0D7F-4176-99D8-F4660DB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01950" y="7324725"/>
            <a:ext cx="20574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 invalid images,</a:t>
            </a:r>
          </a:p>
        </p:txBody>
      </p:sp>
      <p:sp>
        <p:nvSpPr>
          <p:cNvPr id="282" name="only invalid prompts!">
            <a:extLst xmlns:a="http://schemas.openxmlformats.org/drawingml/2006/main">
              <a:ext uri="{FF2B5EF4-FFF2-40B4-BE49-F238E27FC236}">
                <a16:creationId xmlns:a16="http://schemas.microsoft.com/office/drawing/2014/main" id="{782B5298-61FF-4981-8D1A-47FF0331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35325" y="7591425"/>
            <a:ext cx="26479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only invalid prompts!</a:t>
            </a:r>
          </a:p>
        </p:txBody>
      </p:sp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FD1AC551-2FDF-4A33-84D1-54FCF409C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0f2c67cbb4c72"/>
          <a:stretch xmlns:a="http://schemas.openxmlformats.org/drawingml/2006/main"/>
        </p:blipFill>
        <p:spPr>
          <a:xfrm xmlns:a="http://schemas.openxmlformats.org/drawingml/2006/main">
            <a:off x="17373600" y="5659184"/>
            <a:ext cx="390525" cy="359283"/>
          </a:xfrm>
          <a:prstGeom xmlns:a="http://schemas.openxmlformats.org/drawingml/2006/main" prst="rect">
            <a:avLst/>
          </a:prstGeom>
        </p:spPr>
      </p:pic>
      <p:sp>
        <p:nvSpPr>
          <p:cNvPr id="284" name="GPT-4o">
            <a:extLst xmlns:a="http://schemas.openxmlformats.org/drawingml/2006/main">
              <a:ext uri="{FF2B5EF4-FFF2-40B4-BE49-F238E27FC236}">
                <a16:creationId xmlns:a16="http://schemas.microsoft.com/office/drawing/2014/main" id="{08956D15-AFF4-4097-B961-63ACD586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0" y="6029325"/>
            <a:ext cx="83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GPT-4o</a:t>
            </a:r>
          </a:p>
        </p:txBody>
      </p:sp>
      <p:sp>
        <p:nvSpPr>
          <p:cNvPr id="285" name="Refinement arrow">
            <a:extLst xmlns:a="http://schemas.openxmlformats.org/drawingml/2006/main">
              <a:ext uri="{FF2B5EF4-FFF2-40B4-BE49-F238E27FC236}">
                <a16:creationId xmlns:a16="http://schemas.microsoft.com/office/drawing/2014/main" id="{91FCCFB8-F80F-44D0-8302-E1C0EC05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66575" y="5934807"/>
            <a:ext cx="316650" cy="299944"/>
          </a:xfrm>
          <a:custGeom xmlns:a="http://schemas.openxmlformats.org/drawingml/2006/main">
            <a:pathLst>
              <a:path w="316650" h="299944">
                <a:moveTo>
                  <a:pt x="0" y="93786"/>
                </a:moveTo>
                <a:lnTo>
                  <a:pt x="168010" y="238623"/>
                </a:lnTo>
                <a:lnTo>
                  <a:pt x="115146" y="299944"/>
                </a:lnTo>
                <a:lnTo>
                  <a:pt x="316650" y="285018"/>
                </a:lnTo>
                <a:lnTo>
                  <a:pt x="301724" y="83514"/>
                </a:lnTo>
                <a:lnTo>
                  <a:pt x="248860" y="144836"/>
                </a:lnTo>
                <a:lnTo>
                  <a:pt x="80850" y="0"/>
                </a:lnTo>
                <a:close/>
              </a:path>
            </a:pathLst>
          </a:custGeom>
          <a:solidFill xmlns:a="http://schemas.openxmlformats.org/drawingml/2006/main">
            <a:srgbClr val="A77BCF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E25A2C99-7F6A-4587-997E-FD6D82284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b5d6ed31d489f"/>
          <a:stretch xmlns:a="http://schemas.openxmlformats.org/drawingml/2006/main"/>
        </p:blipFill>
        <p:spPr>
          <a:xfrm xmlns:a="http://schemas.openxmlformats.org/drawingml/2006/main">
            <a:off x="17792700" y="5802435"/>
            <a:ext cx="304800" cy="320431"/>
          </a:xfrm>
          <a:prstGeom xmlns:a="http://schemas.openxmlformats.org/drawingml/2006/main" prst="rect">
            <a:avLst/>
          </a:prstGeom>
        </p:spPr>
      </p:pic>
      <p:sp>
        <p:nvSpPr>
          <p:cNvPr id="287" name="Refine">
            <a:extLst xmlns:a="http://schemas.openxmlformats.org/drawingml/2006/main">
              <a:ext uri="{FF2B5EF4-FFF2-40B4-BE49-F238E27FC236}">
                <a16:creationId xmlns:a16="http://schemas.microsoft.com/office/drawing/2014/main" id="{C70369BD-D0C3-42AA-8261-DFC23EA7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6100" y="6134100"/>
            <a:ext cx="10477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1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Refine</a:t>
            </a:r>
          </a:p>
        </p:txBody>
      </p:sp>
      <p:sp>
        <p:nvSpPr>
          <p:cNvPr id="288" name="four">
            <a:extLst xmlns:a="http://schemas.openxmlformats.org/drawingml/2006/main">
              <a:ext uri="{FF2B5EF4-FFF2-40B4-BE49-F238E27FC236}">
                <a16:creationId xmlns:a16="http://schemas.microsoft.com/office/drawing/2014/main" id="{8D54B454-D361-45A3-B4D1-FE20B6E2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4100" y="6457950"/>
            <a:ext cx="561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E82C28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E82C28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E82C28"/>
                </a:solidFill>
                <a:latin typeface="Comic Sans MS"/>
                <a:ea typeface="Comic Sans MS"/>
                <a:cs typeface="Comic Sans MS"/>
              </a:rPr>
              <a:t>four</a:t>
            </a:r>
          </a:p>
        </p:txBody>
      </p:sp>
      <p:sp>
        <p:nvSpPr>
          <p:cNvPr id="289" name="⇔">
            <a:extLst xmlns:a="http://schemas.openxmlformats.org/drawingml/2006/main">
              <a:ext uri="{FF2B5EF4-FFF2-40B4-BE49-F238E27FC236}">
                <a16:creationId xmlns:a16="http://schemas.microsoft.com/office/drawing/2014/main" id="{455D542F-751E-4665-9440-8F96E78A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4150" y="6381750"/>
            <a:ext cx="4667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⇔</a:t>
            </a:r>
          </a:p>
        </p:txBody>
      </p:sp>
      <p:sp>
        <p:nvSpPr>
          <p:cNvPr id="290" name="three">
            <a:extLst xmlns:a="http://schemas.openxmlformats.org/drawingml/2006/main">
              <a:ext uri="{FF2B5EF4-FFF2-40B4-BE49-F238E27FC236}">
                <a16:creationId xmlns:a16="http://schemas.microsoft.com/office/drawing/2014/main" id="{7F73C0D0-9F4F-4944-BC09-1F485DF3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26100" y="6457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72AF4D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72AF4D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0" i="0">
                <a:solidFill>
                  <a:srgbClr val="72AF4D"/>
                </a:solidFill>
                <a:latin typeface="Comic Sans MS"/>
                <a:ea typeface="Comic Sans MS"/>
                <a:cs typeface="Comic Sans MS"/>
              </a:rPr>
              <a:t>three</a:t>
            </a:r>
          </a:p>
        </p:txBody>
      </p:sp>
      <p:sp>
        <p:nvSpPr>
          <p:cNvPr id="291" name="Aligned label native soft shadow">
            <a:extLst xmlns:a="http://schemas.openxmlformats.org/drawingml/2006/main">
              <a:ext uri="{FF2B5EF4-FFF2-40B4-BE49-F238E27FC236}">
                <a16:creationId xmlns:a16="http://schemas.microsoft.com/office/drawing/2014/main" id="{C88A01A7-1922-4350-B544-47C53771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25" y="6781800"/>
            <a:ext cx="1114425" cy="295275"/>
          </a:xfrm>
          <a:custGeom xmlns:a="http://schemas.openxmlformats.org/drawingml/2006/main">
            <a:pathLst>
              <a:path w="1114425" h="295275">
                <a:moveTo>
                  <a:pt x="28575" y="0"/>
                </a:moveTo>
                <a:lnTo>
                  <a:pt x="1085850" y="0"/>
                </a:lnTo>
                <a:cubicBezTo>
                  <a:pt x="1101632" y="0"/>
                  <a:pt x="1114425" y="12793"/>
                  <a:pt x="1114425" y="28575"/>
                </a:cubicBezTo>
                <a:lnTo>
                  <a:pt x="1114425" y="266700"/>
                </a:lnTo>
                <a:cubicBezTo>
                  <a:pt x="1114425" y="282482"/>
                  <a:pt x="1101632" y="295275"/>
                  <a:pt x="1085850" y="295275"/>
                </a:cubicBezTo>
                <a:lnTo>
                  <a:pt x="28575" y="295275"/>
                </a:lnTo>
                <a:cubicBezTo>
                  <a:pt x="12793" y="295275"/>
                  <a:pt x="0" y="282482"/>
                  <a:pt x="0" y="2667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D6D6D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2" name="Aligned label">
            <a:extLst xmlns:a="http://schemas.openxmlformats.org/drawingml/2006/main">
              <a:ext uri="{FF2B5EF4-FFF2-40B4-BE49-F238E27FC236}">
                <a16:creationId xmlns:a16="http://schemas.microsoft.com/office/drawing/2014/main" id="{7F7495A1-BEB1-4CE6-8200-365E7A36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4625" y="6734175"/>
            <a:ext cx="1114425" cy="295275"/>
          </a:xfrm>
          <a:custGeom xmlns:a="http://schemas.openxmlformats.org/drawingml/2006/main">
            <a:pathLst>
              <a:path w="1114425" h="295275">
                <a:moveTo>
                  <a:pt x="28575" y="0"/>
                </a:moveTo>
                <a:lnTo>
                  <a:pt x="1085850" y="0"/>
                </a:lnTo>
                <a:cubicBezTo>
                  <a:pt x="1101632" y="0"/>
                  <a:pt x="1114425" y="12793"/>
                  <a:pt x="1114425" y="28575"/>
                </a:cubicBezTo>
                <a:lnTo>
                  <a:pt x="1114425" y="266700"/>
                </a:lnTo>
                <a:cubicBezTo>
                  <a:pt x="1114425" y="282482"/>
                  <a:pt x="1101632" y="295275"/>
                  <a:pt x="1085850" y="295275"/>
                </a:cubicBezTo>
                <a:lnTo>
                  <a:pt x="28575" y="295275"/>
                </a:lnTo>
                <a:cubicBezTo>
                  <a:pt x="12793" y="295275"/>
                  <a:pt x="0" y="282482"/>
                  <a:pt x="0" y="2667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3" name="Aligned!">
            <a:extLst xmlns:a="http://schemas.openxmlformats.org/drawingml/2006/main">
              <a:ext uri="{FF2B5EF4-FFF2-40B4-BE49-F238E27FC236}">
                <a16:creationId xmlns:a16="http://schemas.microsoft.com/office/drawing/2014/main" id="{8514A54E-28FF-470D-AA42-8A5E636F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35600" y="6762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73AE50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73AE50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 i="0">
                <a:solidFill>
                  <a:srgbClr val="73AE50"/>
                </a:solidFill>
                <a:latin typeface="Comic Sans MS"/>
                <a:ea typeface="Comic Sans MS"/>
                <a:cs typeface="Comic Sans MS"/>
              </a:rPr>
              <a:t>Aligned!</a:t>
            </a:r>
          </a:p>
        </p:txBody>
      </p:sp>
      <p:pic>
        <p:nvPic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F3D3C11F-3BF9-4255-B2C3-E609FFFC6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4eae4585d4cd3"/>
          <a:stretch xmlns:a="http://schemas.openxmlformats.org/drawingml/2006/main"/>
        </p:blipFill>
        <p:spPr>
          <a:xfrm xmlns:a="http://schemas.openxmlformats.org/drawingml/2006/main">
            <a:off x="18126489" y="7219950"/>
            <a:ext cx="637347" cy="542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464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2026-10-18T16:24:08.4090000Z</dcterms:created>
  <dcterms:modified xsi:type="dcterms:W3CDTF">2026-10-18T16:24:08.4090000Z</dcterms:modified>
</coreProperties>
</file>