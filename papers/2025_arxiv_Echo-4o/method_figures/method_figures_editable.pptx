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ba6151988347b6" /><Relationship Type="http://schemas.openxmlformats.org/officeDocument/2006/relationships/extended-properties" Target="/docProps/app.xml" Id="Rd846747be6254e5c" /><Relationship Type="http://schemas.openxmlformats.org/officeDocument/2006/relationships/officeDocument" Target="/ppt/presentation.xml" Id="R727e56783e5c40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d3c2cc629a470d"/>
  </p:sldMasterIdLst>
  <p:notesMasterIdLst>
    <p:notesMasterId xmlns:r="http://schemas.openxmlformats.org/officeDocument/2006/relationships" r:id="Rfaa995ba8c02420a"/>
  </p:notesMasterIdLst>
  <p:sldIdLst>
    <p:sldId xmlns:r="http://schemas.openxmlformats.org/officeDocument/2006/relationships" id="256" r:id="R202d79497cc84fe6"/>
    <p:sldId xmlns:r="http://schemas.openxmlformats.org/officeDocument/2006/relationships" id="257" r:id="Rd441e04a722e4e67"/>
    <p:sldId xmlns:r="http://schemas.openxmlformats.org/officeDocument/2006/relationships" id="258" r:id="R436cc6d695514286"/>
  </p:sldIdLst>
  <p:sldSz cx="19507200" cy="1219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13083a568e4eb1" /><Relationship Type="http://schemas.openxmlformats.org/officeDocument/2006/relationships/slideMaster" Target="/ppt/slideMasters/slideMaster1.xml" Id="Rbdd3c2cc629a470d" /><Relationship Type="http://schemas.openxmlformats.org/officeDocument/2006/relationships/notesMaster" Target="/ppt/notesMasters/notesMaster1.xml" Id="Rfaa995ba8c02420a" /><Relationship Type="http://schemas.openxmlformats.org/officeDocument/2006/relationships/presProps" Target="/ppt/presProps.xml" Id="R4c9489eb713b40e0" /><Relationship Type="http://schemas.openxmlformats.org/officeDocument/2006/relationships/tableStyles" Target="/ppt/tableStyles.xml" Id="Ra7c06f0e685149ca" /><Relationship Type="http://schemas.openxmlformats.org/officeDocument/2006/relationships/slide" Target="/ppt/slides/slide1.xml" Id="R202d79497cc84fe6" /><Relationship Type="http://schemas.openxmlformats.org/officeDocument/2006/relationships/slide" Target="/ppt/slides/slide2.xml" Id="Rd441e04a722e4e67" /><Relationship Type="http://schemas.openxmlformats.org/officeDocument/2006/relationships/slide" Target="/ppt/slides/slide3.xml" Id="R436cc6d6955142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dd17700fa146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6e61e754fd451b" /><Relationship Type="http://schemas.openxmlformats.org/officeDocument/2006/relationships/notesMaster" Target="/ppt/notesMasters/notesMaster1.xml" Id="Rc039de7979c043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d640d3aa204a03" /><Relationship Type="http://schemas.openxmlformats.org/officeDocument/2006/relationships/notesMaster" Target="/ppt/notesMasters/notesMaster1.xml" Id="Rd77823a3e66440a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d375144c225426b" /><Relationship Type="http://schemas.openxmlformats.org/officeDocument/2006/relationships/notesMaster" Target="/ppt/notesMasters/notesMaster1.xml" Id="R0b5acc562b7445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ReFigure editable reconstruction, not author-provided PowerPoint.</a:t>
            </a:r>
          </a:p>
          <a:p xmlns:a="http://schemas.openxmlformats.org/drawingml/2006/main">
            <a:r>
              <a:t>Synthetic Data Advantages</a:t>
            </a:r>
          </a:p>
          <a:p xmlns:a="http://schemas.openxmlformats.org/drawingml/2006/main">
            <a:r>
              <a:t>Source: https://arxiv.org/abs/2508.09987v1</a:t>
            </a:r>
          </a:p>
          <a:p xmlns:a="http://schemas.openxmlformats.org/drawingml/2006/main">
            <a:r>
              <a:t>Approved image: fig2_synthetic_data_advantages.png; SHA-256: ad4d7f02698179c56cf04cb1240de784cabf8c7c1c4584edd3f237b528be46c2</a:t>
            </a:r>
          </a:p>
          <a:p xmlns:a="http://schemas.openxmlformats.org/drawingml/2006/main">
            <a:r>
              <a:t>Readable diagram labels and vector geometry are native editable PowerPoint objects. Arrow paths are not endpoint-bound connectors and plot paths are not data-bound charts. Photos and complex local illustrations remain independent raster objects (55), whose internal pixels are not editable.</a:t>
            </a:r>
          </a:p>
          <a:p xmlns:a="http://schemas.openxmlformats.org/drawingml/2006/main">
            <a:r>
              <a:t>Font substitution: flattened source artwork rebuilt with Comic Sans MS (installed Windows fonts). Gradients, shadows, 3-D bar shading and freehand strokes are approximate. This is a reconstruction, not pixel-identical author source. Source crop boundaries are preserved.</a:t>
            </a:r>
          </a:p>
          <a:p xmlns:a="http://schemas.openxmlformats.org/drawingml/2006/main">
            <a:r>
              <a:t>Final-file renderer: Artifact Tool PPTX roundtrip,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ReFigure editable reconstruction, not author-provided PowerPoint.</a:t>
            </a:r>
          </a:p>
          <a:p xmlns:a="http://schemas.openxmlformats.org/drawingml/2006/main">
            <a:r>
              <a:t>Dataset Construction Pipeline</a:t>
            </a:r>
          </a:p>
          <a:p xmlns:a="http://schemas.openxmlformats.org/drawingml/2006/main">
            <a:r>
              <a:t>Source: https://arxiv.org/abs/2508.09987v1</a:t>
            </a:r>
          </a:p>
          <a:p xmlns:a="http://schemas.openxmlformats.org/drawingml/2006/main">
            <a:r>
              <a:t>Approved image: fig3_dataset_construction_pipeline.png; SHA-256: 62733a814f15a077ddaeb763b1174ad1836c08e7b5355184d8e674dd98ca0870</a:t>
            </a:r>
          </a:p>
          <a:p xmlns:a="http://schemas.openxmlformats.org/drawingml/2006/main">
            <a:r>
              <a:t>Readable diagram labels and vector geometry are native editable PowerPoint objects. Arrow paths are not endpoint-bound connectors and plot paths are not data-bound charts. Photos and complex local illustrations remain independent raster objects (45), whose internal pixels are not editable.</a:t>
            </a:r>
          </a:p>
          <a:p xmlns:a="http://schemas.openxmlformats.org/drawingml/2006/main">
            <a:r>
              <a:t>Font substitution: flattened source artwork rebuilt with Comic Sans MS, Times New Roman (installed Windows fonts). Gradients, shadows, 3-D bar shading and freehand strokes are approximate. This is a reconstruction, not pixel-identical author source. Source crop boundaries are preserved.</a:t>
            </a:r>
          </a:p>
          <a:p xmlns:a="http://schemas.openxmlformats.org/drawingml/2006/main">
            <a:r>
              <a:t>Final-file renderer: Artifact Tool PPTX roundtrip,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ReFigure editable reconstruction, not author-provided PowerPoint.</a:t>
            </a:r>
          </a:p>
          <a:p xmlns:a="http://schemas.openxmlformats.org/drawingml/2006/main">
            <a:r>
              <a:t>GenEval++ and Imagine-Bench Evaluation</a:t>
            </a:r>
          </a:p>
          <a:p xmlns:a="http://schemas.openxmlformats.org/drawingml/2006/main">
            <a:r>
              <a:t>Source: https://arxiv.org/abs/2508.09987v1</a:t>
            </a:r>
          </a:p>
          <a:p xmlns:a="http://schemas.openxmlformats.org/drawingml/2006/main">
            <a:r>
              <a:t>Approved image: fig4_geneval_and_imagine_bench_evaluation.png; SHA-256: 455d5d9353b8fd0b7b7cb8edc81b90152a40bd9d232dde49884771eb4a3b76a4</a:t>
            </a:r>
          </a:p>
          <a:p xmlns:a="http://schemas.openxmlformats.org/drawingml/2006/main">
            <a:r>
              <a:t>Readable diagram labels and vector geometry are native editable PowerPoint objects. Arrow paths are not endpoint-bound connectors and plot paths are not data-bound charts. Photos and complex local illustrations remain independent raster objects (7), whose internal pixels are not editable.</a:t>
            </a:r>
          </a:p>
          <a:p xmlns:a="http://schemas.openxmlformats.org/drawingml/2006/main">
            <a:r>
              <a:t>Font substitution: flattened source artwork rebuilt with Comic Sans MS, Arial (installed Windows fonts). Gradients, shadows, 3-D bar shading and freehand strokes are approximate. This is a reconstruction, not pixel-identical author source. Source crop boundaries are preserved.</a:t>
            </a:r>
          </a:p>
          <a:p xmlns:a="http://schemas.openxmlformats.org/drawingml/2006/main">
            <a:r>
              <a:t>Final-file renderer: Artifact Tool PPTX roundtrip,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bf4e114d19404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1fde21ba0b466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47f7434d5a46b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ec4d94422a4d7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52d6ae22b0462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1cc5ce709a43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29D6258-E5C5-4154-BE79-E2B02401DD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50720" y="4605867"/>
            <a:ext cx="15605760" cy="1761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6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DD7B93B-91F5-44DD-B4BA-C2240E83515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926080" y="6705600"/>
            <a:ext cx="13655040" cy="1354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36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4BBBCEE-2A89-47A9-959C-A1DBC1F4AC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50720" y="5080000"/>
            <a:ext cx="15605760" cy="20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7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2C96A05-CC4D-441D-AACC-125E6FEF86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7280" y="948267"/>
            <a:ext cx="17312640" cy="1490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2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30D34DD-2AC3-4A18-86C7-B1BDDF09B8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97280" y="3386667"/>
            <a:ext cx="17312640" cy="7586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6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65760" indent="-365760">
              <a:lnSpc>
                <a:spcPct val="110000"/>
              </a:lnSpc>
              <a:spcBef>
                <a:spcPts val="0"/>
              </a:spcBef>
              <a:spcAft>
                <a:spcPts val="1920"/>
              </a:spcAft>
              <a:buChar char="•"/>
            </a:lvl1pPr>
            <a:lvl2pPr marL="853440" indent="-365760">
              <a:lnSpc>
                <a:spcPct val="110000"/>
              </a:lnSpc>
              <a:spcBef>
                <a:spcPts val="0"/>
              </a:spcBef>
              <a:spcAft>
                <a:spcPts val="1920"/>
              </a:spcAft>
              <a:buChar char="•"/>
            </a:lvl2pPr>
            <a:lvl3pPr marL="1341120" indent="-365760">
              <a:lnSpc>
                <a:spcPct val="110000"/>
              </a:lnSpc>
              <a:spcBef>
                <a:spcPts val="0"/>
              </a:spcBef>
              <a:spcAft>
                <a:spcPts val="1920"/>
              </a:spcAft>
              <a:buChar char="•"/>
            </a:lvl3pPr>
            <a:lvl4pPr marL="1828800" indent="-365760">
              <a:lnSpc>
                <a:spcPct val="110000"/>
              </a:lnSpc>
              <a:spcBef>
                <a:spcPts val="0"/>
              </a:spcBef>
              <a:spcAft>
                <a:spcPts val="1920"/>
              </a:spcAft>
              <a:buChar char="•"/>
            </a:lvl4pPr>
            <a:lvl5pPr marL="2316480" indent="-365760">
              <a:lnSpc>
                <a:spcPct val="110000"/>
              </a:lnSpc>
              <a:spcBef>
                <a:spcPts val="0"/>
              </a:spcBef>
              <a:spcAft>
                <a:spcPts val="1920"/>
              </a:spcAft>
              <a:buChar char="•"/>
            </a:lvl5pPr>
            <a:lvl6pPr marL="2804160" indent="-365760">
              <a:lnSpc>
                <a:spcPct val="110000"/>
              </a:lnSpc>
              <a:spcBef>
                <a:spcPts val="0"/>
              </a:spcBef>
              <a:spcAft>
                <a:spcPts val="1920"/>
              </a:spcAft>
              <a:buChar char="•"/>
            </a:lvl6pPr>
            <a:lvl7pPr marL="3291840" indent="-365760">
              <a:lnSpc>
                <a:spcPct val="110000"/>
              </a:lnSpc>
              <a:spcBef>
                <a:spcPts val="0"/>
              </a:spcBef>
              <a:spcAft>
                <a:spcPts val="1920"/>
              </a:spcAft>
              <a:buChar char="•"/>
            </a:lvl7pPr>
            <a:lvl8pPr marL="3779520" indent="-365760">
              <a:lnSpc>
                <a:spcPct val="110000"/>
              </a:lnSpc>
              <a:spcBef>
                <a:spcPts val="0"/>
              </a:spcBef>
              <a:spcAft>
                <a:spcPts val="1920"/>
              </a:spcAft>
              <a:buChar char="•"/>
            </a:lvl8pPr>
            <a:lvl9pPr marL="4267200" indent="-365760">
              <a:lnSpc>
                <a:spcPct val="110000"/>
              </a:lnSpc>
              <a:spcBef>
                <a:spcPts val="0"/>
              </a:spcBef>
              <a:spcAft>
                <a:spcPts val="192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5811C32-11FC-418B-9FDF-918007E266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7280" y="948267"/>
            <a:ext cx="17312640" cy="1490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2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9DDF7E4-9F13-4CC5-BDC5-6D83BFC781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97280" y="3386667"/>
            <a:ext cx="8046720" cy="7586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6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65760" indent="-365760">
              <a:lnSpc>
                <a:spcPct val="110000"/>
              </a:lnSpc>
              <a:spcBef>
                <a:spcPts val="0"/>
              </a:spcBef>
              <a:spcAft>
                <a:spcPts val="1920"/>
              </a:spcAft>
              <a:buChar char="•"/>
            </a:lvl1pPr>
            <a:lvl2pPr marL="853440" indent="-365760">
              <a:lnSpc>
                <a:spcPct val="110000"/>
              </a:lnSpc>
              <a:spcBef>
                <a:spcPts val="0"/>
              </a:spcBef>
              <a:spcAft>
                <a:spcPts val="1920"/>
              </a:spcAft>
              <a:buChar char="•"/>
            </a:lvl2pPr>
            <a:lvl3pPr marL="1341120" indent="-365760">
              <a:lnSpc>
                <a:spcPct val="110000"/>
              </a:lnSpc>
              <a:spcBef>
                <a:spcPts val="0"/>
              </a:spcBef>
              <a:spcAft>
                <a:spcPts val="1920"/>
              </a:spcAft>
              <a:buChar char="•"/>
            </a:lvl3pPr>
            <a:lvl4pPr marL="1828800" indent="-365760">
              <a:lnSpc>
                <a:spcPct val="110000"/>
              </a:lnSpc>
              <a:spcBef>
                <a:spcPts val="0"/>
              </a:spcBef>
              <a:spcAft>
                <a:spcPts val="1920"/>
              </a:spcAft>
              <a:buChar char="•"/>
            </a:lvl4pPr>
            <a:lvl5pPr marL="2316480" indent="-365760">
              <a:lnSpc>
                <a:spcPct val="110000"/>
              </a:lnSpc>
              <a:spcBef>
                <a:spcPts val="0"/>
              </a:spcBef>
              <a:spcAft>
                <a:spcPts val="1920"/>
              </a:spcAft>
              <a:buChar char="•"/>
            </a:lvl5pPr>
            <a:lvl6pPr marL="2804160" indent="-365760">
              <a:lnSpc>
                <a:spcPct val="110000"/>
              </a:lnSpc>
              <a:spcBef>
                <a:spcPts val="0"/>
              </a:spcBef>
              <a:spcAft>
                <a:spcPts val="1920"/>
              </a:spcAft>
              <a:buChar char="•"/>
            </a:lvl6pPr>
            <a:lvl7pPr marL="3291840" indent="-365760">
              <a:lnSpc>
                <a:spcPct val="110000"/>
              </a:lnSpc>
              <a:spcBef>
                <a:spcPts val="0"/>
              </a:spcBef>
              <a:spcAft>
                <a:spcPts val="1920"/>
              </a:spcAft>
              <a:buChar char="•"/>
            </a:lvl7pPr>
            <a:lvl8pPr marL="3779520" indent="-365760">
              <a:lnSpc>
                <a:spcPct val="110000"/>
              </a:lnSpc>
              <a:spcBef>
                <a:spcPts val="0"/>
              </a:spcBef>
              <a:spcAft>
                <a:spcPts val="1920"/>
              </a:spcAft>
              <a:buChar char="•"/>
            </a:lvl8pPr>
            <a:lvl9pPr marL="4267200" indent="-365760">
              <a:lnSpc>
                <a:spcPct val="110000"/>
              </a:lnSpc>
              <a:spcBef>
                <a:spcPts val="0"/>
              </a:spcBef>
              <a:spcAft>
                <a:spcPts val="192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98307E0-B374-41C2-BBE7-2A755D70634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0363200" y="3386667"/>
            <a:ext cx="8046720" cy="7586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6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65760" indent="-365760">
              <a:lnSpc>
                <a:spcPct val="110000"/>
              </a:lnSpc>
              <a:spcBef>
                <a:spcPts val="0"/>
              </a:spcBef>
              <a:spcAft>
                <a:spcPts val="1920"/>
              </a:spcAft>
              <a:buChar char="•"/>
            </a:lvl1pPr>
            <a:lvl2pPr marL="853440" indent="-365760">
              <a:lnSpc>
                <a:spcPct val="110000"/>
              </a:lnSpc>
              <a:spcBef>
                <a:spcPts val="0"/>
              </a:spcBef>
              <a:spcAft>
                <a:spcPts val="1920"/>
              </a:spcAft>
              <a:buChar char="•"/>
            </a:lvl2pPr>
            <a:lvl3pPr marL="1341120" indent="-365760">
              <a:lnSpc>
                <a:spcPct val="110000"/>
              </a:lnSpc>
              <a:spcBef>
                <a:spcPts val="0"/>
              </a:spcBef>
              <a:spcAft>
                <a:spcPts val="1920"/>
              </a:spcAft>
              <a:buChar char="•"/>
            </a:lvl3pPr>
            <a:lvl4pPr marL="1828800" indent="-365760">
              <a:lnSpc>
                <a:spcPct val="110000"/>
              </a:lnSpc>
              <a:spcBef>
                <a:spcPts val="0"/>
              </a:spcBef>
              <a:spcAft>
                <a:spcPts val="1920"/>
              </a:spcAft>
              <a:buChar char="•"/>
            </a:lvl4pPr>
            <a:lvl5pPr marL="2316480" indent="-365760">
              <a:lnSpc>
                <a:spcPct val="110000"/>
              </a:lnSpc>
              <a:spcBef>
                <a:spcPts val="0"/>
              </a:spcBef>
              <a:spcAft>
                <a:spcPts val="1920"/>
              </a:spcAft>
              <a:buChar char="•"/>
            </a:lvl5pPr>
            <a:lvl6pPr marL="2804160" indent="-365760">
              <a:lnSpc>
                <a:spcPct val="110000"/>
              </a:lnSpc>
              <a:spcBef>
                <a:spcPts val="0"/>
              </a:spcBef>
              <a:spcAft>
                <a:spcPts val="1920"/>
              </a:spcAft>
              <a:buChar char="•"/>
            </a:lvl6pPr>
            <a:lvl7pPr marL="3291840" indent="-365760">
              <a:lnSpc>
                <a:spcPct val="110000"/>
              </a:lnSpc>
              <a:spcBef>
                <a:spcPts val="0"/>
              </a:spcBef>
              <a:spcAft>
                <a:spcPts val="1920"/>
              </a:spcAft>
              <a:buChar char="•"/>
            </a:lvl7pPr>
            <a:lvl8pPr marL="3779520" indent="-365760">
              <a:lnSpc>
                <a:spcPct val="110000"/>
              </a:lnSpc>
              <a:spcBef>
                <a:spcPts val="0"/>
              </a:spcBef>
              <a:spcAft>
                <a:spcPts val="1920"/>
              </a:spcAft>
              <a:buChar char="•"/>
            </a:lvl8pPr>
            <a:lvl9pPr marL="4267200" indent="-365760">
              <a:lnSpc>
                <a:spcPct val="110000"/>
              </a:lnSpc>
              <a:spcBef>
                <a:spcPts val="0"/>
              </a:spcBef>
              <a:spcAft>
                <a:spcPts val="192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55605B0-4890-4902-B026-EC52B54C2D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7280" y="948267"/>
            <a:ext cx="17312640" cy="1490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2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326DFC5-78EE-4C5B-87CE-3943E6DFF03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97280" y="3386667"/>
            <a:ext cx="8046720" cy="7586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6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65760" indent="-365760">
              <a:lnSpc>
                <a:spcPct val="110000"/>
              </a:lnSpc>
              <a:spcBef>
                <a:spcPts val="0"/>
              </a:spcBef>
              <a:spcAft>
                <a:spcPts val="1920"/>
              </a:spcAft>
              <a:buChar char="•"/>
            </a:lvl1pPr>
            <a:lvl2pPr marL="853440" indent="-365760">
              <a:lnSpc>
                <a:spcPct val="110000"/>
              </a:lnSpc>
              <a:spcBef>
                <a:spcPts val="0"/>
              </a:spcBef>
              <a:spcAft>
                <a:spcPts val="1920"/>
              </a:spcAft>
              <a:buChar char="•"/>
            </a:lvl2pPr>
            <a:lvl3pPr marL="1341120" indent="-365760">
              <a:lnSpc>
                <a:spcPct val="110000"/>
              </a:lnSpc>
              <a:spcBef>
                <a:spcPts val="0"/>
              </a:spcBef>
              <a:spcAft>
                <a:spcPts val="1920"/>
              </a:spcAft>
              <a:buChar char="•"/>
            </a:lvl3pPr>
            <a:lvl4pPr marL="1828800" indent="-365760">
              <a:lnSpc>
                <a:spcPct val="110000"/>
              </a:lnSpc>
              <a:spcBef>
                <a:spcPts val="0"/>
              </a:spcBef>
              <a:spcAft>
                <a:spcPts val="1920"/>
              </a:spcAft>
              <a:buChar char="•"/>
            </a:lvl4pPr>
            <a:lvl5pPr marL="2316480" indent="-365760">
              <a:lnSpc>
                <a:spcPct val="110000"/>
              </a:lnSpc>
              <a:spcBef>
                <a:spcPts val="0"/>
              </a:spcBef>
              <a:spcAft>
                <a:spcPts val="1920"/>
              </a:spcAft>
              <a:buChar char="•"/>
            </a:lvl5pPr>
            <a:lvl6pPr marL="2804160" indent="-365760">
              <a:lnSpc>
                <a:spcPct val="110000"/>
              </a:lnSpc>
              <a:spcBef>
                <a:spcPts val="0"/>
              </a:spcBef>
              <a:spcAft>
                <a:spcPts val="1920"/>
              </a:spcAft>
              <a:buChar char="•"/>
            </a:lvl6pPr>
            <a:lvl7pPr marL="3291840" indent="-365760">
              <a:lnSpc>
                <a:spcPct val="110000"/>
              </a:lnSpc>
              <a:spcBef>
                <a:spcPts val="0"/>
              </a:spcBef>
              <a:spcAft>
                <a:spcPts val="1920"/>
              </a:spcAft>
              <a:buChar char="•"/>
            </a:lvl7pPr>
            <a:lvl8pPr marL="3779520" indent="-365760">
              <a:lnSpc>
                <a:spcPct val="110000"/>
              </a:lnSpc>
              <a:spcBef>
                <a:spcPts val="0"/>
              </a:spcBef>
              <a:spcAft>
                <a:spcPts val="1920"/>
              </a:spcAft>
              <a:buChar char="•"/>
            </a:lvl8pPr>
            <a:lvl9pPr marL="4267200" indent="-365760">
              <a:lnSpc>
                <a:spcPct val="110000"/>
              </a:lnSpc>
              <a:spcBef>
                <a:spcPts val="0"/>
              </a:spcBef>
              <a:spcAft>
                <a:spcPts val="192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927392819146e9" /><Relationship Type="http://schemas.openxmlformats.org/officeDocument/2006/relationships/slideLayout" Target="/ppt/slideLayouts/slideLayout1.xml" Id="Rc64c4936a0874538" /><Relationship Type="http://schemas.openxmlformats.org/officeDocument/2006/relationships/slideLayout" Target="/ppt/slideLayouts/slideLayout2.xml" Id="Rdf9266f931174d27" /><Relationship Type="http://schemas.openxmlformats.org/officeDocument/2006/relationships/slideLayout" Target="/ppt/slideLayouts/slideLayout3.xml" Id="R8654aefe58014614" /><Relationship Type="http://schemas.openxmlformats.org/officeDocument/2006/relationships/slideLayout" Target="/ppt/slideLayouts/slideLayout4.xml" Id="R98a0b6d19f804503" /><Relationship Type="http://schemas.openxmlformats.org/officeDocument/2006/relationships/slideLayout" Target="/ppt/slideLayouts/slideLayout5.xml" Id="Rd1c3699a96a0432e" /><Relationship Type="http://schemas.openxmlformats.org/officeDocument/2006/relationships/slideLayout" Target="/ppt/slideLayouts/slideLayout6.xml" Id="R3a318ea62ef149d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4c4936a0874538"/>
    <p:sldLayoutId xmlns:r="http://schemas.openxmlformats.org/officeDocument/2006/relationships" id="2147483650" r:id="Rdf9266f931174d27"/>
    <p:sldLayoutId xmlns:r="http://schemas.openxmlformats.org/officeDocument/2006/relationships" id="2147483651" r:id="R8654aefe58014614"/>
    <p:sldLayoutId xmlns:r="http://schemas.openxmlformats.org/officeDocument/2006/relationships" id="2147483652" r:id="R98a0b6d19f804503"/>
    <p:sldLayoutId xmlns:r="http://schemas.openxmlformats.org/officeDocument/2006/relationships" id="2147483653" r:id="Rd1c3699a96a0432e"/>
    <p:sldLayoutId xmlns:r="http://schemas.openxmlformats.org/officeDocument/2006/relationships" id="2147483654" r:id="R3a318ea62ef149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3af35ad44a4019" /><Relationship Type="http://schemas.openxmlformats.org/officeDocument/2006/relationships/image" Target="/ppt/media/image.png" Id="Rb541594d56964076" /><Relationship Type="http://schemas.openxmlformats.org/officeDocument/2006/relationships/image" Target="/ppt/media/image2.png" Id="Rd6e512e839294053" /><Relationship Type="http://schemas.openxmlformats.org/officeDocument/2006/relationships/image" Target="/ppt/media/image3.png" Id="Rbe45af30850a40c9" /><Relationship Type="http://schemas.openxmlformats.org/officeDocument/2006/relationships/image" Target="/ppt/media/image4.png" Id="R533d42eeb01b4f8f" /><Relationship Type="http://schemas.openxmlformats.org/officeDocument/2006/relationships/image" Target="/ppt/media/image5.png" Id="R3b3e7abf515f4954" /><Relationship Type="http://schemas.openxmlformats.org/officeDocument/2006/relationships/image" Target="/ppt/media/image6.png" Id="Rf2bd7ac9b0644e94" /><Relationship Type="http://schemas.openxmlformats.org/officeDocument/2006/relationships/image" Target="/ppt/media/image7.png" Id="R4ec6561374fe4bbf" /><Relationship Type="http://schemas.openxmlformats.org/officeDocument/2006/relationships/image" Target="/ppt/media/image8.png" Id="Rf4e0ff17ccb540ed" /><Relationship Type="http://schemas.openxmlformats.org/officeDocument/2006/relationships/image" Target="/ppt/media/image9.png" Id="R9f1d0e93a3e14725" /><Relationship Type="http://schemas.openxmlformats.org/officeDocument/2006/relationships/image" Target="/ppt/media/image10.png" Id="R5e4a5e2870644d7a" /><Relationship Type="http://schemas.openxmlformats.org/officeDocument/2006/relationships/image" Target="/ppt/media/image11.png" Id="R6a9027b3e01d4b56" /><Relationship Type="http://schemas.openxmlformats.org/officeDocument/2006/relationships/image" Target="/ppt/media/image12.png" Id="Rc1d08eae44c74360" /><Relationship Type="http://schemas.openxmlformats.org/officeDocument/2006/relationships/image" Target="/ppt/media/image13.png" Id="R21d631783fa043a5" /><Relationship Type="http://schemas.openxmlformats.org/officeDocument/2006/relationships/image" Target="/ppt/media/image14.png" Id="R58e4fd45b6424702" /><Relationship Type="http://schemas.openxmlformats.org/officeDocument/2006/relationships/image" Target="/ppt/media/image15.png" Id="Rf696d1b4103544ca" /><Relationship Type="http://schemas.openxmlformats.org/officeDocument/2006/relationships/image" Target="/ppt/media/image16.png" Id="R1b2d4d41c83249c0" /><Relationship Type="http://schemas.openxmlformats.org/officeDocument/2006/relationships/image" Target="/ppt/media/image17.png" Id="Rebbeb993881b4022" /><Relationship Type="http://schemas.openxmlformats.org/officeDocument/2006/relationships/image" Target="/ppt/media/image18.png" Id="R7ba5f5b7e07b434f" /><Relationship Type="http://schemas.openxmlformats.org/officeDocument/2006/relationships/image" Target="/ppt/media/image19.png" Id="Rd3aa00cac5394323" /><Relationship Type="http://schemas.openxmlformats.org/officeDocument/2006/relationships/image" Target="/ppt/media/image20.png" Id="Re00379f2c5ea48bd" /><Relationship Type="http://schemas.openxmlformats.org/officeDocument/2006/relationships/image" Target="/ppt/media/image21.png" Id="Rdd4a37651c084683" /><Relationship Type="http://schemas.openxmlformats.org/officeDocument/2006/relationships/image" Target="/ppt/media/image22.png" Id="R9a7476f7ffa24b4e" /><Relationship Type="http://schemas.openxmlformats.org/officeDocument/2006/relationships/image" Target="/ppt/media/image23.png" Id="R8adf2dd3d7e64c35" /><Relationship Type="http://schemas.openxmlformats.org/officeDocument/2006/relationships/image" Target="/ppt/media/image24.png" Id="R393efc0be5334846" /><Relationship Type="http://schemas.openxmlformats.org/officeDocument/2006/relationships/image" Target="/ppt/media/image25.png" Id="R062da3988fc74692" /><Relationship Type="http://schemas.openxmlformats.org/officeDocument/2006/relationships/image" Target="/ppt/media/image26.png" Id="R3443945cb8384ddf" /><Relationship Type="http://schemas.openxmlformats.org/officeDocument/2006/relationships/image" Target="/ppt/media/image27.png" Id="R6bed7f65ceb94541" /><Relationship Type="http://schemas.openxmlformats.org/officeDocument/2006/relationships/image" Target="/ppt/media/image28.png" Id="R6f041b65b5e14a0c" /><Relationship Type="http://schemas.openxmlformats.org/officeDocument/2006/relationships/image" Target="/ppt/media/image29.png" Id="R923650339e4b4804" /><Relationship Type="http://schemas.openxmlformats.org/officeDocument/2006/relationships/image" Target="/ppt/media/image30.png" Id="R36f85588b69c4c8a" /><Relationship Type="http://schemas.openxmlformats.org/officeDocument/2006/relationships/image" Target="/ppt/media/image31.png" Id="R93b3e95854e045df" /><Relationship Type="http://schemas.openxmlformats.org/officeDocument/2006/relationships/image" Target="/ppt/media/image32.png" Id="Red8c9de292fa4296" /><Relationship Type="http://schemas.openxmlformats.org/officeDocument/2006/relationships/image" Target="/ppt/media/image33.png" Id="R0c77e408e2924065" /><Relationship Type="http://schemas.openxmlformats.org/officeDocument/2006/relationships/image" Target="/ppt/media/image34.png" Id="R4a481350874d4831" /><Relationship Type="http://schemas.openxmlformats.org/officeDocument/2006/relationships/image" Target="/ppt/media/image35.png" Id="Ra9745127d89641f2" /><Relationship Type="http://schemas.openxmlformats.org/officeDocument/2006/relationships/image" Target="/ppt/media/image36.png" Id="R8c90a4f0d7614964" /><Relationship Type="http://schemas.openxmlformats.org/officeDocument/2006/relationships/image" Target="/ppt/media/image37.png" Id="R3999986817ce477b" /><Relationship Type="http://schemas.openxmlformats.org/officeDocument/2006/relationships/image" Target="/ppt/media/image38.png" Id="R56a2f76f67d94204" /><Relationship Type="http://schemas.openxmlformats.org/officeDocument/2006/relationships/image" Target="/ppt/media/image39.png" Id="Rbb9e898765944c8f" /><Relationship Type="http://schemas.openxmlformats.org/officeDocument/2006/relationships/image" Target="/ppt/media/image40.png" Id="R32da6506140c40a7" /><Relationship Type="http://schemas.openxmlformats.org/officeDocument/2006/relationships/image" Target="/ppt/media/image41.png" Id="Rd094d398fc474cdd" /><Relationship Type="http://schemas.openxmlformats.org/officeDocument/2006/relationships/image" Target="/ppt/media/image42.png" Id="Rb3b29dd9f7e54ec7" /><Relationship Type="http://schemas.openxmlformats.org/officeDocument/2006/relationships/image" Target="/ppt/media/image43.png" Id="R65495e6424d84671" /><Relationship Type="http://schemas.openxmlformats.org/officeDocument/2006/relationships/image" Target="/ppt/media/image44.png" Id="R09a8dfd97af54f81" /><Relationship Type="http://schemas.openxmlformats.org/officeDocument/2006/relationships/image" Target="/ppt/media/image45.png" Id="R8953dc9a91de4155" /><Relationship Type="http://schemas.openxmlformats.org/officeDocument/2006/relationships/image" Target="/ppt/media/image46.png" Id="R609b22d1aaeb4c9e" /><Relationship Type="http://schemas.openxmlformats.org/officeDocument/2006/relationships/image" Target="/ppt/media/image47.png" Id="R0fa990210dd446f0" /><Relationship Type="http://schemas.openxmlformats.org/officeDocument/2006/relationships/image" Target="/ppt/media/image48.png" Id="R7e71ba280e7d487d" /><Relationship Type="http://schemas.openxmlformats.org/officeDocument/2006/relationships/image" Target="/ppt/media/image49.png" Id="R12c9d5c19cba4904" /><Relationship Type="http://schemas.openxmlformats.org/officeDocument/2006/relationships/image" Target="/ppt/media/image50.png" Id="Ref74321f06024c1e" /><Relationship Type="http://schemas.openxmlformats.org/officeDocument/2006/relationships/image" Target="/ppt/media/image51.png" Id="R64e8fff3ed544e7a" /><Relationship Type="http://schemas.openxmlformats.org/officeDocument/2006/relationships/image" Target="/ppt/media/image52.png" Id="Rf516b19bbe564945" /><Relationship Type="http://schemas.openxmlformats.org/officeDocument/2006/relationships/image" Target="/ppt/media/image53.png" Id="R066ddf1b4bcc4453" /><Relationship Type="http://schemas.openxmlformats.org/officeDocument/2006/relationships/image" Target="/ppt/media/image54.png" Id="R2f1cc2372f9a4e93" /><Relationship Type="http://schemas.openxmlformats.org/officeDocument/2006/relationships/image" Target="/ppt/media/image55.png" Id="R9e3e361635b14f89" /><Relationship Type="http://schemas.openxmlformats.org/officeDocument/2006/relationships/notesSlide" Target="/ppt/notesSlides/notesSlide1.xml" Id="R21af5918a9a74f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1c26214c7f42b0" /><Relationship Type="http://schemas.openxmlformats.org/officeDocument/2006/relationships/image" Target="/ppt/media/image56.png" Id="R90d34b1afe0e46b3" /><Relationship Type="http://schemas.openxmlformats.org/officeDocument/2006/relationships/image" Target="/ppt/media/image57.png" Id="R5005a19e7a0347fb" /><Relationship Type="http://schemas.openxmlformats.org/officeDocument/2006/relationships/image" Target="/ppt/media/image58.png" Id="R4056cf15c2c04e8b" /><Relationship Type="http://schemas.openxmlformats.org/officeDocument/2006/relationships/image" Target="/ppt/media/image59.png" Id="Rc07fef35aee04d08" /><Relationship Type="http://schemas.openxmlformats.org/officeDocument/2006/relationships/image" Target="/ppt/media/image60.png" Id="R526454478b0a4a00" /><Relationship Type="http://schemas.openxmlformats.org/officeDocument/2006/relationships/image" Target="/ppt/media/image61.png" Id="R0bf337ce18344632" /><Relationship Type="http://schemas.openxmlformats.org/officeDocument/2006/relationships/image" Target="/ppt/media/image62.png" Id="Rc0924ffe4f2e4f8d" /><Relationship Type="http://schemas.openxmlformats.org/officeDocument/2006/relationships/image" Target="/ppt/media/image63.png" Id="Rdd6a19750fe54a56" /><Relationship Type="http://schemas.openxmlformats.org/officeDocument/2006/relationships/image" Target="/ppt/media/image64.png" Id="R1eda7ae990b34ec3" /><Relationship Type="http://schemas.openxmlformats.org/officeDocument/2006/relationships/image" Target="/ppt/media/image65.png" Id="Rf83f1c20a3b9454a" /><Relationship Type="http://schemas.openxmlformats.org/officeDocument/2006/relationships/image" Target="/ppt/media/image66.png" Id="R206f2376eb29406f" /><Relationship Type="http://schemas.openxmlformats.org/officeDocument/2006/relationships/image" Target="/ppt/media/image67.png" Id="R68ebf3166e874072" /><Relationship Type="http://schemas.openxmlformats.org/officeDocument/2006/relationships/image" Target="/ppt/media/image68.png" Id="Rb74f7b40daa54737" /><Relationship Type="http://schemas.openxmlformats.org/officeDocument/2006/relationships/image" Target="/ppt/media/image69.png" Id="R55dd53970c8e407c" /><Relationship Type="http://schemas.openxmlformats.org/officeDocument/2006/relationships/image" Target="/ppt/media/image70.png" Id="Ra3bcb2596a9b40a9" /><Relationship Type="http://schemas.openxmlformats.org/officeDocument/2006/relationships/image" Target="/ppt/media/image71.png" Id="Rd13428566a094072" /><Relationship Type="http://schemas.openxmlformats.org/officeDocument/2006/relationships/image" Target="/ppt/media/image72.png" Id="R8a53ba459a114964" /><Relationship Type="http://schemas.openxmlformats.org/officeDocument/2006/relationships/image" Target="/ppt/media/image73.png" Id="R71d02e2032614c38" /><Relationship Type="http://schemas.openxmlformats.org/officeDocument/2006/relationships/image" Target="/ppt/media/image74.png" Id="R453c642563bd4755" /><Relationship Type="http://schemas.openxmlformats.org/officeDocument/2006/relationships/image" Target="/ppt/media/image75.png" Id="Rea58d87270fb42d2" /><Relationship Type="http://schemas.openxmlformats.org/officeDocument/2006/relationships/image" Target="/ppt/media/image76.png" Id="Ra0e8709157844423" /><Relationship Type="http://schemas.openxmlformats.org/officeDocument/2006/relationships/image" Target="/ppt/media/image77.png" Id="R577e189bde0a4d0e" /><Relationship Type="http://schemas.openxmlformats.org/officeDocument/2006/relationships/image" Target="/ppt/media/image78.png" Id="R38527f364f0e4b69" /><Relationship Type="http://schemas.openxmlformats.org/officeDocument/2006/relationships/image" Target="/ppt/media/image79.png" Id="Rc836d232b6af41bd" /><Relationship Type="http://schemas.openxmlformats.org/officeDocument/2006/relationships/image" Target="/ppt/media/image80.png" Id="R35cc0dc9ce5b4c41" /><Relationship Type="http://schemas.openxmlformats.org/officeDocument/2006/relationships/image" Target="/ppt/media/image81.png" Id="R6288b7a8a14a48de" /><Relationship Type="http://schemas.openxmlformats.org/officeDocument/2006/relationships/image" Target="/ppt/media/image82.png" Id="R0e69438d2e484787" /><Relationship Type="http://schemas.openxmlformats.org/officeDocument/2006/relationships/image" Target="/ppt/media/image83.png" Id="R37501c490a2246f6" /><Relationship Type="http://schemas.openxmlformats.org/officeDocument/2006/relationships/image" Target="/ppt/media/image84.png" Id="R3726ae0bf4a244f9" /><Relationship Type="http://schemas.openxmlformats.org/officeDocument/2006/relationships/image" Target="/ppt/media/image85.png" Id="Re6f0f418309e42de" /><Relationship Type="http://schemas.openxmlformats.org/officeDocument/2006/relationships/image" Target="/ppt/media/image86.png" Id="R6a3636cedcfa4a71" /><Relationship Type="http://schemas.openxmlformats.org/officeDocument/2006/relationships/image" Target="/ppt/media/image87.png" Id="R20eaf3b3b07d4e75" /><Relationship Type="http://schemas.openxmlformats.org/officeDocument/2006/relationships/image" Target="/ppt/media/image88.png" Id="R0d4264ca72df4333" /><Relationship Type="http://schemas.openxmlformats.org/officeDocument/2006/relationships/image" Target="/ppt/media/image89.png" Id="R2882ab25cd874a36" /><Relationship Type="http://schemas.openxmlformats.org/officeDocument/2006/relationships/image" Target="/ppt/media/image90.png" Id="R2a3188f6332d4c2d" /><Relationship Type="http://schemas.openxmlformats.org/officeDocument/2006/relationships/image" Target="/ppt/media/image91.png" Id="R5c28a91391044e94" /><Relationship Type="http://schemas.openxmlformats.org/officeDocument/2006/relationships/image" Target="/ppt/media/image92.png" Id="R1e60a04803634a89" /><Relationship Type="http://schemas.openxmlformats.org/officeDocument/2006/relationships/image" Target="/ppt/media/image93.png" Id="R146141e350624932" /><Relationship Type="http://schemas.openxmlformats.org/officeDocument/2006/relationships/image" Target="/ppt/media/image94.png" Id="R4e323a68dc4e4da2" /><Relationship Type="http://schemas.openxmlformats.org/officeDocument/2006/relationships/image" Target="/ppt/media/image95.png" Id="Rd65da6d905444e6a" /><Relationship Type="http://schemas.openxmlformats.org/officeDocument/2006/relationships/image" Target="/ppt/media/image96.png" Id="R513adc4db9394122" /><Relationship Type="http://schemas.openxmlformats.org/officeDocument/2006/relationships/image" Target="/ppt/media/image97.png" Id="R35ba243fa9de4e86" /><Relationship Type="http://schemas.openxmlformats.org/officeDocument/2006/relationships/image" Target="/ppt/media/image98.png" Id="R6e70694b76b340f0" /><Relationship Type="http://schemas.openxmlformats.org/officeDocument/2006/relationships/image" Target="/ppt/media/image99.png" Id="R0a6756de6f864b77" /><Relationship Type="http://schemas.openxmlformats.org/officeDocument/2006/relationships/image" Target="/ppt/media/image100.png" Id="R91000f55752647ef" /><Relationship Type="http://schemas.openxmlformats.org/officeDocument/2006/relationships/notesSlide" Target="/ppt/notesSlides/notesSlide2.xml" Id="R887509823cb148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e8e750f94e4e30" /><Relationship Type="http://schemas.openxmlformats.org/officeDocument/2006/relationships/image" Target="/ppt/media/image101.png" Id="R9b5a72091a3e41c1" /><Relationship Type="http://schemas.openxmlformats.org/officeDocument/2006/relationships/image" Target="/ppt/media/image102.png" Id="Raf491e32831a4f4b" /><Relationship Type="http://schemas.openxmlformats.org/officeDocument/2006/relationships/image" Target="/ppt/media/image103.png" Id="Rb76df9b2811d413b" /><Relationship Type="http://schemas.openxmlformats.org/officeDocument/2006/relationships/image" Target="/ppt/media/image104.png" Id="R969660f91245451b" /><Relationship Type="http://schemas.openxmlformats.org/officeDocument/2006/relationships/image" Target="/ppt/media/image105.png" Id="R35ce2d3d849149b9" /><Relationship Type="http://schemas.openxmlformats.org/officeDocument/2006/relationships/image" Target="/ppt/media/image106.png" Id="R07bf6195b01e4615" /><Relationship Type="http://schemas.openxmlformats.org/officeDocument/2006/relationships/image" Target="/ppt/media/image107.png" Id="R035d171e394c421d" /><Relationship Type="http://schemas.openxmlformats.org/officeDocument/2006/relationships/notesSlide" Target="/ppt/notesSlides/notesSlide3.xml" Id="R7ba0be85baab4dd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8" name="Surreal fantasy panel native soft shadow">
            <a:extLst xmlns:a="http://schemas.openxmlformats.org/drawingml/2006/main">
              <a:ext uri="{FF2B5EF4-FFF2-40B4-BE49-F238E27FC236}">
                <a16:creationId xmlns:a16="http://schemas.microsoft.com/office/drawing/2014/main" id="{30EBD1BE-37D3-4268-99E7-E73CED82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"/>
            <a:ext cx="17764125" cy="3600450"/>
          </a:xfrm>
          <a:custGeom xmlns:a="http://schemas.openxmlformats.org/drawingml/2006/main">
            <a:pathLst>
              <a:path w="17764125" h="3600450">
                <a:moveTo>
                  <a:pt x="180975" y="0"/>
                </a:moveTo>
                <a:lnTo>
                  <a:pt x="17583150" y="0"/>
                </a:lnTo>
                <a:cubicBezTo>
                  <a:pt x="17683100" y="0"/>
                  <a:pt x="17764125" y="81025"/>
                  <a:pt x="17764125" y="180975"/>
                </a:cubicBezTo>
                <a:lnTo>
                  <a:pt x="17764125" y="3419475"/>
                </a:lnTo>
                <a:cubicBezTo>
                  <a:pt x="17764125" y="3519425"/>
                  <a:pt x="17683100" y="3600450"/>
                  <a:pt x="17583150" y="3600450"/>
                </a:cubicBezTo>
                <a:lnTo>
                  <a:pt x="180975" y="3600450"/>
                </a:lnTo>
                <a:cubicBezTo>
                  <a:pt x="81025" y="3600450"/>
                  <a:pt x="0" y="3519425"/>
                  <a:pt x="0" y="3419475"/>
                </a:cubicBezTo>
                <a:lnTo>
                  <a:pt x="0" y="180975"/>
                </a:lnTo>
                <a:cubicBezTo>
                  <a:pt x="0" y="81025"/>
                  <a:pt x="81025" y="0"/>
                  <a:pt x="180975" y="0"/>
                </a:cubicBezTo>
                <a:close/>
              </a:path>
            </a:pathLst>
          </a:custGeom>
          <a:solidFill xmlns:a="http://schemas.openxmlformats.org/drawingml/2006/main">
            <a:srgbClr val="D6D6D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" name="Surreal fantasy panel">
            <a:extLst xmlns:a="http://schemas.openxmlformats.org/drawingml/2006/main">
              <a:ext uri="{FF2B5EF4-FFF2-40B4-BE49-F238E27FC236}">
                <a16:creationId xmlns:a16="http://schemas.microsoft.com/office/drawing/2014/main" id="{F0740B27-D8A5-45D4-9458-DE17AAD65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4300"/>
            <a:ext cx="17764125" cy="3600450"/>
          </a:xfrm>
          <a:custGeom xmlns:a="http://schemas.openxmlformats.org/drawingml/2006/main">
            <a:pathLst>
              <a:path w="17764125" h="3600450">
                <a:moveTo>
                  <a:pt x="180975" y="0"/>
                </a:moveTo>
                <a:lnTo>
                  <a:pt x="17583150" y="0"/>
                </a:lnTo>
                <a:cubicBezTo>
                  <a:pt x="17683100" y="0"/>
                  <a:pt x="17764125" y="81025"/>
                  <a:pt x="17764125" y="180975"/>
                </a:cubicBezTo>
                <a:lnTo>
                  <a:pt x="17764125" y="3419475"/>
                </a:lnTo>
                <a:cubicBezTo>
                  <a:pt x="17764125" y="3519425"/>
                  <a:pt x="17683100" y="3600450"/>
                  <a:pt x="17583150" y="3600450"/>
                </a:cubicBezTo>
                <a:lnTo>
                  <a:pt x="180975" y="3600450"/>
                </a:lnTo>
                <a:cubicBezTo>
                  <a:pt x="81025" y="3600450"/>
                  <a:pt x="0" y="3519425"/>
                  <a:pt x="0" y="3419475"/>
                </a:cubicBezTo>
                <a:lnTo>
                  <a:pt x="0" y="180975"/>
                </a:lnTo>
                <a:cubicBezTo>
                  <a:pt x="0" y="81025"/>
                  <a:pt x="81025" y="0"/>
                  <a:pt x="18097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6670">
            <a:solidFill>
              <a:srgbClr val="FF5790"/>
            </a:solidFill>
            <a:prstDash val="solid"/>
          </a:ln>
        </p:spPr>
      </p:sp>
      <p:sp>
        <p:nvSpPr>
          <p:cNvPr id="3" name="Multi reference panel native soft shadow">
            <a:extLst xmlns:a="http://schemas.openxmlformats.org/drawingml/2006/main">
              <a:ext uri="{FF2B5EF4-FFF2-40B4-BE49-F238E27FC236}">
                <a16:creationId xmlns:a16="http://schemas.microsoft.com/office/drawing/2014/main" id="{B2A89593-3CC8-4D3C-B237-1C9FCEC3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33825"/>
            <a:ext cx="17764125" cy="3676650"/>
          </a:xfrm>
          <a:custGeom xmlns:a="http://schemas.openxmlformats.org/drawingml/2006/main">
            <a:pathLst>
              <a:path w="17764125" h="3676650">
                <a:moveTo>
                  <a:pt x="180975" y="0"/>
                </a:moveTo>
                <a:lnTo>
                  <a:pt x="17583150" y="0"/>
                </a:lnTo>
                <a:cubicBezTo>
                  <a:pt x="17683100" y="0"/>
                  <a:pt x="17764125" y="81025"/>
                  <a:pt x="17764125" y="180975"/>
                </a:cubicBezTo>
                <a:lnTo>
                  <a:pt x="17764125" y="3495675"/>
                </a:lnTo>
                <a:cubicBezTo>
                  <a:pt x="17764125" y="3595625"/>
                  <a:pt x="17683100" y="3676650"/>
                  <a:pt x="17583150" y="3676650"/>
                </a:cubicBezTo>
                <a:lnTo>
                  <a:pt x="180975" y="3676650"/>
                </a:lnTo>
                <a:cubicBezTo>
                  <a:pt x="81025" y="3676650"/>
                  <a:pt x="0" y="3595625"/>
                  <a:pt x="0" y="3495675"/>
                </a:cubicBezTo>
                <a:lnTo>
                  <a:pt x="0" y="180975"/>
                </a:lnTo>
                <a:cubicBezTo>
                  <a:pt x="0" y="81025"/>
                  <a:pt x="81025" y="0"/>
                  <a:pt x="180975" y="0"/>
                </a:cubicBezTo>
                <a:close/>
              </a:path>
            </a:pathLst>
          </a:custGeom>
          <a:solidFill xmlns:a="http://schemas.openxmlformats.org/drawingml/2006/main">
            <a:srgbClr val="D6D6D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4" name="Multi reference panel">
            <a:extLst xmlns:a="http://schemas.openxmlformats.org/drawingml/2006/main">
              <a:ext uri="{FF2B5EF4-FFF2-40B4-BE49-F238E27FC236}">
                <a16:creationId xmlns:a16="http://schemas.microsoft.com/office/drawing/2014/main" id="{94F394CD-04C8-4A26-A0CA-25FF10BC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86200"/>
            <a:ext cx="17764125" cy="3676650"/>
          </a:xfrm>
          <a:custGeom xmlns:a="http://schemas.openxmlformats.org/drawingml/2006/main">
            <a:pathLst>
              <a:path w="17764125" h="3676650">
                <a:moveTo>
                  <a:pt x="180975" y="0"/>
                </a:moveTo>
                <a:lnTo>
                  <a:pt x="17583150" y="0"/>
                </a:lnTo>
                <a:cubicBezTo>
                  <a:pt x="17683100" y="0"/>
                  <a:pt x="17764125" y="81025"/>
                  <a:pt x="17764125" y="180975"/>
                </a:cubicBezTo>
                <a:lnTo>
                  <a:pt x="17764125" y="3495675"/>
                </a:lnTo>
                <a:cubicBezTo>
                  <a:pt x="17764125" y="3595625"/>
                  <a:pt x="17683100" y="3676650"/>
                  <a:pt x="17583150" y="3676650"/>
                </a:cubicBezTo>
                <a:lnTo>
                  <a:pt x="180975" y="3676650"/>
                </a:lnTo>
                <a:cubicBezTo>
                  <a:pt x="81025" y="3676650"/>
                  <a:pt x="0" y="3595625"/>
                  <a:pt x="0" y="3495675"/>
                </a:cubicBezTo>
                <a:lnTo>
                  <a:pt x="0" y="180975"/>
                </a:lnTo>
                <a:cubicBezTo>
                  <a:pt x="0" y="81025"/>
                  <a:pt x="81025" y="0"/>
                  <a:pt x="18097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6670">
            <a:solidFill>
              <a:srgbClr val="0877BE"/>
            </a:solidFill>
            <a:prstDash val="solid"/>
          </a:ln>
        </p:spPr>
      </p:sp>
      <p:sp>
        <p:nvSpPr>
          <p:cNvPr id="5" name="Pure alignment panel native soft shadow">
            <a:extLst xmlns:a="http://schemas.openxmlformats.org/drawingml/2006/main">
              <a:ext uri="{FF2B5EF4-FFF2-40B4-BE49-F238E27FC236}">
                <a16:creationId xmlns:a16="http://schemas.microsoft.com/office/drawing/2014/main" id="{0B2319F2-3C77-4BDB-80A9-DA73E3B3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858125"/>
            <a:ext cx="4914900" cy="4114800"/>
          </a:xfrm>
          <a:custGeom xmlns:a="http://schemas.openxmlformats.org/drawingml/2006/main">
            <a:pathLst>
              <a:path w="4914900" h="4114800">
                <a:moveTo>
                  <a:pt x="180975" y="0"/>
                </a:moveTo>
                <a:lnTo>
                  <a:pt x="4733925" y="0"/>
                </a:lnTo>
                <a:cubicBezTo>
                  <a:pt x="4833875" y="0"/>
                  <a:pt x="4914900" y="81025"/>
                  <a:pt x="4914900" y="180975"/>
                </a:cubicBezTo>
                <a:lnTo>
                  <a:pt x="4914900" y="3933825"/>
                </a:lnTo>
                <a:cubicBezTo>
                  <a:pt x="4914900" y="4033775"/>
                  <a:pt x="4833875" y="4114800"/>
                  <a:pt x="4733925" y="4114800"/>
                </a:cubicBezTo>
                <a:lnTo>
                  <a:pt x="180975" y="4114800"/>
                </a:lnTo>
                <a:cubicBezTo>
                  <a:pt x="81025" y="4114800"/>
                  <a:pt x="0" y="4033775"/>
                  <a:pt x="0" y="3933825"/>
                </a:cubicBezTo>
                <a:lnTo>
                  <a:pt x="0" y="180975"/>
                </a:lnTo>
                <a:cubicBezTo>
                  <a:pt x="0" y="81025"/>
                  <a:pt x="81025" y="0"/>
                  <a:pt x="180975" y="0"/>
                </a:cubicBezTo>
                <a:close/>
              </a:path>
            </a:pathLst>
          </a:custGeom>
          <a:solidFill xmlns:a="http://schemas.openxmlformats.org/drawingml/2006/main">
            <a:srgbClr val="D6D6D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6" name="Pure alignment panel">
            <a:extLst xmlns:a="http://schemas.openxmlformats.org/drawingml/2006/main">
              <a:ext uri="{FF2B5EF4-FFF2-40B4-BE49-F238E27FC236}">
                <a16:creationId xmlns:a16="http://schemas.microsoft.com/office/drawing/2014/main" id="{40F7B017-A4C8-462F-99D8-F2BAEF98B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810500"/>
            <a:ext cx="4914900" cy="4114800"/>
          </a:xfrm>
          <a:custGeom xmlns:a="http://schemas.openxmlformats.org/drawingml/2006/main">
            <a:pathLst>
              <a:path w="4914900" h="4114800">
                <a:moveTo>
                  <a:pt x="180975" y="0"/>
                </a:moveTo>
                <a:lnTo>
                  <a:pt x="4733925" y="0"/>
                </a:lnTo>
                <a:cubicBezTo>
                  <a:pt x="4833875" y="0"/>
                  <a:pt x="4914900" y="81025"/>
                  <a:pt x="4914900" y="180975"/>
                </a:cubicBezTo>
                <a:lnTo>
                  <a:pt x="4914900" y="3933825"/>
                </a:lnTo>
                <a:cubicBezTo>
                  <a:pt x="4914900" y="4033775"/>
                  <a:pt x="4833875" y="4114800"/>
                  <a:pt x="4733925" y="4114800"/>
                </a:cubicBezTo>
                <a:lnTo>
                  <a:pt x="180975" y="4114800"/>
                </a:lnTo>
                <a:cubicBezTo>
                  <a:pt x="81025" y="4114800"/>
                  <a:pt x="0" y="4033775"/>
                  <a:pt x="0" y="3933825"/>
                </a:cubicBezTo>
                <a:lnTo>
                  <a:pt x="0" y="180975"/>
                </a:lnTo>
                <a:cubicBezTo>
                  <a:pt x="0" y="81025"/>
                  <a:pt x="81025" y="0"/>
                  <a:pt x="18097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6670">
            <a:solidFill>
              <a:srgbClr val="76A6A7"/>
            </a:solidFill>
            <a:prstDash val="solid"/>
          </a:ln>
        </p:spPr>
      </p:sp>
      <p:sp>
        <p:nvSpPr>
          <p:cNvPr id="7" name="Long tail panel native soft shadow">
            <a:extLst xmlns:a="http://schemas.openxmlformats.org/drawingml/2006/main">
              <a:ext uri="{FF2B5EF4-FFF2-40B4-BE49-F238E27FC236}">
                <a16:creationId xmlns:a16="http://schemas.microsoft.com/office/drawing/2014/main" id="{50F92E4F-7DC8-4904-8A7B-0C2788DCF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7839075"/>
            <a:ext cx="12639675" cy="4124325"/>
          </a:xfrm>
          <a:custGeom xmlns:a="http://schemas.openxmlformats.org/drawingml/2006/main">
            <a:pathLst>
              <a:path w="12639675" h="4124325">
                <a:moveTo>
                  <a:pt x="180975" y="0"/>
                </a:moveTo>
                <a:lnTo>
                  <a:pt x="12458700" y="0"/>
                </a:lnTo>
                <a:cubicBezTo>
                  <a:pt x="12558650" y="0"/>
                  <a:pt x="12639675" y="81025"/>
                  <a:pt x="12639675" y="180975"/>
                </a:cubicBezTo>
                <a:lnTo>
                  <a:pt x="12639675" y="3943350"/>
                </a:lnTo>
                <a:cubicBezTo>
                  <a:pt x="12639675" y="4043300"/>
                  <a:pt x="12558650" y="4124325"/>
                  <a:pt x="12458700" y="4124325"/>
                </a:cubicBezTo>
                <a:lnTo>
                  <a:pt x="180975" y="4124325"/>
                </a:lnTo>
                <a:cubicBezTo>
                  <a:pt x="81025" y="4124325"/>
                  <a:pt x="0" y="4043300"/>
                  <a:pt x="0" y="3943350"/>
                </a:cubicBezTo>
                <a:lnTo>
                  <a:pt x="0" y="180975"/>
                </a:lnTo>
                <a:cubicBezTo>
                  <a:pt x="0" y="81025"/>
                  <a:pt x="81025" y="0"/>
                  <a:pt x="180975" y="0"/>
                </a:cubicBezTo>
                <a:close/>
              </a:path>
            </a:pathLst>
          </a:custGeom>
          <a:solidFill xmlns:a="http://schemas.openxmlformats.org/drawingml/2006/main">
            <a:srgbClr val="D6D6D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8" name="Long tail panel">
            <a:extLst xmlns:a="http://schemas.openxmlformats.org/drawingml/2006/main">
              <a:ext uri="{FF2B5EF4-FFF2-40B4-BE49-F238E27FC236}">
                <a16:creationId xmlns:a16="http://schemas.microsoft.com/office/drawing/2014/main" id="{055514F2-0AC5-4DA6-AA96-FF9E1926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7791450"/>
            <a:ext cx="12639675" cy="4124325"/>
          </a:xfrm>
          <a:custGeom xmlns:a="http://schemas.openxmlformats.org/drawingml/2006/main">
            <a:pathLst>
              <a:path w="12639675" h="4124325">
                <a:moveTo>
                  <a:pt x="180975" y="0"/>
                </a:moveTo>
                <a:lnTo>
                  <a:pt x="12458700" y="0"/>
                </a:lnTo>
                <a:cubicBezTo>
                  <a:pt x="12558650" y="0"/>
                  <a:pt x="12639675" y="81025"/>
                  <a:pt x="12639675" y="180975"/>
                </a:cubicBezTo>
                <a:lnTo>
                  <a:pt x="12639675" y="3943350"/>
                </a:lnTo>
                <a:cubicBezTo>
                  <a:pt x="12639675" y="4043300"/>
                  <a:pt x="12558650" y="4124325"/>
                  <a:pt x="12458700" y="4124325"/>
                </a:cubicBezTo>
                <a:lnTo>
                  <a:pt x="180975" y="4124325"/>
                </a:lnTo>
                <a:cubicBezTo>
                  <a:pt x="81025" y="4124325"/>
                  <a:pt x="0" y="4043300"/>
                  <a:pt x="0" y="3943350"/>
                </a:cubicBezTo>
                <a:lnTo>
                  <a:pt x="0" y="180975"/>
                </a:lnTo>
                <a:cubicBezTo>
                  <a:pt x="0" y="81025"/>
                  <a:pt x="81025" y="0"/>
                  <a:pt x="18097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6670">
            <a:solidFill>
              <a:srgbClr val="9561CF"/>
            </a:solidFill>
            <a:prstDash val="solid"/>
          </a:ln>
        </p:spPr>
      </p:sp>
      <p:sp>
        <p:nvSpPr>
          <p:cNvPr id="9" name="a. Surreal fantasy data label background">
            <a:extLst xmlns:a="http://schemas.openxmlformats.org/drawingml/2006/main">
              <a:ext uri="{FF2B5EF4-FFF2-40B4-BE49-F238E27FC236}">
                <a16:creationId xmlns:a16="http://schemas.microsoft.com/office/drawing/2014/main" id="{E372729D-89F3-41DD-A54E-D7C5CBCE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57175"/>
            <a:ext cx="4381500" cy="457200"/>
          </a:xfrm>
          <a:custGeom xmlns:a="http://schemas.openxmlformats.org/drawingml/2006/main">
            <a:pathLst>
              <a:path w="4381500" h="457200">
                <a:moveTo>
                  <a:pt x="228600" y="0"/>
                </a:moveTo>
                <a:lnTo>
                  <a:pt x="4152900" y="0"/>
                </a:lnTo>
                <a:cubicBezTo>
                  <a:pt x="4279152" y="0"/>
                  <a:pt x="4381500" y="102348"/>
                  <a:pt x="4381500" y="228600"/>
                </a:cubicBezTo>
                <a:lnTo>
                  <a:pt x="4381500" y="228600"/>
                </a:lnTo>
                <a:cubicBezTo>
                  <a:pt x="4381500" y="354852"/>
                  <a:pt x="4279152" y="457200"/>
                  <a:pt x="4152900" y="457200"/>
                </a:cubicBezTo>
                <a:lnTo>
                  <a:pt x="228600" y="457200"/>
                </a:lnTo>
                <a:cubicBezTo>
                  <a:pt x="102348" y="457200"/>
                  <a:pt x="0" y="354852"/>
                  <a:pt x="0" y="228600"/>
                </a:cubicBezTo>
                <a:lnTo>
                  <a:pt x="0" y="228600"/>
                </a:lnTo>
                <a:cubicBezTo>
                  <a:pt x="0" y="102348"/>
                  <a:pt x="102348" y="0"/>
                  <a:pt x="228600" y="0"/>
                </a:cubicBezTo>
                <a:close/>
              </a:path>
            </a:pathLst>
          </a:custGeom>
          <a:solidFill xmlns:a="http://schemas.openxmlformats.org/drawingml/2006/main">
            <a:srgbClr val="FFE7E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0" name="a. Surreal fantasy data">
            <a:extLst xmlns:a="http://schemas.openxmlformats.org/drawingml/2006/main">
              <a:ext uri="{FF2B5EF4-FFF2-40B4-BE49-F238E27FC236}">
                <a16:creationId xmlns:a16="http://schemas.microsoft.com/office/drawing/2014/main" id="{E1BE923E-CB7F-4254-A5E3-6BAAF3D4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0225" y="276225"/>
            <a:ext cx="4152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175" b="1" i="0">
                <a:solidFill>
                  <a:srgbClr val="BE16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175" b="1" i="0">
                <a:solidFill>
                  <a:srgbClr val="BE1650"/>
                </a:solidFill>
                <a:latin typeface="Comic Sans MS"/>
                <a:ea typeface="Comic Sans MS"/>
                <a:cs typeface="Comic Sans MS"/>
              </a:defRPr>
            </a:pPr>
            <a:r>
              <a:rPr sz="2175" b="1" i="0">
                <a:solidFill>
                  <a:srgbClr val="BE1650"/>
                </a:solidFill>
                <a:latin typeface="Comic Sans MS"/>
                <a:ea typeface="Comic Sans MS"/>
                <a:cs typeface="Comic Sans MS"/>
              </a:rPr>
              <a:t>a. Surreal fantasy data</a:t>
            </a:r>
          </a:p>
        </p:txBody>
      </p:sp>
      <p:sp>
        <p:nvSpPr>
          <p:cNvPr id="11" name="real photos heading native soft shadow">
            <a:extLst xmlns:a="http://schemas.openxmlformats.org/drawingml/2006/main">
              <a:ext uri="{FF2B5EF4-FFF2-40B4-BE49-F238E27FC236}">
                <a16:creationId xmlns:a16="http://schemas.microsoft.com/office/drawing/2014/main" id="{803CE0AC-AC45-4CF7-AE31-E6285BA17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71475"/>
            <a:ext cx="2905125" cy="504825"/>
          </a:xfrm>
          <a:custGeom xmlns:a="http://schemas.openxmlformats.org/drawingml/2006/main">
            <a:pathLst>
              <a:path w="2905125" h="504825">
                <a:moveTo>
                  <a:pt x="114300" y="0"/>
                </a:moveTo>
                <a:lnTo>
                  <a:pt x="2790825" y="0"/>
                </a:lnTo>
                <a:cubicBezTo>
                  <a:pt x="2853951" y="0"/>
                  <a:pt x="2905125" y="51174"/>
                  <a:pt x="2905125" y="114300"/>
                </a:cubicBezTo>
                <a:lnTo>
                  <a:pt x="2905125" y="390525"/>
                </a:lnTo>
                <a:cubicBezTo>
                  <a:pt x="2905125" y="453651"/>
                  <a:pt x="2853951" y="504825"/>
                  <a:pt x="2790825" y="504825"/>
                </a:cubicBezTo>
                <a:lnTo>
                  <a:pt x="114300" y="504825"/>
                </a:lnTo>
                <a:cubicBezTo>
                  <a:pt x="51174" y="504825"/>
                  <a:pt x="0" y="453651"/>
                  <a:pt x="0" y="390525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 xmlns:a="http://schemas.openxmlformats.org/drawingml/2006/main">
            <a:srgbClr val="D6D6D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2" name="real photos heading">
            <a:extLst xmlns:a="http://schemas.openxmlformats.org/drawingml/2006/main">
              <a:ext uri="{FF2B5EF4-FFF2-40B4-BE49-F238E27FC236}">
                <a16:creationId xmlns:a16="http://schemas.microsoft.com/office/drawing/2014/main" id="{173C2831-8AA3-44DD-AE4D-815D8A13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23850"/>
            <a:ext cx="2905125" cy="504825"/>
          </a:xfrm>
          <a:custGeom xmlns:a="http://schemas.openxmlformats.org/drawingml/2006/main">
            <a:pathLst>
              <a:path w="2905125" h="504825">
                <a:moveTo>
                  <a:pt x="114300" y="0"/>
                </a:moveTo>
                <a:lnTo>
                  <a:pt x="2790825" y="0"/>
                </a:lnTo>
                <a:cubicBezTo>
                  <a:pt x="2853951" y="0"/>
                  <a:pt x="2905125" y="51174"/>
                  <a:pt x="2905125" y="114300"/>
                </a:cubicBezTo>
                <a:lnTo>
                  <a:pt x="2905125" y="390525"/>
                </a:lnTo>
                <a:cubicBezTo>
                  <a:pt x="2905125" y="453651"/>
                  <a:pt x="2853951" y="504825"/>
                  <a:pt x="2790825" y="504825"/>
                </a:cubicBezTo>
                <a:lnTo>
                  <a:pt x="114300" y="504825"/>
                </a:lnTo>
                <a:cubicBezTo>
                  <a:pt x="51174" y="504825"/>
                  <a:pt x="0" y="453651"/>
                  <a:pt x="0" y="390525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 xmlns:a="http://schemas.openxmlformats.org/drawingml/2006/main">
            <a:srgbClr val="FFF0F5"/>
          </a:solidFill>
          <a:ln xmlns:a="http://schemas.openxmlformats.org/drawingml/2006/main" w="19050">
            <a:solidFill>
              <a:srgbClr val="FFC4D8"/>
            </a:solidFill>
            <a:prstDash val="solid"/>
          </a:ln>
        </p:spPr>
      </p:sp>
      <p:sp>
        <p:nvSpPr>
          <p:cNvPr id="13" name="Real-world images">
            <a:extLst xmlns:a="http://schemas.openxmlformats.org/drawingml/2006/main">
              <a:ext uri="{FF2B5EF4-FFF2-40B4-BE49-F238E27FC236}">
                <a16:creationId xmlns:a16="http://schemas.microsoft.com/office/drawing/2014/main" id="{F5FA35DB-018F-45E1-BB1C-F98DD128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6425" y="3810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1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Real-world images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2689E3-6DF1-4C22-8C9C-F21153B6B8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41594d56964076"/>
          <a:stretch xmlns:a="http://schemas.openxmlformats.org/drawingml/2006/main"/>
        </p:blipFill>
        <p:spPr>
          <a:xfrm xmlns:a="http://schemas.openxmlformats.org/drawingml/2006/main">
            <a:off x="1476375" y="1115695"/>
            <a:ext cx="1314450" cy="978535"/>
          </a:xfrm>
          <a:prstGeom xmlns:a="http://schemas.openxmlformats.org/drawingml/2006/main" prst="rect">
            <a:avLst/>
          </a:prstGeom>
        </p:spPr>
      </p:pic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03116A-B269-457D-895C-5352B7866D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e512e839294053"/>
          <a:stretch xmlns:a="http://schemas.openxmlformats.org/drawingml/2006/main"/>
        </p:blipFill>
        <p:spPr>
          <a:xfrm xmlns:a="http://schemas.openxmlformats.org/drawingml/2006/main">
            <a:off x="2792294" y="1019175"/>
            <a:ext cx="978137" cy="781050"/>
          </a:xfrm>
          <a:prstGeom xmlns:a="http://schemas.openxmlformats.org/drawingml/2006/main" prst="rect">
            <a:avLst/>
          </a:prstGeom>
        </p:spPr>
      </p:pic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15A049-B297-482D-8CFB-8BC05FD35C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45af30850a40c9"/>
          <a:stretch xmlns:a="http://schemas.openxmlformats.org/drawingml/2006/main"/>
        </p:blipFill>
        <p:spPr>
          <a:xfrm xmlns:a="http://schemas.openxmlformats.org/drawingml/2006/main">
            <a:off x="3772451" y="1123950"/>
            <a:ext cx="1046647" cy="695325"/>
          </a:xfrm>
          <a:prstGeom xmlns:a="http://schemas.openxmlformats.org/drawingml/2006/main" prst="rect">
            <a:avLst/>
          </a:prstGeom>
        </p:spPr>
      </p:pic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5E6DC6-87C8-48AE-BA9C-ED00E85D6D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3d42eeb01b4f8f"/>
          <a:stretch xmlns:a="http://schemas.openxmlformats.org/drawingml/2006/main"/>
        </p:blipFill>
        <p:spPr>
          <a:xfrm xmlns:a="http://schemas.openxmlformats.org/drawingml/2006/main">
            <a:off x="1276350" y="2097157"/>
            <a:ext cx="838200" cy="911087"/>
          </a:xfrm>
          <a:prstGeom xmlns:a="http://schemas.openxmlformats.org/drawingml/2006/main" prst="rect">
            <a:avLst/>
          </a:prstGeom>
        </p:spPr>
      </p:pic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B47BA3-8414-4120-8852-E03391476A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3e7abf515f4954"/>
          <a:stretch xmlns:a="http://schemas.openxmlformats.org/drawingml/2006/main"/>
        </p:blipFill>
        <p:spPr>
          <a:xfrm xmlns:a="http://schemas.openxmlformats.org/drawingml/2006/main">
            <a:off x="2114550" y="2212372"/>
            <a:ext cx="1466850" cy="718756"/>
          </a:xfrm>
          <a:prstGeom xmlns:a="http://schemas.openxmlformats.org/drawingml/2006/main" prst="rect">
            <a:avLst/>
          </a:prstGeom>
        </p:spPr>
      </p:pic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4F15DA-F7B8-4E5B-9671-952391D8FD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bd7ac9b0644e94"/>
          <a:stretch xmlns:a="http://schemas.openxmlformats.org/drawingml/2006/main"/>
        </p:blipFill>
        <p:spPr>
          <a:xfrm xmlns:a="http://schemas.openxmlformats.org/drawingml/2006/main">
            <a:off x="3585465" y="2200275"/>
            <a:ext cx="1439671" cy="847725"/>
          </a:xfrm>
          <a:prstGeom xmlns:a="http://schemas.openxmlformats.org/drawingml/2006/main" prst="rect">
            <a:avLst/>
          </a:prstGeom>
        </p:spPr>
      </p:pic>
      <p:sp>
        <p:nvSpPr>
          <p:cNvPr id="20" name="limited expression native caption native soft shadow">
            <a:extLst xmlns:a="http://schemas.openxmlformats.org/drawingml/2006/main">
              <a:ext uri="{FF2B5EF4-FFF2-40B4-BE49-F238E27FC236}">
                <a16:creationId xmlns:a16="http://schemas.microsoft.com/office/drawing/2014/main" id="{78F5039B-90A6-462A-95B4-86045CB82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847850"/>
            <a:ext cx="3076575" cy="419100"/>
          </a:xfrm>
          <a:custGeom xmlns:a="http://schemas.openxmlformats.org/drawingml/2006/main">
            <a:pathLst>
              <a:path w="3076575" h="419100">
                <a:moveTo>
                  <a:pt x="28575" y="0"/>
                </a:moveTo>
                <a:lnTo>
                  <a:pt x="3048000" y="0"/>
                </a:lnTo>
                <a:cubicBezTo>
                  <a:pt x="3063782" y="0"/>
                  <a:pt x="3076575" y="12793"/>
                  <a:pt x="3076575" y="28575"/>
                </a:cubicBezTo>
                <a:lnTo>
                  <a:pt x="3076575" y="390525"/>
                </a:lnTo>
                <a:cubicBezTo>
                  <a:pt x="3076575" y="406307"/>
                  <a:pt x="3063782" y="419100"/>
                  <a:pt x="3048000" y="419100"/>
                </a:cubicBezTo>
                <a:lnTo>
                  <a:pt x="28575" y="419100"/>
                </a:lnTo>
                <a:cubicBezTo>
                  <a:pt x="12793" y="419100"/>
                  <a:pt x="0" y="406307"/>
                  <a:pt x="0" y="3905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 xmlns:a="http://schemas.openxmlformats.org/drawingml/2006/main">
            <a:srgbClr val="D6D6D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1" name="limited expression native caption">
            <a:extLst xmlns:a="http://schemas.openxmlformats.org/drawingml/2006/main">
              <a:ext uri="{FF2B5EF4-FFF2-40B4-BE49-F238E27FC236}">
                <a16:creationId xmlns:a16="http://schemas.microsoft.com/office/drawing/2014/main" id="{86C70268-54C3-4A4B-98D9-2C352754B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800225"/>
            <a:ext cx="3076575" cy="419100"/>
          </a:xfrm>
          <a:custGeom xmlns:a="http://schemas.openxmlformats.org/drawingml/2006/main">
            <a:pathLst>
              <a:path w="3076575" h="419100">
                <a:moveTo>
                  <a:pt x="28575" y="0"/>
                </a:moveTo>
                <a:lnTo>
                  <a:pt x="3048000" y="0"/>
                </a:lnTo>
                <a:cubicBezTo>
                  <a:pt x="3063782" y="0"/>
                  <a:pt x="3076575" y="12793"/>
                  <a:pt x="3076575" y="28575"/>
                </a:cubicBezTo>
                <a:lnTo>
                  <a:pt x="3076575" y="390525"/>
                </a:lnTo>
                <a:cubicBezTo>
                  <a:pt x="3076575" y="406307"/>
                  <a:pt x="3063782" y="419100"/>
                  <a:pt x="3048000" y="419100"/>
                </a:cubicBezTo>
                <a:lnTo>
                  <a:pt x="28575" y="419100"/>
                </a:lnTo>
                <a:cubicBezTo>
                  <a:pt x="12793" y="419100"/>
                  <a:pt x="0" y="406307"/>
                  <a:pt x="0" y="3905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 xmlns:a="http://schemas.openxmlformats.org/drawingml/2006/main">
            <a:srgbClr val="F8F8F8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2" name="Limited expression">
            <a:extLst xmlns:a="http://schemas.openxmlformats.org/drawingml/2006/main">
              <a:ext uri="{FF2B5EF4-FFF2-40B4-BE49-F238E27FC236}">
                <a16:creationId xmlns:a16="http://schemas.microsoft.com/office/drawing/2014/main" id="{AD46BFA4-0CF7-4781-8648-FC7987C9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19300" y="18288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 i="0">
                <a:solidFill>
                  <a:srgbClr val="EE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5" b="0" i="0">
                <a:solidFill>
                  <a:srgbClr val="EE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025" b="0" i="0">
                <a:solidFill>
                  <a:srgbClr val="EE0000"/>
                </a:solidFill>
                <a:latin typeface="Comic Sans MS"/>
                <a:ea typeface="Comic Sans MS"/>
                <a:cs typeface="Comic Sans MS"/>
              </a:rPr>
              <a:t>Limited expression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4A55B5-E971-43A0-A3BD-BCCC99D01C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c6561374fe4bbf"/>
          <a:stretch xmlns:a="http://schemas.openxmlformats.org/drawingml/2006/main"/>
        </p:blipFill>
        <p:spPr>
          <a:xfrm xmlns:a="http://schemas.openxmlformats.org/drawingml/2006/main">
            <a:off x="1593757" y="3152775"/>
            <a:ext cx="546287" cy="495300"/>
          </a:xfrm>
          <a:prstGeom xmlns:a="http://schemas.openxmlformats.org/drawingml/2006/main" prst="rect">
            <a:avLst/>
          </a:prstGeom>
        </p:spPr>
      </p:pic>
      <p:sp>
        <p:nvSpPr>
          <p:cNvPr id="24" name="General knowledge">
            <a:extLst xmlns:a="http://schemas.openxmlformats.org/drawingml/2006/main">
              <a:ext uri="{FF2B5EF4-FFF2-40B4-BE49-F238E27FC236}">
                <a16:creationId xmlns:a16="http://schemas.microsoft.com/office/drawing/2014/main" id="{3DC9F6D7-E805-4DB9-9CFF-3F1D1459F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24100" y="3238500"/>
            <a:ext cx="2590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1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General knowledge</a:t>
            </a:r>
          </a:p>
        </p:txBody>
      </p:sp>
      <p:sp>
        <p:nvSpPr>
          <p:cNvPr id="25" name="Transpar-&#10;ent shirt? bubble">
            <a:extLst xmlns:a="http://schemas.openxmlformats.org/drawingml/2006/main">
              <a:ext uri="{FF2B5EF4-FFF2-40B4-BE49-F238E27FC236}">
                <a16:creationId xmlns:a16="http://schemas.microsoft.com/office/drawing/2014/main" id="{2D6C2172-975D-4FB6-96C3-688B3422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990600"/>
            <a:ext cx="2238375" cy="1104900"/>
          </a:xfrm>
          <a:custGeom xmlns:a="http://schemas.openxmlformats.org/drawingml/2006/main">
            <a:pathLst>
              <a:path w="2238375" h="1104900">
                <a:moveTo>
                  <a:pt x="2238375" y="552450"/>
                </a:moveTo>
                <a:cubicBezTo>
                  <a:pt x="2238375" y="857560"/>
                  <a:pt x="1737298" y="1104900"/>
                  <a:pt x="1119188" y="1104900"/>
                </a:cubicBezTo>
                <a:cubicBezTo>
                  <a:pt x="501077" y="1104900"/>
                  <a:pt x="0" y="857560"/>
                  <a:pt x="0" y="552450"/>
                </a:cubicBezTo>
                <a:cubicBezTo>
                  <a:pt x="0" y="247340"/>
                  <a:pt x="501077" y="0"/>
                  <a:pt x="1119188" y="0"/>
                </a:cubicBezTo>
                <a:cubicBezTo>
                  <a:pt x="1737298" y="0"/>
                  <a:pt x="2238375" y="247340"/>
                  <a:pt x="2238375" y="55245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000000"/>
            </a:solidFill>
            <a:prstDash val="solid"/>
          </a:ln>
        </p:spPr>
      </p:sp>
      <p:sp>
        <p:nvSpPr>
          <p:cNvPr id="26" name="Transpar-&#10;ent shirt? bubble tail">
            <a:extLst xmlns:a="http://schemas.openxmlformats.org/drawingml/2006/main">
              <a:ext uri="{FF2B5EF4-FFF2-40B4-BE49-F238E27FC236}">
                <a16:creationId xmlns:a16="http://schemas.microsoft.com/office/drawing/2014/main" id="{35370DBC-0C4F-4762-9D5C-F07F4AFB7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4769" y="2066925"/>
            <a:ext cx="559594" cy="171450"/>
          </a:xfrm>
          <a:custGeom xmlns:a="http://schemas.openxmlformats.org/drawingml/2006/main">
            <a:pathLst>
              <a:path w="559594" h="171450">
                <a:moveTo>
                  <a:pt x="223838" y="0"/>
                </a:moveTo>
                <a:lnTo>
                  <a:pt x="559594" y="1714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7" name="Transpar-">
            <a:extLst xmlns:a="http://schemas.openxmlformats.org/drawingml/2006/main">
              <a:ext uri="{FF2B5EF4-FFF2-40B4-BE49-F238E27FC236}">
                <a16:creationId xmlns:a16="http://schemas.microsoft.com/office/drawing/2014/main" id="{D2B38D5B-FD52-43E4-99C3-6FE2C74B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6100" y="1171575"/>
            <a:ext cx="1838325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1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1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1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Transpar-</a:t>
            </a:r>
          </a:p>
        </p:txBody>
      </p:sp>
      <p:sp>
        <p:nvSpPr>
          <p:cNvPr id="28" name="ent shirt?">
            <a:extLst xmlns:a="http://schemas.openxmlformats.org/drawingml/2006/main">
              <a:ext uri="{FF2B5EF4-FFF2-40B4-BE49-F238E27FC236}">
                <a16:creationId xmlns:a16="http://schemas.microsoft.com/office/drawing/2014/main" id="{C9C8B15B-C0F1-40E7-BC40-8481AD821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6100" y="1495425"/>
            <a:ext cx="1838325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1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1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1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ent shirt?</a:t>
            </a:r>
          </a:p>
        </p:txBody>
      </p:sp>
      <p:sp>
        <p:nvSpPr>
          <p:cNvPr id="29" name="Poker card&#10;train? bubble">
            <a:extLst xmlns:a="http://schemas.openxmlformats.org/drawingml/2006/main">
              <a:ext uri="{FF2B5EF4-FFF2-40B4-BE49-F238E27FC236}">
                <a16:creationId xmlns:a16="http://schemas.microsoft.com/office/drawing/2014/main" id="{F6B14FB9-7B0D-402F-BD3B-C7FC9A94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076450"/>
            <a:ext cx="2238375" cy="1095375"/>
          </a:xfrm>
          <a:custGeom xmlns:a="http://schemas.openxmlformats.org/drawingml/2006/main">
            <a:pathLst>
              <a:path w="2238375" h="1095375">
                <a:moveTo>
                  <a:pt x="2238375" y="547688"/>
                </a:moveTo>
                <a:cubicBezTo>
                  <a:pt x="2238375" y="850167"/>
                  <a:pt x="1737298" y="1095375"/>
                  <a:pt x="1119188" y="1095375"/>
                </a:cubicBezTo>
                <a:cubicBezTo>
                  <a:pt x="501077" y="1095375"/>
                  <a:pt x="0" y="850167"/>
                  <a:pt x="0" y="547688"/>
                </a:cubicBezTo>
                <a:cubicBezTo>
                  <a:pt x="0" y="245208"/>
                  <a:pt x="501077" y="0"/>
                  <a:pt x="1119188" y="0"/>
                </a:cubicBezTo>
                <a:cubicBezTo>
                  <a:pt x="1737298" y="0"/>
                  <a:pt x="2238375" y="245208"/>
                  <a:pt x="2238375" y="547688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000000"/>
            </a:solidFill>
            <a:prstDash val="solid"/>
          </a:ln>
        </p:spPr>
      </p:sp>
      <p:sp>
        <p:nvSpPr>
          <p:cNvPr id="30" name="Poker card&#10;train? bubble tail">
            <a:extLst xmlns:a="http://schemas.openxmlformats.org/drawingml/2006/main">
              <a:ext uri="{FF2B5EF4-FFF2-40B4-BE49-F238E27FC236}">
                <a16:creationId xmlns:a16="http://schemas.microsoft.com/office/drawing/2014/main" id="{870B6504-6762-4BBE-8FB7-B21363B6C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5594" y="3143250"/>
            <a:ext cx="559594" cy="171450"/>
          </a:xfrm>
          <a:custGeom xmlns:a="http://schemas.openxmlformats.org/drawingml/2006/main">
            <a:pathLst>
              <a:path w="559594" h="171450">
                <a:moveTo>
                  <a:pt x="223838" y="0"/>
                </a:moveTo>
                <a:lnTo>
                  <a:pt x="559594" y="1714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31" name="Poker card">
            <a:extLst xmlns:a="http://schemas.openxmlformats.org/drawingml/2006/main">
              <a:ext uri="{FF2B5EF4-FFF2-40B4-BE49-F238E27FC236}">
                <a16:creationId xmlns:a16="http://schemas.microsoft.com/office/drawing/2014/main" id="{6281C6A8-AB56-46FA-AB44-3ADA4D7A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76925" y="2257425"/>
            <a:ext cx="1838325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1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1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1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Poker card</a:t>
            </a:r>
          </a:p>
        </p:txBody>
      </p:sp>
      <p:sp>
        <p:nvSpPr>
          <p:cNvPr id="32" name="train?">
            <a:extLst xmlns:a="http://schemas.openxmlformats.org/drawingml/2006/main">
              <a:ext uri="{FF2B5EF4-FFF2-40B4-BE49-F238E27FC236}">
                <a16:creationId xmlns:a16="http://schemas.microsoft.com/office/drawing/2014/main" id="{856CB71D-042F-453F-9F15-90A49332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76925" y="2581275"/>
            <a:ext cx="1838325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1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1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1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train?</a:t>
            </a:r>
          </a:p>
        </p:txBody>
      </p:sp>
      <p:sp>
        <p:nvSpPr>
          <p:cNvPr id="33" name="A square&#10;football? bubble">
            <a:extLst xmlns:a="http://schemas.openxmlformats.org/drawingml/2006/main">
              <a:ext uri="{FF2B5EF4-FFF2-40B4-BE49-F238E27FC236}">
                <a16:creationId xmlns:a16="http://schemas.microsoft.com/office/drawing/2014/main" id="{4C09746D-A708-41CC-9A63-21978BA2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428750"/>
            <a:ext cx="2095500" cy="1200150"/>
          </a:xfrm>
          <a:custGeom xmlns:a="http://schemas.openxmlformats.org/drawingml/2006/main">
            <a:pathLst>
              <a:path w="2095500" h="1200150">
                <a:moveTo>
                  <a:pt x="2095500" y="600075"/>
                </a:moveTo>
                <a:cubicBezTo>
                  <a:pt x="2095500" y="931487"/>
                  <a:pt x="1626406" y="1200150"/>
                  <a:pt x="1047750" y="1200150"/>
                </a:cubicBezTo>
                <a:cubicBezTo>
                  <a:pt x="469094" y="1200150"/>
                  <a:pt x="0" y="931487"/>
                  <a:pt x="0" y="600075"/>
                </a:cubicBezTo>
                <a:cubicBezTo>
                  <a:pt x="0" y="268663"/>
                  <a:pt x="469094" y="0"/>
                  <a:pt x="1047750" y="0"/>
                </a:cubicBezTo>
                <a:cubicBezTo>
                  <a:pt x="1626406" y="0"/>
                  <a:pt x="2095500" y="268663"/>
                  <a:pt x="2095500" y="60007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000000"/>
            </a:solidFill>
            <a:prstDash val="solid"/>
          </a:ln>
        </p:spPr>
      </p:sp>
      <p:sp>
        <p:nvSpPr>
          <p:cNvPr id="34" name="A square&#10;football? bubble tail">
            <a:extLst xmlns:a="http://schemas.openxmlformats.org/drawingml/2006/main">
              <a:ext uri="{FF2B5EF4-FFF2-40B4-BE49-F238E27FC236}">
                <a16:creationId xmlns:a16="http://schemas.microsoft.com/office/drawing/2014/main" id="{0A5ADF90-C45F-4322-A122-6646C6AE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600325"/>
            <a:ext cx="523875" cy="171450"/>
          </a:xfrm>
          <a:custGeom xmlns:a="http://schemas.openxmlformats.org/drawingml/2006/main">
            <a:pathLst>
              <a:path w="523875" h="171450">
                <a:moveTo>
                  <a:pt x="209550" y="0"/>
                </a:moveTo>
                <a:lnTo>
                  <a:pt x="523875" y="1714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35" name="A square">
            <a:extLst xmlns:a="http://schemas.openxmlformats.org/drawingml/2006/main">
              <a:ext uri="{FF2B5EF4-FFF2-40B4-BE49-F238E27FC236}">
                <a16:creationId xmlns:a16="http://schemas.microsoft.com/office/drawing/2014/main" id="{6777AE8D-B023-4F12-AF41-DA27F907A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29725" y="1609725"/>
            <a:ext cx="169545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1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1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1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 square</a:t>
            </a:r>
          </a:p>
        </p:txBody>
      </p:sp>
      <p:sp>
        <p:nvSpPr>
          <p:cNvPr id="36" name="football?">
            <a:extLst xmlns:a="http://schemas.openxmlformats.org/drawingml/2006/main">
              <a:ext uri="{FF2B5EF4-FFF2-40B4-BE49-F238E27FC236}">
                <a16:creationId xmlns:a16="http://schemas.microsoft.com/office/drawing/2014/main" id="{3B0A20FC-8063-4450-9A4E-B4F89F937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29725" y="1933575"/>
            <a:ext cx="169545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1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1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1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football?</a:t>
            </a:r>
          </a:p>
        </p:txBody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1EF5156-8A0B-4AC6-921C-168C5799D7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e0ff17ccb540ed"/>
          <a:stretch xmlns:a="http://schemas.openxmlformats.org/drawingml/2006/main"/>
        </p:blipFill>
        <p:spPr>
          <a:xfrm xmlns:a="http://schemas.openxmlformats.org/drawingml/2006/main">
            <a:off x="8353425" y="2109092"/>
            <a:ext cx="647700" cy="982466"/>
          </a:xfrm>
          <a:prstGeom xmlns:a="http://schemas.openxmlformats.org/drawingml/2006/main" prst="rect">
            <a:avLst/>
          </a:prstGeom>
        </p:spPr>
      </p:pic>
      <p:sp>
        <p:nvSpPr>
          <p:cNvPr id="38" name="Surreal knowledge">
            <a:extLst xmlns:a="http://schemas.openxmlformats.org/drawingml/2006/main">
              <a:ext uri="{FF2B5EF4-FFF2-40B4-BE49-F238E27FC236}">
                <a16:creationId xmlns:a16="http://schemas.microsoft.com/office/drawing/2014/main" id="{704ADE8A-9EFF-44FE-93AB-7786C4FE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9525" y="3276600"/>
            <a:ext cx="2590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1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Surreal knowledge</a:t>
            </a:r>
          </a:p>
        </p:txBody>
      </p:sp>
      <p:pic>
        <p:nvPic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95693DE-7ADB-45C8-A8A7-365451F972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1d0e93a3e14725"/>
          <a:stretch xmlns:a="http://schemas.openxmlformats.org/drawingml/2006/main"/>
        </p:blipFill>
        <p:spPr>
          <a:xfrm xmlns:a="http://schemas.openxmlformats.org/drawingml/2006/main">
            <a:off x="10220325" y="3126864"/>
            <a:ext cx="428625" cy="537597"/>
          </a:xfrm>
          <a:prstGeom xmlns:a="http://schemas.openxmlformats.org/drawingml/2006/main" prst="rect">
            <a:avLst/>
          </a:prstGeom>
        </p:spPr>
      </p:pic>
      <p:sp>
        <p:nvSpPr>
          <p:cNvPr id="40" name="Surreal synthesis arrow">
            <a:extLst xmlns:a="http://schemas.openxmlformats.org/drawingml/2006/main">
              <a:ext uri="{FF2B5EF4-FFF2-40B4-BE49-F238E27FC236}">
                <a16:creationId xmlns:a16="http://schemas.microsoft.com/office/drawing/2014/main" id="{A15B7A9B-30C5-4297-9C94-037F4B7B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1400175"/>
            <a:ext cx="866775" cy="800100"/>
          </a:xfrm>
          <a:custGeom xmlns:a="http://schemas.openxmlformats.org/drawingml/2006/main">
            <a:pathLst>
              <a:path w="866775" h="800100">
                <a:moveTo>
                  <a:pt x="0" y="561975"/>
                </a:moveTo>
                <a:lnTo>
                  <a:pt x="466725" y="561975"/>
                </a:lnTo>
                <a:lnTo>
                  <a:pt x="466725" y="800100"/>
                </a:lnTo>
                <a:lnTo>
                  <a:pt x="866775" y="400050"/>
                </a:lnTo>
                <a:lnTo>
                  <a:pt x="466725" y="0"/>
                </a:lnTo>
                <a:lnTo>
                  <a:pt x="466725" y="238125"/>
                </a:lnTo>
                <a:lnTo>
                  <a:pt x="0" y="238125"/>
                </a:lnTo>
                <a:close/>
              </a:path>
            </a:pathLst>
          </a:custGeom>
          <a:solidFill xmlns:a="http://schemas.openxmlformats.org/drawingml/2006/main">
            <a:srgbClr val="FF5790"/>
          </a:solidFill>
          <a:ln xmlns:a="http://schemas.openxmlformats.org/drawingml/2006/main" w="9525">
            <a:noFill/>
            <a:prstDash val="solid"/>
          </a:ln>
        </p:spPr>
      </p:sp>
      <p:pic>
        <p:nvPic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81E3230-17A1-412F-8EC2-1020F20F46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4a5e2870644d7a"/>
          <a:stretch xmlns:a="http://schemas.openxmlformats.org/drawingml/2006/main"/>
        </p:blipFill>
        <p:spPr>
          <a:xfrm xmlns:a="http://schemas.openxmlformats.org/drawingml/2006/main">
            <a:off x="11172825" y="1346158"/>
            <a:ext cx="552450" cy="603334"/>
          </a:xfrm>
          <a:prstGeom xmlns:a="http://schemas.openxmlformats.org/drawingml/2006/main" prst="rect">
            <a:avLst/>
          </a:prstGeom>
        </p:spPr>
      </p:pic>
      <p:pic>
        <p:nvPic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B434322-52BB-46EC-826F-7BAE2DDA22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9027b3e01d4b56"/>
          <a:stretch xmlns:a="http://schemas.openxmlformats.org/drawingml/2006/main"/>
        </p:blipFill>
        <p:spPr>
          <a:xfrm xmlns:a="http://schemas.openxmlformats.org/drawingml/2006/main">
            <a:off x="12372975" y="439573"/>
            <a:ext cx="1276350" cy="1349703"/>
          </a:xfrm>
          <a:prstGeom xmlns:a="http://schemas.openxmlformats.org/drawingml/2006/main" prst="rect">
            <a:avLst/>
          </a:prstGeom>
        </p:spPr>
      </p:pic>
      <p:pic>
        <p:nvPic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911309B-4E6F-4C21-A6C1-DD9B33E081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d08eae44c74360"/>
          <a:stretch xmlns:a="http://schemas.openxmlformats.org/drawingml/2006/main"/>
        </p:blipFill>
        <p:spPr>
          <a:xfrm xmlns:a="http://schemas.openxmlformats.org/drawingml/2006/main">
            <a:off x="13649325" y="440581"/>
            <a:ext cx="2124075" cy="1347689"/>
          </a:xfrm>
          <a:prstGeom xmlns:a="http://schemas.openxmlformats.org/drawingml/2006/main" prst="rect">
            <a:avLst/>
          </a:prstGeom>
        </p:spPr>
      </p:pic>
      <p:pic>
        <p:nvPic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FD00158-632D-45D2-AD2E-8B7DD69438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d631783fa043a5"/>
          <a:stretch xmlns:a="http://schemas.openxmlformats.org/drawingml/2006/main"/>
        </p:blipFill>
        <p:spPr>
          <a:xfrm xmlns:a="http://schemas.openxmlformats.org/drawingml/2006/main">
            <a:off x="15773400" y="442091"/>
            <a:ext cx="847725" cy="1344667"/>
          </a:xfrm>
          <a:prstGeom xmlns:a="http://schemas.openxmlformats.org/drawingml/2006/main" prst="rect">
            <a:avLst/>
          </a:prstGeom>
        </p:spPr>
      </p:pic>
      <p:pic>
        <p:nvPic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08E7AED-6D3B-465A-86DD-9C618EB268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e4fd45b6424702"/>
          <a:stretch xmlns:a="http://schemas.openxmlformats.org/drawingml/2006/main"/>
        </p:blipFill>
        <p:spPr>
          <a:xfrm xmlns:a="http://schemas.openxmlformats.org/drawingml/2006/main">
            <a:off x="16621125" y="440348"/>
            <a:ext cx="1333500" cy="1348154"/>
          </a:xfrm>
          <a:prstGeom xmlns:a="http://schemas.openxmlformats.org/drawingml/2006/main" prst="rect">
            <a:avLst/>
          </a:prstGeom>
        </p:spPr>
      </p:pic>
      <p:pic>
        <p:nvPic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20A3E0C-5336-4C79-B015-3A85E2D5C5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96d1b4103544ca"/>
          <a:stretch xmlns:a="http://schemas.openxmlformats.org/drawingml/2006/main"/>
        </p:blipFill>
        <p:spPr>
          <a:xfrm xmlns:a="http://schemas.openxmlformats.org/drawingml/2006/main">
            <a:off x="12375522" y="1809750"/>
            <a:ext cx="1871330" cy="1257300"/>
          </a:xfrm>
          <a:prstGeom xmlns:a="http://schemas.openxmlformats.org/drawingml/2006/main" prst="rect">
            <a:avLst/>
          </a:prstGeom>
        </p:spPr>
      </p:pic>
      <p:pic>
        <p:nvPic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78CA385-6F91-4C41-9C50-FD165538BF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2d4d41c83249c0"/>
          <a:stretch xmlns:a="http://schemas.openxmlformats.org/drawingml/2006/main"/>
        </p:blipFill>
        <p:spPr>
          <a:xfrm xmlns:a="http://schemas.openxmlformats.org/drawingml/2006/main">
            <a:off x="14249400" y="1810056"/>
            <a:ext cx="1819275" cy="1256688"/>
          </a:xfrm>
          <a:prstGeom xmlns:a="http://schemas.openxmlformats.org/drawingml/2006/main" prst="rect">
            <a:avLst/>
          </a:prstGeom>
        </p:spPr>
      </p:pic>
      <p:pic>
        <p:nvPic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DD33A6B-33AF-4508-A84D-88DC525251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beb993881b4022"/>
          <a:stretch xmlns:a="http://schemas.openxmlformats.org/drawingml/2006/main"/>
        </p:blipFill>
        <p:spPr>
          <a:xfrm xmlns:a="http://schemas.openxmlformats.org/drawingml/2006/main">
            <a:off x="16072330" y="1809750"/>
            <a:ext cx="1878640" cy="1257300"/>
          </a:xfrm>
          <a:prstGeom xmlns:a="http://schemas.openxmlformats.org/drawingml/2006/main" prst="rect">
            <a:avLst/>
          </a:prstGeom>
        </p:spPr>
      </p:pic>
      <p:sp>
        <p:nvSpPr>
          <p:cNvPr id="49" name="Beyond Real-world Data Distribution">
            <a:extLst xmlns:a="http://schemas.openxmlformats.org/drawingml/2006/main">
              <a:ext uri="{FF2B5EF4-FFF2-40B4-BE49-F238E27FC236}">
                <a16:creationId xmlns:a16="http://schemas.microsoft.com/office/drawing/2014/main" id="{3C0D82E1-297A-469C-8C86-0F0E65EF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49200" y="3200400"/>
            <a:ext cx="53625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 i="0">
                <a:solidFill>
                  <a:srgbClr val="79AF4A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79AF4A"/>
                </a:solidFill>
                <a:latin typeface="Comic Sans MS"/>
                <a:ea typeface="Comic Sans MS"/>
                <a:cs typeface="Comic Sans MS"/>
              </a:defRPr>
            </a:pPr>
            <a:r>
              <a:rPr sz="2175" b="1" i="0">
                <a:solidFill>
                  <a:srgbClr val="79AF4A"/>
                </a:solidFill>
                <a:latin typeface="Comic Sans MS"/>
                <a:ea typeface="Comic Sans MS"/>
                <a:cs typeface="Comic Sans MS"/>
              </a:rPr>
              <a:t>Beyond Real-world Data Distribution</a:t>
            </a:r>
          </a:p>
        </p:txBody>
      </p:sp>
      <p:pic>
        <p:nvPic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2554F3D-5E7A-409A-BD7A-ED5E438C61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a5f5b7e07b434f"/>
          <a:stretch xmlns:a="http://schemas.openxmlformats.org/drawingml/2006/main"/>
        </p:blipFill>
        <p:spPr>
          <a:xfrm xmlns:a="http://schemas.openxmlformats.org/drawingml/2006/main">
            <a:off x="17812211" y="2847975"/>
            <a:ext cx="656303" cy="685800"/>
          </a:xfrm>
          <a:prstGeom xmlns:a="http://schemas.openxmlformats.org/drawingml/2006/main" prst="rect">
            <a:avLst/>
          </a:prstGeom>
        </p:spPr>
      </p:pic>
      <p:sp>
        <p:nvSpPr>
          <p:cNvPr id="51" name="second real photos header native soft shadow">
            <a:extLst xmlns:a="http://schemas.openxmlformats.org/drawingml/2006/main">
              <a:ext uri="{FF2B5EF4-FFF2-40B4-BE49-F238E27FC236}">
                <a16:creationId xmlns:a16="http://schemas.microsoft.com/office/drawing/2014/main" id="{DF4DEFA5-1A25-4D78-8086-50E98E5F9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76700"/>
            <a:ext cx="3228975" cy="514350"/>
          </a:xfrm>
          <a:custGeom xmlns:a="http://schemas.openxmlformats.org/drawingml/2006/main">
            <a:pathLst>
              <a:path w="3228975" h="514350">
                <a:moveTo>
                  <a:pt x="114300" y="0"/>
                </a:moveTo>
                <a:lnTo>
                  <a:pt x="3114675" y="0"/>
                </a:lnTo>
                <a:cubicBezTo>
                  <a:pt x="3177801" y="0"/>
                  <a:pt x="3228975" y="51174"/>
                  <a:pt x="3228975" y="114300"/>
                </a:cubicBezTo>
                <a:lnTo>
                  <a:pt x="3228975" y="400050"/>
                </a:lnTo>
                <a:cubicBezTo>
                  <a:pt x="3228975" y="463176"/>
                  <a:pt x="3177801" y="514350"/>
                  <a:pt x="3114675" y="514350"/>
                </a:cubicBezTo>
                <a:lnTo>
                  <a:pt x="114300" y="514350"/>
                </a:lnTo>
                <a:cubicBezTo>
                  <a:pt x="51174" y="514350"/>
                  <a:pt x="0" y="463176"/>
                  <a:pt x="0" y="4000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 xmlns:a="http://schemas.openxmlformats.org/drawingml/2006/main">
            <a:srgbClr val="D6D6D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52" name="second real photos header">
            <a:extLst xmlns:a="http://schemas.openxmlformats.org/drawingml/2006/main">
              <a:ext uri="{FF2B5EF4-FFF2-40B4-BE49-F238E27FC236}">
                <a16:creationId xmlns:a16="http://schemas.microsoft.com/office/drawing/2014/main" id="{B317A3F2-9313-49A9-96D4-4525FD41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29075"/>
            <a:ext cx="3228975" cy="514350"/>
          </a:xfrm>
          <a:custGeom xmlns:a="http://schemas.openxmlformats.org/drawingml/2006/main">
            <a:pathLst>
              <a:path w="3228975" h="514350">
                <a:moveTo>
                  <a:pt x="114300" y="0"/>
                </a:moveTo>
                <a:lnTo>
                  <a:pt x="3114675" y="0"/>
                </a:lnTo>
                <a:cubicBezTo>
                  <a:pt x="3177801" y="0"/>
                  <a:pt x="3228975" y="51174"/>
                  <a:pt x="3228975" y="114300"/>
                </a:cubicBezTo>
                <a:lnTo>
                  <a:pt x="3228975" y="400050"/>
                </a:lnTo>
                <a:cubicBezTo>
                  <a:pt x="3228975" y="463176"/>
                  <a:pt x="3177801" y="514350"/>
                  <a:pt x="3114675" y="514350"/>
                </a:cubicBezTo>
                <a:lnTo>
                  <a:pt x="114300" y="514350"/>
                </a:lnTo>
                <a:cubicBezTo>
                  <a:pt x="51174" y="514350"/>
                  <a:pt x="0" y="463176"/>
                  <a:pt x="0" y="4000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 xmlns:a="http://schemas.openxmlformats.org/drawingml/2006/main">
            <a:srgbClr val="EFF8FF"/>
          </a:solidFill>
          <a:ln xmlns:a="http://schemas.openxmlformats.org/drawingml/2006/main" w="19050">
            <a:solidFill>
              <a:srgbClr val="B8D4EE"/>
            </a:solidFill>
            <a:prstDash val="solid"/>
          </a:ln>
        </p:spPr>
      </p:sp>
      <p:sp>
        <p:nvSpPr>
          <p:cNvPr id="53" name="Real-world images">
            <a:extLst xmlns:a="http://schemas.openxmlformats.org/drawingml/2006/main">
              <a:ext uri="{FF2B5EF4-FFF2-40B4-BE49-F238E27FC236}">
                <a16:creationId xmlns:a16="http://schemas.microsoft.com/office/drawing/2014/main" id="{F531124F-DE88-46C6-813D-B32B23BC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3050" y="4095750"/>
            <a:ext cx="287655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1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Real-world images</a:t>
            </a:r>
          </a:p>
        </p:txBody>
      </p:sp>
      <p:sp>
        <p:nvSpPr>
          <p:cNvPr id="54" name="b. Multi-reference image generation label background">
            <a:extLst xmlns:a="http://schemas.openxmlformats.org/drawingml/2006/main">
              <a:ext uri="{FF2B5EF4-FFF2-40B4-BE49-F238E27FC236}">
                <a16:creationId xmlns:a16="http://schemas.microsoft.com/office/drawing/2014/main" id="{484C4C13-C2D4-4586-ACD0-D0C1F87A8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4038600"/>
            <a:ext cx="5857875" cy="476250"/>
          </a:xfrm>
          <a:custGeom xmlns:a="http://schemas.openxmlformats.org/drawingml/2006/main">
            <a:pathLst>
              <a:path w="5857875" h="476250">
                <a:moveTo>
                  <a:pt x="238125" y="0"/>
                </a:moveTo>
                <a:lnTo>
                  <a:pt x="5619750" y="0"/>
                </a:lnTo>
                <a:cubicBezTo>
                  <a:pt x="5751263" y="0"/>
                  <a:pt x="5857875" y="106612"/>
                  <a:pt x="5857875" y="238125"/>
                </a:cubicBezTo>
                <a:lnTo>
                  <a:pt x="5857875" y="238125"/>
                </a:lnTo>
                <a:cubicBezTo>
                  <a:pt x="5857875" y="369638"/>
                  <a:pt x="5751263" y="476250"/>
                  <a:pt x="5619750" y="476250"/>
                </a:cubicBezTo>
                <a:lnTo>
                  <a:pt x="238125" y="476250"/>
                </a:lnTo>
                <a:cubicBezTo>
                  <a:pt x="106612" y="476250"/>
                  <a:pt x="0" y="369638"/>
                  <a:pt x="0" y="238125"/>
                </a:cubicBezTo>
                <a:lnTo>
                  <a:pt x="0" y="238125"/>
                </a:lnTo>
                <a:cubicBezTo>
                  <a:pt x="0" y="106612"/>
                  <a:pt x="106612" y="0"/>
                  <a:pt x="238125" y="0"/>
                </a:cubicBezTo>
                <a:close/>
              </a:path>
            </a:pathLst>
          </a:custGeom>
          <a:solidFill xmlns:a="http://schemas.openxmlformats.org/drawingml/2006/main">
            <a:srgbClr val="D7EC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55" name="b. Multi-reference image generation">
            <a:extLst xmlns:a="http://schemas.openxmlformats.org/drawingml/2006/main">
              <a:ext uri="{FF2B5EF4-FFF2-40B4-BE49-F238E27FC236}">
                <a16:creationId xmlns:a16="http://schemas.microsoft.com/office/drawing/2014/main" id="{B40AAB32-7C93-439F-A4D6-BF1181C7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24475" y="4057650"/>
            <a:ext cx="56292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175" b="1" i="0">
                <a:solidFill>
                  <a:srgbClr val="0877B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175" b="1" i="0">
                <a:solidFill>
                  <a:srgbClr val="0877BE"/>
                </a:solidFill>
                <a:latin typeface="Comic Sans MS"/>
                <a:ea typeface="Comic Sans MS"/>
                <a:cs typeface="Comic Sans MS"/>
              </a:defRPr>
            </a:pPr>
            <a:r>
              <a:rPr sz="2175" b="1" i="0">
                <a:solidFill>
                  <a:srgbClr val="0877BE"/>
                </a:solidFill>
                <a:latin typeface="Comic Sans MS"/>
                <a:ea typeface="Comic Sans MS"/>
                <a:cs typeface="Comic Sans MS"/>
              </a:rPr>
              <a:t>b. Multi-reference image generation</a:t>
            </a:r>
          </a:p>
        </p:txBody>
      </p:sp>
      <p:pic>
        <p:nvPic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31F4B52-87D0-4572-8350-5186127008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aa00cac5394323"/>
          <a:stretch xmlns:a="http://schemas.openxmlformats.org/drawingml/2006/main"/>
        </p:blipFill>
        <p:spPr>
          <a:xfrm xmlns:a="http://schemas.openxmlformats.org/drawingml/2006/main">
            <a:off x="1305225" y="4743450"/>
            <a:ext cx="1428150" cy="1743075"/>
          </a:xfrm>
          <a:prstGeom xmlns:a="http://schemas.openxmlformats.org/drawingml/2006/main" prst="rect">
            <a:avLst/>
          </a:prstGeom>
        </p:spPr>
      </p:pic>
      <p:pic>
        <p:nvPic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035D282-4138-4CDF-8A4C-00BA86EB5E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0379f2c5ea48bd"/>
          <a:stretch xmlns:a="http://schemas.openxmlformats.org/drawingml/2006/main"/>
        </p:blipFill>
        <p:spPr>
          <a:xfrm xmlns:a="http://schemas.openxmlformats.org/drawingml/2006/main">
            <a:off x="2990850" y="4755735"/>
            <a:ext cx="1285875" cy="1680405"/>
          </a:xfrm>
          <a:prstGeom xmlns:a="http://schemas.openxmlformats.org/drawingml/2006/main" prst="rect">
            <a:avLst/>
          </a:prstGeom>
        </p:spPr>
      </p:pic>
      <p:pic>
        <p:nvPic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43C88DE-8D50-4261-82ED-41DEF953B3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4a37651c084683"/>
          <a:stretch xmlns:a="http://schemas.openxmlformats.org/drawingml/2006/main"/>
        </p:blipFill>
        <p:spPr>
          <a:xfrm xmlns:a="http://schemas.openxmlformats.org/drawingml/2006/main">
            <a:off x="3400425" y="6117606"/>
            <a:ext cx="1295400" cy="1280763"/>
          </a:xfrm>
          <a:prstGeom xmlns:a="http://schemas.openxmlformats.org/drawingml/2006/main" prst="rect">
            <a:avLst/>
          </a:prstGeom>
        </p:spPr>
      </p:pic>
      <p:pic>
        <p:nvPic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1ED2019-D882-41F9-B431-2AE29B0D09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7476f7ffa24b4e"/>
          <a:stretch xmlns:a="http://schemas.openxmlformats.org/drawingml/2006/main"/>
        </p:blipFill>
        <p:spPr>
          <a:xfrm xmlns:a="http://schemas.openxmlformats.org/drawingml/2006/main">
            <a:off x="5287558" y="4876800"/>
            <a:ext cx="1064434" cy="1152525"/>
          </a:xfrm>
          <a:prstGeom xmlns:a="http://schemas.openxmlformats.org/drawingml/2006/main" prst="rect">
            <a:avLst/>
          </a:prstGeom>
        </p:spPr>
      </p:pic>
      <p:pic>
        <p:nvPic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FEE5392-AE0C-40FB-839D-0CB1099892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df2dd3d7e64c35"/>
          <a:stretch xmlns:a="http://schemas.openxmlformats.org/drawingml/2006/main"/>
        </p:blipFill>
        <p:spPr>
          <a:xfrm xmlns:a="http://schemas.openxmlformats.org/drawingml/2006/main">
            <a:off x="5296679" y="6105525"/>
            <a:ext cx="1055716" cy="1209675"/>
          </a:xfrm>
          <a:prstGeom xmlns:a="http://schemas.openxmlformats.org/drawingml/2006/main" prst="rect">
            <a:avLst/>
          </a:prstGeom>
        </p:spPr>
      </p:pic>
      <p:pic>
        <p:nvPic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ED54D71-F370-4F6A-B1A8-ECFC0B9885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3efc0be5334846"/>
          <a:stretch xmlns:a="http://schemas.openxmlformats.org/drawingml/2006/main"/>
        </p:blipFill>
        <p:spPr>
          <a:xfrm xmlns:a="http://schemas.openxmlformats.org/drawingml/2006/main">
            <a:off x="6934200" y="5735526"/>
            <a:ext cx="1562100" cy="1540099"/>
          </a:xfrm>
          <a:prstGeom xmlns:a="http://schemas.openxmlformats.org/drawingml/2006/main" prst="rect">
            <a:avLst/>
          </a:prstGeom>
        </p:spPr>
      </p:pic>
      <p:pic>
        <p:nvPic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1D24AB4-87C5-4458-A417-D2DDF0E92F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2da3988fc74692"/>
          <a:stretch xmlns:a="http://schemas.openxmlformats.org/drawingml/2006/main"/>
        </p:blipFill>
        <p:spPr>
          <a:xfrm xmlns:a="http://schemas.openxmlformats.org/drawingml/2006/main">
            <a:off x="9277350" y="4920223"/>
            <a:ext cx="742950" cy="1056154"/>
          </a:xfrm>
          <a:prstGeom xmlns:a="http://schemas.openxmlformats.org/drawingml/2006/main" prst="rect">
            <a:avLst/>
          </a:prstGeom>
        </p:spPr>
      </p:pic>
      <p:pic>
        <p:nvPic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305E86F-F07F-46D2-A4CF-D3364FA4F5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43945cb8384ddf"/>
          <a:stretch xmlns:a="http://schemas.openxmlformats.org/drawingml/2006/main"/>
        </p:blipFill>
        <p:spPr>
          <a:xfrm xmlns:a="http://schemas.openxmlformats.org/drawingml/2006/main">
            <a:off x="10191750" y="4718172"/>
            <a:ext cx="762000" cy="1260231"/>
          </a:xfrm>
          <a:prstGeom xmlns:a="http://schemas.openxmlformats.org/drawingml/2006/main" prst="rect">
            <a:avLst/>
          </a:prstGeom>
        </p:spPr>
      </p:pic>
      <p:pic>
        <p:nvPic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CA02771-9041-461F-BB82-9A55218D6E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ed7f65ceb94541"/>
          <a:stretch xmlns:a="http://schemas.openxmlformats.org/drawingml/2006/main"/>
        </p:blipFill>
        <p:spPr>
          <a:xfrm xmlns:a="http://schemas.openxmlformats.org/drawingml/2006/main">
            <a:off x="9297119" y="6200775"/>
            <a:ext cx="1732112" cy="1162050"/>
          </a:xfrm>
          <a:prstGeom xmlns:a="http://schemas.openxmlformats.org/drawingml/2006/main" prst="rect">
            <a:avLst/>
          </a:prstGeom>
        </p:spPr>
      </p:pic>
      <p:pic>
        <p:nvPic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716AE74-1701-4FD1-8E43-B8941C7FCC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041b65b5e14a0c"/>
          <a:stretch xmlns:a="http://schemas.openxmlformats.org/drawingml/2006/main"/>
        </p:blipFill>
        <p:spPr>
          <a:xfrm xmlns:a="http://schemas.openxmlformats.org/drawingml/2006/main">
            <a:off x="11477625" y="5745417"/>
            <a:ext cx="1552575" cy="1596516"/>
          </a:xfrm>
          <a:prstGeom xmlns:a="http://schemas.openxmlformats.org/drawingml/2006/main" prst="rect">
            <a:avLst/>
          </a:prstGeom>
        </p:spPr>
      </p:pic>
      <p:pic>
        <p:nvPic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B12BF0F-6978-489F-A434-D856BB21D0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3650339e4b4804"/>
          <a:stretch xmlns:a="http://schemas.openxmlformats.org/drawingml/2006/main"/>
        </p:blipFill>
        <p:spPr>
          <a:xfrm xmlns:a="http://schemas.openxmlformats.org/drawingml/2006/main">
            <a:off x="14077950" y="4594886"/>
            <a:ext cx="790575" cy="1163902"/>
          </a:xfrm>
          <a:prstGeom xmlns:a="http://schemas.openxmlformats.org/drawingml/2006/main" prst="rect">
            <a:avLst/>
          </a:prstGeom>
        </p:spPr>
      </p:pic>
      <p:pic>
        <p:nvPic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95D7329-DFFB-4038-A089-DEF5702FE3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f85588b69c4c8a"/>
          <a:stretch xmlns:a="http://schemas.openxmlformats.org/drawingml/2006/main"/>
        </p:blipFill>
        <p:spPr>
          <a:xfrm xmlns:a="http://schemas.openxmlformats.org/drawingml/2006/main">
            <a:off x="15345512" y="4429125"/>
            <a:ext cx="760525" cy="1133475"/>
          </a:xfrm>
          <a:prstGeom xmlns:a="http://schemas.openxmlformats.org/drawingml/2006/main" prst="rect">
            <a:avLst/>
          </a:prstGeom>
        </p:spPr>
      </p:pic>
      <p:pic>
        <p:nvPic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EA13E91-35EB-41C6-B6E4-B8CA52BF6B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b3e95854e045df"/>
          <a:stretch xmlns:a="http://schemas.openxmlformats.org/drawingml/2006/main"/>
        </p:blipFill>
        <p:spPr>
          <a:xfrm xmlns:a="http://schemas.openxmlformats.org/drawingml/2006/main">
            <a:off x="13759983" y="6076950"/>
            <a:ext cx="1121709" cy="1114425"/>
          </a:xfrm>
          <a:prstGeom xmlns:a="http://schemas.openxmlformats.org/drawingml/2006/main" prst="rect">
            <a:avLst/>
          </a:prstGeom>
        </p:spPr>
      </p:pic>
      <p:pic>
        <p:nvPic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9968FB1-38B9-4441-9ACC-4D5236791C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8c9de292fa4296"/>
          <a:stretch xmlns:a="http://schemas.openxmlformats.org/drawingml/2006/main"/>
        </p:blipFill>
        <p:spPr>
          <a:xfrm xmlns:a="http://schemas.openxmlformats.org/drawingml/2006/main">
            <a:off x="15041025" y="5905500"/>
            <a:ext cx="1179000" cy="1362075"/>
          </a:xfrm>
          <a:prstGeom xmlns:a="http://schemas.openxmlformats.org/drawingml/2006/main" prst="rect">
            <a:avLst/>
          </a:prstGeom>
        </p:spPr>
      </p:pic>
      <p:pic>
        <p:nvPic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7F14261-199F-42DF-9783-DC184793C9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77e408e2924065"/>
          <a:stretch xmlns:a="http://schemas.openxmlformats.org/drawingml/2006/main"/>
        </p:blipFill>
        <p:spPr>
          <a:xfrm xmlns:a="http://schemas.openxmlformats.org/drawingml/2006/main">
            <a:off x="16506825" y="5718958"/>
            <a:ext cx="1685925" cy="1649433"/>
          </a:xfrm>
          <a:prstGeom xmlns:a="http://schemas.openxmlformats.org/drawingml/2006/main" prst="rect">
            <a:avLst/>
          </a:prstGeom>
        </p:spPr>
      </p:pic>
      <p:sp>
        <p:nvSpPr>
          <p:cNvPr id="71" name="Generated image frame">
            <a:extLst xmlns:a="http://schemas.openxmlformats.org/drawingml/2006/main">
              <a:ext uri="{FF2B5EF4-FFF2-40B4-BE49-F238E27FC236}">
                <a16:creationId xmlns:a16="http://schemas.microsoft.com/office/drawing/2014/main" id="{64EA841E-6D99-4800-8E1B-A4A0DAD4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6067425"/>
            <a:ext cx="1428750" cy="1390650"/>
          </a:xfrm>
          <a:custGeom xmlns:a="http://schemas.openxmlformats.org/drawingml/2006/main">
            <a:pathLst>
              <a:path w="1428750" h="1390650">
                <a:moveTo>
                  <a:pt x="114300" y="0"/>
                </a:moveTo>
                <a:lnTo>
                  <a:pt x="1314450" y="0"/>
                </a:lnTo>
                <a:cubicBezTo>
                  <a:pt x="1377576" y="0"/>
                  <a:pt x="1428750" y="51174"/>
                  <a:pt x="1428750" y="114300"/>
                </a:cubicBezTo>
                <a:lnTo>
                  <a:pt x="1428750" y="1276350"/>
                </a:lnTo>
                <a:cubicBezTo>
                  <a:pt x="1428750" y="1339476"/>
                  <a:pt x="1377576" y="1390650"/>
                  <a:pt x="1314450" y="1390650"/>
                </a:cubicBezTo>
                <a:lnTo>
                  <a:pt x="114300" y="1390650"/>
                </a:lnTo>
                <a:cubicBezTo>
                  <a:pt x="51174" y="1390650"/>
                  <a:pt x="0" y="1339476"/>
                  <a:pt x="0" y="12763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877BE"/>
            </a:solidFill>
            <a:prstDash val="solid"/>
          </a:ln>
        </p:spPr>
      </p:sp>
      <p:sp>
        <p:nvSpPr>
          <p:cNvPr id="72" name="Generated image frame">
            <a:extLst xmlns:a="http://schemas.openxmlformats.org/drawingml/2006/main">
              <a:ext uri="{FF2B5EF4-FFF2-40B4-BE49-F238E27FC236}">
                <a16:creationId xmlns:a16="http://schemas.microsoft.com/office/drawing/2014/main" id="{B927D3C0-2E77-4A46-A14C-12647020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657850"/>
            <a:ext cx="1714500" cy="1724025"/>
          </a:xfrm>
          <a:custGeom xmlns:a="http://schemas.openxmlformats.org/drawingml/2006/main">
            <a:pathLst>
              <a:path w="1714500" h="1724025">
                <a:moveTo>
                  <a:pt x="114300" y="0"/>
                </a:moveTo>
                <a:lnTo>
                  <a:pt x="1600200" y="0"/>
                </a:lnTo>
                <a:cubicBezTo>
                  <a:pt x="1663326" y="0"/>
                  <a:pt x="1714500" y="51174"/>
                  <a:pt x="1714500" y="114300"/>
                </a:cubicBezTo>
                <a:lnTo>
                  <a:pt x="1714500" y="1609725"/>
                </a:lnTo>
                <a:cubicBezTo>
                  <a:pt x="1714500" y="1672851"/>
                  <a:pt x="1663326" y="1724025"/>
                  <a:pt x="1600200" y="1724025"/>
                </a:cubicBezTo>
                <a:lnTo>
                  <a:pt x="114300" y="1724025"/>
                </a:lnTo>
                <a:cubicBezTo>
                  <a:pt x="51174" y="1724025"/>
                  <a:pt x="0" y="1672851"/>
                  <a:pt x="0" y="1609725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877BE"/>
            </a:solidFill>
            <a:prstDash val="solid"/>
          </a:ln>
        </p:spPr>
      </p:sp>
      <p:sp>
        <p:nvSpPr>
          <p:cNvPr id="73" name="Generated image frame">
            <a:extLst xmlns:a="http://schemas.openxmlformats.org/drawingml/2006/main">
              <a:ext uri="{FF2B5EF4-FFF2-40B4-BE49-F238E27FC236}">
                <a16:creationId xmlns:a16="http://schemas.microsoft.com/office/drawing/2014/main" id="{255FCCBB-CBD3-430F-AF6D-6FA4ECD4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5667375"/>
            <a:ext cx="1743075" cy="1714500"/>
          </a:xfrm>
          <a:custGeom xmlns:a="http://schemas.openxmlformats.org/drawingml/2006/main">
            <a:pathLst>
              <a:path w="1743075" h="1714500">
                <a:moveTo>
                  <a:pt x="114300" y="0"/>
                </a:moveTo>
                <a:lnTo>
                  <a:pt x="1628775" y="0"/>
                </a:lnTo>
                <a:cubicBezTo>
                  <a:pt x="1691901" y="0"/>
                  <a:pt x="1743075" y="51174"/>
                  <a:pt x="1743075" y="114300"/>
                </a:cubicBezTo>
                <a:lnTo>
                  <a:pt x="1743075" y="1600200"/>
                </a:lnTo>
                <a:cubicBezTo>
                  <a:pt x="1743075" y="1663326"/>
                  <a:pt x="1691901" y="1714500"/>
                  <a:pt x="1628775" y="1714500"/>
                </a:cubicBezTo>
                <a:lnTo>
                  <a:pt x="114300" y="1714500"/>
                </a:lnTo>
                <a:cubicBezTo>
                  <a:pt x="51174" y="1714500"/>
                  <a:pt x="0" y="1663326"/>
                  <a:pt x="0" y="1600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877BE"/>
            </a:solidFill>
            <a:prstDash val="solid"/>
          </a:ln>
        </p:spPr>
      </p:sp>
      <p:sp>
        <p:nvSpPr>
          <p:cNvPr id="74" name="Generated image frame">
            <a:extLst xmlns:a="http://schemas.openxmlformats.org/drawingml/2006/main">
              <a:ext uri="{FF2B5EF4-FFF2-40B4-BE49-F238E27FC236}">
                <a16:creationId xmlns:a16="http://schemas.microsoft.com/office/drawing/2014/main" id="{B90A75AE-5EA5-44BC-BBCF-07A598418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0625" y="5619750"/>
            <a:ext cx="1847850" cy="1809750"/>
          </a:xfrm>
          <a:custGeom xmlns:a="http://schemas.openxmlformats.org/drawingml/2006/main">
            <a:pathLst>
              <a:path w="1847850" h="1809750">
                <a:moveTo>
                  <a:pt x="114300" y="0"/>
                </a:moveTo>
                <a:lnTo>
                  <a:pt x="1733550" y="0"/>
                </a:lnTo>
                <a:cubicBezTo>
                  <a:pt x="1796676" y="0"/>
                  <a:pt x="1847850" y="51174"/>
                  <a:pt x="1847850" y="114300"/>
                </a:cubicBezTo>
                <a:lnTo>
                  <a:pt x="1847850" y="1695450"/>
                </a:lnTo>
                <a:cubicBezTo>
                  <a:pt x="1847850" y="1758576"/>
                  <a:pt x="1796676" y="1809750"/>
                  <a:pt x="1733550" y="1809750"/>
                </a:cubicBezTo>
                <a:lnTo>
                  <a:pt x="114300" y="1809750"/>
                </a:lnTo>
                <a:cubicBezTo>
                  <a:pt x="51174" y="1809750"/>
                  <a:pt x="0" y="1758576"/>
                  <a:pt x="0" y="1695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877BE"/>
            </a:solidFill>
            <a:prstDash val="solid"/>
          </a:ln>
        </p:spPr>
      </p:sp>
      <p:pic>
        <p:nvPic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EBE569F-60EC-42D4-A5AE-22F665A284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481350874d4831"/>
          <a:stretch xmlns:a="http://schemas.openxmlformats.org/drawingml/2006/main"/>
        </p:blipFill>
        <p:spPr>
          <a:xfrm xmlns:a="http://schemas.openxmlformats.org/drawingml/2006/main">
            <a:off x="3790950" y="6553413"/>
            <a:ext cx="485775" cy="456774"/>
          </a:xfrm>
          <a:prstGeom xmlns:a="http://schemas.openxmlformats.org/drawingml/2006/main" prst="rect">
            <a:avLst/>
          </a:prstGeom>
        </p:spPr>
      </p:pic>
      <p:pic>
        <p:nvPic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BDE02B4-4D53-43DF-A012-7A7BDE71DA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745127d89641f2"/>
          <a:stretch xmlns:a="http://schemas.openxmlformats.org/drawingml/2006/main"/>
        </p:blipFill>
        <p:spPr>
          <a:xfrm xmlns:a="http://schemas.openxmlformats.org/drawingml/2006/main">
            <a:off x="1781175" y="6516230"/>
            <a:ext cx="428625" cy="864515"/>
          </a:xfrm>
          <a:prstGeom xmlns:a="http://schemas.openxmlformats.org/drawingml/2006/main" prst="rect">
            <a:avLst/>
          </a:prstGeom>
        </p:spPr>
      </p:pic>
      <p:sp>
        <p:nvSpPr>
          <p:cNvPr id="77" name="Invalid blend arrow">
            <a:extLst xmlns:a="http://schemas.openxmlformats.org/drawingml/2006/main">
              <a:ext uri="{FF2B5EF4-FFF2-40B4-BE49-F238E27FC236}">
                <a16:creationId xmlns:a16="http://schemas.microsoft.com/office/drawing/2014/main" id="{0CD074FE-3A08-413F-AB02-3ECB8C7A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6763" y="6325888"/>
            <a:ext cx="931737" cy="832660"/>
          </a:xfrm>
          <a:custGeom xmlns:a="http://schemas.openxmlformats.org/drawingml/2006/main">
            <a:pathLst>
              <a:path w="931737" h="832660">
                <a:moveTo>
                  <a:pt x="0" y="130775"/>
                </a:moveTo>
                <a:lnTo>
                  <a:pt x="716464" y="738212"/>
                </a:lnTo>
                <a:lnTo>
                  <a:pt x="636388" y="832660"/>
                </a:lnTo>
                <a:lnTo>
                  <a:pt x="931737" y="808337"/>
                </a:lnTo>
                <a:lnTo>
                  <a:pt x="907414" y="512989"/>
                </a:lnTo>
                <a:lnTo>
                  <a:pt x="827338" y="607437"/>
                </a:lnTo>
                <a:lnTo>
                  <a:pt x="110874" y="0"/>
                </a:lnTo>
                <a:close/>
              </a:path>
            </a:pathLst>
          </a:custGeom>
          <a:solidFill xmlns:a="http://schemas.openxmlformats.org/drawingml/2006/main">
            <a:srgbClr val="EB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8" name="Two-reference">
            <a:extLst xmlns:a="http://schemas.openxmlformats.org/drawingml/2006/main">
              <a:ext uri="{FF2B5EF4-FFF2-40B4-BE49-F238E27FC236}">
                <a16:creationId xmlns:a16="http://schemas.microsoft.com/office/drawing/2014/main" id="{4B95A3BC-D55C-4586-80E9-B268728D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5625" y="4791075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0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Two-reference</a:t>
            </a:r>
          </a:p>
        </p:txBody>
      </p:sp>
      <p:sp>
        <p:nvSpPr>
          <p:cNvPr id="79" name="Three-reference">
            <a:extLst xmlns:a="http://schemas.openxmlformats.org/drawingml/2006/main">
              <a:ext uri="{FF2B5EF4-FFF2-40B4-BE49-F238E27FC236}">
                <a16:creationId xmlns:a16="http://schemas.microsoft.com/office/drawing/2014/main" id="{ABEB2493-BF94-4AF7-956F-760B95A87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01425" y="47815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0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Three-reference</a:t>
            </a:r>
          </a:p>
        </p:txBody>
      </p:sp>
      <p:sp>
        <p:nvSpPr>
          <p:cNvPr id="80" name="Four-reference">
            <a:extLst xmlns:a="http://schemas.openxmlformats.org/drawingml/2006/main">
              <a:ext uri="{FF2B5EF4-FFF2-40B4-BE49-F238E27FC236}">
                <a16:creationId xmlns:a16="http://schemas.microsoft.com/office/drawing/2014/main" id="{144BBEAA-DF29-47E1-B39F-9798874F0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44925" y="45529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0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Four-reference</a:t>
            </a:r>
          </a:p>
        </p:txBody>
      </p:sp>
      <p:sp>
        <p:nvSpPr>
          <p:cNvPr id="81" name="Reference synthesis arrow">
            <a:extLst xmlns:a="http://schemas.openxmlformats.org/drawingml/2006/main">
              <a:ext uri="{FF2B5EF4-FFF2-40B4-BE49-F238E27FC236}">
                <a16:creationId xmlns:a16="http://schemas.microsoft.com/office/drawing/2014/main" id="{DF243F48-00C0-4065-86A8-D19C8B53C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5558" y="5144154"/>
            <a:ext cx="943517" cy="564527"/>
          </a:xfrm>
          <a:custGeom xmlns:a="http://schemas.openxmlformats.org/drawingml/2006/main">
            <a:pathLst>
              <a:path w="943517" h="564527">
                <a:moveTo>
                  <a:pt x="0" y="151091"/>
                </a:moveTo>
                <a:lnTo>
                  <a:pt x="692207" y="417879"/>
                </a:lnTo>
                <a:lnTo>
                  <a:pt x="635686" y="564527"/>
                </a:lnTo>
                <a:lnTo>
                  <a:pt x="943517" y="427971"/>
                </a:lnTo>
                <a:lnTo>
                  <a:pt x="806960" y="120141"/>
                </a:lnTo>
                <a:lnTo>
                  <a:pt x="750440" y="266788"/>
                </a:lnTo>
                <a:lnTo>
                  <a:pt x="58233" y="0"/>
                </a:lnTo>
                <a:close/>
              </a:path>
            </a:pathLst>
          </a:custGeom>
          <a:solidFill xmlns:a="http://schemas.openxmlformats.org/drawingml/2006/main">
            <a:srgbClr val="83BEE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2" name="Reference synthesis arrow">
            <a:extLst xmlns:a="http://schemas.openxmlformats.org/drawingml/2006/main">
              <a:ext uri="{FF2B5EF4-FFF2-40B4-BE49-F238E27FC236}">
                <a16:creationId xmlns:a16="http://schemas.microsoft.com/office/drawing/2014/main" id="{A0D66E30-F936-46B8-BB90-C0323DD87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9532" y="5183384"/>
            <a:ext cx="831993" cy="542386"/>
          </a:xfrm>
          <a:custGeom xmlns:a="http://schemas.openxmlformats.org/drawingml/2006/main">
            <a:pathLst>
              <a:path w="831993" h="542386">
                <a:moveTo>
                  <a:pt x="0" y="148833"/>
                </a:moveTo>
                <a:lnTo>
                  <a:pt x="581229" y="397931"/>
                </a:lnTo>
                <a:lnTo>
                  <a:pt x="519319" y="542386"/>
                </a:lnTo>
                <a:lnTo>
                  <a:pt x="831993" y="417316"/>
                </a:lnTo>
                <a:lnTo>
                  <a:pt x="706923" y="104643"/>
                </a:lnTo>
                <a:lnTo>
                  <a:pt x="645014" y="249098"/>
                </a:lnTo>
                <a:lnTo>
                  <a:pt x="63785" y="0"/>
                </a:lnTo>
                <a:close/>
              </a:path>
            </a:pathLst>
          </a:custGeom>
          <a:solidFill xmlns:a="http://schemas.openxmlformats.org/drawingml/2006/main">
            <a:srgbClr val="83BEE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3" name="Reference synthesis arrow">
            <a:extLst xmlns:a="http://schemas.openxmlformats.org/drawingml/2006/main">
              <a:ext uri="{FF2B5EF4-FFF2-40B4-BE49-F238E27FC236}">
                <a16:creationId xmlns:a16="http://schemas.microsoft.com/office/drawing/2014/main" id="{49E4B78F-EE71-4D72-A431-56C479FC7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99599" y="4992518"/>
            <a:ext cx="926376" cy="574948"/>
          </a:xfrm>
          <a:custGeom xmlns:a="http://schemas.openxmlformats.org/drawingml/2006/main">
            <a:pathLst>
              <a:path w="926376" h="574948">
                <a:moveTo>
                  <a:pt x="0" y="149563"/>
                </a:moveTo>
                <a:lnTo>
                  <a:pt x="675404" y="429784"/>
                </a:lnTo>
                <a:lnTo>
                  <a:pt x="615176" y="574948"/>
                </a:lnTo>
                <a:lnTo>
                  <a:pt x="926376" y="446257"/>
                </a:lnTo>
                <a:lnTo>
                  <a:pt x="797685" y="135057"/>
                </a:lnTo>
                <a:lnTo>
                  <a:pt x="737457" y="280221"/>
                </a:lnTo>
                <a:lnTo>
                  <a:pt x="62053" y="0"/>
                </a:lnTo>
                <a:close/>
              </a:path>
            </a:pathLst>
          </a:custGeom>
          <a:solidFill xmlns:a="http://schemas.openxmlformats.org/drawingml/2006/main">
            <a:srgbClr val="83BEED"/>
          </a:solidFill>
          <a:ln xmlns:a="http://schemas.openxmlformats.org/drawingml/2006/main" w="9525">
            <a:noFill/>
            <a:prstDash val="solid"/>
          </a:ln>
        </p:spPr>
      </p:sp>
      <p:pic>
        <p:nvPic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7C2A153-3CF0-400A-A39F-C2C7D50FB1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90a4f0d7614964"/>
          <a:stretch xmlns:a="http://schemas.openxmlformats.org/drawingml/2006/main"/>
        </p:blipFill>
        <p:spPr>
          <a:xfrm xmlns:a="http://schemas.openxmlformats.org/drawingml/2006/main">
            <a:off x="7946970" y="5248275"/>
            <a:ext cx="498584" cy="419100"/>
          </a:xfrm>
          <a:prstGeom xmlns:a="http://schemas.openxmlformats.org/drawingml/2006/main" prst="rect">
            <a:avLst/>
          </a:prstGeom>
        </p:spPr>
      </p:pic>
      <p:pic>
        <p:nvPic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154C26E-5CE6-4CB5-AE0B-CC8DC3647F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99986817ce477b"/>
          <a:stretch xmlns:a="http://schemas.openxmlformats.org/drawingml/2006/main"/>
        </p:blipFill>
        <p:spPr>
          <a:xfrm xmlns:a="http://schemas.openxmlformats.org/drawingml/2006/main">
            <a:off x="12306300" y="5174853"/>
            <a:ext cx="523875" cy="480219"/>
          </a:xfrm>
          <a:prstGeom xmlns:a="http://schemas.openxmlformats.org/drawingml/2006/main" prst="rect">
            <a:avLst/>
          </a:prstGeom>
        </p:spPr>
      </p:pic>
      <p:pic>
        <p:nvPic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8151BBB-7EBC-4928-B6DF-431161CEAD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a2f76f67d94204"/>
          <a:stretch xmlns:a="http://schemas.openxmlformats.org/drawingml/2006/main"/>
        </p:blipFill>
        <p:spPr>
          <a:xfrm xmlns:a="http://schemas.openxmlformats.org/drawingml/2006/main">
            <a:off x="17487900" y="5040289"/>
            <a:ext cx="485775" cy="435022"/>
          </a:xfrm>
          <a:prstGeom xmlns:a="http://schemas.openxmlformats.org/drawingml/2006/main" prst="rect">
            <a:avLst/>
          </a:prstGeom>
        </p:spPr>
      </p:pic>
      <p:sp>
        <p:nvSpPr>
          <p:cNvPr id="87" name="Reference group separator">
            <a:extLst xmlns:a="http://schemas.openxmlformats.org/drawingml/2006/main">
              <a:ext uri="{FF2B5EF4-FFF2-40B4-BE49-F238E27FC236}">
                <a16:creationId xmlns:a16="http://schemas.microsoft.com/office/drawing/2014/main" id="{BBAC3FA3-9661-4496-80BE-63E375DB0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257800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CCFED"/>
            </a:solidFill>
            <a:prstDash val="solid"/>
          </a:ln>
        </p:spPr>
      </p:sp>
      <p:sp>
        <p:nvSpPr>
          <p:cNvPr id="88" name="Reference group separator">
            <a:extLst xmlns:a="http://schemas.openxmlformats.org/drawingml/2006/main">
              <a:ext uri="{FF2B5EF4-FFF2-40B4-BE49-F238E27FC236}">
                <a16:creationId xmlns:a16="http://schemas.microsoft.com/office/drawing/2014/main" id="{641BF21C-8C40-460D-838A-4ADCACC39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372100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CCFED"/>
            </a:solidFill>
            <a:prstDash val="solid"/>
          </a:ln>
        </p:spPr>
      </p:sp>
      <p:sp>
        <p:nvSpPr>
          <p:cNvPr id="89" name="Reference group separator">
            <a:extLst xmlns:a="http://schemas.openxmlformats.org/drawingml/2006/main">
              <a:ext uri="{FF2B5EF4-FFF2-40B4-BE49-F238E27FC236}">
                <a16:creationId xmlns:a16="http://schemas.microsoft.com/office/drawing/2014/main" id="{83251451-4ED6-45D1-B03E-E89863990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486400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CCFED"/>
            </a:solidFill>
            <a:prstDash val="solid"/>
          </a:ln>
        </p:spPr>
      </p:sp>
      <p:sp>
        <p:nvSpPr>
          <p:cNvPr id="90" name="Reference group separator">
            <a:extLst xmlns:a="http://schemas.openxmlformats.org/drawingml/2006/main">
              <a:ext uri="{FF2B5EF4-FFF2-40B4-BE49-F238E27FC236}">
                <a16:creationId xmlns:a16="http://schemas.microsoft.com/office/drawing/2014/main" id="{930884D0-4947-4F3F-A1AB-75C48702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600700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CCFED"/>
            </a:solidFill>
            <a:prstDash val="solid"/>
          </a:ln>
        </p:spPr>
      </p:sp>
      <p:sp>
        <p:nvSpPr>
          <p:cNvPr id="91" name="Reference group separator">
            <a:extLst xmlns:a="http://schemas.openxmlformats.org/drawingml/2006/main">
              <a:ext uri="{FF2B5EF4-FFF2-40B4-BE49-F238E27FC236}">
                <a16:creationId xmlns:a16="http://schemas.microsoft.com/office/drawing/2014/main" id="{5E5CA1CE-38E2-441C-A51E-0A7E3FC0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715000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CCFED"/>
            </a:solidFill>
            <a:prstDash val="solid"/>
          </a:ln>
        </p:spPr>
      </p:sp>
      <p:sp>
        <p:nvSpPr>
          <p:cNvPr id="92" name="Reference group separator">
            <a:extLst xmlns:a="http://schemas.openxmlformats.org/drawingml/2006/main">
              <a:ext uri="{FF2B5EF4-FFF2-40B4-BE49-F238E27FC236}">
                <a16:creationId xmlns:a16="http://schemas.microsoft.com/office/drawing/2014/main" id="{BCF0D094-183F-4ACE-87A2-FF5DD0D0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829300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CCFED"/>
            </a:solidFill>
            <a:prstDash val="solid"/>
          </a:ln>
        </p:spPr>
      </p:sp>
      <p:sp>
        <p:nvSpPr>
          <p:cNvPr id="93" name="Reference group separator">
            <a:extLst xmlns:a="http://schemas.openxmlformats.org/drawingml/2006/main">
              <a:ext uri="{FF2B5EF4-FFF2-40B4-BE49-F238E27FC236}">
                <a16:creationId xmlns:a16="http://schemas.microsoft.com/office/drawing/2014/main" id="{C4B7EEF1-7085-472E-B49B-2403EFF6D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943600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CCFED"/>
            </a:solidFill>
            <a:prstDash val="solid"/>
          </a:ln>
        </p:spPr>
      </p:sp>
      <p:sp>
        <p:nvSpPr>
          <p:cNvPr id="94" name="Reference group separator">
            <a:extLst xmlns:a="http://schemas.openxmlformats.org/drawingml/2006/main">
              <a:ext uri="{FF2B5EF4-FFF2-40B4-BE49-F238E27FC236}">
                <a16:creationId xmlns:a16="http://schemas.microsoft.com/office/drawing/2014/main" id="{6ACE636B-BFD1-4122-9353-A84EE88C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6057900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CCFED"/>
            </a:solidFill>
            <a:prstDash val="solid"/>
          </a:ln>
        </p:spPr>
      </p:sp>
      <p:sp>
        <p:nvSpPr>
          <p:cNvPr id="95" name="Reference group separator">
            <a:extLst xmlns:a="http://schemas.openxmlformats.org/drawingml/2006/main">
              <a:ext uri="{FF2B5EF4-FFF2-40B4-BE49-F238E27FC236}">
                <a16:creationId xmlns:a16="http://schemas.microsoft.com/office/drawing/2014/main" id="{7337EBCA-C6C3-4FE9-8956-7F49CCEA3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6172200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CCFED"/>
            </a:solidFill>
            <a:prstDash val="solid"/>
          </a:ln>
        </p:spPr>
      </p:sp>
      <p:sp>
        <p:nvSpPr>
          <p:cNvPr id="96" name="Reference group separator">
            <a:extLst xmlns:a="http://schemas.openxmlformats.org/drawingml/2006/main">
              <a:ext uri="{FF2B5EF4-FFF2-40B4-BE49-F238E27FC236}">
                <a16:creationId xmlns:a16="http://schemas.microsoft.com/office/drawing/2014/main" id="{7A01EEF6-FF4A-441C-9A6B-CC972E0E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6286500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CCFED"/>
            </a:solidFill>
            <a:prstDash val="solid"/>
          </a:ln>
        </p:spPr>
      </p:sp>
      <p:sp>
        <p:nvSpPr>
          <p:cNvPr id="97" name="Reference group separator">
            <a:extLst xmlns:a="http://schemas.openxmlformats.org/drawingml/2006/main">
              <a:ext uri="{FF2B5EF4-FFF2-40B4-BE49-F238E27FC236}">
                <a16:creationId xmlns:a16="http://schemas.microsoft.com/office/drawing/2014/main" id="{2F102E29-E80B-49A7-A50E-77C6F41D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6400800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CCFED"/>
            </a:solidFill>
            <a:prstDash val="solid"/>
          </a:ln>
        </p:spPr>
      </p:sp>
      <p:sp>
        <p:nvSpPr>
          <p:cNvPr id="98" name="Reference group separator">
            <a:extLst xmlns:a="http://schemas.openxmlformats.org/drawingml/2006/main">
              <a:ext uri="{FF2B5EF4-FFF2-40B4-BE49-F238E27FC236}">
                <a16:creationId xmlns:a16="http://schemas.microsoft.com/office/drawing/2014/main" id="{2DC92A0D-89C5-4154-B414-CFD7193E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6515100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CCFED"/>
            </a:solidFill>
            <a:prstDash val="solid"/>
          </a:ln>
        </p:spPr>
      </p:sp>
      <p:sp>
        <p:nvSpPr>
          <p:cNvPr id="99" name="Reference group separator">
            <a:extLst xmlns:a="http://schemas.openxmlformats.org/drawingml/2006/main">
              <a:ext uri="{FF2B5EF4-FFF2-40B4-BE49-F238E27FC236}">
                <a16:creationId xmlns:a16="http://schemas.microsoft.com/office/drawing/2014/main" id="{E8C7B830-C838-4BA7-A006-74FBA41D4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6629400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CCFED"/>
            </a:solidFill>
            <a:prstDash val="solid"/>
          </a:ln>
        </p:spPr>
      </p:sp>
      <p:sp>
        <p:nvSpPr>
          <p:cNvPr id="100" name="Reference group separator">
            <a:extLst xmlns:a="http://schemas.openxmlformats.org/drawingml/2006/main">
              <a:ext uri="{FF2B5EF4-FFF2-40B4-BE49-F238E27FC236}">
                <a16:creationId xmlns:a16="http://schemas.microsoft.com/office/drawing/2014/main" id="{F265E841-9222-4D1C-9E2E-AC941FC4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6743700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CCFED"/>
            </a:solidFill>
            <a:prstDash val="solid"/>
          </a:ln>
        </p:spPr>
      </p:sp>
      <p:sp>
        <p:nvSpPr>
          <p:cNvPr id="101" name="Reference group separator">
            <a:extLst xmlns:a="http://schemas.openxmlformats.org/drawingml/2006/main">
              <a:ext uri="{FF2B5EF4-FFF2-40B4-BE49-F238E27FC236}">
                <a16:creationId xmlns:a16="http://schemas.microsoft.com/office/drawing/2014/main" id="{1ACECA11-13AF-4E68-8D77-194F2EBE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6858000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CCFED"/>
            </a:solidFill>
            <a:prstDash val="solid"/>
          </a:ln>
        </p:spPr>
      </p:sp>
      <p:sp>
        <p:nvSpPr>
          <p:cNvPr id="102" name="Separator endpoint">
            <a:extLst xmlns:a="http://schemas.openxmlformats.org/drawingml/2006/main">
              <a:ext uri="{FF2B5EF4-FFF2-40B4-BE49-F238E27FC236}">
                <a16:creationId xmlns:a16="http://schemas.microsoft.com/office/drawing/2014/main" id="{8981CDE9-E35C-4571-8A22-683185CC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5172075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cubicBezTo>
                  <a:pt x="95250" y="73928"/>
                  <a:pt x="73928" y="95250"/>
                  <a:pt x="47625" y="95250"/>
                </a:cubicBezTo>
                <a:cubicBezTo>
                  <a:pt x="21322" y="95250"/>
                  <a:pt x="0" y="73928"/>
                  <a:pt x="0" y="47625"/>
                </a:cubicBezTo>
                <a:cubicBezTo>
                  <a:pt x="0" y="21322"/>
                  <a:pt x="21322" y="0"/>
                  <a:pt x="47625" y="0"/>
                </a:cubicBezTo>
                <a:cubicBezTo>
                  <a:pt x="73928" y="0"/>
                  <a:pt x="95250" y="21322"/>
                  <a:pt x="95250" y="47625"/>
                </a:cubicBezTo>
                <a:close/>
              </a:path>
            </a:pathLst>
          </a:custGeom>
          <a:solidFill xmlns:a="http://schemas.openxmlformats.org/drawingml/2006/main">
            <a:srgbClr val="9CCFED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03" name="Separator endpoint">
            <a:extLst xmlns:a="http://schemas.openxmlformats.org/drawingml/2006/main">
              <a:ext uri="{FF2B5EF4-FFF2-40B4-BE49-F238E27FC236}">
                <a16:creationId xmlns:a16="http://schemas.microsoft.com/office/drawing/2014/main" id="{CB84C24F-6FFC-4076-BF01-B804C5162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6877050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cubicBezTo>
                  <a:pt x="95250" y="73928"/>
                  <a:pt x="73928" y="95250"/>
                  <a:pt x="47625" y="95250"/>
                </a:cubicBezTo>
                <a:cubicBezTo>
                  <a:pt x="21322" y="95250"/>
                  <a:pt x="0" y="73928"/>
                  <a:pt x="0" y="47625"/>
                </a:cubicBezTo>
                <a:cubicBezTo>
                  <a:pt x="0" y="21322"/>
                  <a:pt x="21322" y="0"/>
                  <a:pt x="47625" y="0"/>
                </a:cubicBezTo>
                <a:cubicBezTo>
                  <a:pt x="73928" y="0"/>
                  <a:pt x="95250" y="21322"/>
                  <a:pt x="95250" y="47625"/>
                </a:cubicBezTo>
                <a:close/>
              </a:path>
            </a:pathLst>
          </a:custGeom>
          <a:solidFill xmlns:a="http://schemas.openxmlformats.org/drawingml/2006/main">
            <a:srgbClr val="9CCFED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04" name="Reference group separator">
            <a:extLst xmlns:a="http://schemas.openxmlformats.org/drawingml/2006/main">
              <a:ext uri="{FF2B5EF4-FFF2-40B4-BE49-F238E27FC236}">
                <a16:creationId xmlns:a16="http://schemas.microsoft.com/office/drawing/2014/main" id="{899D848C-2401-4829-B7D2-B788C08F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5257800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CCFED"/>
            </a:solidFill>
            <a:prstDash val="solid"/>
          </a:ln>
        </p:spPr>
      </p:sp>
      <p:sp>
        <p:nvSpPr>
          <p:cNvPr id="105" name="Reference group separator">
            <a:extLst xmlns:a="http://schemas.openxmlformats.org/drawingml/2006/main">
              <a:ext uri="{FF2B5EF4-FFF2-40B4-BE49-F238E27FC236}">
                <a16:creationId xmlns:a16="http://schemas.microsoft.com/office/drawing/2014/main" id="{1C3838C1-8F74-4383-9E43-CFB62943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5372100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CCFED"/>
            </a:solidFill>
            <a:prstDash val="solid"/>
          </a:ln>
        </p:spPr>
      </p:sp>
      <p:sp>
        <p:nvSpPr>
          <p:cNvPr id="106" name="Reference group separator">
            <a:extLst xmlns:a="http://schemas.openxmlformats.org/drawingml/2006/main">
              <a:ext uri="{FF2B5EF4-FFF2-40B4-BE49-F238E27FC236}">
                <a16:creationId xmlns:a16="http://schemas.microsoft.com/office/drawing/2014/main" id="{FD01D0E0-DD9C-4A54-AD36-9BAB4C82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5486400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CCFED"/>
            </a:solidFill>
            <a:prstDash val="solid"/>
          </a:ln>
        </p:spPr>
      </p:sp>
      <p:sp>
        <p:nvSpPr>
          <p:cNvPr id="107" name="Reference group separator">
            <a:extLst xmlns:a="http://schemas.openxmlformats.org/drawingml/2006/main">
              <a:ext uri="{FF2B5EF4-FFF2-40B4-BE49-F238E27FC236}">
                <a16:creationId xmlns:a16="http://schemas.microsoft.com/office/drawing/2014/main" id="{8EDB8612-74A2-4290-9740-B74CD3BB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5600700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CCFED"/>
            </a:solidFill>
            <a:prstDash val="solid"/>
          </a:ln>
        </p:spPr>
      </p:sp>
      <p:sp>
        <p:nvSpPr>
          <p:cNvPr id="108" name="Reference group separator">
            <a:extLst xmlns:a="http://schemas.openxmlformats.org/drawingml/2006/main">
              <a:ext uri="{FF2B5EF4-FFF2-40B4-BE49-F238E27FC236}">
                <a16:creationId xmlns:a16="http://schemas.microsoft.com/office/drawing/2014/main" id="{EB028AB0-C658-4FB3-9181-61DCD125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5715000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CCFED"/>
            </a:solidFill>
            <a:prstDash val="solid"/>
          </a:ln>
        </p:spPr>
      </p:sp>
      <p:sp>
        <p:nvSpPr>
          <p:cNvPr id="109" name="Reference group separator">
            <a:extLst xmlns:a="http://schemas.openxmlformats.org/drawingml/2006/main">
              <a:ext uri="{FF2B5EF4-FFF2-40B4-BE49-F238E27FC236}">
                <a16:creationId xmlns:a16="http://schemas.microsoft.com/office/drawing/2014/main" id="{19FA2FFC-0E73-4D40-8A8D-01531B0C5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5829300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CCFED"/>
            </a:solidFill>
            <a:prstDash val="solid"/>
          </a:ln>
        </p:spPr>
      </p:sp>
      <p:sp>
        <p:nvSpPr>
          <p:cNvPr id="110" name="Reference group separator">
            <a:extLst xmlns:a="http://schemas.openxmlformats.org/drawingml/2006/main">
              <a:ext uri="{FF2B5EF4-FFF2-40B4-BE49-F238E27FC236}">
                <a16:creationId xmlns:a16="http://schemas.microsoft.com/office/drawing/2014/main" id="{D394926E-3A84-4174-9D93-EB9167C7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5943600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CCFED"/>
            </a:solidFill>
            <a:prstDash val="solid"/>
          </a:ln>
        </p:spPr>
      </p:sp>
      <p:sp>
        <p:nvSpPr>
          <p:cNvPr id="111" name="Reference group separator">
            <a:extLst xmlns:a="http://schemas.openxmlformats.org/drawingml/2006/main">
              <a:ext uri="{FF2B5EF4-FFF2-40B4-BE49-F238E27FC236}">
                <a16:creationId xmlns:a16="http://schemas.microsoft.com/office/drawing/2014/main" id="{A209D16F-EFDB-4849-BC41-9BF162355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6057900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CCFED"/>
            </a:solidFill>
            <a:prstDash val="solid"/>
          </a:ln>
        </p:spPr>
      </p:sp>
      <p:sp>
        <p:nvSpPr>
          <p:cNvPr id="112" name="Reference group separator">
            <a:extLst xmlns:a="http://schemas.openxmlformats.org/drawingml/2006/main">
              <a:ext uri="{FF2B5EF4-FFF2-40B4-BE49-F238E27FC236}">
                <a16:creationId xmlns:a16="http://schemas.microsoft.com/office/drawing/2014/main" id="{B2EF9F1C-52FC-4476-9BFF-4B60E9E3A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6172200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CCFED"/>
            </a:solidFill>
            <a:prstDash val="solid"/>
          </a:ln>
        </p:spPr>
      </p:sp>
      <p:sp>
        <p:nvSpPr>
          <p:cNvPr id="113" name="Reference group separator">
            <a:extLst xmlns:a="http://schemas.openxmlformats.org/drawingml/2006/main">
              <a:ext uri="{FF2B5EF4-FFF2-40B4-BE49-F238E27FC236}">
                <a16:creationId xmlns:a16="http://schemas.microsoft.com/office/drawing/2014/main" id="{99390B94-27A4-4CCA-9838-9A76186B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6286500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CCFED"/>
            </a:solidFill>
            <a:prstDash val="solid"/>
          </a:ln>
        </p:spPr>
      </p:sp>
      <p:sp>
        <p:nvSpPr>
          <p:cNvPr id="114" name="Reference group separator">
            <a:extLst xmlns:a="http://schemas.openxmlformats.org/drawingml/2006/main">
              <a:ext uri="{FF2B5EF4-FFF2-40B4-BE49-F238E27FC236}">
                <a16:creationId xmlns:a16="http://schemas.microsoft.com/office/drawing/2014/main" id="{11BEE4F4-85ED-4C6F-AF9E-67C59739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6400800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CCFED"/>
            </a:solidFill>
            <a:prstDash val="solid"/>
          </a:ln>
        </p:spPr>
      </p:sp>
      <p:sp>
        <p:nvSpPr>
          <p:cNvPr id="115" name="Reference group separator">
            <a:extLst xmlns:a="http://schemas.openxmlformats.org/drawingml/2006/main">
              <a:ext uri="{FF2B5EF4-FFF2-40B4-BE49-F238E27FC236}">
                <a16:creationId xmlns:a16="http://schemas.microsoft.com/office/drawing/2014/main" id="{5E3FCCAB-C747-4F61-8A64-8B5A153E2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6515100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CCFED"/>
            </a:solidFill>
            <a:prstDash val="solid"/>
          </a:ln>
        </p:spPr>
      </p:sp>
      <p:sp>
        <p:nvSpPr>
          <p:cNvPr id="116" name="Reference group separator">
            <a:extLst xmlns:a="http://schemas.openxmlformats.org/drawingml/2006/main">
              <a:ext uri="{FF2B5EF4-FFF2-40B4-BE49-F238E27FC236}">
                <a16:creationId xmlns:a16="http://schemas.microsoft.com/office/drawing/2014/main" id="{C6FE7CE8-840B-423C-A554-0E9FDFDF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6629400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CCFED"/>
            </a:solidFill>
            <a:prstDash val="solid"/>
          </a:ln>
        </p:spPr>
      </p:sp>
      <p:sp>
        <p:nvSpPr>
          <p:cNvPr id="117" name="Reference group separator">
            <a:extLst xmlns:a="http://schemas.openxmlformats.org/drawingml/2006/main">
              <a:ext uri="{FF2B5EF4-FFF2-40B4-BE49-F238E27FC236}">
                <a16:creationId xmlns:a16="http://schemas.microsoft.com/office/drawing/2014/main" id="{56DCC26F-E088-498A-AAA5-C3A24957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6743700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CCFED"/>
            </a:solidFill>
            <a:prstDash val="solid"/>
          </a:ln>
        </p:spPr>
      </p:sp>
      <p:sp>
        <p:nvSpPr>
          <p:cNvPr id="118" name="Reference group separator">
            <a:extLst xmlns:a="http://schemas.openxmlformats.org/drawingml/2006/main">
              <a:ext uri="{FF2B5EF4-FFF2-40B4-BE49-F238E27FC236}">
                <a16:creationId xmlns:a16="http://schemas.microsoft.com/office/drawing/2014/main" id="{987FA1C4-B966-4E62-9F7E-EC6C69B8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6858000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CCFED"/>
            </a:solidFill>
            <a:prstDash val="solid"/>
          </a:ln>
        </p:spPr>
      </p:sp>
      <p:sp>
        <p:nvSpPr>
          <p:cNvPr id="119" name="Separator endpoint">
            <a:extLst xmlns:a="http://schemas.openxmlformats.org/drawingml/2006/main">
              <a:ext uri="{FF2B5EF4-FFF2-40B4-BE49-F238E27FC236}">
                <a16:creationId xmlns:a16="http://schemas.microsoft.com/office/drawing/2014/main" id="{62CC95F7-6FF1-425E-AF8D-C2906D0B9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2625" y="5172075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cubicBezTo>
                  <a:pt x="95250" y="73928"/>
                  <a:pt x="73928" y="95250"/>
                  <a:pt x="47625" y="95250"/>
                </a:cubicBezTo>
                <a:cubicBezTo>
                  <a:pt x="21322" y="95250"/>
                  <a:pt x="0" y="73928"/>
                  <a:pt x="0" y="47625"/>
                </a:cubicBezTo>
                <a:cubicBezTo>
                  <a:pt x="0" y="21322"/>
                  <a:pt x="21322" y="0"/>
                  <a:pt x="47625" y="0"/>
                </a:cubicBezTo>
                <a:cubicBezTo>
                  <a:pt x="73928" y="0"/>
                  <a:pt x="95250" y="21322"/>
                  <a:pt x="95250" y="47625"/>
                </a:cubicBezTo>
                <a:close/>
              </a:path>
            </a:pathLst>
          </a:custGeom>
          <a:solidFill xmlns:a="http://schemas.openxmlformats.org/drawingml/2006/main">
            <a:srgbClr val="9CCFED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20" name="Separator endpoint">
            <a:extLst xmlns:a="http://schemas.openxmlformats.org/drawingml/2006/main">
              <a:ext uri="{FF2B5EF4-FFF2-40B4-BE49-F238E27FC236}">
                <a16:creationId xmlns:a16="http://schemas.microsoft.com/office/drawing/2014/main" id="{C6D87253-25C9-4FB0-8139-6C15B326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2625" y="6877050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cubicBezTo>
                  <a:pt x="95250" y="73928"/>
                  <a:pt x="73928" y="95250"/>
                  <a:pt x="47625" y="95250"/>
                </a:cubicBezTo>
                <a:cubicBezTo>
                  <a:pt x="21322" y="95250"/>
                  <a:pt x="0" y="73928"/>
                  <a:pt x="0" y="47625"/>
                </a:cubicBezTo>
                <a:cubicBezTo>
                  <a:pt x="0" y="21322"/>
                  <a:pt x="21322" y="0"/>
                  <a:pt x="47625" y="0"/>
                </a:cubicBezTo>
                <a:cubicBezTo>
                  <a:pt x="73928" y="0"/>
                  <a:pt x="95250" y="21322"/>
                  <a:pt x="95250" y="47625"/>
                </a:cubicBezTo>
                <a:close/>
              </a:path>
            </a:pathLst>
          </a:custGeom>
          <a:solidFill xmlns:a="http://schemas.openxmlformats.org/drawingml/2006/main">
            <a:srgbClr val="9CCFED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21" name="c. Pure instruction alignment label background">
            <a:extLst xmlns:a="http://schemas.openxmlformats.org/drawingml/2006/main">
              <a:ext uri="{FF2B5EF4-FFF2-40B4-BE49-F238E27FC236}">
                <a16:creationId xmlns:a16="http://schemas.microsoft.com/office/drawing/2014/main" id="{B2EED5E3-FCC8-4DF9-9596-06250D57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915275"/>
            <a:ext cx="4524375" cy="438150"/>
          </a:xfrm>
          <a:custGeom xmlns:a="http://schemas.openxmlformats.org/drawingml/2006/main">
            <a:pathLst>
              <a:path w="4524375" h="438150">
                <a:moveTo>
                  <a:pt x="219075" y="0"/>
                </a:moveTo>
                <a:lnTo>
                  <a:pt x="4305300" y="0"/>
                </a:lnTo>
                <a:cubicBezTo>
                  <a:pt x="4426292" y="0"/>
                  <a:pt x="4524375" y="98083"/>
                  <a:pt x="4524375" y="219075"/>
                </a:cubicBezTo>
                <a:lnTo>
                  <a:pt x="4524375" y="219075"/>
                </a:lnTo>
                <a:cubicBezTo>
                  <a:pt x="4524375" y="340067"/>
                  <a:pt x="4426292" y="438150"/>
                  <a:pt x="4305300" y="438150"/>
                </a:cubicBezTo>
                <a:lnTo>
                  <a:pt x="219075" y="438150"/>
                </a:lnTo>
                <a:cubicBezTo>
                  <a:pt x="98083" y="438150"/>
                  <a:pt x="0" y="340067"/>
                  <a:pt x="0" y="219075"/>
                </a:cubicBezTo>
                <a:lnTo>
                  <a:pt x="0" y="219075"/>
                </a:lnTo>
                <a:cubicBezTo>
                  <a:pt x="0" y="98083"/>
                  <a:pt x="98083" y="0"/>
                  <a:pt x="219075" y="0"/>
                </a:cubicBezTo>
                <a:close/>
              </a:path>
            </a:pathLst>
          </a:custGeom>
          <a:solidFill xmlns:a="http://schemas.openxmlformats.org/drawingml/2006/main">
            <a:srgbClr val="D5EEEE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22" name="c. Pure instruction alignment">
            <a:extLst xmlns:a="http://schemas.openxmlformats.org/drawingml/2006/main">
              <a:ext uri="{FF2B5EF4-FFF2-40B4-BE49-F238E27FC236}">
                <a16:creationId xmlns:a16="http://schemas.microsoft.com/office/drawing/2014/main" id="{97DE7ECA-5556-4093-A23A-FBE04A450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7934325"/>
            <a:ext cx="42957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4B838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4B8381"/>
                </a:solidFill>
                <a:latin typeface="Comic Sans MS"/>
                <a:ea typeface="Comic Sans MS"/>
                <a:cs typeface="Comic Sans MS"/>
              </a:defRPr>
            </a:pPr>
            <a:r>
              <a:rPr sz="2025" b="1" i="0">
                <a:solidFill>
                  <a:srgbClr val="4B8381"/>
                </a:solidFill>
                <a:latin typeface="Comic Sans MS"/>
                <a:ea typeface="Comic Sans MS"/>
                <a:cs typeface="Comic Sans MS"/>
              </a:rPr>
              <a:t>c. Pure instruction alignment</a:t>
            </a:r>
          </a:p>
        </p:txBody>
      </p:sp>
      <p:pic>
        <p:nvPic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3281E2CB-490F-4BA6-9064-DEE3B73E82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9e898765944c8f"/>
          <a:stretch xmlns:a="http://schemas.openxmlformats.org/drawingml/2006/main"/>
        </p:blipFill>
        <p:spPr>
          <a:xfrm xmlns:a="http://schemas.openxmlformats.org/drawingml/2006/main">
            <a:off x="1190625" y="8640817"/>
            <a:ext cx="1695450" cy="701566"/>
          </a:xfrm>
          <a:prstGeom xmlns:a="http://schemas.openxmlformats.org/drawingml/2006/main" prst="rect">
            <a:avLst/>
          </a:prstGeom>
        </p:spPr>
      </p:pic>
      <p:pic>
        <p:nvPic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F2A07B9-96AF-4048-9514-5955424F41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da6506140c40a7"/>
          <a:stretch xmlns:a="http://schemas.openxmlformats.org/drawingml/2006/main"/>
        </p:blipFill>
        <p:spPr>
          <a:xfrm xmlns:a="http://schemas.openxmlformats.org/drawingml/2006/main">
            <a:off x="2886075" y="8640374"/>
            <a:ext cx="1104900" cy="702453"/>
          </a:xfrm>
          <a:prstGeom xmlns:a="http://schemas.openxmlformats.org/drawingml/2006/main" prst="rect">
            <a:avLst/>
          </a:prstGeom>
        </p:spPr>
      </p:pic>
      <p:sp>
        <p:nvSpPr>
          <p:cNvPr id="125" name="Real image alignment label native soft shadow">
            <a:extLst xmlns:a="http://schemas.openxmlformats.org/drawingml/2006/main">
              <a:ext uri="{FF2B5EF4-FFF2-40B4-BE49-F238E27FC236}">
                <a16:creationId xmlns:a16="http://schemas.microsoft.com/office/drawing/2014/main" id="{09CC1692-97D5-4D89-A7B1-19E83C38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9401175"/>
            <a:ext cx="2895600" cy="504825"/>
          </a:xfrm>
          <a:custGeom xmlns:a="http://schemas.openxmlformats.org/drawingml/2006/main">
            <a:pathLst>
              <a:path w="2895600" h="504825">
                <a:moveTo>
                  <a:pt x="38100" y="0"/>
                </a:moveTo>
                <a:lnTo>
                  <a:pt x="2857500" y="0"/>
                </a:lnTo>
                <a:cubicBezTo>
                  <a:pt x="2878542" y="0"/>
                  <a:pt x="2895600" y="17058"/>
                  <a:pt x="2895600" y="38100"/>
                </a:cubicBezTo>
                <a:lnTo>
                  <a:pt x="2895600" y="466725"/>
                </a:lnTo>
                <a:cubicBezTo>
                  <a:pt x="2895600" y="487767"/>
                  <a:pt x="2878542" y="504825"/>
                  <a:pt x="2857500" y="504825"/>
                </a:cubicBezTo>
                <a:lnTo>
                  <a:pt x="38100" y="504825"/>
                </a:lnTo>
                <a:cubicBezTo>
                  <a:pt x="17058" y="504825"/>
                  <a:pt x="0" y="487767"/>
                  <a:pt x="0" y="4667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D6D6D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26" name="Real image alignment label">
            <a:extLst xmlns:a="http://schemas.openxmlformats.org/drawingml/2006/main">
              <a:ext uri="{FF2B5EF4-FFF2-40B4-BE49-F238E27FC236}">
                <a16:creationId xmlns:a16="http://schemas.microsoft.com/office/drawing/2014/main" id="{03F884F2-9B70-42E2-8836-E8EC88A6C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9353550"/>
            <a:ext cx="2895600" cy="504825"/>
          </a:xfrm>
          <a:custGeom xmlns:a="http://schemas.openxmlformats.org/drawingml/2006/main">
            <a:pathLst>
              <a:path w="2895600" h="504825">
                <a:moveTo>
                  <a:pt x="38100" y="0"/>
                </a:moveTo>
                <a:lnTo>
                  <a:pt x="2857500" y="0"/>
                </a:lnTo>
                <a:cubicBezTo>
                  <a:pt x="2878542" y="0"/>
                  <a:pt x="2895600" y="17058"/>
                  <a:pt x="2895600" y="38100"/>
                </a:cubicBezTo>
                <a:lnTo>
                  <a:pt x="2895600" y="466725"/>
                </a:lnTo>
                <a:cubicBezTo>
                  <a:pt x="2895600" y="487767"/>
                  <a:pt x="2878542" y="504825"/>
                  <a:pt x="2857500" y="504825"/>
                </a:cubicBezTo>
                <a:lnTo>
                  <a:pt x="38100" y="504825"/>
                </a:lnTo>
                <a:cubicBezTo>
                  <a:pt x="17058" y="504825"/>
                  <a:pt x="0" y="487767"/>
                  <a:pt x="0" y="4667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DFF5F1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27" name="Real-world images">
            <a:extLst xmlns:a="http://schemas.openxmlformats.org/drawingml/2006/main">
              <a:ext uri="{FF2B5EF4-FFF2-40B4-BE49-F238E27FC236}">
                <a16:creationId xmlns:a16="http://schemas.microsoft.com/office/drawing/2014/main" id="{94B3BB40-B169-461E-A78A-EFF6C1A5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550" y="9410700"/>
            <a:ext cx="2647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1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Real-world images</a:t>
            </a:r>
          </a:p>
        </p:txBody>
      </p:sp>
      <p:sp>
        <p:nvSpPr>
          <p:cNvPr id="128" name="Cluttered">
            <a:extLst xmlns:a="http://schemas.openxmlformats.org/drawingml/2006/main">
              <a:ext uri="{FF2B5EF4-FFF2-40B4-BE49-F238E27FC236}">
                <a16:creationId xmlns:a16="http://schemas.microsoft.com/office/drawing/2014/main" id="{E1D98134-E56A-4629-A771-EA79624E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57400" y="9906000"/>
            <a:ext cx="166687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 i="0">
                <a:solidFill>
                  <a:srgbClr val="F3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F3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025" b="1" i="0">
                <a:solidFill>
                  <a:srgbClr val="F30000"/>
                </a:solidFill>
                <a:latin typeface="Comic Sans MS"/>
                <a:ea typeface="Comic Sans MS"/>
                <a:cs typeface="Comic Sans MS"/>
              </a:rPr>
              <a:t>Cluttered</a:t>
            </a:r>
          </a:p>
        </p:txBody>
      </p:sp>
      <p:sp>
        <p:nvSpPr>
          <p:cNvPr id="129" name="Pure">
            <a:extLst xmlns:a="http://schemas.openxmlformats.org/drawingml/2006/main">
              <a:ext uri="{FF2B5EF4-FFF2-40B4-BE49-F238E27FC236}">
                <a16:creationId xmlns:a16="http://schemas.microsoft.com/office/drawing/2014/main" id="{CDB95906-2D1E-4C23-A6FB-A6A703D01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57400" y="10287000"/>
            <a:ext cx="104775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 i="0">
                <a:solidFill>
                  <a:srgbClr val="76AB4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76AB48"/>
                </a:solidFill>
                <a:latin typeface="Comic Sans MS"/>
                <a:ea typeface="Comic Sans MS"/>
                <a:cs typeface="Comic Sans MS"/>
              </a:defRPr>
            </a:pPr>
            <a:r>
              <a:rPr sz="2025" b="1" i="0">
                <a:solidFill>
                  <a:srgbClr val="76AB48"/>
                </a:solidFill>
                <a:latin typeface="Comic Sans MS"/>
                <a:ea typeface="Comic Sans MS"/>
                <a:cs typeface="Comic Sans MS"/>
              </a:rPr>
              <a:t>Pure</a:t>
            </a:r>
          </a:p>
        </p:txBody>
      </p:sp>
      <p:sp>
        <p:nvSpPr>
          <p:cNvPr id="130" name="Alignment cleanup arrow">
            <a:extLst xmlns:a="http://schemas.openxmlformats.org/drawingml/2006/main">
              <a:ext uri="{FF2B5EF4-FFF2-40B4-BE49-F238E27FC236}">
                <a16:creationId xmlns:a16="http://schemas.microsoft.com/office/drawing/2014/main" id="{72C7CCA4-D169-41C2-A1D7-AC2E4534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261" y="10209062"/>
            <a:ext cx="505364" cy="444995"/>
          </a:xfrm>
          <a:custGeom xmlns:a="http://schemas.openxmlformats.org/drawingml/2006/main">
            <a:pathLst>
              <a:path w="505364" h="444995">
                <a:moveTo>
                  <a:pt x="0" y="174927"/>
                </a:moveTo>
                <a:lnTo>
                  <a:pt x="264797" y="349580"/>
                </a:lnTo>
                <a:lnTo>
                  <a:pt x="201864" y="444995"/>
                </a:lnTo>
                <a:lnTo>
                  <a:pt x="505364" y="382738"/>
                </a:lnTo>
                <a:lnTo>
                  <a:pt x="443107" y="79239"/>
                </a:lnTo>
                <a:lnTo>
                  <a:pt x="380174" y="174653"/>
                </a:lnTo>
                <a:lnTo>
                  <a:pt x="115377" y="0"/>
                </a:lnTo>
                <a:close/>
              </a:path>
            </a:pathLst>
          </a:custGeom>
          <a:solidFill xmlns:a="http://schemas.openxmlformats.org/drawingml/2006/main">
            <a:srgbClr val="8BC6C5"/>
          </a:solidFill>
          <a:ln xmlns:a="http://schemas.openxmlformats.org/drawingml/2006/main" w="9525">
            <a:noFill/>
            <a:prstDash val="solid"/>
          </a:ln>
        </p:spPr>
      </p:sp>
      <p:pic>
        <p:nvPic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AE4EEA95-3939-47F5-B249-D31B3FDFCC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94d398fc474cdd"/>
          <a:stretch xmlns:a="http://schemas.openxmlformats.org/drawingml/2006/main"/>
        </p:blipFill>
        <p:spPr>
          <a:xfrm xmlns:a="http://schemas.openxmlformats.org/drawingml/2006/main">
            <a:off x="1240951" y="10525125"/>
            <a:ext cx="442273" cy="485775"/>
          </a:xfrm>
          <a:prstGeom xmlns:a="http://schemas.openxmlformats.org/drawingml/2006/main" prst="rect">
            <a:avLst/>
          </a:prstGeom>
        </p:spPr>
      </p:pic>
      <p:pic>
        <p:nvPic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E216A5A8-1C0C-4D1B-91AA-927ECE268F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b29dd9f7e54ec7"/>
          <a:stretch xmlns:a="http://schemas.openxmlformats.org/drawingml/2006/main"/>
        </p:blipFill>
        <p:spPr>
          <a:xfrm xmlns:a="http://schemas.openxmlformats.org/drawingml/2006/main">
            <a:off x="4686300" y="8602540"/>
            <a:ext cx="666750" cy="454269"/>
          </a:xfrm>
          <a:prstGeom xmlns:a="http://schemas.openxmlformats.org/drawingml/2006/main" prst="rect">
            <a:avLst/>
          </a:prstGeom>
        </p:spPr>
      </p:pic>
      <p:sp>
        <p:nvSpPr>
          <p:cNvPr id="133" name="Objects">
            <a:extLst xmlns:a="http://schemas.openxmlformats.org/drawingml/2006/main">
              <a:ext uri="{FF2B5EF4-FFF2-40B4-BE49-F238E27FC236}">
                <a16:creationId xmlns:a16="http://schemas.microsoft.com/office/drawing/2014/main" id="{B436DB5D-35D5-4CAB-A47A-8A0B8850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95825" y="908685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Objects</a:t>
            </a:r>
          </a:p>
        </p:txBody>
      </p:sp>
      <p:pic>
        <p:nvPic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903EDB4A-8D5C-45AB-A383-9FFEA20F11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495e6424d84671"/>
          <a:stretch xmlns:a="http://schemas.openxmlformats.org/drawingml/2006/main"/>
        </p:blipFill>
        <p:spPr>
          <a:xfrm xmlns:a="http://schemas.openxmlformats.org/drawingml/2006/main">
            <a:off x="4668349" y="9372600"/>
            <a:ext cx="674077" cy="571500"/>
          </a:xfrm>
          <a:prstGeom xmlns:a="http://schemas.openxmlformats.org/drawingml/2006/main" prst="rect">
            <a:avLst/>
          </a:prstGeom>
        </p:spPr>
      </p:pic>
      <p:sp>
        <p:nvSpPr>
          <p:cNvPr id="135" name="Background">
            <a:extLst xmlns:a="http://schemas.openxmlformats.org/drawingml/2006/main">
              <a:ext uri="{FF2B5EF4-FFF2-40B4-BE49-F238E27FC236}">
                <a16:creationId xmlns:a16="http://schemas.microsoft.com/office/drawing/2014/main" id="{1969D200-02FD-4A97-B883-CABA3132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62475" y="9953625"/>
            <a:ext cx="1171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Background</a:t>
            </a:r>
          </a:p>
        </p:txBody>
      </p:sp>
      <p:sp>
        <p:nvSpPr>
          <p:cNvPr id="136" name="Objects and background branched braces">
            <a:extLst xmlns:a="http://schemas.openxmlformats.org/drawingml/2006/main">
              <a:ext uri="{FF2B5EF4-FFF2-40B4-BE49-F238E27FC236}">
                <a16:creationId xmlns:a16="http://schemas.microsoft.com/office/drawing/2014/main" id="{96A164C6-8238-4505-904B-554F63CE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067800"/>
            <a:ext cx="266700" cy="476250"/>
          </a:xfrm>
          <a:custGeom xmlns:a="http://schemas.openxmlformats.org/drawingml/2006/main">
            <a:pathLst>
              <a:path w="266700" h="476250">
                <a:moveTo>
                  <a:pt x="0" y="209550"/>
                </a:moveTo>
                <a:cubicBezTo>
                  <a:pt x="142875" y="209550"/>
                  <a:pt x="152400" y="85725"/>
                  <a:pt x="247650" y="0"/>
                </a:cubicBezTo>
                <a:moveTo>
                  <a:pt x="0" y="209550"/>
                </a:moveTo>
                <a:cubicBezTo>
                  <a:pt x="152400" y="247650"/>
                  <a:pt x="152400" y="371475"/>
                  <a:pt x="266700" y="476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B9290"/>
            </a:solidFill>
            <a:prstDash val="solid"/>
          </a:ln>
        </p:spPr>
      </p:sp>
      <p:pic>
        <p:nvPic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56C34B26-2B19-40C2-80AC-A35CCDC5B3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a8dfd97af54f81"/>
          <a:stretch xmlns:a="http://schemas.openxmlformats.org/drawingml/2006/main"/>
        </p:blipFill>
        <p:spPr>
          <a:xfrm xmlns:a="http://schemas.openxmlformats.org/drawingml/2006/main">
            <a:off x="1257300" y="10620697"/>
            <a:ext cx="1085850" cy="1151881"/>
          </a:xfrm>
          <a:prstGeom xmlns:a="http://schemas.openxmlformats.org/drawingml/2006/main" prst="rect">
            <a:avLst/>
          </a:prstGeom>
        </p:spPr>
      </p:pic>
      <p:pic>
        <p:nvPic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64A17908-B1C1-4894-A306-A92523966A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53dc9a91de4155"/>
          <a:stretch xmlns:a="http://schemas.openxmlformats.org/drawingml/2006/main"/>
        </p:blipFill>
        <p:spPr>
          <a:xfrm xmlns:a="http://schemas.openxmlformats.org/drawingml/2006/main">
            <a:off x="2343150" y="10621224"/>
            <a:ext cx="1685925" cy="1150827"/>
          </a:xfrm>
          <a:prstGeom xmlns:a="http://schemas.openxmlformats.org/drawingml/2006/main" prst="rect">
            <a:avLst/>
          </a:prstGeom>
        </p:spPr>
      </p:pic>
      <p:pic>
        <p:nvPic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73CC6848-818A-4074-AEE2-ABD0FE5676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9b22d1aaeb4c9e"/>
          <a:stretch xmlns:a="http://schemas.openxmlformats.org/drawingml/2006/main"/>
        </p:blipFill>
        <p:spPr>
          <a:xfrm xmlns:a="http://schemas.openxmlformats.org/drawingml/2006/main">
            <a:off x="4029075" y="10621834"/>
            <a:ext cx="1171575" cy="1149608"/>
          </a:xfrm>
          <a:prstGeom xmlns:a="http://schemas.openxmlformats.org/drawingml/2006/main" prst="rect">
            <a:avLst/>
          </a:prstGeom>
        </p:spPr>
      </p:pic>
      <p:sp>
        <p:nvSpPr>
          <p:cNvPr id="140" name="d. Controllable long-tail composition label background">
            <a:extLst xmlns:a="http://schemas.openxmlformats.org/drawingml/2006/main">
              <a:ext uri="{FF2B5EF4-FFF2-40B4-BE49-F238E27FC236}">
                <a16:creationId xmlns:a16="http://schemas.microsoft.com/office/drawing/2014/main" id="{9253CFC9-C852-486D-94ED-398B3C5DD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7924800"/>
            <a:ext cx="7124700" cy="438150"/>
          </a:xfrm>
          <a:custGeom xmlns:a="http://schemas.openxmlformats.org/drawingml/2006/main">
            <a:pathLst>
              <a:path w="7124700" h="438150">
                <a:moveTo>
                  <a:pt x="219075" y="0"/>
                </a:moveTo>
                <a:lnTo>
                  <a:pt x="6905625" y="0"/>
                </a:lnTo>
                <a:cubicBezTo>
                  <a:pt x="7026617" y="0"/>
                  <a:pt x="7124700" y="98083"/>
                  <a:pt x="7124700" y="219075"/>
                </a:cubicBezTo>
                <a:lnTo>
                  <a:pt x="7124700" y="219075"/>
                </a:lnTo>
                <a:cubicBezTo>
                  <a:pt x="7124700" y="340067"/>
                  <a:pt x="7026617" y="438150"/>
                  <a:pt x="6905625" y="438150"/>
                </a:cubicBezTo>
                <a:lnTo>
                  <a:pt x="219075" y="438150"/>
                </a:lnTo>
                <a:cubicBezTo>
                  <a:pt x="98083" y="438150"/>
                  <a:pt x="0" y="340067"/>
                  <a:pt x="0" y="219075"/>
                </a:cubicBezTo>
                <a:lnTo>
                  <a:pt x="0" y="219075"/>
                </a:lnTo>
                <a:cubicBezTo>
                  <a:pt x="0" y="98083"/>
                  <a:pt x="98083" y="0"/>
                  <a:pt x="219075" y="0"/>
                </a:cubicBezTo>
                <a:close/>
              </a:path>
            </a:pathLst>
          </a:custGeom>
          <a:solidFill xmlns:a="http://schemas.openxmlformats.org/drawingml/2006/main">
            <a:srgbClr val="E7DE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41" name="d. Controllable long-tail composition">
            <a:extLst xmlns:a="http://schemas.openxmlformats.org/drawingml/2006/main">
              <a:ext uri="{FF2B5EF4-FFF2-40B4-BE49-F238E27FC236}">
                <a16:creationId xmlns:a16="http://schemas.microsoft.com/office/drawing/2014/main" id="{ECB726E3-043E-43D6-9B87-5481690D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48425" y="7943850"/>
            <a:ext cx="6896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100" b="1" i="0">
                <a:solidFill>
                  <a:srgbClr val="663A9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663A99"/>
                </a:solidFill>
                <a:latin typeface="Comic Sans MS"/>
                <a:ea typeface="Comic Sans MS"/>
                <a:cs typeface="Comic Sans MS"/>
              </a:defRPr>
            </a:pPr>
            <a:r>
              <a:rPr sz="2100" b="1" i="0">
                <a:solidFill>
                  <a:srgbClr val="663A99"/>
                </a:solidFill>
                <a:latin typeface="Comic Sans MS"/>
                <a:ea typeface="Comic Sans MS"/>
                <a:cs typeface="Comic Sans MS"/>
              </a:rPr>
              <a:t>d. Controllable long-tail composition</a:t>
            </a:r>
          </a:p>
        </p:txBody>
      </p:sp>
      <p:pic>
        <p:nvPic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1ADC56ED-06BF-4634-A978-E174AC6A29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a990210dd446f0"/>
          <a:stretch xmlns:a="http://schemas.openxmlformats.org/drawingml/2006/main"/>
        </p:blipFill>
        <p:spPr>
          <a:xfrm xmlns:a="http://schemas.openxmlformats.org/drawingml/2006/main">
            <a:off x="6619875" y="8658936"/>
            <a:ext cx="1819275" cy="1855954"/>
          </a:xfrm>
          <a:prstGeom xmlns:a="http://schemas.openxmlformats.org/drawingml/2006/main" prst="rect">
            <a:avLst/>
          </a:prstGeom>
        </p:spPr>
      </p:pic>
      <p:pic>
        <p:nvPic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C8C9C24E-E264-4A97-B39A-57CEE2B537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71ba280e7d487d"/>
          <a:stretch xmlns:a="http://schemas.openxmlformats.org/drawingml/2006/main"/>
        </p:blipFill>
        <p:spPr>
          <a:xfrm xmlns:a="http://schemas.openxmlformats.org/drawingml/2006/main">
            <a:off x="8886825" y="9099550"/>
            <a:ext cx="2105025" cy="1403350"/>
          </a:xfrm>
          <a:prstGeom xmlns:a="http://schemas.openxmlformats.org/drawingml/2006/main" prst="rect">
            <a:avLst/>
          </a:prstGeom>
        </p:spPr>
      </p:pic>
      <p:sp>
        <p:nvSpPr>
          <p:cNvPr id="144" name="Butterfly image native border">
            <a:extLst xmlns:a="http://schemas.openxmlformats.org/drawingml/2006/main">
              <a:ext uri="{FF2B5EF4-FFF2-40B4-BE49-F238E27FC236}">
                <a16:creationId xmlns:a16="http://schemas.microsoft.com/office/drawing/2014/main" id="{146E0C81-F6A9-4331-88A3-F321BFEA8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8648700"/>
            <a:ext cx="1838325" cy="1876425"/>
          </a:xfrm>
          <a:custGeom xmlns:a="http://schemas.openxmlformats.org/drawingml/2006/main">
            <a:pathLst>
              <a:path w="1838325" h="1876425">
                <a:moveTo>
                  <a:pt x="0" y="0"/>
                </a:moveTo>
                <a:lnTo>
                  <a:pt x="1838325" y="0"/>
                </a:lnTo>
                <a:lnTo>
                  <a:pt x="1838325" y="1876425"/>
                </a:lnTo>
                <a:lnTo>
                  <a:pt x="0" y="18764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000000"/>
            </a:solidFill>
            <a:prstDash val="solid"/>
          </a:ln>
        </p:spPr>
      </p:sp>
      <p:sp>
        <p:nvSpPr>
          <p:cNvPr id="145" name="Skateboard image native border">
            <a:extLst xmlns:a="http://schemas.openxmlformats.org/drawingml/2006/main">
              <a:ext uri="{FF2B5EF4-FFF2-40B4-BE49-F238E27FC236}">
                <a16:creationId xmlns:a16="http://schemas.microsoft.com/office/drawing/2014/main" id="{249B2526-A0AC-4B53-9EEB-D3E3357A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9058275"/>
            <a:ext cx="2143125" cy="1457325"/>
          </a:xfrm>
          <a:custGeom xmlns:a="http://schemas.openxmlformats.org/drawingml/2006/main">
            <a:pathLst>
              <a:path w="2143125" h="1457325">
                <a:moveTo>
                  <a:pt x="0" y="0"/>
                </a:moveTo>
                <a:lnTo>
                  <a:pt x="2143125" y="0"/>
                </a:lnTo>
                <a:lnTo>
                  <a:pt x="2143125" y="1457325"/>
                </a:lnTo>
                <a:lnTo>
                  <a:pt x="0" y="14573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000000"/>
            </a:solidFill>
            <a:prstDash val="solid"/>
          </a:ln>
        </p:spPr>
      </p:sp>
      <p:sp>
        <p:nvSpPr>
          <p:cNvPr id="146" name="Controllable synthesis arrow">
            <a:extLst xmlns:a="http://schemas.openxmlformats.org/drawingml/2006/main">
              <a:ext uri="{FF2B5EF4-FFF2-40B4-BE49-F238E27FC236}">
                <a16:creationId xmlns:a16="http://schemas.microsoft.com/office/drawing/2014/main" id="{773F6231-7EC2-40C7-99DB-E83D4BB7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8515350"/>
            <a:ext cx="1762125" cy="609600"/>
          </a:xfrm>
          <a:custGeom xmlns:a="http://schemas.openxmlformats.org/drawingml/2006/main">
            <a:pathLst>
              <a:path w="1762125" h="609600">
                <a:moveTo>
                  <a:pt x="1762125" y="176213"/>
                </a:moveTo>
                <a:lnTo>
                  <a:pt x="304800" y="176213"/>
                </a:lnTo>
                <a:lnTo>
                  <a:pt x="304800" y="0"/>
                </a:lnTo>
                <a:lnTo>
                  <a:pt x="0" y="304800"/>
                </a:lnTo>
                <a:lnTo>
                  <a:pt x="304800" y="609600"/>
                </a:lnTo>
                <a:lnTo>
                  <a:pt x="304800" y="433388"/>
                </a:lnTo>
                <a:lnTo>
                  <a:pt x="1762125" y="433388"/>
                </a:lnTo>
                <a:close/>
              </a:path>
            </a:pathLst>
          </a:custGeom>
          <a:solidFill xmlns:a="http://schemas.openxmlformats.org/drawingml/2006/main">
            <a:srgbClr val="A887D1"/>
          </a:solidFill>
          <a:ln xmlns:a="http://schemas.openxmlformats.org/drawingml/2006/main" w="9525">
            <a:noFill/>
            <a:prstDash val="solid"/>
          </a:ln>
        </p:spPr>
      </p:sp>
      <p:pic>
        <p:nvPic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B4DC881A-03F0-4E37-856A-B5F856A284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c9d5c19cba4904"/>
          <a:stretch xmlns:a="http://schemas.openxmlformats.org/drawingml/2006/main"/>
        </p:blipFill>
        <p:spPr>
          <a:xfrm xmlns:a="http://schemas.openxmlformats.org/drawingml/2006/main">
            <a:off x="8810625" y="8639391"/>
            <a:ext cx="485775" cy="390092"/>
          </a:xfrm>
          <a:prstGeom xmlns:a="http://schemas.openxmlformats.org/drawingml/2006/main" prst="rect">
            <a:avLst/>
          </a:prstGeom>
        </p:spPr>
      </p:pic>
      <p:sp>
        <p:nvSpPr>
          <p:cNvPr id="148" name="A photo of six&#10;butterflies neatly&#10;arranged instruction box">
            <a:extLst xmlns:a="http://schemas.openxmlformats.org/drawingml/2006/main">
              <a:ext uri="{FF2B5EF4-FFF2-40B4-BE49-F238E27FC236}">
                <a16:creationId xmlns:a16="http://schemas.microsoft.com/office/drawing/2014/main" id="{CE2C92CE-FFEE-45F1-B1A3-1704108B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0668000"/>
            <a:ext cx="2028825" cy="1076325"/>
          </a:xfrm>
          <a:custGeom xmlns:a="http://schemas.openxmlformats.org/drawingml/2006/main">
            <a:pathLst>
              <a:path w="2028825" h="1076325">
                <a:moveTo>
                  <a:pt x="152400" y="0"/>
                </a:moveTo>
                <a:lnTo>
                  <a:pt x="1876425" y="0"/>
                </a:lnTo>
                <a:cubicBezTo>
                  <a:pt x="1960593" y="0"/>
                  <a:pt x="2028825" y="68232"/>
                  <a:pt x="2028825" y="152400"/>
                </a:cubicBezTo>
                <a:lnTo>
                  <a:pt x="2028825" y="923925"/>
                </a:lnTo>
                <a:cubicBezTo>
                  <a:pt x="2028825" y="1008093"/>
                  <a:pt x="1960593" y="1076325"/>
                  <a:pt x="1876425" y="1076325"/>
                </a:cubicBezTo>
                <a:lnTo>
                  <a:pt x="152400" y="1076325"/>
                </a:lnTo>
                <a:cubicBezTo>
                  <a:pt x="68232" y="1076325"/>
                  <a:pt x="0" y="1008093"/>
                  <a:pt x="0" y="923925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8F8F8F"/>
            </a:solidFill>
            <a:prstDash val="solid"/>
          </a:ln>
        </p:spPr>
      </p:sp>
      <p:sp>
        <p:nvSpPr>
          <p:cNvPr id="149" name="A photo of six">
            <a:extLst xmlns:a="http://schemas.openxmlformats.org/drawingml/2006/main">
              <a:ext uri="{FF2B5EF4-FFF2-40B4-BE49-F238E27FC236}">
                <a16:creationId xmlns:a16="http://schemas.microsoft.com/office/drawing/2014/main" id="{9BB9103E-8B94-4BD1-A290-2CAFACD77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0825" y="10782300"/>
            <a:ext cx="1857375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 photo of six</a:t>
            </a:r>
          </a:p>
        </p:txBody>
      </p:sp>
      <p:sp>
        <p:nvSpPr>
          <p:cNvPr id="150" name="butterflies neatly">
            <a:extLst xmlns:a="http://schemas.openxmlformats.org/drawingml/2006/main">
              <a:ext uri="{FF2B5EF4-FFF2-40B4-BE49-F238E27FC236}">
                <a16:creationId xmlns:a16="http://schemas.microsoft.com/office/drawing/2014/main" id="{D6E1A836-E57A-4467-ABEE-E6D063861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0825" y="11039475"/>
            <a:ext cx="1857375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butterflies neatly</a:t>
            </a:r>
          </a:p>
        </p:txBody>
      </p:sp>
      <p:sp>
        <p:nvSpPr>
          <p:cNvPr id="151" name="arranged">
            <a:extLst xmlns:a="http://schemas.openxmlformats.org/drawingml/2006/main">
              <a:ext uri="{FF2B5EF4-FFF2-40B4-BE49-F238E27FC236}">
                <a16:creationId xmlns:a16="http://schemas.microsoft.com/office/drawing/2014/main" id="{2F655851-8B21-45F8-8C5C-3B055629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0825" y="11296650"/>
            <a:ext cx="1857375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arranged</a:t>
            </a:r>
          </a:p>
        </p:txBody>
      </p:sp>
      <p:sp>
        <p:nvSpPr>
          <p:cNvPr id="152" name="A photo of three&#10;skateboards and&#10;three pairs of shoes instruction box">
            <a:extLst xmlns:a="http://schemas.openxmlformats.org/drawingml/2006/main">
              <a:ext uri="{FF2B5EF4-FFF2-40B4-BE49-F238E27FC236}">
                <a16:creationId xmlns:a16="http://schemas.microsoft.com/office/drawing/2014/main" id="{1311921D-9287-4948-B04D-1F748805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0677525"/>
            <a:ext cx="2190750" cy="1066800"/>
          </a:xfrm>
          <a:custGeom xmlns:a="http://schemas.openxmlformats.org/drawingml/2006/main">
            <a:pathLst>
              <a:path w="2190750" h="1066800">
                <a:moveTo>
                  <a:pt x="152400" y="0"/>
                </a:moveTo>
                <a:lnTo>
                  <a:pt x="2038350" y="0"/>
                </a:lnTo>
                <a:cubicBezTo>
                  <a:pt x="2122518" y="0"/>
                  <a:pt x="2190750" y="68232"/>
                  <a:pt x="2190750" y="152400"/>
                </a:cubicBezTo>
                <a:lnTo>
                  <a:pt x="2190750" y="914400"/>
                </a:lnTo>
                <a:cubicBezTo>
                  <a:pt x="2190750" y="998568"/>
                  <a:pt x="2122518" y="1066800"/>
                  <a:pt x="2038350" y="1066800"/>
                </a:cubicBezTo>
                <a:lnTo>
                  <a:pt x="152400" y="1066800"/>
                </a:lnTo>
                <a:cubicBezTo>
                  <a:pt x="68232" y="1066800"/>
                  <a:pt x="0" y="998568"/>
                  <a:pt x="0" y="9144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8F8F8F"/>
            </a:solidFill>
            <a:prstDash val="solid"/>
          </a:ln>
        </p:spPr>
      </p:sp>
      <p:sp>
        <p:nvSpPr>
          <p:cNvPr id="153" name="A photo of three">
            <a:extLst xmlns:a="http://schemas.openxmlformats.org/drawingml/2006/main">
              <a:ext uri="{FF2B5EF4-FFF2-40B4-BE49-F238E27FC236}">
                <a16:creationId xmlns:a16="http://schemas.microsoft.com/office/drawing/2014/main" id="{FC8AB862-48D2-4E6B-AA87-88BE98D3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7300" y="10791825"/>
            <a:ext cx="20193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 photo of three</a:t>
            </a:r>
          </a:p>
        </p:txBody>
      </p:sp>
      <p:sp>
        <p:nvSpPr>
          <p:cNvPr id="154" name="skateboards and">
            <a:extLst xmlns:a="http://schemas.openxmlformats.org/drawingml/2006/main">
              <a:ext uri="{FF2B5EF4-FFF2-40B4-BE49-F238E27FC236}">
                <a16:creationId xmlns:a16="http://schemas.microsoft.com/office/drawing/2014/main" id="{CD7A5F7E-9169-43DF-A886-BF47DB30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7300" y="11049000"/>
            <a:ext cx="20193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skateboards and</a:t>
            </a:r>
          </a:p>
        </p:txBody>
      </p:sp>
      <p:sp>
        <p:nvSpPr>
          <p:cNvPr id="155" name="three pairs of shoes">
            <a:extLst xmlns:a="http://schemas.openxmlformats.org/drawingml/2006/main">
              <a:ext uri="{FF2B5EF4-FFF2-40B4-BE49-F238E27FC236}">
                <a16:creationId xmlns:a16="http://schemas.microsoft.com/office/drawing/2014/main" id="{B66C6C6F-E182-46C8-A6DD-2E786A73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7300" y="11306175"/>
            <a:ext cx="20193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three pairs of shoes</a:t>
            </a:r>
          </a:p>
        </p:txBody>
      </p:sp>
      <p:sp>
        <p:nvSpPr>
          <p:cNvPr id="156" name="Real-world&#10;images label background">
            <a:extLst xmlns:a="http://schemas.openxmlformats.org/drawingml/2006/main">
              <a:ext uri="{FF2B5EF4-FFF2-40B4-BE49-F238E27FC236}">
                <a16:creationId xmlns:a16="http://schemas.microsoft.com/office/drawing/2014/main" id="{E08D7947-A83E-430A-98F6-BFBAB0D6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7300" y="8077200"/>
            <a:ext cx="1981200" cy="762000"/>
          </a:xfrm>
          <a:custGeom xmlns:a="http://schemas.openxmlformats.org/drawingml/2006/main">
            <a:pathLst>
              <a:path w="1981200" h="762000">
                <a:moveTo>
                  <a:pt x="381000" y="0"/>
                </a:moveTo>
                <a:lnTo>
                  <a:pt x="1600200" y="0"/>
                </a:lnTo>
                <a:cubicBezTo>
                  <a:pt x="1810620" y="0"/>
                  <a:pt x="1981200" y="170580"/>
                  <a:pt x="1981200" y="381000"/>
                </a:cubicBezTo>
                <a:lnTo>
                  <a:pt x="1981200" y="381000"/>
                </a:lnTo>
                <a:cubicBezTo>
                  <a:pt x="1981200" y="591420"/>
                  <a:pt x="1810620" y="762000"/>
                  <a:pt x="1600200" y="762000"/>
                </a:cubicBezTo>
                <a:lnTo>
                  <a:pt x="381000" y="762000"/>
                </a:lnTo>
                <a:cubicBezTo>
                  <a:pt x="170580" y="762000"/>
                  <a:pt x="0" y="591420"/>
                  <a:pt x="0" y="381000"/>
                </a:cubicBezTo>
                <a:lnTo>
                  <a:pt x="0" y="381000"/>
                </a:lnTo>
                <a:cubicBezTo>
                  <a:pt x="0" y="170580"/>
                  <a:pt x="170580" y="0"/>
                  <a:pt x="381000" y="0"/>
                </a:cubicBezTo>
                <a:close/>
              </a:path>
            </a:pathLst>
          </a:custGeom>
          <a:solidFill xmlns:a="http://schemas.openxmlformats.org/drawingml/2006/main">
            <a:srgbClr val="F0E9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57" name="Real-world&#10;images">
            <a:extLst xmlns:a="http://schemas.openxmlformats.org/drawingml/2006/main">
              <a:ext uri="{FF2B5EF4-FFF2-40B4-BE49-F238E27FC236}">
                <a16:creationId xmlns:a16="http://schemas.microsoft.com/office/drawing/2014/main" id="{0F95D997-2216-4130-9BA5-CB4E64F2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11600" y="8096250"/>
            <a:ext cx="1752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7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7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7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Real-world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7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7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images</a:t>
            </a:r>
          </a:p>
        </p:txBody>
      </p:sp>
      <p:sp>
        <p:nvSpPr>
          <p:cNvPr id="158" name="Long tail bar front">
            <a:extLst xmlns:a="http://schemas.openxmlformats.org/drawingml/2006/main">
              <a:ext uri="{FF2B5EF4-FFF2-40B4-BE49-F238E27FC236}">
                <a16:creationId xmlns:a16="http://schemas.microsoft.com/office/drawing/2014/main" id="{DD34DF65-1C24-4F34-84AF-B9AE31EB8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0225" y="9715500"/>
            <a:ext cx="219075" cy="1228725"/>
          </a:xfrm>
          <a:custGeom xmlns:a="http://schemas.openxmlformats.org/drawingml/2006/main">
            <a:pathLst>
              <a:path w="219075" h="1228725">
                <a:moveTo>
                  <a:pt x="0" y="1143000"/>
                </a:moveTo>
                <a:lnTo>
                  <a:pt x="219075" y="1228725"/>
                </a:lnTo>
                <a:lnTo>
                  <a:pt x="219075" y="85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B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59" name="Long tail bar side">
            <a:extLst xmlns:a="http://schemas.openxmlformats.org/drawingml/2006/main">
              <a:ext uri="{FF2B5EF4-FFF2-40B4-BE49-F238E27FC236}">
                <a16:creationId xmlns:a16="http://schemas.microsoft.com/office/drawing/2014/main" id="{ABF07552-7338-47C3-B97F-48D122E8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9300" y="9734550"/>
            <a:ext cx="123825" cy="1209675"/>
          </a:xfrm>
          <a:custGeom xmlns:a="http://schemas.openxmlformats.org/drawingml/2006/main">
            <a:pathLst>
              <a:path w="123825" h="1209675">
                <a:moveTo>
                  <a:pt x="0" y="1209675"/>
                </a:moveTo>
                <a:lnTo>
                  <a:pt x="123825" y="1143000"/>
                </a:lnTo>
                <a:lnTo>
                  <a:pt x="123825" y="0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A989D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0" name="Long tail bar cap">
            <a:extLst xmlns:a="http://schemas.openxmlformats.org/drawingml/2006/main">
              <a:ext uri="{FF2B5EF4-FFF2-40B4-BE49-F238E27FC236}">
                <a16:creationId xmlns:a16="http://schemas.microsoft.com/office/drawing/2014/main" id="{CD5D665B-A4B4-47FC-BE07-B02120DC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0225" y="9648825"/>
            <a:ext cx="342900" cy="152400"/>
          </a:xfrm>
          <a:custGeom xmlns:a="http://schemas.openxmlformats.org/drawingml/2006/main">
            <a:pathLst>
              <a:path w="342900" h="152400">
                <a:moveTo>
                  <a:pt x="0" y="66675"/>
                </a:moveTo>
                <a:lnTo>
                  <a:pt x="123825" y="0"/>
                </a:lnTo>
                <a:lnTo>
                  <a:pt x="342900" y="85725"/>
                </a:lnTo>
                <a:lnTo>
                  <a:pt x="219075" y="152400"/>
                </a:lnTo>
                <a:close/>
              </a:path>
            </a:pathLst>
          </a:custGeom>
          <a:solidFill xmlns:a="http://schemas.openxmlformats.org/drawingml/2006/main">
            <a:srgbClr val="E8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1" name="Long tail yellow point">
            <a:extLst xmlns:a="http://schemas.openxmlformats.org/drawingml/2006/main">
              <a:ext uri="{FF2B5EF4-FFF2-40B4-BE49-F238E27FC236}">
                <a16:creationId xmlns:a16="http://schemas.microsoft.com/office/drawing/2014/main" id="{DB264C2E-F457-4293-8352-D539FFB81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9648825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38100"/>
                </a:moveTo>
                <a:cubicBezTo>
                  <a:pt x="76200" y="59142"/>
                  <a:pt x="59142" y="76200"/>
                  <a:pt x="38100" y="76200"/>
                </a:cubicBezTo>
                <a:cubicBezTo>
                  <a:pt x="17058" y="76200"/>
                  <a:pt x="0" y="59142"/>
                  <a:pt x="0" y="38100"/>
                </a:cubicBez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E7F3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62" name="Long tail bar front">
            <a:extLst xmlns:a="http://schemas.openxmlformats.org/drawingml/2006/main">
              <a:ext uri="{FF2B5EF4-FFF2-40B4-BE49-F238E27FC236}">
                <a16:creationId xmlns:a16="http://schemas.microsoft.com/office/drawing/2014/main" id="{A4561C1B-21D4-4967-BDAC-8A2BD6C8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7425" y="10102097"/>
            <a:ext cx="219075" cy="899278"/>
          </a:xfrm>
          <a:custGeom xmlns:a="http://schemas.openxmlformats.org/drawingml/2006/main">
            <a:pathLst>
              <a:path w="219075" h="899278">
                <a:moveTo>
                  <a:pt x="0" y="813553"/>
                </a:moveTo>
                <a:lnTo>
                  <a:pt x="219075" y="899278"/>
                </a:lnTo>
                <a:lnTo>
                  <a:pt x="219075" y="85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B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3" name="Long tail bar side">
            <a:extLst xmlns:a="http://schemas.openxmlformats.org/drawingml/2006/main">
              <a:ext uri="{FF2B5EF4-FFF2-40B4-BE49-F238E27FC236}">
                <a16:creationId xmlns:a16="http://schemas.microsoft.com/office/drawing/2014/main" id="{0E9A7E2A-0AC4-40DE-9783-A5663F0D6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10121147"/>
            <a:ext cx="123825" cy="880228"/>
          </a:xfrm>
          <a:custGeom xmlns:a="http://schemas.openxmlformats.org/drawingml/2006/main">
            <a:pathLst>
              <a:path w="123825" h="880228">
                <a:moveTo>
                  <a:pt x="0" y="880228"/>
                </a:moveTo>
                <a:lnTo>
                  <a:pt x="123825" y="813553"/>
                </a:lnTo>
                <a:lnTo>
                  <a:pt x="123825" y="0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A989D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4" name="Long tail bar cap">
            <a:extLst xmlns:a="http://schemas.openxmlformats.org/drawingml/2006/main">
              <a:ext uri="{FF2B5EF4-FFF2-40B4-BE49-F238E27FC236}">
                <a16:creationId xmlns:a16="http://schemas.microsoft.com/office/drawing/2014/main" id="{BB933C98-C3BE-483F-99CB-471620D27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7425" y="10035422"/>
            <a:ext cx="342900" cy="152400"/>
          </a:xfrm>
          <a:custGeom xmlns:a="http://schemas.openxmlformats.org/drawingml/2006/main">
            <a:pathLst>
              <a:path w="342900" h="152400">
                <a:moveTo>
                  <a:pt x="0" y="66675"/>
                </a:moveTo>
                <a:lnTo>
                  <a:pt x="123825" y="0"/>
                </a:lnTo>
                <a:lnTo>
                  <a:pt x="342900" y="85725"/>
                </a:lnTo>
                <a:lnTo>
                  <a:pt x="219075" y="152400"/>
                </a:lnTo>
                <a:close/>
              </a:path>
            </a:pathLst>
          </a:custGeom>
          <a:solidFill xmlns:a="http://schemas.openxmlformats.org/drawingml/2006/main">
            <a:srgbClr val="E8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5" name="Long tail yellow point">
            <a:extLst xmlns:a="http://schemas.openxmlformats.org/drawingml/2006/main">
              <a:ext uri="{FF2B5EF4-FFF2-40B4-BE49-F238E27FC236}">
                <a16:creationId xmlns:a16="http://schemas.microsoft.com/office/drawing/2014/main" id="{EBDD7216-E87D-422E-8C32-D1AC90A0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10035422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38100"/>
                </a:moveTo>
                <a:cubicBezTo>
                  <a:pt x="76200" y="59142"/>
                  <a:pt x="59142" y="76200"/>
                  <a:pt x="38100" y="76200"/>
                </a:cubicBezTo>
                <a:cubicBezTo>
                  <a:pt x="17058" y="76200"/>
                  <a:pt x="0" y="59142"/>
                  <a:pt x="0" y="38100"/>
                </a:cubicBez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E7F3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66" name="Long tail bar front">
            <a:extLst xmlns:a="http://schemas.openxmlformats.org/drawingml/2006/main">
              <a:ext uri="{FF2B5EF4-FFF2-40B4-BE49-F238E27FC236}">
                <a16:creationId xmlns:a16="http://schemas.microsoft.com/office/drawing/2014/main" id="{17EA8181-039C-4EB9-94A9-8E30A185E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10393737"/>
            <a:ext cx="219075" cy="664788"/>
          </a:xfrm>
          <a:custGeom xmlns:a="http://schemas.openxmlformats.org/drawingml/2006/main">
            <a:pathLst>
              <a:path w="219075" h="664788">
                <a:moveTo>
                  <a:pt x="0" y="579063"/>
                </a:moveTo>
                <a:lnTo>
                  <a:pt x="219075" y="664788"/>
                </a:lnTo>
                <a:lnTo>
                  <a:pt x="219075" y="85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B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7" name="Long tail bar side">
            <a:extLst xmlns:a="http://schemas.openxmlformats.org/drawingml/2006/main">
              <a:ext uri="{FF2B5EF4-FFF2-40B4-BE49-F238E27FC236}">
                <a16:creationId xmlns:a16="http://schemas.microsoft.com/office/drawing/2014/main" id="{9F93EA09-15FF-48E6-B263-0DCF552A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3700" y="10412787"/>
            <a:ext cx="123825" cy="645738"/>
          </a:xfrm>
          <a:custGeom xmlns:a="http://schemas.openxmlformats.org/drawingml/2006/main">
            <a:pathLst>
              <a:path w="123825" h="645738">
                <a:moveTo>
                  <a:pt x="0" y="645738"/>
                </a:moveTo>
                <a:lnTo>
                  <a:pt x="123825" y="579063"/>
                </a:lnTo>
                <a:lnTo>
                  <a:pt x="123825" y="0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A989D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8" name="Long tail bar cap">
            <a:extLst xmlns:a="http://schemas.openxmlformats.org/drawingml/2006/main">
              <a:ext uri="{FF2B5EF4-FFF2-40B4-BE49-F238E27FC236}">
                <a16:creationId xmlns:a16="http://schemas.microsoft.com/office/drawing/2014/main" id="{BD68E57F-19C3-4F1B-9CDB-71BD714F7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10327062"/>
            <a:ext cx="342900" cy="152400"/>
          </a:xfrm>
          <a:custGeom xmlns:a="http://schemas.openxmlformats.org/drawingml/2006/main">
            <a:pathLst>
              <a:path w="342900" h="152400">
                <a:moveTo>
                  <a:pt x="0" y="66675"/>
                </a:moveTo>
                <a:lnTo>
                  <a:pt x="123825" y="0"/>
                </a:lnTo>
                <a:lnTo>
                  <a:pt x="342900" y="85725"/>
                </a:lnTo>
                <a:lnTo>
                  <a:pt x="219075" y="152400"/>
                </a:lnTo>
                <a:close/>
              </a:path>
            </a:pathLst>
          </a:custGeom>
          <a:solidFill xmlns:a="http://schemas.openxmlformats.org/drawingml/2006/main">
            <a:srgbClr val="E8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9" name="Long tail yellow point">
            <a:extLst xmlns:a="http://schemas.openxmlformats.org/drawingml/2006/main">
              <a:ext uri="{FF2B5EF4-FFF2-40B4-BE49-F238E27FC236}">
                <a16:creationId xmlns:a16="http://schemas.microsoft.com/office/drawing/2014/main" id="{3A588001-326A-4C56-970D-6911A99E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10327062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38100"/>
                </a:moveTo>
                <a:cubicBezTo>
                  <a:pt x="76200" y="59142"/>
                  <a:pt x="59142" y="76200"/>
                  <a:pt x="38100" y="76200"/>
                </a:cubicBezTo>
                <a:cubicBezTo>
                  <a:pt x="17058" y="76200"/>
                  <a:pt x="0" y="59142"/>
                  <a:pt x="0" y="38100"/>
                </a:cubicBez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E7F3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70" name="Long tail bar front">
            <a:extLst xmlns:a="http://schemas.openxmlformats.org/drawingml/2006/main">
              <a:ext uri="{FF2B5EF4-FFF2-40B4-BE49-F238E27FC236}">
                <a16:creationId xmlns:a16="http://schemas.microsoft.com/office/drawing/2014/main" id="{EA6B429B-EF63-40A2-B5F2-35E93E1B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01825" y="10617790"/>
            <a:ext cx="219075" cy="497885"/>
          </a:xfrm>
          <a:custGeom xmlns:a="http://schemas.openxmlformats.org/drawingml/2006/main">
            <a:pathLst>
              <a:path w="219075" h="497885">
                <a:moveTo>
                  <a:pt x="0" y="412160"/>
                </a:moveTo>
                <a:lnTo>
                  <a:pt x="219075" y="497885"/>
                </a:lnTo>
                <a:lnTo>
                  <a:pt x="219075" y="85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B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1" name="Long tail bar side">
            <a:extLst xmlns:a="http://schemas.openxmlformats.org/drawingml/2006/main">
              <a:ext uri="{FF2B5EF4-FFF2-40B4-BE49-F238E27FC236}">
                <a16:creationId xmlns:a16="http://schemas.microsoft.com/office/drawing/2014/main" id="{AF355A81-AA66-4DBE-B0FF-FD0437E7D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0900" y="10636840"/>
            <a:ext cx="123825" cy="478835"/>
          </a:xfrm>
          <a:custGeom xmlns:a="http://schemas.openxmlformats.org/drawingml/2006/main">
            <a:pathLst>
              <a:path w="123825" h="478835">
                <a:moveTo>
                  <a:pt x="0" y="478835"/>
                </a:moveTo>
                <a:lnTo>
                  <a:pt x="123825" y="412160"/>
                </a:lnTo>
                <a:lnTo>
                  <a:pt x="123825" y="0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A989D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2" name="Long tail bar cap">
            <a:extLst xmlns:a="http://schemas.openxmlformats.org/drawingml/2006/main">
              <a:ext uri="{FF2B5EF4-FFF2-40B4-BE49-F238E27FC236}">
                <a16:creationId xmlns:a16="http://schemas.microsoft.com/office/drawing/2014/main" id="{471476A9-5E27-490F-884F-B36F7AC67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01825" y="10551115"/>
            <a:ext cx="342900" cy="152400"/>
          </a:xfrm>
          <a:custGeom xmlns:a="http://schemas.openxmlformats.org/drawingml/2006/main">
            <a:pathLst>
              <a:path w="342900" h="152400">
                <a:moveTo>
                  <a:pt x="0" y="66675"/>
                </a:moveTo>
                <a:lnTo>
                  <a:pt x="123825" y="0"/>
                </a:lnTo>
                <a:lnTo>
                  <a:pt x="342900" y="85725"/>
                </a:lnTo>
                <a:lnTo>
                  <a:pt x="219075" y="152400"/>
                </a:lnTo>
                <a:close/>
              </a:path>
            </a:pathLst>
          </a:custGeom>
          <a:solidFill xmlns:a="http://schemas.openxmlformats.org/drawingml/2006/main">
            <a:srgbClr val="E8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3" name="Long tail yellow point">
            <a:extLst xmlns:a="http://schemas.openxmlformats.org/drawingml/2006/main">
              <a:ext uri="{FF2B5EF4-FFF2-40B4-BE49-F238E27FC236}">
                <a16:creationId xmlns:a16="http://schemas.microsoft.com/office/drawing/2014/main" id="{30CAD9EE-1C82-4CC1-B524-65145DFFD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10551115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38100"/>
                </a:moveTo>
                <a:cubicBezTo>
                  <a:pt x="76200" y="59142"/>
                  <a:pt x="59142" y="76200"/>
                  <a:pt x="38100" y="76200"/>
                </a:cubicBezTo>
                <a:cubicBezTo>
                  <a:pt x="17058" y="76200"/>
                  <a:pt x="0" y="59142"/>
                  <a:pt x="0" y="38100"/>
                </a:cubicBez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E7F3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74" name="Long tail bar front">
            <a:extLst xmlns:a="http://schemas.openxmlformats.org/drawingml/2006/main">
              <a:ext uri="{FF2B5EF4-FFF2-40B4-BE49-F238E27FC236}">
                <a16:creationId xmlns:a16="http://schemas.microsoft.com/office/drawing/2014/main" id="{CA7B5CED-ADA6-4FC8-A291-BE94976F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59025" y="10793737"/>
            <a:ext cx="219075" cy="379088"/>
          </a:xfrm>
          <a:custGeom xmlns:a="http://schemas.openxmlformats.org/drawingml/2006/main">
            <a:pathLst>
              <a:path w="219075" h="379088">
                <a:moveTo>
                  <a:pt x="0" y="293363"/>
                </a:moveTo>
                <a:lnTo>
                  <a:pt x="219075" y="379088"/>
                </a:lnTo>
                <a:lnTo>
                  <a:pt x="219075" y="85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B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5" name="Long tail bar side">
            <a:extLst xmlns:a="http://schemas.openxmlformats.org/drawingml/2006/main">
              <a:ext uri="{FF2B5EF4-FFF2-40B4-BE49-F238E27FC236}">
                <a16:creationId xmlns:a16="http://schemas.microsoft.com/office/drawing/2014/main" id="{9CF542B3-9ED5-415B-AC98-35A6B29C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100" y="10812787"/>
            <a:ext cx="123825" cy="360038"/>
          </a:xfrm>
          <a:custGeom xmlns:a="http://schemas.openxmlformats.org/drawingml/2006/main">
            <a:pathLst>
              <a:path w="123825" h="360038">
                <a:moveTo>
                  <a:pt x="0" y="360038"/>
                </a:moveTo>
                <a:lnTo>
                  <a:pt x="123825" y="293363"/>
                </a:lnTo>
                <a:lnTo>
                  <a:pt x="123825" y="0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A989D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6" name="Long tail bar cap">
            <a:extLst xmlns:a="http://schemas.openxmlformats.org/drawingml/2006/main">
              <a:ext uri="{FF2B5EF4-FFF2-40B4-BE49-F238E27FC236}">
                <a16:creationId xmlns:a16="http://schemas.microsoft.com/office/drawing/2014/main" id="{5BB48068-9B71-4FC5-B7A2-E28846BCE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59025" y="10727062"/>
            <a:ext cx="342900" cy="152400"/>
          </a:xfrm>
          <a:custGeom xmlns:a="http://schemas.openxmlformats.org/drawingml/2006/main">
            <a:pathLst>
              <a:path w="342900" h="152400">
                <a:moveTo>
                  <a:pt x="0" y="66675"/>
                </a:moveTo>
                <a:lnTo>
                  <a:pt x="123825" y="0"/>
                </a:lnTo>
                <a:lnTo>
                  <a:pt x="342900" y="85725"/>
                </a:lnTo>
                <a:lnTo>
                  <a:pt x="219075" y="152400"/>
                </a:lnTo>
                <a:close/>
              </a:path>
            </a:pathLst>
          </a:custGeom>
          <a:solidFill xmlns:a="http://schemas.openxmlformats.org/drawingml/2006/main">
            <a:srgbClr val="E8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7" name="Long tail yellow point">
            <a:extLst xmlns:a="http://schemas.openxmlformats.org/drawingml/2006/main">
              <a:ext uri="{FF2B5EF4-FFF2-40B4-BE49-F238E27FC236}">
                <a16:creationId xmlns:a16="http://schemas.microsoft.com/office/drawing/2014/main" id="{88C7423C-52DA-4119-B353-B65F85016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0" y="10727062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38100"/>
                </a:moveTo>
                <a:cubicBezTo>
                  <a:pt x="76200" y="59142"/>
                  <a:pt x="59142" y="76200"/>
                  <a:pt x="38100" y="76200"/>
                </a:cubicBezTo>
                <a:cubicBezTo>
                  <a:pt x="17058" y="76200"/>
                  <a:pt x="0" y="59142"/>
                  <a:pt x="0" y="38100"/>
                </a:cubicBez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E7F3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78" name="Long tail bar front">
            <a:extLst xmlns:a="http://schemas.openxmlformats.org/drawingml/2006/main">
              <a:ext uri="{FF2B5EF4-FFF2-40B4-BE49-F238E27FC236}">
                <a16:creationId xmlns:a16="http://schemas.microsoft.com/office/drawing/2014/main" id="{92D170FC-6E5D-430C-99C1-1CE14A48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6225" y="10935443"/>
            <a:ext cx="219075" cy="294532"/>
          </a:xfrm>
          <a:custGeom xmlns:a="http://schemas.openxmlformats.org/drawingml/2006/main">
            <a:pathLst>
              <a:path w="219075" h="294532">
                <a:moveTo>
                  <a:pt x="0" y="208807"/>
                </a:moveTo>
                <a:lnTo>
                  <a:pt x="219075" y="294532"/>
                </a:lnTo>
                <a:lnTo>
                  <a:pt x="219075" y="85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B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9" name="Long tail bar side">
            <a:extLst xmlns:a="http://schemas.openxmlformats.org/drawingml/2006/main">
              <a:ext uri="{FF2B5EF4-FFF2-40B4-BE49-F238E27FC236}">
                <a16:creationId xmlns:a16="http://schemas.microsoft.com/office/drawing/2014/main" id="{98523B75-C1A7-471D-BD9B-10FADB672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10954493"/>
            <a:ext cx="123825" cy="275482"/>
          </a:xfrm>
          <a:custGeom xmlns:a="http://schemas.openxmlformats.org/drawingml/2006/main">
            <a:pathLst>
              <a:path w="123825" h="275482">
                <a:moveTo>
                  <a:pt x="0" y="275482"/>
                </a:moveTo>
                <a:lnTo>
                  <a:pt x="123825" y="208807"/>
                </a:lnTo>
                <a:lnTo>
                  <a:pt x="123825" y="0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A989D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0" name="Long tail bar cap">
            <a:extLst xmlns:a="http://schemas.openxmlformats.org/drawingml/2006/main">
              <a:ext uri="{FF2B5EF4-FFF2-40B4-BE49-F238E27FC236}">
                <a16:creationId xmlns:a16="http://schemas.microsoft.com/office/drawing/2014/main" id="{1EBE76F2-7717-4380-BA31-3AC620E61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6225" y="10868768"/>
            <a:ext cx="342900" cy="152400"/>
          </a:xfrm>
          <a:custGeom xmlns:a="http://schemas.openxmlformats.org/drawingml/2006/main">
            <a:pathLst>
              <a:path w="342900" h="152400">
                <a:moveTo>
                  <a:pt x="0" y="66675"/>
                </a:moveTo>
                <a:lnTo>
                  <a:pt x="123825" y="0"/>
                </a:lnTo>
                <a:lnTo>
                  <a:pt x="342900" y="85725"/>
                </a:lnTo>
                <a:lnTo>
                  <a:pt x="219075" y="152400"/>
                </a:lnTo>
                <a:close/>
              </a:path>
            </a:pathLst>
          </a:custGeom>
          <a:solidFill xmlns:a="http://schemas.openxmlformats.org/drawingml/2006/main">
            <a:srgbClr val="E8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1" name="Long tail yellow point">
            <a:extLst xmlns:a="http://schemas.openxmlformats.org/drawingml/2006/main">
              <a:ext uri="{FF2B5EF4-FFF2-40B4-BE49-F238E27FC236}">
                <a16:creationId xmlns:a16="http://schemas.microsoft.com/office/drawing/2014/main" id="{583412CF-80E7-4145-8BA1-4748C43A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0" y="10868768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38100"/>
                </a:moveTo>
                <a:cubicBezTo>
                  <a:pt x="76200" y="59142"/>
                  <a:pt x="59142" y="76200"/>
                  <a:pt x="38100" y="76200"/>
                </a:cubicBezTo>
                <a:cubicBezTo>
                  <a:pt x="17058" y="76200"/>
                  <a:pt x="0" y="59142"/>
                  <a:pt x="0" y="38100"/>
                </a:cubicBez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E7F3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82" name="Long tail bar front">
            <a:extLst xmlns:a="http://schemas.openxmlformats.org/drawingml/2006/main">
              <a:ext uri="{FF2B5EF4-FFF2-40B4-BE49-F238E27FC236}">
                <a16:creationId xmlns:a16="http://schemas.microsoft.com/office/drawing/2014/main" id="{08222B80-11C6-4CB0-9DF1-604F1B796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73425" y="11052777"/>
            <a:ext cx="219075" cy="234348"/>
          </a:xfrm>
          <a:custGeom xmlns:a="http://schemas.openxmlformats.org/drawingml/2006/main">
            <a:pathLst>
              <a:path w="219075" h="234348">
                <a:moveTo>
                  <a:pt x="0" y="148623"/>
                </a:moveTo>
                <a:lnTo>
                  <a:pt x="219075" y="234348"/>
                </a:lnTo>
                <a:lnTo>
                  <a:pt x="219075" y="85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B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3" name="Long tail bar side">
            <a:extLst xmlns:a="http://schemas.openxmlformats.org/drawingml/2006/main">
              <a:ext uri="{FF2B5EF4-FFF2-40B4-BE49-F238E27FC236}">
                <a16:creationId xmlns:a16="http://schemas.microsoft.com/office/drawing/2014/main" id="{26119731-3A66-4788-B86A-17EE8C31F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1071827"/>
            <a:ext cx="123825" cy="215298"/>
          </a:xfrm>
          <a:custGeom xmlns:a="http://schemas.openxmlformats.org/drawingml/2006/main">
            <a:pathLst>
              <a:path w="123825" h="215298">
                <a:moveTo>
                  <a:pt x="0" y="215298"/>
                </a:moveTo>
                <a:lnTo>
                  <a:pt x="123825" y="148623"/>
                </a:lnTo>
                <a:lnTo>
                  <a:pt x="123825" y="0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A989D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4" name="Long tail bar cap">
            <a:extLst xmlns:a="http://schemas.openxmlformats.org/drawingml/2006/main">
              <a:ext uri="{FF2B5EF4-FFF2-40B4-BE49-F238E27FC236}">
                <a16:creationId xmlns:a16="http://schemas.microsoft.com/office/drawing/2014/main" id="{37A3903D-DEA3-48D9-B767-4953FC90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73425" y="10986102"/>
            <a:ext cx="342900" cy="152400"/>
          </a:xfrm>
          <a:custGeom xmlns:a="http://schemas.openxmlformats.org/drawingml/2006/main">
            <a:pathLst>
              <a:path w="342900" h="152400">
                <a:moveTo>
                  <a:pt x="0" y="66675"/>
                </a:moveTo>
                <a:lnTo>
                  <a:pt x="123825" y="0"/>
                </a:lnTo>
                <a:lnTo>
                  <a:pt x="342900" y="85725"/>
                </a:lnTo>
                <a:lnTo>
                  <a:pt x="219075" y="152400"/>
                </a:lnTo>
                <a:close/>
              </a:path>
            </a:pathLst>
          </a:custGeom>
          <a:solidFill xmlns:a="http://schemas.openxmlformats.org/drawingml/2006/main">
            <a:srgbClr val="E8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5" name="Long tail yellow point">
            <a:extLst xmlns:a="http://schemas.openxmlformats.org/drawingml/2006/main">
              <a:ext uri="{FF2B5EF4-FFF2-40B4-BE49-F238E27FC236}">
                <a16:creationId xmlns:a16="http://schemas.microsoft.com/office/drawing/2014/main" id="{4599E05D-6A9C-46F7-A4FA-ADF81D3FD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10986102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38100"/>
                </a:moveTo>
                <a:cubicBezTo>
                  <a:pt x="76200" y="59142"/>
                  <a:pt x="59142" y="76200"/>
                  <a:pt x="38100" y="76200"/>
                </a:cubicBezTo>
                <a:cubicBezTo>
                  <a:pt x="17058" y="76200"/>
                  <a:pt x="0" y="59142"/>
                  <a:pt x="0" y="38100"/>
                </a:cubicBez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E7F3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86" name="Long tail bar front">
            <a:extLst xmlns:a="http://schemas.openxmlformats.org/drawingml/2006/main">
              <a:ext uri="{FF2B5EF4-FFF2-40B4-BE49-F238E27FC236}">
                <a16:creationId xmlns:a16="http://schemas.microsoft.com/office/drawing/2014/main" id="{055EF7CB-EB95-4A60-8A06-39143954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0625" y="11115675"/>
            <a:ext cx="219075" cy="228600"/>
          </a:xfrm>
          <a:custGeom xmlns:a="http://schemas.openxmlformats.org/drawingml/2006/main">
            <a:pathLst>
              <a:path w="219075" h="228600">
                <a:moveTo>
                  <a:pt x="0" y="142875"/>
                </a:moveTo>
                <a:lnTo>
                  <a:pt x="219075" y="228600"/>
                </a:lnTo>
                <a:lnTo>
                  <a:pt x="219075" y="85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B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7" name="Long tail bar side">
            <a:extLst xmlns:a="http://schemas.openxmlformats.org/drawingml/2006/main">
              <a:ext uri="{FF2B5EF4-FFF2-40B4-BE49-F238E27FC236}">
                <a16:creationId xmlns:a16="http://schemas.microsoft.com/office/drawing/2014/main" id="{DD0C67D6-825F-400B-8BF7-C9C6AF63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9700" y="11134725"/>
            <a:ext cx="123825" cy="209550"/>
          </a:xfrm>
          <a:custGeom xmlns:a="http://schemas.openxmlformats.org/drawingml/2006/main">
            <a:pathLst>
              <a:path w="123825" h="209550">
                <a:moveTo>
                  <a:pt x="0" y="209550"/>
                </a:moveTo>
                <a:lnTo>
                  <a:pt x="123825" y="142875"/>
                </a:lnTo>
                <a:lnTo>
                  <a:pt x="123825" y="0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A989D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8" name="Long tail bar cap">
            <a:extLst xmlns:a="http://schemas.openxmlformats.org/drawingml/2006/main">
              <a:ext uri="{FF2B5EF4-FFF2-40B4-BE49-F238E27FC236}">
                <a16:creationId xmlns:a16="http://schemas.microsoft.com/office/drawing/2014/main" id="{942C653E-AFB2-4850-BF4E-943850FE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0625" y="11049000"/>
            <a:ext cx="342900" cy="152400"/>
          </a:xfrm>
          <a:custGeom xmlns:a="http://schemas.openxmlformats.org/drawingml/2006/main">
            <a:pathLst>
              <a:path w="342900" h="152400">
                <a:moveTo>
                  <a:pt x="0" y="66675"/>
                </a:moveTo>
                <a:lnTo>
                  <a:pt x="123825" y="0"/>
                </a:lnTo>
                <a:lnTo>
                  <a:pt x="342900" y="85725"/>
                </a:lnTo>
                <a:lnTo>
                  <a:pt x="219075" y="152400"/>
                </a:lnTo>
                <a:close/>
              </a:path>
            </a:pathLst>
          </a:custGeom>
          <a:solidFill xmlns:a="http://schemas.openxmlformats.org/drawingml/2006/main">
            <a:srgbClr val="E8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9" name="Long tail yellow point">
            <a:extLst xmlns:a="http://schemas.openxmlformats.org/drawingml/2006/main">
              <a:ext uri="{FF2B5EF4-FFF2-40B4-BE49-F238E27FC236}">
                <a16:creationId xmlns:a16="http://schemas.microsoft.com/office/drawing/2014/main" id="{10F863D4-7748-4FB4-955F-4F9478D71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0" y="11049000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38100"/>
                </a:moveTo>
                <a:cubicBezTo>
                  <a:pt x="76200" y="59142"/>
                  <a:pt x="59142" y="76200"/>
                  <a:pt x="38100" y="76200"/>
                </a:cubicBezTo>
                <a:cubicBezTo>
                  <a:pt x="17058" y="76200"/>
                  <a:pt x="0" y="59142"/>
                  <a:pt x="0" y="38100"/>
                </a:cubicBez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E7F3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90" name="Long tail bar front">
            <a:extLst xmlns:a="http://schemas.openxmlformats.org/drawingml/2006/main">
              <a:ext uri="{FF2B5EF4-FFF2-40B4-BE49-F238E27FC236}">
                <a16:creationId xmlns:a16="http://schemas.microsoft.com/office/drawing/2014/main" id="{FD8F3676-53DC-4DB4-BCCD-A0005C5A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87825" y="11172825"/>
            <a:ext cx="219075" cy="228600"/>
          </a:xfrm>
          <a:custGeom xmlns:a="http://schemas.openxmlformats.org/drawingml/2006/main">
            <a:pathLst>
              <a:path w="219075" h="228600">
                <a:moveTo>
                  <a:pt x="0" y="142875"/>
                </a:moveTo>
                <a:lnTo>
                  <a:pt x="219075" y="228600"/>
                </a:lnTo>
                <a:lnTo>
                  <a:pt x="219075" y="85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B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91" name="Long tail bar side">
            <a:extLst xmlns:a="http://schemas.openxmlformats.org/drawingml/2006/main">
              <a:ext uri="{FF2B5EF4-FFF2-40B4-BE49-F238E27FC236}">
                <a16:creationId xmlns:a16="http://schemas.microsoft.com/office/drawing/2014/main" id="{E8AE4FF2-4109-42D3-9E89-E55BF3E3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06900" y="11191875"/>
            <a:ext cx="123825" cy="209550"/>
          </a:xfrm>
          <a:custGeom xmlns:a="http://schemas.openxmlformats.org/drawingml/2006/main">
            <a:pathLst>
              <a:path w="123825" h="209550">
                <a:moveTo>
                  <a:pt x="0" y="209550"/>
                </a:moveTo>
                <a:lnTo>
                  <a:pt x="123825" y="142875"/>
                </a:lnTo>
                <a:lnTo>
                  <a:pt x="123825" y="0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A989D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92" name="Long tail bar cap">
            <a:extLst xmlns:a="http://schemas.openxmlformats.org/drawingml/2006/main">
              <a:ext uri="{FF2B5EF4-FFF2-40B4-BE49-F238E27FC236}">
                <a16:creationId xmlns:a16="http://schemas.microsoft.com/office/drawing/2014/main" id="{89636859-83CD-43CB-AB2F-70CD5345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87825" y="11106150"/>
            <a:ext cx="342900" cy="152400"/>
          </a:xfrm>
          <a:custGeom xmlns:a="http://schemas.openxmlformats.org/drawingml/2006/main">
            <a:pathLst>
              <a:path w="342900" h="152400">
                <a:moveTo>
                  <a:pt x="0" y="66675"/>
                </a:moveTo>
                <a:lnTo>
                  <a:pt x="123825" y="0"/>
                </a:lnTo>
                <a:lnTo>
                  <a:pt x="342900" y="85725"/>
                </a:lnTo>
                <a:lnTo>
                  <a:pt x="219075" y="152400"/>
                </a:lnTo>
                <a:close/>
              </a:path>
            </a:pathLst>
          </a:custGeom>
          <a:solidFill xmlns:a="http://schemas.openxmlformats.org/drawingml/2006/main">
            <a:srgbClr val="E8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93" name="Long tail yellow point">
            <a:extLst xmlns:a="http://schemas.openxmlformats.org/drawingml/2006/main">
              <a:ext uri="{FF2B5EF4-FFF2-40B4-BE49-F238E27FC236}">
                <a16:creationId xmlns:a16="http://schemas.microsoft.com/office/drawing/2014/main" id="{9F2D10C7-4DE4-49B1-B9A8-3F39FBB7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0" y="11106150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38100"/>
                </a:moveTo>
                <a:cubicBezTo>
                  <a:pt x="76200" y="59142"/>
                  <a:pt x="59142" y="76200"/>
                  <a:pt x="38100" y="76200"/>
                </a:cubicBezTo>
                <a:cubicBezTo>
                  <a:pt x="17058" y="76200"/>
                  <a:pt x="0" y="59142"/>
                  <a:pt x="0" y="38100"/>
                </a:cubicBez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E7F3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94" name="Long tail bar front">
            <a:extLst xmlns:a="http://schemas.openxmlformats.org/drawingml/2006/main">
              <a:ext uri="{FF2B5EF4-FFF2-40B4-BE49-F238E27FC236}">
                <a16:creationId xmlns:a16="http://schemas.microsoft.com/office/drawing/2014/main" id="{CDAC39B5-C986-4863-9B89-766D1D9D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7875" y="9323070"/>
            <a:ext cx="219075" cy="1525905"/>
          </a:xfrm>
          <a:custGeom xmlns:a="http://schemas.openxmlformats.org/drawingml/2006/main">
            <a:pathLst>
              <a:path w="219075" h="1525905">
                <a:moveTo>
                  <a:pt x="0" y="1440180"/>
                </a:moveTo>
                <a:lnTo>
                  <a:pt x="219075" y="1525905"/>
                </a:lnTo>
                <a:lnTo>
                  <a:pt x="219075" y="85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B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95" name="Long tail bar side">
            <a:extLst xmlns:a="http://schemas.openxmlformats.org/drawingml/2006/main">
              <a:ext uri="{FF2B5EF4-FFF2-40B4-BE49-F238E27FC236}">
                <a16:creationId xmlns:a16="http://schemas.microsoft.com/office/drawing/2014/main" id="{29EE32D8-39E3-4711-B9B4-3415D748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9342120"/>
            <a:ext cx="123825" cy="1506855"/>
          </a:xfrm>
          <a:custGeom xmlns:a="http://schemas.openxmlformats.org/drawingml/2006/main">
            <a:pathLst>
              <a:path w="123825" h="1506855">
                <a:moveTo>
                  <a:pt x="0" y="1506855"/>
                </a:moveTo>
                <a:lnTo>
                  <a:pt x="123825" y="1440180"/>
                </a:lnTo>
                <a:lnTo>
                  <a:pt x="123825" y="0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A989D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96" name="Long tail bar cap">
            <a:extLst xmlns:a="http://schemas.openxmlformats.org/drawingml/2006/main">
              <a:ext uri="{FF2B5EF4-FFF2-40B4-BE49-F238E27FC236}">
                <a16:creationId xmlns:a16="http://schemas.microsoft.com/office/drawing/2014/main" id="{2664DB4C-3C74-47A9-9447-234F95DA6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7875" y="9256395"/>
            <a:ext cx="342900" cy="152400"/>
          </a:xfrm>
          <a:custGeom xmlns:a="http://schemas.openxmlformats.org/drawingml/2006/main">
            <a:pathLst>
              <a:path w="342900" h="152400">
                <a:moveTo>
                  <a:pt x="0" y="66675"/>
                </a:moveTo>
                <a:lnTo>
                  <a:pt x="123825" y="0"/>
                </a:lnTo>
                <a:lnTo>
                  <a:pt x="342900" y="85725"/>
                </a:lnTo>
                <a:lnTo>
                  <a:pt x="219075" y="152400"/>
                </a:lnTo>
                <a:close/>
              </a:path>
            </a:pathLst>
          </a:custGeom>
          <a:solidFill xmlns:a="http://schemas.openxmlformats.org/drawingml/2006/main">
            <a:srgbClr val="E8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97" name="Long tail yellow point">
            <a:extLst xmlns:a="http://schemas.openxmlformats.org/drawingml/2006/main">
              <a:ext uri="{FF2B5EF4-FFF2-40B4-BE49-F238E27FC236}">
                <a16:creationId xmlns:a16="http://schemas.microsoft.com/office/drawing/2014/main" id="{B992197A-7DF9-4EB6-AEA8-FE19FD0F2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9256395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38100"/>
                </a:moveTo>
                <a:cubicBezTo>
                  <a:pt x="76200" y="59142"/>
                  <a:pt x="59142" y="76200"/>
                  <a:pt x="38100" y="76200"/>
                </a:cubicBezTo>
                <a:cubicBezTo>
                  <a:pt x="17058" y="76200"/>
                  <a:pt x="0" y="59142"/>
                  <a:pt x="0" y="38100"/>
                </a:cubicBez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E7F3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98" name="Long tail bar front">
            <a:extLst xmlns:a="http://schemas.openxmlformats.org/drawingml/2006/main">
              <a:ext uri="{FF2B5EF4-FFF2-40B4-BE49-F238E27FC236}">
                <a16:creationId xmlns:a16="http://schemas.microsoft.com/office/drawing/2014/main" id="{4D2A747C-B218-41E0-8707-C885CF5B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5075" y="9795323"/>
            <a:ext cx="219075" cy="1110802"/>
          </a:xfrm>
          <a:custGeom xmlns:a="http://schemas.openxmlformats.org/drawingml/2006/main">
            <a:pathLst>
              <a:path w="219075" h="1110802">
                <a:moveTo>
                  <a:pt x="0" y="1025077"/>
                </a:moveTo>
                <a:lnTo>
                  <a:pt x="219075" y="1110802"/>
                </a:lnTo>
                <a:lnTo>
                  <a:pt x="219075" y="85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B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99" name="Long tail bar side">
            <a:extLst xmlns:a="http://schemas.openxmlformats.org/drawingml/2006/main">
              <a:ext uri="{FF2B5EF4-FFF2-40B4-BE49-F238E27FC236}">
                <a16:creationId xmlns:a16="http://schemas.microsoft.com/office/drawing/2014/main" id="{BA5A008F-1CF9-4E87-A6EE-382621AA7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9814373"/>
            <a:ext cx="123825" cy="1091752"/>
          </a:xfrm>
          <a:custGeom xmlns:a="http://schemas.openxmlformats.org/drawingml/2006/main">
            <a:pathLst>
              <a:path w="123825" h="1091752">
                <a:moveTo>
                  <a:pt x="0" y="1091752"/>
                </a:moveTo>
                <a:lnTo>
                  <a:pt x="123825" y="1025077"/>
                </a:lnTo>
                <a:lnTo>
                  <a:pt x="123825" y="0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A989D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0" name="Long tail bar cap">
            <a:extLst xmlns:a="http://schemas.openxmlformats.org/drawingml/2006/main">
              <a:ext uri="{FF2B5EF4-FFF2-40B4-BE49-F238E27FC236}">
                <a16:creationId xmlns:a16="http://schemas.microsoft.com/office/drawing/2014/main" id="{5CE5F1D9-6B82-4E6E-A620-6564D628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5075" y="9728648"/>
            <a:ext cx="342900" cy="152400"/>
          </a:xfrm>
          <a:custGeom xmlns:a="http://schemas.openxmlformats.org/drawingml/2006/main">
            <a:pathLst>
              <a:path w="342900" h="152400">
                <a:moveTo>
                  <a:pt x="0" y="66675"/>
                </a:moveTo>
                <a:lnTo>
                  <a:pt x="123825" y="0"/>
                </a:lnTo>
                <a:lnTo>
                  <a:pt x="342900" y="85725"/>
                </a:lnTo>
                <a:lnTo>
                  <a:pt x="219075" y="152400"/>
                </a:lnTo>
                <a:close/>
              </a:path>
            </a:pathLst>
          </a:custGeom>
          <a:solidFill xmlns:a="http://schemas.openxmlformats.org/drawingml/2006/main">
            <a:srgbClr val="E8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1" name="Long tail yellow point">
            <a:extLst xmlns:a="http://schemas.openxmlformats.org/drawingml/2006/main">
              <a:ext uri="{FF2B5EF4-FFF2-40B4-BE49-F238E27FC236}">
                <a16:creationId xmlns:a16="http://schemas.microsoft.com/office/drawing/2014/main" id="{6F0CAC91-334C-47AA-A13D-6C2FEAC9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9728648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38100"/>
                </a:moveTo>
                <a:cubicBezTo>
                  <a:pt x="76200" y="59142"/>
                  <a:pt x="59142" y="76200"/>
                  <a:pt x="38100" y="76200"/>
                </a:cubicBezTo>
                <a:cubicBezTo>
                  <a:pt x="17058" y="76200"/>
                  <a:pt x="0" y="59142"/>
                  <a:pt x="0" y="38100"/>
                </a:cubicBez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E7F3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02" name="Long tail bar front">
            <a:extLst xmlns:a="http://schemas.openxmlformats.org/drawingml/2006/main">
              <a:ext uri="{FF2B5EF4-FFF2-40B4-BE49-F238E27FC236}">
                <a16:creationId xmlns:a16="http://schemas.microsoft.com/office/drawing/2014/main" id="{DF0B4CD8-AF96-480F-A0A6-48047651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92275" y="10147930"/>
            <a:ext cx="219075" cy="815345"/>
          </a:xfrm>
          <a:custGeom xmlns:a="http://schemas.openxmlformats.org/drawingml/2006/main">
            <a:pathLst>
              <a:path w="219075" h="815345">
                <a:moveTo>
                  <a:pt x="0" y="729620"/>
                </a:moveTo>
                <a:lnTo>
                  <a:pt x="219075" y="815345"/>
                </a:lnTo>
                <a:lnTo>
                  <a:pt x="219075" y="85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B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3" name="Long tail bar side">
            <a:extLst xmlns:a="http://schemas.openxmlformats.org/drawingml/2006/main">
              <a:ext uri="{FF2B5EF4-FFF2-40B4-BE49-F238E27FC236}">
                <a16:creationId xmlns:a16="http://schemas.microsoft.com/office/drawing/2014/main" id="{71704C16-57CF-47B1-A6EA-99810AB9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1350" y="10166980"/>
            <a:ext cx="123825" cy="796295"/>
          </a:xfrm>
          <a:custGeom xmlns:a="http://schemas.openxmlformats.org/drawingml/2006/main">
            <a:pathLst>
              <a:path w="123825" h="796295">
                <a:moveTo>
                  <a:pt x="0" y="796295"/>
                </a:moveTo>
                <a:lnTo>
                  <a:pt x="123825" y="729620"/>
                </a:lnTo>
                <a:lnTo>
                  <a:pt x="123825" y="0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A989D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4" name="Long tail bar cap">
            <a:extLst xmlns:a="http://schemas.openxmlformats.org/drawingml/2006/main">
              <a:ext uri="{FF2B5EF4-FFF2-40B4-BE49-F238E27FC236}">
                <a16:creationId xmlns:a16="http://schemas.microsoft.com/office/drawing/2014/main" id="{0F9CBB48-D944-4A71-AE18-B1A30FEA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92275" y="10081255"/>
            <a:ext cx="342900" cy="152400"/>
          </a:xfrm>
          <a:custGeom xmlns:a="http://schemas.openxmlformats.org/drawingml/2006/main">
            <a:pathLst>
              <a:path w="342900" h="152400">
                <a:moveTo>
                  <a:pt x="0" y="66675"/>
                </a:moveTo>
                <a:lnTo>
                  <a:pt x="123825" y="0"/>
                </a:lnTo>
                <a:lnTo>
                  <a:pt x="342900" y="85725"/>
                </a:lnTo>
                <a:lnTo>
                  <a:pt x="219075" y="152400"/>
                </a:lnTo>
                <a:close/>
              </a:path>
            </a:pathLst>
          </a:custGeom>
          <a:solidFill xmlns:a="http://schemas.openxmlformats.org/drawingml/2006/main">
            <a:srgbClr val="E8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5" name="Long tail yellow point">
            <a:extLst xmlns:a="http://schemas.openxmlformats.org/drawingml/2006/main">
              <a:ext uri="{FF2B5EF4-FFF2-40B4-BE49-F238E27FC236}">
                <a16:creationId xmlns:a16="http://schemas.microsoft.com/office/drawing/2014/main" id="{F4631E1A-BE7C-4BC4-B08B-E87C24BD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850" y="10081255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38100"/>
                </a:moveTo>
                <a:cubicBezTo>
                  <a:pt x="76200" y="59142"/>
                  <a:pt x="59142" y="76200"/>
                  <a:pt x="38100" y="76200"/>
                </a:cubicBezTo>
                <a:cubicBezTo>
                  <a:pt x="17058" y="76200"/>
                  <a:pt x="0" y="59142"/>
                  <a:pt x="0" y="38100"/>
                </a:cubicBez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E7F3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06" name="Long tail bar front">
            <a:extLst xmlns:a="http://schemas.openxmlformats.org/drawingml/2006/main">
              <a:ext uri="{FF2B5EF4-FFF2-40B4-BE49-F238E27FC236}">
                <a16:creationId xmlns:a16="http://schemas.microsoft.com/office/drawing/2014/main" id="{60D82494-D052-456D-8E48-E122F21B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49475" y="10415378"/>
            <a:ext cx="219075" cy="605047"/>
          </a:xfrm>
          <a:custGeom xmlns:a="http://schemas.openxmlformats.org/drawingml/2006/main">
            <a:pathLst>
              <a:path w="219075" h="605047">
                <a:moveTo>
                  <a:pt x="0" y="519322"/>
                </a:moveTo>
                <a:lnTo>
                  <a:pt x="219075" y="605047"/>
                </a:lnTo>
                <a:lnTo>
                  <a:pt x="219075" y="85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B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7" name="Long tail bar side">
            <a:extLst xmlns:a="http://schemas.openxmlformats.org/drawingml/2006/main">
              <a:ext uri="{FF2B5EF4-FFF2-40B4-BE49-F238E27FC236}">
                <a16:creationId xmlns:a16="http://schemas.microsoft.com/office/drawing/2014/main" id="{A3C27919-7B5C-4B0C-8B01-3FD5D104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8550" y="10434428"/>
            <a:ext cx="123825" cy="585997"/>
          </a:xfrm>
          <a:custGeom xmlns:a="http://schemas.openxmlformats.org/drawingml/2006/main">
            <a:pathLst>
              <a:path w="123825" h="585997">
                <a:moveTo>
                  <a:pt x="0" y="585997"/>
                </a:moveTo>
                <a:lnTo>
                  <a:pt x="123825" y="519322"/>
                </a:lnTo>
                <a:lnTo>
                  <a:pt x="123825" y="0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A989D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8" name="Long tail bar cap">
            <a:extLst xmlns:a="http://schemas.openxmlformats.org/drawingml/2006/main">
              <a:ext uri="{FF2B5EF4-FFF2-40B4-BE49-F238E27FC236}">
                <a16:creationId xmlns:a16="http://schemas.microsoft.com/office/drawing/2014/main" id="{97DB029C-9C6F-44C9-8C82-CE316C460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49475" y="10348703"/>
            <a:ext cx="342900" cy="152400"/>
          </a:xfrm>
          <a:custGeom xmlns:a="http://schemas.openxmlformats.org/drawingml/2006/main">
            <a:pathLst>
              <a:path w="342900" h="152400">
                <a:moveTo>
                  <a:pt x="0" y="66675"/>
                </a:moveTo>
                <a:lnTo>
                  <a:pt x="123825" y="0"/>
                </a:lnTo>
                <a:lnTo>
                  <a:pt x="342900" y="85725"/>
                </a:lnTo>
                <a:lnTo>
                  <a:pt x="219075" y="152400"/>
                </a:lnTo>
                <a:close/>
              </a:path>
            </a:pathLst>
          </a:custGeom>
          <a:solidFill xmlns:a="http://schemas.openxmlformats.org/drawingml/2006/main">
            <a:srgbClr val="E8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9" name="Long tail yellow point">
            <a:extLst xmlns:a="http://schemas.openxmlformats.org/drawingml/2006/main">
              <a:ext uri="{FF2B5EF4-FFF2-40B4-BE49-F238E27FC236}">
                <a16:creationId xmlns:a16="http://schemas.microsoft.com/office/drawing/2014/main" id="{319A715D-22CE-40BD-9A2A-64FE1AF9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8050" y="10348703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38100"/>
                </a:moveTo>
                <a:cubicBezTo>
                  <a:pt x="76200" y="59142"/>
                  <a:pt x="59142" y="76200"/>
                  <a:pt x="38100" y="76200"/>
                </a:cubicBezTo>
                <a:cubicBezTo>
                  <a:pt x="17058" y="76200"/>
                  <a:pt x="0" y="59142"/>
                  <a:pt x="0" y="38100"/>
                </a:cubicBez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E7F3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10" name="Long tail bar front">
            <a:extLst xmlns:a="http://schemas.openxmlformats.org/drawingml/2006/main">
              <a:ext uri="{FF2B5EF4-FFF2-40B4-BE49-F238E27FC236}">
                <a16:creationId xmlns:a16="http://schemas.microsoft.com/office/drawing/2014/main" id="{CDE6170A-3572-428D-AC0C-534FE3B1E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06675" y="10622212"/>
            <a:ext cx="219075" cy="455363"/>
          </a:xfrm>
          <a:custGeom xmlns:a="http://schemas.openxmlformats.org/drawingml/2006/main">
            <a:pathLst>
              <a:path w="219075" h="455363">
                <a:moveTo>
                  <a:pt x="0" y="369638"/>
                </a:moveTo>
                <a:lnTo>
                  <a:pt x="219075" y="455363"/>
                </a:lnTo>
                <a:lnTo>
                  <a:pt x="219075" y="85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B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11" name="Long tail bar side">
            <a:extLst xmlns:a="http://schemas.openxmlformats.org/drawingml/2006/main">
              <a:ext uri="{FF2B5EF4-FFF2-40B4-BE49-F238E27FC236}">
                <a16:creationId xmlns:a16="http://schemas.microsoft.com/office/drawing/2014/main" id="{60EC7A06-987A-4C2D-A5F6-DBF431DEA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10641262"/>
            <a:ext cx="123825" cy="436313"/>
          </a:xfrm>
          <a:custGeom xmlns:a="http://schemas.openxmlformats.org/drawingml/2006/main">
            <a:pathLst>
              <a:path w="123825" h="436313">
                <a:moveTo>
                  <a:pt x="0" y="436313"/>
                </a:moveTo>
                <a:lnTo>
                  <a:pt x="123825" y="369638"/>
                </a:lnTo>
                <a:lnTo>
                  <a:pt x="123825" y="0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A989D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12" name="Long tail bar cap">
            <a:extLst xmlns:a="http://schemas.openxmlformats.org/drawingml/2006/main">
              <a:ext uri="{FF2B5EF4-FFF2-40B4-BE49-F238E27FC236}">
                <a16:creationId xmlns:a16="http://schemas.microsoft.com/office/drawing/2014/main" id="{9800F4D2-D38F-4BFC-BE8A-C34CFB470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06675" y="10555537"/>
            <a:ext cx="342900" cy="152400"/>
          </a:xfrm>
          <a:custGeom xmlns:a="http://schemas.openxmlformats.org/drawingml/2006/main">
            <a:pathLst>
              <a:path w="342900" h="152400">
                <a:moveTo>
                  <a:pt x="0" y="66675"/>
                </a:moveTo>
                <a:lnTo>
                  <a:pt x="123825" y="0"/>
                </a:lnTo>
                <a:lnTo>
                  <a:pt x="342900" y="85725"/>
                </a:lnTo>
                <a:lnTo>
                  <a:pt x="219075" y="152400"/>
                </a:lnTo>
                <a:close/>
              </a:path>
            </a:pathLst>
          </a:custGeom>
          <a:solidFill xmlns:a="http://schemas.openxmlformats.org/drawingml/2006/main">
            <a:srgbClr val="E8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13" name="Long tail yellow point">
            <a:extLst xmlns:a="http://schemas.openxmlformats.org/drawingml/2006/main">
              <a:ext uri="{FF2B5EF4-FFF2-40B4-BE49-F238E27FC236}">
                <a16:creationId xmlns:a16="http://schemas.microsoft.com/office/drawing/2014/main" id="{C72560EA-E12C-418A-8D2E-5D719607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0" y="10555537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38100"/>
                </a:moveTo>
                <a:cubicBezTo>
                  <a:pt x="76200" y="59142"/>
                  <a:pt x="59142" y="76200"/>
                  <a:pt x="38100" y="76200"/>
                </a:cubicBezTo>
                <a:cubicBezTo>
                  <a:pt x="17058" y="76200"/>
                  <a:pt x="0" y="59142"/>
                  <a:pt x="0" y="38100"/>
                </a:cubicBez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E7F3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14" name="Long tail bar front">
            <a:extLst xmlns:a="http://schemas.openxmlformats.org/drawingml/2006/main">
              <a:ext uri="{FF2B5EF4-FFF2-40B4-BE49-F238E27FC236}">
                <a16:creationId xmlns:a16="http://schemas.microsoft.com/office/drawing/2014/main" id="{156A88C6-7B5F-4A5C-BCFC-4C498A70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63875" y="10785903"/>
            <a:ext cx="219075" cy="348822"/>
          </a:xfrm>
          <a:custGeom xmlns:a="http://schemas.openxmlformats.org/drawingml/2006/main">
            <a:pathLst>
              <a:path w="219075" h="348822">
                <a:moveTo>
                  <a:pt x="0" y="263097"/>
                </a:moveTo>
                <a:lnTo>
                  <a:pt x="219075" y="348822"/>
                </a:lnTo>
                <a:lnTo>
                  <a:pt x="219075" y="85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B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15" name="Long tail bar side">
            <a:extLst xmlns:a="http://schemas.openxmlformats.org/drawingml/2006/main">
              <a:ext uri="{FF2B5EF4-FFF2-40B4-BE49-F238E27FC236}">
                <a16:creationId xmlns:a16="http://schemas.microsoft.com/office/drawing/2014/main" id="{CC53FF84-CB72-4421-BDDB-58B56DCDD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10804953"/>
            <a:ext cx="123825" cy="329772"/>
          </a:xfrm>
          <a:custGeom xmlns:a="http://schemas.openxmlformats.org/drawingml/2006/main">
            <a:pathLst>
              <a:path w="123825" h="329772">
                <a:moveTo>
                  <a:pt x="0" y="329772"/>
                </a:moveTo>
                <a:lnTo>
                  <a:pt x="123825" y="263097"/>
                </a:lnTo>
                <a:lnTo>
                  <a:pt x="123825" y="0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A989D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16" name="Long tail bar cap">
            <a:extLst xmlns:a="http://schemas.openxmlformats.org/drawingml/2006/main">
              <a:ext uri="{FF2B5EF4-FFF2-40B4-BE49-F238E27FC236}">
                <a16:creationId xmlns:a16="http://schemas.microsoft.com/office/drawing/2014/main" id="{61C57268-E2E1-459E-B3BB-77AD10E7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63875" y="10719228"/>
            <a:ext cx="342900" cy="152400"/>
          </a:xfrm>
          <a:custGeom xmlns:a="http://schemas.openxmlformats.org/drawingml/2006/main">
            <a:pathLst>
              <a:path w="342900" h="152400">
                <a:moveTo>
                  <a:pt x="0" y="66675"/>
                </a:moveTo>
                <a:lnTo>
                  <a:pt x="123825" y="0"/>
                </a:lnTo>
                <a:lnTo>
                  <a:pt x="342900" y="85725"/>
                </a:lnTo>
                <a:lnTo>
                  <a:pt x="219075" y="152400"/>
                </a:lnTo>
                <a:close/>
              </a:path>
            </a:pathLst>
          </a:custGeom>
          <a:solidFill xmlns:a="http://schemas.openxmlformats.org/drawingml/2006/main">
            <a:srgbClr val="E8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17" name="Long tail yellow point">
            <a:extLst xmlns:a="http://schemas.openxmlformats.org/drawingml/2006/main">
              <a:ext uri="{FF2B5EF4-FFF2-40B4-BE49-F238E27FC236}">
                <a16:creationId xmlns:a16="http://schemas.microsoft.com/office/drawing/2014/main" id="{0437040A-33C1-4961-9F4C-B001FEB1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2450" y="10719228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38100"/>
                </a:moveTo>
                <a:cubicBezTo>
                  <a:pt x="76200" y="59142"/>
                  <a:pt x="59142" y="76200"/>
                  <a:pt x="38100" y="76200"/>
                </a:cubicBezTo>
                <a:cubicBezTo>
                  <a:pt x="17058" y="76200"/>
                  <a:pt x="0" y="59142"/>
                  <a:pt x="0" y="38100"/>
                </a:cubicBez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E7F3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18" name="Long tail bar front">
            <a:extLst xmlns:a="http://schemas.openxmlformats.org/drawingml/2006/main">
              <a:ext uri="{FF2B5EF4-FFF2-40B4-BE49-F238E27FC236}">
                <a16:creationId xmlns:a16="http://schemas.microsoft.com/office/drawing/2014/main" id="{2F56F8C3-CEEE-4F04-9402-24C5D531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1075" y="10918885"/>
            <a:ext cx="219075" cy="272990"/>
          </a:xfrm>
          <a:custGeom xmlns:a="http://schemas.openxmlformats.org/drawingml/2006/main">
            <a:pathLst>
              <a:path w="219075" h="272990">
                <a:moveTo>
                  <a:pt x="0" y="187265"/>
                </a:moveTo>
                <a:lnTo>
                  <a:pt x="219075" y="272990"/>
                </a:lnTo>
                <a:lnTo>
                  <a:pt x="219075" y="85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B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19" name="Long tail bar side">
            <a:extLst xmlns:a="http://schemas.openxmlformats.org/drawingml/2006/main">
              <a:ext uri="{FF2B5EF4-FFF2-40B4-BE49-F238E27FC236}">
                <a16:creationId xmlns:a16="http://schemas.microsoft.com/office/drawing/2014/main" id="{3EE86F86-A1A3-4A78-AEE2-736970C6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40150" y="10937935"/>
            <a:ext cx="123825" cy="253940"/>
          </a:xfrm>
          <a:custGeom xmlns:a="http://schemas.openxmlformats.org/drawingml/2006/main">
            <a:pathLst>
              <a:path w="123825" h="253940">
                <a:moveTo>
                  <a:pt x="0" y="253940"/>
                </a:moveTo>
                <a:lnTo>
                  <a:pt x="123825" y="187265"/>
                </a:lnTo>
                <a:lnTo>
                  <a:pt x="123825" y="0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A989D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0" name="Long tail bar cap">
            <a:extLst xmlns:a="http://schemas.openxmlformats.org/drawingml/2006/main">
              <a:ext uri="{FF2B5EF4-FFF2-40B4-BE49-F238E27FC236}">
                <a16:creationId xmlns:a16="http://schemas.microsoft.com/office/drawing/2014/main" id="{3DF7B6DC-84B7-4AC7-B276-BB0FA33FF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1075" y="10852210"/>
            <a:ext cx="342900" cy="152400"/>
          </a:xfrm>
          <a:custGeom xmlns:a="http://schemas.openxmlformats.org/drawingml/2006/main">
            <a:pathLst>
              <a:path w="342900" h="152400">
                <a:moveTo>
                  <a:pt x="0" y="66675"/>
                </a:moveTo>
                <a:lnTo>
                  <a:pt x="123825" y="0"/>
                </a:lnTo>
                <a:lnTo>
                  <a:pt x="342900" y="85725"/>
                </a:lnTo>
                <a:lnTo>
                  <a:pt x="219075" y="152400"/>
                </a:lnTo>
                <a:close/>
              </a:path>
            </a:pathLst>
          </a:custGeom>
          <a:solidFill xmlns:a="http://schemas.openxmlformats.org/drawingml/2006/main">
            <a:srgbClr val="E8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1" name="Long tail yellow point">
            <a:extLst xmlns:a="http://schemas.openxmlformats.org/drawingml/2006/main">
              <a:ext uri="{FF2B5EF4-FFF2-40B4-BE49-F238E27FC236}">
                <a16:creationId xmlns:a16="http://schemas.microsoft.com/office/drawing/2014/main" id="{02F9735F-5CBA-44EF-943F-27F05C6B7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9650" y="10852210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38100"/>
                </a:moveTo>
                <a:cubicBezTo>
                  <a:pt x="76200" y="59142"/>
                  <a:pt x="59142" y="76200"/>
                  <a:pt x="38100" y="76200"/>
                </a:cubicBezTo>
                <a:cubicBezTo>
                  <a:pt x="17058" y="76200"/>
                  <a:pt x="0" y="59142"/>
                  <a:pt x="0" y="38100"/>
                </a:cubicBez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E7F3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22" name="Long tail bar front">
            <a:extLst xmlns:a="http://schemas.openxmlformats.org/drawingml/2006/main">
              <a:ext uri="{FF2B5EF4-FFF2-40B4-BE49-F238E27FC236}">
                <a16:creationId xmlns:a16="http://schemas.microsoft.com/office/drawing/2014/main" id="{8465303E-5163-4576-9D51-2869D2D5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78275" y="11020425"/>
            <a:ext cx="219075" cy="228600"/>
          </a:xfrm>
          <a:custGeom xmlns:a="http://schemas.openxmlformats.org/drawingml/2006/main">
            <a:pathLst>
              <a:path w="219075" h="228600">
                <a:moveTo>
                  <a:pt x="0" y="142875"/>
                </a:moveTo>
                <a:lnTo>
                  <a:pt x="219075" y="228600"/>
                </a:lnTo>
                <a:lnTo>
                  <a:pt x="219075" y="85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B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3" name="Long tail bar side">
            <a:extLst xmlns:a="http://schemas.openxmlformats.org/drawingml/2006/main">
              <a:ext uri="{FF2B5EF4-FFF2-40B4-BE49-F238E27FC236}">
                <a16:creationId xmlns:a16="http://schemas.microsoft.com/office/drawing/2014/main" id="{2FD3C592-C152-4374-A0AA-D38297E1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7350" y="11039475"/>
            <a:ext cx="123825" cy="209550"/>
          </a:xfrm>
          <a:custGeom xmlns:a="http://schemas.openxmlformats.org/drawingml/2006/main">
            <a:pathLst>
              <a:path w="123825" h="209550">
                <a:moveTo>
                  <a:pt x="0" y="209550"/>
                </a:moveTo>
                <a:lnTo>
                  <a:pt x="123825" y="142875"/>
                </a:lnTo>
                <a:lnTo>
                  <a:pt x="123825" y="0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A989D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4" name="Long tail bar cap">
            <a:extLst xmlns:a="http://schemas.openxmlformats.org/drawingml/2006/main">
              <a:ext uri="{FF2B5EF4-FFF2-40B4-BE49-F238E27FC236}">
                <a16:creationId xmlns:a16="http://schemas.microsoft.com/office/drawing/2014/main" id="{F721AF32-6372-4A48-AA75-82E1DD79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78275" y="10953750"/>
            <a:ext cx="342900" cy="152400"/>
          </a:xfrm>
          <a:custGeom xmlns:a="http://schemas.openxmlformats.org/drawingml/2006/main">
            <a:pathLst>
              <a:path w="342900" h="152400">
                <a:moveTo>
                  <a:pt x="0" y="66675"/>
                </a:moveTo>
                <a:lnTo>
                  <a:pt x="123825" y="0"/>
                </a:lnTo>
                <a:lnTo>
                  <a:pt x="342900" y="85725"/>
                </a:lnTo>
                <a:lnTo>
                  <a:pt x="219075" y="152400"/>
                </a:lnTo>
                <a:close/>
              </a:path>
            </a:pathLst>
          </a:custGeom>
          <a:solidFill xmlns:a="http://schemas.openxmlformats.org/drawingml/2006/main">
            <a:srgbClr val="E8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5" name="Long tail yellow point">
            <a:extLst xmlns:a="http://schemas.openxmlformats.org/drawingml/2006/main">
              <a:ext uri="{FF2B5EF4-FFF2-40B4-BE49-F238E27FC236}">
                <a16:creationId xmlns:a16="http://schemas.microsoft.com/office/drawing/2014/main" id="{138BC8C8-ABF9-4898-973F-FFC4AE49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06850" y="10953750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38100"/>
                </a:moveTo>
                <a:cubicBezTo>
                  <a:pt x="76200" y="59142"/>
                  <a:pt x="59142" y="76200"/>
                  <a:pt x="38100" y="76200"/>
                </a:cubicBezTo>
                <a:cubicBezTo>
                  <a:pt x="17058" y="76200"/>
                  <a:pt x="0" y="59142"/>
                  <a:pt x="0" y="38100"/>
                </a:cubicBez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E7F3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26" name="Long tail bar front">
            <a:extLst xmlns:a="http://schemas.openxmlformats.org/drawingml/2006/main">
              <a:ext uri="{FF2B5EF4-FFF2-40B4-BE49-F238E27FC236}">
                <a16:creationId xmlns:a16="http://schemas.microsoft.com/office/drawing/2014/main" id="{B52FF086-8208-4E80-9B1C-19A3A262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35475" y="11077575"/>
            <a:ext cx="219075" cy="228600"/>
          </a:xfrm>
          <a:custGeom xmlns:a="http://schemas.openxmlformats.org/drawingml/2006/main">
            <a:pathLst>
              <a:path w="219075" h="228600">
                <a:moveTo>
                  <a:pt x="0" y="142875"/>
                </a:moveTo>
                <a:lnTo>
                  <a:pt x="219075" y="228600"/>
                </a:lnTo>
                <a:lnTo>
                  <a:pt x="219075" y="85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B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7" name="Long tail bar side">
            <a:extLst xmlns:a="http://schemas.openxmlformats.org/drawingml/2006/main">
              <a:ext uri="{FF2B5EF4-FFF2-40B4-BE49-F238E27FC236}">
                <a16:creationId xmlns:a16="http://schemas.microsoft.com/office/drawing/2014/main" id="{F1DD07A4-FFF4-4E9A-9C6D-F0E8141A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54550" y="11096625"/>
            <a:ext cx="123825" cy="209550"/>
          </a:xfrm>
          <a:custGeom xmlns:a="http://schemas.openxmlformats.org/drawingml/2006/main">
            <a:pathLst>
              <a:path w="123825" h="209550">
                <a:moveTo>
                  <a:pt x="0" y="209550"/>
                </a:moveTo>
                <a:lnTo>
                  <a:pt x="123825" y="142875"/>
                </a:lnTo>
                <a:lnTo>
                  <a:pt x="123825" y="0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A989D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8" name="Long tail bar cap">
            <a:extLst xmlns:a="http://schemas.openxmlformats.org/drawingml/2006/main">
              <a:ext uri="{FF2B5EF4-FFF2-40B4-BE49-F238E27FC236}">
                <a16:creationId xmlns:a16="http://schemas.microsoft.com/office/drawing/2014/main" id="{FD271242-CA5B-4DA7-A9F2-32C734AAA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35475" y="11010900"/>
            <a:ext cx="342900" cy="152400"/>
          </a:xfrm>
          <a:custGeom xmlns:a="http://schemas.openxmlformats.org/drawingml/2006/main">
            <a:pathLst>
              <a:path w="342900" h="152400">
                <a:moveTo>
                  <a:pt x="0" y="66675"/>
                </a:moveTo>
                <a:lnTo>
                  <a:pt x="123825" y="0"/>
                </a:lnTo>
                <a:lnTo>
                  <a:pt x="342900" y="85725"/>
                </a:lnTo>
                <a:lnTo>
                  <a:pt x="219075" y="152400"/>
                </a:lnTo>
                <a:close/>
              </a:path>
            </a:pathLst>
          </a:custGeom>
          <a:solidFill xmlns:a="http://schemas.openxmlformats.org/drawingml/2006/main">
            <a:srgbClr val="E8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9" name="Long tail yellow point">
            <a:extLst xmlns:a="http://schemas.openxmlformats.org/drawingml/2006/main">
              <a:ext uri="{FF2B5EF4-FFF2-40B4-BE49-F238E27FC236}">
                <a16:creationId xmlns:a16="http://schemas.microsoft.com/office/drawing/2014/main" id="{9BDAB75D-D22E-4543-872E-D02DEA9F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64050" y="11010900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38100"/>
                </a:moveTo>
                <a:cubicBezTo>
                  <a:pt x="76200" y="59142"/>
                  <a:pt x="59142" y="76200"/>
                  <a:pt x="38100" y="76200"/>
                </a:cubicBezTo>
                <a:cubicBezTo>
                  <a:pt x="17058" y="76200"/>
                  <a:pt x="0" y="59142"/>
                  <a:pt x="0" y="38100"/>
                </a:cubicBez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E7F3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30" name="Long tail bar front">
            <a:extLst xmlns:a="http://schemas.openxmlformats.org/drawingml/2006/main">
              <a:ext uri="{FF2B5EF4-FFF2-40B4-BE49-F238E27FC236}">
                <a16:creationId xmlns:a16="http://schemas.microsoft.com/office/drawing/2014/main" id="{1EB5F298-8847-4B0D-B0E3-D20D4934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5525" y="8930640"/>
            <a:ext cx="219075" cy="1823085"/>
          </a:xfrm>
          <a:custGeom xmlns:a="http://schemas.openxmlformats.org/drawingml/2006/main">
            <a:pathLst>
              <a:path w="219075" h="1823085">
                <a:moveTo>
                  <a:pt x="0" y="1737360"/>
                </a:moveTo>
                <a:lnTo>
                  <a:pt x="219075" y="1823085"/>
                </a:lnTo>
                <a:lnTo>
                  <a:pt x="219075" y="85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B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1" name="Long tail bar side">
            <a:extLst xmlns:a="http://schemas.openxmlformats.org/drawingml/2006/main">
              <a:ext uri="{FF2B5EF4-FFF2-40B4-BE49-F238E27FC236}">
                <a16:creationId xmlns:a16="http://schemas.microsoft.com/office/drawing/2014/main" id="{599098A8-B774-4F3D-870F-BBD56830A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8949690"/>
            <a:ext cx="123825" cy="1804035"/>
          </a:xfrm>
          <a:custGeom xmlns:a="http://schemas.openxmlformats.org/drawingml/2006/main">
            <a:pathLst>
              <a:path w="123825" h="1804035">
                <a:moveTo>
                  <a:pt x="0" y="1804035"/>
                </a:moveTo>
                <a:lnTo>
                  <a:pt x="123825" y="1737360"/>
                </a:lnTo>
                <a:lnTo>
                  <a:pt x="123825" y="0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A989D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2" name="Long tail bar cap">
            <a:extLst xmlns:a="http://schemas.openxmlformats.org/drawingml/2006/main">
              <a:ext uri="{FF2B5EF4-FFF2-40B4-BE49-F238E27FC236}">
                <a16:creationId xmlns:a16="http://schemas.microsoft.com/office/drawing/2014/main" id="{86ED5736-13B6-49F3-B112-0B2E33F0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5525" y="8863965"/>
            <a:ext cx="342900" cy="152400"/>
          </a:xfrm>
          <a:custGeom xmlns:a="http://schemas.openxmlformats.org/drawingml/2006/main">
            <a:pathLst>
              <a:path w="342900" h="152400">
                <a:moveTo>
                  <a:pt x="0" y="66675"/>
                </a:moveTo>
                <a:lnTo>
                  <a:pt x="123825" y="0"/>
                </a:lnTo>
                <a:lnTo>
                  <a:pt x="342900" y="85725"/>
                </a:lnTo>
                <a:lnTo>
                  <a:pt x="219075" y="152400"/>
                </a:lnTo>
                <a:close/>
              </a:path>
            </a:pathLst>
          </a:custGeom>
          <a:solidFill xmlns:a="http://schemas.openxmlformats.org/drawingml/2006/main">
            <a:srgbClr val="E8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3" name="Long tail yellow point">
            <a:extLst xmlns:a="http://schemas.openxmlformats.org/drawingml/2006/main">
              <a:ext uri="{FF2B5EF4-FFF2-40B4-BE49-F238E27FC236}">
                <a16:creationId xmlns:a16="http://schemas.microsoft.com/office/drawing/2014/main" id="{3007A298-9C26-418B-BD97-BA80C4DB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8863965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38100"/>
                </a:moveTo>
                <a:cubicBezTo>
                  <a:pt x="76200" y="59142"/>
                  <a:pt x="59142" y="76200"/>
                  <a:pt x="38100" y="76200"/>
                </a:cubicBezTo>
                <a:cubicBezTo>
                  <a:pt x="17058" y="76200"/>
                  <a:pt x="0" y="59142"/>
                  <a:pt x="0" y="38100"/>
                </a:cubicBez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E7F3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34" name="Long tail bar front">
            <a:extLst xmlns:a="http://schemas.openxmlformats.org/drawingml/2006/main">
              <a:ext uri="{FF2B5EF4-FFF2-40B4-BE49-F238E27FC236}">
                <a16:creationId xmlns:a16="http://schemas.microsoft.com/office/drawing/2014/main" id="{F9E4D6F8-F39D-4ADF-89D8-50BC364B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82725" y="9488549"/>
            <a:ext cx="219075" cy="1322326"/>
          </a:xfrm>
          <a:custGeom xmlns:a="http://schemas.openxmlformats.org/drawingml/2006/main">
            <a:pathLst>
              <a:path w="219075" h="1322326">
                <a:moveTo>
                  <a:pt x="0" y="1236601"/>
                </a:moveTo>
                <a:lnTo>
                  <a:pt x="219075" y="1322326"/>
                </a:lnTo>
                <a:lnTo>
                  <a:pt x="219075" y="85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B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5" name="Long tail bar side">
            <a:extLst xmlns:a="http://schemas.openxmlformats.org/drawingml/2006/main">
              <a:ext uri="{FF2B5EF4-FFF2-40B4-BE49-F238E27FC236}">
                <a16:creationId xmlns:a16="http://schemas.microsoft.com/office/drawing/2014/main" id="{8775752D-D567-46CA-A85C-01CAC003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9507599"/>
            <a:ext cx="123825" cy="1303276"/>
          </a:xfrm>
          <a:custGeom xmlns:a="http://schemas.openxmlformats.org/drawingml/2006/main">
            <a:pathLst>
              <a:path w="123825" h="1303276">
                <a:moveTo>
                  <a:pt x="0" y="1303276"/>
                </a:moveTo>
                <a:lnTo>
                  <a:pt x="123825" y="1236601"/>
                </a:lnTo>
                <a:lnTo>
                  <a:pt x="123825" y="0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A989D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6" name="Long tail bar cap">
            <a:extLst xmlns:a="http://schemas.openxmlformats.org/drawingml/2006/main">
              <a:ext uri="{FF2B5EF4-FFF2-40B4-BE49-F238E27FC236}">
                <a16:creationId xmlns:a16="http://schemas.microsoft.com/office/drawing/2014/main" id="{89E0120C-0DCE-4FFD-9F09-33BDA9C36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82725" y="9421874"/>
            <a:ext cx="342900" cy="152400"/>
          </a:xfrm>
          <a:custGeom xmlns:a="http://schemas.openxmlformats.org/drawingml/2006/main">
            <a:pathLst>
              <a:path w="342900" h="152400">
                <a:moveTo>
                  <a:pt x="0" y="66675"/>
                </a:moveTo>
                <a:lnTo>
                  <a:pt x="123825" y="0"/>
                </a:lnTo>
                <a:lnTo>
                  <a:pt x="342900" y="85725"/>
                </a:lnTo>
                <a:lnTo>
                  <a:pt x="219075" y="152400"/>
                </a:lnTo>
                <a:close/>
              </a:path>
            </a:pathLst>
          </a:custGeom>
          <a:solidFill xmlns:a="http://schemas.openxmlformats.org/drawingml/2006/main">
            <a:srgbClr val="E8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7" name="Long tail yellow point">
            <a:extLst xmlns:a="http://schemas.openxmlformats.org/drawingml/2006/main">
              <a:ext uri="{FF2B5EF4-FFF2-40B4-BE49-F238E27FC236}">
                <a16:creationId xmlns:a16="http://schemas.microsoft.com/office/drawing/2014/main" id="{C49ED77D-4F31-4D34-9A9F-FCC28231D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9421874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38100"/>
                </a:moveTo>
                <a:cubicBezTo>
                  <a:pt x="76200" y="59142"/>
                  <a:pt x="59142" y="76200"/>
                  <a:pt x="38100" y="76200"/>
                </a:cubicBezTo>
                <a:cubicBezTo>
                  <a:pt x="17058" y="76200"/>
                  <a:pt x="0" y="59142"/>
                  <a:pt x="0" y="38100"/>
                </a:cubicBez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E7F3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38" name="Long tail bar front">
            <a:extLst xmlns:a="http://schemas.openxmlformats.org/drawingml/2006/main">
              <a:ext uri="{FF2B5EF4-FFF2-40B4-BE49-F238E27FC236}">
                <a16:creationId xmlns:a16="http://schemas.microsoft.com/office/drawing/2014/main" id="{5FA8546C-2DF3-4000-8AD6-71AC9E3F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9902124"/>
            <a:ext cx="219075" cy="965901"/>
          </a:xfrm>
          <a:custGeom xmlns:a="http://schemas.openxmlformats.org/drawingml/2006/main">
            <a:pathLst>
              <a:path w="219075" h="965901">
                <a:moveTo>
                  <a:pt x="0" y="880176"/>
                </a:moveTo>
                <a:lnTo>
                  <a:pt x="219075" y="965901"/>
                </a:lnTo>
                <a:lnTo>
                  <a:pt x="219075" y="85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B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9" name="Long tail bar side">
            <a:extLst xmlns:a="http://schemas.openxmlformats.org/drawingml/2006/main">
              <a:ext uri="{FF2B5EF4-FFF2-40B4-BE49-F238E27FC236}">
                <a16:creationId xmlns:a16="http://schemas.microsoft.com/office/drawing/2014/main" id="{0A84926B-BD16-4BAD-9044-D1E65A75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9921174"/>
            <a:ext cx="123825" cy="946851"/>
          </a:xfrm>
          <a:custGeom xmlns:a="http://schemas.openxmlformats.org/drawingml/2006/main">
            <a:pathLst>
              <a:path w="123825" h="946851">
                <a:moveTo>
                  <a:pt x="0" y="946851"/>
                </a:moveTo>
                <a:lnTo>
                  <a:pt x="123825" y="880176"/>
                </a:lnTo>
                <a:lnTo>
                  <a:pt x="123825" y="0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A989D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0" name="Long tail bar cap">
            <a:extLst xmlns:a="http://schemas.openxmlformats.org/drawingml/2006/main">
              <a:ext uri="{FF2B5EF4-FFF2-40B4-BE49-F238E27FC236}">
                <a16:creationId xmlns:a16="http://schemas.microsoft.com/office/drawing/2014/main" id="{515DB2C6-0E60-492A-B1F6-80FE6B5D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9835449"/>
            <a:ext cx="342900" cy="152400"/>
          </a:xfrm>
          <a:custGeom xmlns:a="http://schemas.openxmlformats.org/drawingml/2006/main">
            <a:pathLst>
              <a:path w="342900" h="152400">
                <a:moveTo>
                  <a:pt x="0" y="66675"/>
                </a:moveTo>
                <a:lnTo>
                  <a:pt x="123825" y="0"/>
                </a:lnTo>
                <a:lnTo>
                  <a:pt x="342900" y="85725"/>
                </a:lnTo>
                <a:lnTo>
                  <a:pt x="219075" y="152400"/>
                </a:lnTo>
                <a:close/>
              </a:path>
            </a:pathLst>
          </a:custGeom>
          <a:solidFill xmlns:a="http://schemas.openxmlformats.org/drawingml/2006/main">
            <a:srgbClr val="E8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1" name="Long tail yellow point">
            <a:extLst xmlns:a="http://schemas.openxmlformats.org/drawingml/2006/main">
              <a:ext uri="{FF2B5EF4-FFF2-40B4-BE49-F238E27FC236}">
                <a16:creationId xmlns:a16="http://schemas.microsoft.com/office/drawing/2014/main" id="{E6A9504B-1F77-4CB3-B2F3-C28FE015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9835449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38100"/>
                </a:moveTo>
                <a:cubicBezTo>
                  <a:pt x="76200" y="59142"/>
                  <a:pt x="59142" y="76200"/>
                  <a:pt x="38100" y="76200"/>
                </a:cubicBezTo>
                <a:cubicBezTo>
                  <a:pt x="17058" y="76200"/>
                  <a:pt x="0" y="59142"/>
                  <a:pt x="0" y="38100"/>
                </a:cubicBez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E7F3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42" name="Long tail bar front">
            <a:extLst xmlns:a="http://schemas.openxmlformats.org/drawingml/2006/main">
              <a:ext uri="{FF2B5EF4-FFF2-40B4-BE49-F238E27FC236}">
                <a16:creationId xmlns:a16="http://schemas.microsoft.com/office/drawing/2014/main" id="{6C3D58FB-97DC-4A92-AE89-7403A5D1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7125" y="10212967"/>
            <a:ext cx="219075" cy="712208"/>
          </a:xfrm>
          <a:custGeom xmlns:a="http://schemas.openxmlformats.org/drawingml/2006/main">
            <a:pathLst>
              <a:path w="219075" h="712208">
                <a:moveTo>
                  <a:pt x="0" y="626483"/>
                </a:moveTo>
                <a:lnTo>
                  <a:pt x="219075" y="712208"/>
                </a:lnTo>
                <a:lnTo>
                  <a:pt x="219075" y="85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B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3" name="Long tail bar side">
            <a:extLst xmlns:a="http://schemas.openxmlformats.org/drawingml/2006/main">
              <a:ext uri="{FF2B5EF4-FFF2-40B4-BE49-F238E27FC236}">
                <a16:creationId xmlns:a16="http://schemas.microsoft.com/office/drawing/2014/main" id="{F668C8A2-AE20-4C33-A0E2-DA6A3643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16200" y="10232017"/>
            <a:ext cx="123825" cy="693158"/>
          </a:xfrm>
          <a:custGeom xmlns:a="http://schemas.openxmlformats.org/drawingml/2006/main">
            <a:pathLst>
              <a:path w="123825" h="693158">
                <a:moveTo>
                  <a:pt x="0" y="693158"/>
                </a:moveTo>
                <a:lnTo>
                  <a:pt x="123825" y="626483"/>
                </a:lnTo>
                <a:lnTo>
                  <a:pt x="123825" y="0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A989D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4" name="Long tail bar cap">
            <a:extLst xmlns:a="http://schemas.openxmlformats.org/drawingml/2006/main">
              <a:ext uri="{FF2B5EF4-FFF2-40B4-BE49-F238E27FC236}">
                <a16:creationId xmlns:a16="http://schemas.microsoft.com/office/drawing/2014/main" id="{82B5B5D4-75C8-4A1F-AAE0-01F0DE072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7125" y="10146292"/>
            <a:ext cx="342900" cy="152400"/>
          </a:xfrm>
          <a:custGeom xmlns:a="http://schemas.openxmlformats.org/drawingml/2006/main">
            <a:pathLst>
              <a:path w="342900" h="152400">
                <a:moveTo>
                  <a:pt x="0" y="66675"/>
                </a:moveTo>
                <a:lnTo>
                  <a:pt x="123825" y="0"/>
                </a:lnTo>
                <a:lnTo>
                  <a:pt x="342900" y="85725"/>
                </a:lnTo>
                <a:lnTo>
                  <a:pt x="219075" y="152400"/>
                </a:lnTo>
                <a:close/>
              </a:path>
            </a:pathLst>
          </a:custGeom>
          <a:solidFill xmlns:a="http://schemas.openxmlformats.org/drawingml/2006/main">
            <a:srgbClr val="E8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5" name="Long tail yellow point">
            <a:extLst xmlns:a="http://schemas.openxmlformats.org/drawingml/2006/main">
              <a:ext uri="{FF2B5EF4-FFF2-40B4-BE49-F238E27FC236}">
                <a16:creationId xmlns:a16="http://schemas.microsoft.com/office/drawing/2014/main" id="{49D8D908-8EA0-4D54-B704-FF56A2E5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5700" y="10146292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38100"/>
                </a:moveTo>
                <a:cubicBezTo>
                  <a:pt x="76200" y="59142"/>
                  <a:pt x="59142" y="76200"/>
                  <a:pt x="38100" y="76200"/>
                </a:cubicBezTo>
                <a:cubicBezTo>
                  <a:pt x="17058" y="76200"/>
                  <a:pt x="0" y="59142"/>
                  <a:pt x="0" y="38100"/>
                </a:cubicBez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E7F3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46" name="Long tail bar front">
            <a:extLst xmlns:a="http://schemas.openxmlformats.org/drawingml/2006/main">
              <a:ext uri="{FF2B5EF4-FFF2-40B4-BE49-F238E27FC236}">
                <a16:creationId xmlns:a16="http://schemas.microsoft.com/office/drawing/2014/main" id="{292CC97F-9C31-4EA0-8860-DD43CD0F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4325" y="10450688"/>
            <a:ext cx="219075" cy="531637"/>
          </a:xfrm>
          <a:custGeom xmlns:a="http://schemas.openxmlformats.org/drawingml/2006/main">
            <a:pathLst>
              <a:path w="219075" h="531637">
                <a:moveTo>
                  <a:pt x="0" y="445912"/>
                </a:moveTo>
                <a:lnTo>
                  <a:pt x="219075" y="531637"/>
                </a:lnTo>
                <a:lnTo>
                  <a:pt x="219075" y="85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B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7" name="Long tail bar side">
            <a:extLst xmlns:a="http://schemas.openxmlformats.org/drawingml/2006/main">
              <a:ext uri="{FF2B5EF4-FFF2-40B4-BE49-F238E27FC236}">
                <a16:creationId xmlns:a16="http://schemas.microsoft.com/office/drawing/2014/main" id="{3821FC8F-CD10-4FED-BD9A-5FE49FA3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3400" y="10469738"/>
            <a:ext cx="123825" cy="512587"/>
          </a:xfrm>
          <a:custGeom xmlns:a="http://schemas.openxmlformats.org/drawingml/2006/main">
            <a:pathLst>
              <a:path w="123825" h="512587">
                <a:moveTo>
                  <a:pt x="0" y="512587"/>
                </a:moveTo>
                <a:lnTo>
                  <a:pt x="123825" y="445912"/>
                </a:lnTo>
                <a:lnTo>
                  <a:pt x="123825" y="0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A989D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8" name="Long tail bar cap">
            <a:extLst xmlns:a="http://schemas.openxmlformats.org/drawingml/2006/main">
              <a:ext uri="{FF2B5EF4-FFF2-40B4-BE49-F238E27FC236}">
                <a16:creationId xmlns:a16="http://schemas.microsoft.com/office/drawing/2014/main" id="{70A67264-D365-4366-9EBB-C2B05EC3A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4325" y="10384013"/>
            <a:ext cx="342900" cy="152400"/>
          </a:xfrm>
          <a:custGeom xmlns:a="http://schemas.openxmlformats.org/drawingml/2006/main">
            <a:pathLst>
              <a:path w="342900" h="152400">
                <a:moveTo>
                  <a:pt x="0" y="66675"/>
                </a:moveTo>
                <a:lnTo>
                  <a:pt x="123825" y="0"/>
                </a:lnTo>
                <a:lnTo>
                  <a:pt x="342900" y="85725"/>
                </a:lnTo>
                <a:lnTo>
                  <a:pt x="219075" y="152400"/>
                </a:lnTo>
                <a:close/>
              </a:path>
            </a:pathLst>
          </a:custGeom>
          <a:solidFill xmlns:a="http://schemas.openxmlformats.org/drawingml/2006/main">
            <a:srgbClr val="E8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9" name="Long tail yellow point">
            <a:extLst xmlns:a="http://schemas.openxmlformats.org/drawingml/2006/main">
              <a:ext uri="{FF2B5EF4-FFF2-40B4-BE49-F238E27FC236}">
                <a16:creationId xmlns:a16="http://schemas.microsoft.com/office/drawing/2014/main" id="{41275C6B-772F-496A-BB64-7C2403E6D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2900" y="10384013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38100"/>
                </a:moveTo>
                <a:cubicBezTo>
                  <a:pt x="76200" y="59142"/>
                  <a:pt x="59142" y="76200"/>
                  <a:pt x="38100" y="76200"/>
                </a:cubicBezTo>
                <a:cubicBezTo>
                  <a:pt x="17058" y="76200"/>
                  <a:pt x="0" y="59142"/>
                  <a:pt x="0" y="38100"/>
                </a:cubicBez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E7F3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50" name="Long tail bar front">
            <a:extLst xmlns:a="http://schemas.openxmlformats.org/drawingml/2006/main">
              <a:ext uri="{FF2B5EF4-FFF2-40B4-BE49-F238E27FC236}">
                <a16:creationId xmlns:a16="http://schemas.microsoft.com/office/drawing/2014/main" id="{55D6796F-69C9-4396-8601-4BAD61659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11525" y="10636363"/>
            <a:ext cx="219075" cy="403112"/>
          </a:xfrm>
          <a:custGeom xmlns:a="http://schemas.openxmlformats.org/drawingml/2006/main">
            <a:pathLst>
              <a:path w="219075" h="403112">
                <a:moveTo>
                  <a:pt x="0" y="317387"/>
                </a:moveTo>
                <a:lnTo>
                  <a:pt x="219075" y="403112"/>
                </a:lnTo>
                <a:lnTo>
                  <a:pt x="219075" y="85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B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51" name="Long tail bar side">
            <a:extLst xmlns:a="http://schemas.openxmlformats.org/drawingml/2006/main">
              <a:ext uri="{FF2B5EF4-FFF2-40B4-BE49-F238E27FC236}">
                <a16:creationId xmlns:a16="http://schemas.microsoft.com/office/drawing/2014/main" id="{4443129E-F153-47CC-A944-157EFF46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30600" y="10655413"/>
            <a:ext cx="123825" cy="384062"/>
          </a:xfrm>
          <a:custGeom xmlns:a="http://schemas.openxmlformats.org/drawingml/2006/main">
            <a:pathLst>
              <a:path w="123825" h="384062">
                <a:moveTo>
                  <a:pt x="0" y="384062"/>
                </a:moveTo>
                <a:lnTo>
                  <a:pt x="123825" y="317387"/>
                </a:lnTo>
                <a:lnTo>
                  <a:pt x="123825" y="0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A989D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52" name="Long tail bar cap">
            <a:extLst xmlns:a="http://schemas.openxmlformats.org/drawingml/2006/main">
              <a:ext uri="{FF2B5EF4-FFF2-40B4-BE49-F238E27FC236}">
                <a16:creationId xmlns:a16="http://schemas.microsoft.com/office/drawing/2014/main" id="{1D81FE11-E596-482C-B0F6-8899647F2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11525" y="10569688"/>
            <a:ext cx="342900" cy="152400"/>
          </a:xfrm>
          <a:custGeom xmlns:a="http://schemas.openxmlformats.org/drawingml/2006/main">
            <a:pathLst>
              <a:path w="342900" h="152400">
                <a:moveTo>
                  <a:pt x="0" y="66675"/>
                </a:moveTo>
                <a:lnTo>
                  <a:pt x="123825" y="0"/>
                </a:lnTo>
                <a:lnTo>
                  <a:pt x="342900" y="85725"/>
                </a:lnTo>
                <a:lnTo>
                  <a:pt x="219075" y="152400"/>
                </a:lnTo>
                <a:close/>
              </a:path>
            </a:pathLst>
          </a:custGeom>
          <a:solidFill xmlns:a="http://schemas.openxmlformats.org/drawingml/2006/main">
            <a:srgbClr val="E8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53" name="Long tail yellow point">
            <a:extLst xmlns:a="http://schemas.openxmlformats.org/drawingml/2006/main">
              <a:ext uri="{FF2B5EF4-FFF2-40B4-BE49-F238E27FC236}">
                <a16:creationId xmlns:a16="http://schemas.microsoft.com/office/drawing/2014/main" id="{71C784E7-72B0-444B-9119-5D340FB9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0100" y="10569688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38100"/>
                </a:moveTo>
                <a:cubicBezTo>
                  <a:pt x="76200" y="59142"/>
                  <a:pt x="59142" y="76200"/>
                  <a:pt x="38100" y="76200"/>
                </a:cubicBezTo>
                <a:cubicBezTo>
                  <a:pt x="17058" y="76200"/>
                  <a:pt x="0" y="59142"/>
                  <a:pt x="0" y="38100"/>
                </a:cubicBez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E7F3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54" name="Long tail bar front">
            <a:extLst xmlns:a="http://schemas.openxmlformats.org/drawingml/2006/main">
              <a:ext uri="{FF2B5EF4-FFF2-40B4-BE49-F238E27FC236}">
                <a16:creationId xmlns:a16="http://schemas.microsoft.com/office/drawing/2014/main" id="{6BFC4C59-5F12-4B7B-8463-DF5D4501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8725" y="10784993"/>
            <a:ext cx="219075" cy="311632"/>
          </a:xfrm>
          <a:custGeom xmlns:a="http://schemas.openxmlformats.org/drawingml/2006/main">
            <a:pathLst>
              <a:path w="219075" h="311632">
                <a:moveTo>
                  <a:pt x="0" y="225907"/>
                </a:moveTo>
                <a:lnTo>
                  <a:pt x="219075" y="311632"/>
                </a:lnTo>
                <a:lnTo>
                  <a:pt x="219075" y="85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B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55" name="Long tail bar side">
            <a:extLst xmlns:a="http://schemas.openxmlformats.org/drawingml/2006/main">
              <a:ext uri="{FF2B5EF4-FFF2-40B4-BE49-F238E27FC236}">
                <a16:creationId xmlns:a16="http://schemas.microsoft.com/office/drawing/2014/main" id="{D5EC2CF8-93D5-4EDA-9F7D-6FC1C2038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87800" y="10804043"/>
            <a:ext cx="123825" cy="292582"/>
          </a:xfrm>
          <a:custGeom xmlns:a="http://schemas.openxmlformats.org/drawingml/2006/main">
            <a:pathLst>
              <a:path w="123825" h="292582">
                <a:moveTo>
                  <a:pt x="0" y="292582"/>
                </a:moveTo>
                <a:lnTo>
                  <a:pt x="123825" y="225907"/>
                </a:lnTo>
                <a:lnTo>
                  <a:pt x="123825" y="0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A989D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56" name="Long tail bar cap">
            <a:extLst xmlns:a="http://schemas.openxmlformats.org/drawingml/2006/main">
              <a:ext uri="{FF2B5EF4-FFF2-40B4-BE49-F238E27FC236}">
                <a16:creationId xmlns:a16="http://schemas.microsoft.com/office/drawing/2014/main" id="{4DC82328-F08F-44E0-8D2C-8F20F5602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8725" y="10718318"/>
            <a:ext cx="342900" cy="152400"/>
          </a:xfrm>
          <a:custGeom xmlns:a="http://schemas.openxmlformats.org/drawingml/2006/main">
            <a:pathLst>
              <a:path w="342900" h="152400">
                <a:moveTo>
                  <a:pt x="0" y="66675"/>
                </a:moveTo>
                <a:lnTo>
                  <a:pt x="123825" y="0"/>
                </a:lnTo>
                <a:lnTo>
                  <a:pt x="342900" y="85725"/>
                </a:lnTo>
                <a:lnTo>
                  <a:pt x="219075" y="152400"/>
                </a:lnTo>
                <a:close/>
              </a:path>
            </a:pathLst>
          </a:custGeom>
          <a:solidFill xmlns:a="http://schemas.openxmlformats.org/drawingml/2006/main">
            <a:srgbClr val="E8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57" name="Long tail yellow point">
            <a:extLst xmlns:a="http://schemas.openxmlformats.org/drawingml/2006/main">
              <a:ext uri="{FF2B5EF4-FFF2-40B4-BE49-F238E27FC236}">
                <a16:creationId xmlns:a16="http://schemas.microsoft.com/office/drawing/2014/main" id="{17DE337E-761E-4283-B7AC-21DD736A5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7300" y="10718318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38100"/>
                </a:moveTo>
                <a:cubicBezTo>
                  <a:pt x="76200" y="59142"/>
                  <a:pt x="59142" y="76200"/>
                  <a:pt x="38100" y="76200"/>
                </a:cubicBezTo>
                <a:cubicBezTo>
                  <a:pt x="17058" y="76200"/>
                  <a:pt x="0" y="59142"/>
                  <a:pt x="0" y="38100"/>
                </a:cubicBez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E7F3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58" name="Long tail bar front">
            <a:extLst xmlns:a="http://schemas.openxmlformats.org/drawingml/2006/main">
              <a:ext uri="{FF2B5EF4-FFF2-40B4-BE49-F238E27FC236}">
                <a16:creationId xmlns:a16="http://schemas.microsoft.com/office/drawing/2014/main" id="{44001A73-1C74-4D78-B924-6FCF5B1B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25925" y="10907256"/>
            <a:ext cx="219075" cy="246519"/>
          </a:xfrm>
          <a:custGeom xmlns:a="http://schemas.openxmlformats.org/drawingml/2006/main">
            <a:pathLst>
              <a:path w="219075" h="246519">
                <a:moveTo>
                  <a:pt x="0" y="160794"/>
                </a:moveTo>
                <a:lnTo>
                  <a:pt x="219075" y="246519"/>
                </a:lnTo>
                <a:lnTo>
                  <a:pt x="219075" y="85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B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59" name="Long tail bar side">
            <a:extLst xmlns:a="http://schemas.openxmlformats.org/drawingml/2006/main">
              <a:ext uri="{FF2B5EF4-FFF2-40B4-BE49-F238E27FC236}">
                <a16:creationId xmlns:a16="http://schemas.microsoft.com/office/drawing/2014/main" id="{853C8CC9-0136-4408-8026-E66A8567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10926306"/>
            <a:ext cx="123825" cy="227469"/>
          </a:xfrm>
          <a:custGeom xmlns:a="http://schemas.openxmlformats.org/drawingml/2006/main">
            <a:pathLst>
              <a:path w="123825" h="227469">
                <a:moveTo>
                  <a:pt x="0" y="227469"/>
                </a:moveTo>
                <a:lnTo>
                  <a:pt x="123825" y="160794"/>
                </a:lnTo>
                <a:lnTo>
                  <a:pt x="123825" y="0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A989D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60" name="Long tail bar cap">
            <a:extLst xmlns:a="http://schemas.openxmlformats.org/drawingml/2006/main">
              <a:ext uri="{FF2B5EF4-FFF2-40B4-BE49-F238E27FC236}">
                <a16:creationId xmlns:a16="http://schemas.microsoft.com/office/drawing/2014/main" id="{CB374D43-EF6D-44A6-8162-3E75FA4B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25925" y="10840581"/>
            <a:ext cx="342900" cy="152400"/>
          </a:xfrm>
          <a:custGeom xmlns:a="http://schemas.openxmlformats.org/drawingml/2006/main">
            <a:pathLst>
              <a:path w="342900" h="152400">
                <a:moveTo>
                  <a:pt x="0" y="66675"/>
                </a:moveTo>
                <a:lnTo>
                  <a:pt x="123825" y="0"/>
                </a:lnTo>
                <a:lnTo>
                  <a:pt x="342900" y="85725"/>
                </a:lnTo>
                <a:lnTo>
                  <a:pt x="219075" y="152400"/>
                </a:lnTo>
                <a:close/>
              </a:path>
            </a:pathLst>
          </a:custGeom>
          <a:solidFill xmlns:a="http://schemas.openxmlformats.org/drawingml/2006/main">
            <a:srgbClr val="E8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61" name="Long tail yellow point">
            <a:extLst xmlns:a="http://schemas.openxmlformats.org/drawingml/2006/main">
              <a:ext uri="{FF2B5EF4-FFF2-40B4-BE49-F238E27FC236}">
                <a16:creationId xmlns:a16="http://schemas.microsoft.com/office/drawing/2014/main" id="{A3D64850-A151-420D-91FF-86808DA69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0" y="10840581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38100"/>
                </a:moveTo>
                <a:cubicBezTo>
                  <a:pt x="76200" y="59142"/>
                  <a:pt x="59142" y="76200"/>
                  <a:pt x="38100" y="76200"/>
                </a:cubicBezTo>
                <a:cubicBezTo>
                  <a:pt x="17058" y="76200"/>
                  <a:pt x="0" y="59142"/>
                  <a:pt x="0" y="38100"/>
                </a:cubicBez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E7F3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62" name="Long tail bar front">
            <a:extLst xmlns:a="http://schemas.openxmlformats.org/drawingml/2006/main">
              <a:ext uri="{FF2B5EF4-FFF2-40B4-BE49-F238E27FC236}">
                <a16:creationId xmlns:a16="http://schemas.microsoft.com/office/drawing/2014/main" id="{3E012A8E-74AC-4AE5-87FE-D3ABA70DB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83125" y="10982325"/>
            <a:ext cx="219075" cy="228600"/>
          </a:xfrm>
          <a:custGeom xmlns:a="http://schemas.openxmlformats.org/drawingml/2006/main">
            <a:pathLst>
              <a:path w="219075" h="228600">
                <a:moveTo>
                  <a:pt x="0" y="142875"/>
                </a:moveTo>
                <a:lnTo>
                  <a:pt x="219075" y="228600"/>
                </a:lnTo>
                <a:lnTo>
                  <a:pt x="219075" y="85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B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63" name="Long tail bar side">
            <a:extLst xmlns:a="http://schemas.openxmlformats.org/drawingml/2006/main">
              <a:ext uri="{FF2B5EF4-FFF2-40B4-BE49-F238E27FC236}">
                <a16:creationId xmlns:a16="http://schemas.microsoft.com/office/drawing/2014/main" id="{2BF846E7-3450-4DB6-B3FC-2D4827A1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02200" y="11001375"/>
            <a:ext cx="123825" cy="209550"/>
          </a:xfrm>
          <a:custGeom xmlns:a="http://schemas.openxmlformats.org/drawingml/2006/main">
            <a:pathLst>
              <a:path w="123825" h="209550">
                <a:moveTo>
                  <a:pt x="0" y="209550"/>
                </a:moveTo>
                <a:lnTo>
                  <a:pt x="123825" y="142875"/>
                </a:lnTo>
                <a:lnTo>
                  <a:pt x="123825" y="0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A989D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64" name="Long tail bar cap">
            <a:extLst xmlns:a="http://schemas.openxmlformats.org/drawingml/2006/main">
              <a:ext uri="{FF2B5EF4-FFF2-40B4-BE49-F238E27FC236}">
                <a16:creationId xmlns:a16="http://schemas.microsoft.com/office/drawing/2014/main" id="{84040A77-7894-4A37-ADB2-4DFC41A69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83125" y="10915650"/>
            <a:ext cx="342900" cy="152400"/>
          </a:xfrm>
          <a:custGeom xmlns:a="http://schemas.openxmlformats.org/drawingml/2006/main">
            <a:pathLst>
              <a:path w="342900" h="152400">
                <a:moveTo>
                  <a:pt x="0" y="66675"/>
                </a:moveTo>
                <a:lnTo>
                  <a:pt x="123825" y="0"/>
                </a:lnTo>
                <a:lnTo>
                  <a:pt x="342900" y="85725"/>
                </a:lnTo>
                <a:lnTo>
                  <a:pt x="219075" y="152400"/>
                </a:lnTo>
                <a:close/>
              </a:path>
            </a:pathLst>
          </a:custGeom>
          <a:solidFill xmlns:a="http://schemas.openxmlformats.org/drawingml/2006/main">
            <a:srgbClr val="E8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65" name="Long tail yellow point">
            <a:extLst xmlns:a="http://schemas.openxmlformats.org/drawingml/2006/main">
              <a:ext uri="{FF2B5EF4-FFF2-40B4-BE49-F238E27FC236}">
                <a16:creationId xmlns:a16="http://schemas.microsoft.com/office/drawing/2014/main" id="{C1E0850C-D8B1-4816-BC13-F197DC8B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1700" y="10915650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38100"/>
                </a:moveTo>
                <a:cubicBezTo>
                  <a:pt x="76200" y="59142"/>
                  <a:pt x="59142" y="76200"/>
                  <a:pt x="38100" y="76200"/>
                </a:cubicBezTo>
                <a:cubicBezTo>
                  <a:pt x="17058" y="76200"/>
                  <a:pt x="0" y="59142"/>
                  <a:pt x="0" y="38100"/>
                </a:cubicBez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E7F3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66" name="Long tail bar front">
            <a:extLst xmlns:a="http://schemas.openxmlformats.org/drawingml/2006/main">
              <a:ext uri="{FF2B5EF4-FFF2-40B4-BE49-F238E27FC236}">
                <a16:creationId xmlns:a16="http://schemas.microsoft.com/office/drawing/2014/main" id="{7E45C5A4-1435-4B66-8A62-079791FE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3175" y="8538210"/>
            <a:ext cx="219075" cy="2120265"/>
          </a:xfrm>
          <a:custGeom xmlns:a="http://schemas.openxmlformats.org/drawingml/2006/main">
            <a:pathLst>
              <a:path w="219075" h="2120265">
                <a:moveTo>
                  <a:pt x="0" y="2034540"/>
                </a:moveTo>
                <a:lnTo>
                  <a:pt x="219075" y="2120265"/>
                </a:lnTo>
                <a:lnTo>
                  <a:pt x="219075" y="85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B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67" name="Long tail bar side">
            <a:extLst xmlns:a="http://schemas.openxmlformats.org/drawingml/2006/main">
              <a:ext uri="{FF2B5EF4-FFF2-40B4-BE49-F238E27FC236}">
                <a16:creationId xmlns:a16="http://schemas.microsoft.com/office/drawing/2014/main" id="{EBD8197C-427A-4C59-AC0F-3A023082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557260"/>
            <a:ext cx="123825" cy="2101215"/>
          </a:xfrm>
          <a:custGeom xmlns:a="http://schemas.openxmlformats.org/drawingml/2006/main">
            <a:pathLst>
              <a:path w="123825" h="2101215">
                <a:moveTo>
                  <a:pt x="0" y="2101215"/>
                </a:moveTo>
                <a:lnTo>
                  <a:pt x="123825" y="2034540"/>
                </a:lnTo>
                <a:lnTo>
                  <a:pt x="123825" y="0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A989D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68" name="Long tail bar cap">
            <a:extLst xmlns:a="http://schemas.openxmlformats.org/drawingml/2006/main">
              <a:ext uri="{FF2B5EF4-FFF2-40B4-BE49-F238E27FC236}">
                <a16:creationId xmlns:a16="http://schemas.microsoft.com/office/drawing/2014/main" id="{665B5A6F-3ED6-4AAD-A4BE-35054AAB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3175" y="8471535"/>
            <a:ext cx="342900" cy="152400"/>
          </a:xfrm>
          <a:custGeom xmlns:a="http://schemas.openxmlformats.org/drawingml/2006/main">
            <a:pathLst>
              <a:path w="342900" h="152400">
                <a:moveTo>
                  <a:pt x="0" y="66675"/>
                </a:moveTo>
                <a:lnTo>
                  <a:pt x="123825" y="0"/>
                </a:lnTo>
                <a:lnTo>
                  <a:pt x="342900" y="85725"/>
                </a:lnTo>
                <a:lnTo>
                  <a:pt x="219075" y="152400"/>
                </a:lnTo>
                <a:close/>
              </a:path>
            </a:pathLst>
          </a:custGeom>
          <a:solidFill xmlns:a="http://schemas.openxmlformats.org/drawingml/2006/main">
            <a:srgbClr val="E8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69" name="Long tail yellow point">
            <a:extLst xmlns:a="http://schemas.openxmlformats.org/drawingml/2006/main">
              <a:ext uri="{FF2B5EF4-FFF2-40B4-BE49-F238E27FC236}">
                <a16:creationId xmlns:a16="http://schemas.microsoft.com/office/drawing/2014/main" id="{1556CE9A-BB1B-4790-A566-C68D18C24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471535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38100"/>
                </a:moveTo>
                <a:cubicBezTo>
                  <a:pt x="76200" y="59142"/>
                  <a:pt x="59142" y="76200"/>
                  <a:pt x="38100" y="76200"/>
                </a:cubicBezTo>
                <a:cubicBezTo>
                  <a:pt x="17058" y="76200"/>
                  <a:pt x="0" y="59142"/>
                  <a:pt x="0" y="38100"/>
                </a:cubicBez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E7F3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70" name="Long tail bar front">
            <a:extLst xmlns:a="http://schemas.openxmlformats.org/drawingml/2006/main">
              <a:ext uri="{FF2B5EF4-FFF2-40B4-BE49-F238E27FC236}">
                <a16:creationId xmlns:a16="http://schemas.microsoft.com/office/drawing/2014/main" id="{EB3109B3-B0E5-4E04-8B2B-5000922B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0375" y="9181775"/>
            <a:ext cx="219075" cy="1533850"/>
          </a:xfrm>
          <a:custGeom xmlns:a="http://schemas.openxmlformats.org/drawingml/2006/main">
            <a:pathLst>
              <a:path w="219075" h="1533850">
                <a:moveTo>
                  <a:pt x="0" y="1448125"/>
                </a:moveTo>
                <a:lnTo>
                  <a:pt x="219075" y="1533850"/>
                </a:lnTo>
                <a:lnTo>
                  <a:pt x="219075" y="85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B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71" name="Long tail bar side">
            <a:extLst xmlns:a="http://schemas.openxmlformats.org/drawingml/2006/main">
              <a:ext uri="{FF2B5EF4-FFF2-40B4-BE49-F238E27FC236}">
                <a16:creationId xmlns:a16="http://schemas.microsoft.com/office/drawing/2014/main" id="{2AC68563-7564-4E12-8A85-B14E925F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49450" y="9200825"/>
            <a:ext cx="123825" cy="1514800"/>
          </a:xfrm>
          <a:custGeom xmlns:a="http://schemas.openxmlformats.org/drawingml/2006/main">
            <a:pathLst>
              <a:path w="123825" h="1514800">
                <a:moveTo>
                  <a:pt x="0" y="1514800"/>
                </a:moveTo>
                <a:lnTo>
                  <a:pt x="123825" y="1448125"/>
                </a:lnTo>
                <a:lnTo>
                  <a:pt x="123825" y="0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A989D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72" name="Long tail bar cap">
            <a:extLst xmlns:a="http://schemas.openxmlformats.org/drawingml/2006/main">
              <a:ext uri="{FF2B5EF4-FFF2-40B4-BE49-F238E27FC236}">
                <a16:creationId xmlns:a16="http://schemas.microsoft.com/office/drawing/2014/main" id="{8E3953FB-E5FE-47CE-B8A9-8EB54AE0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0375" y="9115100"/>
            <a:ext cx="342900" cy="152400"/>
          </a:xfrm>
          <a:custGeom xmlns:a="http://schemas.openxmlformats.org/drawingml/2006/main">
            <a:pathLst>
              <a:path w="342900" h="152400">
                <a:moveTo>
                  <a:pt x="0" y="66675"/>
                </a:moveTo>
                <a:lnTo>
                  <a:pt x="123825" y="0"/>
                </a:lnTo>
                <a:lnTo>
                  <a:pt x="342900" y="85725"/>
                </a:lnTo>
                <a:lnTo>
                  <a:pt x="219075" y="152400"/>
                </a:lnTo>
                <a:close/>
              </a:path>
            </a:pathLst>
          </a:custGeom>
          <a:solidFill xmlns:a="http://schemas.openxmlformats.org/drawingml/2006/main">
            <a:srgbClr val="E8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73" name="Long tail yellow point">
            <a:extLst xmlns:a="http://schemas.openxmlformats.org/drawingml/2006/main">
              <a:ext uri="{FF2B5EF4-FFF2-40B4-BE49-F238E27FC236}">
                <a16:creationId xmlns:a16="http://schemas.microsoft.com/office/drawing/2014/main" id="{72B2CA17-A688-431B-BFD0-283D4CE4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950" y="9115100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38100"/>
                </a:moveTo>
                <a:cubicBezTo>
                  <a:pt x="76200" y="59142"/>
                  <a:pt x="59142" y="76200"/>
                  <a:pt x="38100" y="76200"/>
                </a:cubicBezTo>
                <a:cubicBezTo>
                  <a:pt x="17058" y="76200"/>
                  <a:pt x="0" y="59142"/>
                  <a:pt x="0" y="38100"/>
                </a:cubicBez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E7F3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74" name="Long tail bar front">
            <a:extLst xmlns:a="http://schemas.openxmlformats.org/drawingml/2006/main">
              <a:ext uri="{FF2B5EF4-FFF2-40B4-BE49-F238E27FC236}">
                <a16:creationId xmlns:a16="http://schemas.microsoft.com/office/drawing/2014/main" id="{56CA325D-91F5-4D48-9EC8-E78DBBDBE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87575" y="9656317"/>
            <a:ext cx="219075" cy="1116458"/>
          </a:xfrm>
          <a:custGeom xmlns:a="http://schemas.openxmlformats.org/drawingml/2006/main">
            <a:pathLst>
              <a:path w="219075" h="1116458">
                <a:moveTo>
                  <a:pt x="0" y="1030733"/>
                </a:moveTo>
                <a:lnTo>
                  <a:pt x="219075" y="1116458"/>
                </a:lnTo>
                <a:lnTo>
                  <a:pt x="219075" y="85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B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75" name="Long tail bar side">
            <a:extLst xmlns:a="http://schemas.openxmlformats.org/drawingml/2006/main">
              <a:ext uri="{FF2B5EF4-FFF2-40B4-BE49-F238E27FC236}">
                <a16:creationId xmlns:a16="http://schemas.microsoft.com/office/drawing/2014/main" id="{C9F5BE8D-9632-4FF6-A066-6C54CE4C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6650" y="9675367"/>
            <a:ext cx="123825" cy="1097408"/>
          </a:xfrm>
          <a:custGeom xmlns:a="http://schemas.openxmlformats.org/drawingml/2006/main">
            <a:pathLst>
              <a:path w="123825" h="1097408">
                <a:moveTo>
                  <a:pt x="0" y="1097408"/>
                </a:moveTo>
                <a:lnTo>
                  <a:pt x="123825" y="1030733"/>
                </a:lnTo>
                <a:lnTo>
                  <a:pt x="123825" y="0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A989D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76" name="Long tail bar cap">
            <a:extLst xmlns:a="http://schemas.openxmlformats.org/drawingml/2006/main">
              <a:ext uri="{FF2B5EF4-FFF2-40B4-BE49-F238E27FC236}">
                <a16:creationId xmlns:a16="http://schemas.microsoft.com/office/drawing/2014/main" id="{EFD3A924-69C5-4F03-B828-52F6AC821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87575" y="9589642"/>
            <a:ext cx="342900" cy="152400"/>
          </a:xfrm>
          <a:custGeom xmlns:a="http://schemas.openxmlformats.org/drawingml/2006/main">
            <a:pathLst>
              <a:path w="342900" h="152400">
                <a:moveTo>
                  <a:pt x="0" y="66675"/>
                </a:moveTo>
                <a:lnTo>
                  <a:pt x="123825" y="0"/>
                </a:lnTo>
                <a:lnTo>
                  <a:pt x="342900" y="85725"/>
                </a:lnTo>
                <a:lnTo>
                  <a:pt x="219075" y="152400"/>
                </a:lnTo>
                <a:close/>
              </a:path>
            </a:pathLst>
          </a:custGeom>
          <a:solidFill xmlns:a="http://schemas.openxmlformats.org/drawingml/2006/main">
            <a:srgbClr val="E8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77" name="Long tail yellow point">
            <a:extLst xmlns:a="http://schemas.openxmlformats.org/drawingml/2006/main">
              <a:ext uri="{FF2B5EF4-FFF2-40B4-BE49-F238E27FC236}">
                <a16:creationId xmlns:a16="http://schemas.microsoft.com/office/drawing/2014/main" id="{79D01E0B-5DD3-4A1D-9913-3CCF84C1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6150" y="9589642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38100"/>
                </a:moveTo>
                <a:cubicBezTo>
                  <a:pt x="76200" y="59142"/>
                  <a:pt x="59142" y="76200"/>
                  <a:pt x="38100" y="76200"/>
                </a:cubicBezTo>
                <a:cubicBezTo>
                  <a:pt x="17058" y="76200"/>
                  <a:pt x="0" y="59142"/>
                  <a:pt x="0" y="38100"/>
                </a:cubicBez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E7F3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78" name="Long tail bar front">
            <a:extLst xmlns:a="http://schemas.openxmlformats.org/drawingml/2006/main">
              <a:ext uri="{FF2B5EF4-FFF2-40B4-BE49-F238E27FC236}">
                <a16:creationId xmlns:a16="http://schemas.microsoft.com/office/drawing/2014/main" id="{FF055648-ED54-4E8C-AC00-F49632C72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4775" y="10010555"/>
            <a:ext cx="219075" cy="819370"/>
          </a:xfrm>
          <a:custGeom xmlns:a="http://schemas.openxmlformats.org/drawingml/2006/main">
            <a:pathLst>
              <a:path w="219075" h="819370">
                <a:moveTo>
                  <a:pt x="0" y="733645"/>
                </a:moveTo>
                <a:lnTo>
                  <a:pt x="219075" y="819370"/>
                </a:lnTo>
                <a:lnTo>
                  <a:pt x="219075" y="85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B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79" name="Long tail bar side">
            <a:extLst xmlns:a="http://schemas.openxmlformats.org/drawingml/2006/main">
              <a:ext uri="{FF2B5EF4-FFF2-40B4-BE49-F238E27FC236}">
                <a16:creationId xmlns:a16="http://schemas.microsoft.com/office/drawing/2014/main" id="{BCEEB5AF-4941-49EE-A5B6-A6E12656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3850" y="10029605"/>
            <a:ext cx="123825" cy="800320"/>
          </a:xfrm>
          <a:custGeom xmlns:a="http://schemas.openxmlformats.org/drawingml/2006/main">
            <a:pathLst>
              <a:path w="123825" h="800320">
                <a:moveTo>
                  <a:pt x="0" y="800320"/>
                </a:moveTo>
                <a:lnTo>
                  <a:pt x="123825" y="733645"/>
                </a:lnTo>
                <a:lnTo>
                  <a:pt x="123825" y="0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A989D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80" name="Long tail bar cap">
            <a:extLst xmlns:a="http://schemas.openxmlformats.org/drawingml/2006/main">
              <a:ext uri="{FF2B5EF4-FFF2-40B4-BE49-F238E27FC236}">
                <a16:creationId xmlns:a16="http://schemas.microsoft.com/office/drawing/2014/main" id="{EBC181BE-B9FB-4C3D-AB6B-8AF78A124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4775" y="9943880"/>
            <a:ext cx="342900" cy="152400"/>
          </a:xfrm>
          <a:custGeom xmlns:a="http://schemas.openxmlformats.org/drawingml/2006/main">
            <a:pathLst>
              <a:path w="342900" h="152400">
                <a:moveTo>
                  <a:pt x="0" y="66675"/>
                </a:moveTo>
                <a:lnTo>
                  <a:pt x="123825" y="0"/>
                </a:lnTo>
                <a:lnTo>
                  <a:pt x="342900" y="85725"/>
                </a:lnTo>
                <a:lnTo>
                  <a:pt x="219075" y="152400"/>
                </a:lnTo>
                <a:close/>
              </a:path>
            </a:pathLst>
          </a:custGeom>
          <a:solidFill xmlns:a="http://schemas.openxmlformats.org/drawingml/2006/main">
            <a:srgbClr val="E8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81" name="Long tail yellow point">
            <a:extLst xmlns:a="http://schemas.openxmlformats.org/drawingml/2006/main">
              <a:ext uri="{FF2B5EF4-FFF2-40B4-BE49-F238E27FC236}">
                <a16:creationId xmlns:a16="http://schemas.microsoft.com/office/drawing/2014/main" id="{EB26A05F-466B-4125-BAF1-89D34104B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73350" y="9943880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38100"/>
                </a:moveTo>
                <a:cubicBezTo>
                  <a:pt x="76200" y="59142"/>
                  <a:pt x="59142" y="76200"/>
                  <a:pt x="38100" y="76200"/>
                </a:cubicBezTo>
                <a:cubicBezTo>
                  <a:pt x="17058" y="76200"/>
                  <a:pt x="0" y="59142"/>
                  <a:pt x="0" y="38100"/>
                </a:cubicBez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E7F3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82" name="Long tail bar front">
            <a:extLst xmlns:a="http://schemas.openxmlformats.org/drawingml/2006/main">
              <a:ext uri="{FF2B5EF4-FFF2-40B4-BE49-F238E27FC236}">
                <a16:creationId xmlns:a16="http://schemas.microsoft.com/office/drawing/2014/main" id="{BA6E6E1F-FEB4-4858-B82E-55B75CC50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01975" y="10279163"/>
            <a:ext cx="219075" cy="607912"/>
          </a:xfrm>
          <a:custGeom xmlns:a="http://schemas.openxmlformats.org/drawingml/2006/main">
            <a:pathLst>
              <a:path w="219075" h="607912">
                <a:moveTo>
                  <a:pt x="0" y="522187"/>
                </a:moveTo>
                <a:lnTo>
                  <a:pt x="219075" y="607912"/>
                </a:lnTo>
                <a:lnTo>
                  <a:pt x="219075" y="85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B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83" name="Long tail bar side">
            <a:extLst xmlns:a="http://schemas.openxmlformats.org/drawingml/2006/main">
              <a:ext uri="{FF2B5EF4-FFF2-40B4-BE49-F238E27FC236}">
                <a16:creationId xmlns:a16="http://schemas.microsoft.com/office/drawing/2014/main" id="{BF392ECB-98B8-4B9A-8664-52CE5009C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21050" y="10298213"/>
            <a:ext cx="123825" cy="588862"/>
          </a:xfrm>
          <a:custGeom xmlns:a="http://schemas.openxmlformats.org/drawingml/2006/main">
            <a:pathLst>
              <a:path w="123825" h="588862">
                <a:moveTo>
                  <a:pt x="0" y="588862"/>
                </a:moveTo>
                <a:lnTo>
                  <a:pt x="123825" y="522187"/>
                </a:lnTo>
                <a:lnTo>
                  <a:pt x="123825" y="0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A989D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84" name="Long tail bar cap">
            <a:extLst xmlns:a="http://schemas.openxmlformats.org/drawingml/2006/main">
              <a:ext uri="{FF2B5EF4-FFF2-40B4-BE49-F238E27FC236}">
                <a16:creationId xmlns:a16="http://schemas.microsoft.com/office/drawing/2014/main" id="{DDB4A0B5-8A4C-4FC6-A7DE-EE206FD0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01975" y="10212488"/>
            <a:ext cx="342900" cy="152400"/>
          </a:xfrm>
          <a:custGeom xmlns:a="http://schemas.openxmlformats.org/drawingml/2006/main">
            <a:pathLst>
              <a:path w="342900" h="152400">
                <a:moveTo>
                  <a:pt x="0" y="66675"/>
                </a:moveTo>
                <a:lnTo>
                  <a:pt x="123825" y="0"/>
                </a:lnTo>
                <a:lnTo>
                  <a:pt x="342900" y="85725"/>
                </a:lnTo>
                <a:lnTo>
                  <a:pt x="219075" y="152400"/>
                </a:lnTo>
                <a:close/>
              </a:path>
            </a:pathLst>
          </a:custGeom>
          <a:solidFill xmlns:a="http://schemas.openxmlformats.org/drawingml/2006/main">
            <a:srgbClr val="E8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85" name="Long tail yellow point">
            <a:extLst xmlns:a="http://schemas.openxmlformats.org/drawingml/2006/main">
              <a:ext uri="{FF2B5EF4-FFF2-40B4-BE49-F238E27FC236}">
                <a16:creationId xmlns:a16="http://schemas.microsoft.com/office/drawing/2014/main" id="{0BA2C435-E846-4F8A-8C95-126AA6F97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0550" y="10212488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38100"/>
                </a:moveTo>
                <a:cubicBezTo>
                  <a:pt x="76200" y="59142"/>
                  <a:pt x="59142" y="76200"/>
                  <a:pt x="38100" y="76200"/>
                </a:cubicBezTo>
                <a:cubicBezTo>
                  <a:pt x="17058" y="76200"/>
                  <a:pt x="0" y="59142"/>
                  <a:pt x="0" y="38100"/>
                </a:cubicBez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E7F3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86" name="Long tail bar front">
            <a:extLst xmlns:a="http://schemas.openxmlformats.org/drawingml/2006/main">
              <a:ext uri="{FF2B5EF4-FFF2-40B4-BE49-F238E27FC236}">
                <a16:creationId xmlns:a16="http://schemas.microsoft.com/office/drawing/2014/main" id="{A638DD22-B454-459D-96FC-01AD98A6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9175" y="10486823"/>
            <a:ext cx="219075" cy="457402"/>
          </a:xfrm>
          <a:custGeom xmlns:a="http://schemas.openxmlformats.org/drawingml/2006/main">
            <a:pathLst>
              <a:path w="219075" h="457402">
                <a:moveTo>
                  <a:pt x="0" y="371677"/>
                </a:moveTo>
                <a:lnTo>
                  <a:pt x="219075" y="457402"/>
                </a:lnTo>
                <a:lnTo>
                  <a:pt x="219075" y="85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B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87" name="Long tail bar side">
            <a:extLst xmlns:a="http://schemas.openxmlformats.org/drawingml/2006/main">
              <a:ext uri="{FF2B5EF4-FFF2-40B4-BE49-F238E27FC236}">
                <a16:creationId xmlns:a16="http://schemas.microsoft.com/office/drawing/2014/main" id="{43DDBBE5-18B2-48BE-BF45-93102B3D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0" y="10505873"/>
            <a:ext cx="123825" cy="438352"/>
          </a:xfrm>
          <a:custGeom xmlns:a="http://schemas.openxmlformats.org/drawingml/2006/main">
            <a:pathLst>
              <a:path w="123825" h="438352">
                <a:moveTo>
                  <a:pt x="0" y="438352"/>
                </a:moveTo>
                <a:lnTo>
                  <a:pt x="123825" y="371677"/>
                </a:lnTo>
                <a:lnTo>
                  <a:pt x="123825" y="0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A989D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88" name="Long tail bar cap">
            <a:extLst xmlns:a="http://schemas.openxmlformats.org/drawingml/2006/main">
              <a:ext uri="{FF2B5EF4-FFF2-40B4-BE49-F238E27FC236}">
                <a16:creationId xmlns:a16="http://schemas.microsoft.com/office/drawing/2014/main" id="{CE38C2EF-8239-4705-BF58-F994B3996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9175" y="10420148"/>
            <a:ext cx="342900" cy="152400"/>
          </a:xfrm>
          <a:custGeom xmlns:a="http://schemas.openxmlformats.org/drawingml/2006/main">
            <a:pathLst>
              <a:path w="342900" h="152400">
                <a:moveTo>
                  <a:pt x="0" y="66675"/>
                </a:moveTo>
                <a:lnTo>
                  <a:pt x="123825" y="0"/>
                </a:lnTo>
                <a:lnTo>
                  <a:pt x="342900" y="85725"/>
                </a:lnTo>
                <a:lnTo>
                  <a:pt x="219075" y="152400"/>
                </a:lnTo>
                <a:close/>
              </a:path>
            </a:pathLst>
          </a:custGeom>
          <a:solidFill xmlns:a="http://schemas.openxmlformats.org/drawingml/2006/main">
            <a:srgbClr val="E8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89" name="Long tail yellow point">
            <a:extLst xmlns:a="http://schemas.openxmlformats.org/drawingml/2006/main">
              <a:ext uri="{FF2B5EF4-FFF2-40B4-BE49-F238E27FC236}">
                <a16:creationId xmlns:a16="http://schemas.microsoft.com/office/drawing/2014/main" id="{A1E73EF4-1FFE-4128-8102-34DDD8438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10420148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38100"/>
                </a:moveTo>
                <a:cubicBezTo>
                  <a:pt x="76200" y="59142"/>
                  <a:pt x="59142" y="76200"/>
                  <a:pt x="38100" y="76200"/>
                </a:cubicBezTo>
                <a:cubicBezTo>
                  <a:pt x="17058" y="76200"/>
                  <a:pt x="0" y="59142"/>
                  <a:pt x="0" y="38100"/>
                </a:cubicBez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E7F3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90" name="Long tail bar front">
            <a:extLst xmlns:a="http://schemas.openxmlformats.org/drawingml/2006/main">
              <a:ext uri="{FF2B5EF4-FFF2-40B4-BE49-F238E27FC236}">
                <a16:creationId xmlns:a16="http://schemas.microsoft.com/office/drawing/2014/main" id="{3DEE523C-C1FB-41B6-81F3-6017120D6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16375" y="10651101"/>
            <a:ext cx="219075" cy="350274"/>
          </a:xfrm>
          <a:custGeom xmlns:a="http://schemas.openxmlformats.org/drawingml/2006/main">
            <a:pathLst>
              <a:path w="219075" h="350274">
                <a:moveTo>
                  <a:pt x="0" y="264549"/>
                </a:moveTo>
                <a:lnTo>
                  <a:pt x="219075" y="350274"/>
                </a:lnTo>
                <a:lnTo>
                  <a:pt x="219075" y="85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B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91" name="Long tail bar side">
            <a:extLst xmlns:a="http://schemas.openxmlformats.org/drawingml/2006/main">
              <a:ext uri="{FF2B5EF4-FFF2-40B4-BE49-F238E27FC236}">
                <a16:creationId xmlns:a16="http://schemas.microsoft.com/office/drawing/2014/main" id="{7C20D90E-35AA-4E2E-86FB-ECF08A6BC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10670151"/>
            <a:ext cx="123825" cy="331224"/>
          </a:xfrm>
          <a:custGeom xmlns:a="http://schemas.openxmlformats.org/drawingml/2006/main">
            <a:pathLst>
              <a:path w="123825" h="331224">
                <a:moveTo>
                  <a:pt x="0" y="331224"/>
                </a:moveTo>
                <a:lnTo>
                  <a:pt x="123825" y="264549"/>
                </a:lnTo>
                <a:lnTo>
                  <a:pt x="123825" y="0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A989D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92" name="Long tail bar cap">
            <a:extLst xmlns:a="http://schemas.openxmlformats.org/drawingml/2006/main">
              <a:ext uri="{FF2B5EF4-FFF2-40B4-BE49-F238E27FC236}">
                <a16:creationId xmlns:a16="http://schemas.microsoft.com/office/drawing/2014/main" id="{22082F33-DEF4-41BE-B8AA-FC1ED102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16375" y="10584426"/>
            <a:ext cx="342900" cy="152400"/>
          </a:xfrm>
          <a:custGeom xmlns:a="http://schemas.openxmlformats.org/drawingml/2006/main">
            <a:pathLst>
              <a:path w="342900" h="152400">
                <a:moveTo>
                  <a:pt x="0" y="66675"/>
                </a:moveTo>
                <a:lnTo>
                  <a:pt x="123825" y="0"/>
                </a:lnTo>
                <a:lnTo>
                  <a:pt x="342900" y="85725"/>
                </a:lnTo>
                <a:lnTo>
                  <a:pt x="219075" y="152400"/>
                </a:lnTo>
                <a:close/>
              </a:path>
            </a:pathLst>
          </a:custGeom>
          <a:solidFill xmlns:a="http://schemas.openxmlformats.org/drawingml/2006/main">
            <a:srgbClr val="E8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93" name="Long tail yellow point">
            <a:extLst xmlns:a="http://schemas.openxmlformats.org/drawingml/2006/main">
              <a:ext uri="{FF2B5EF4-FFF2-40B4-BE49-F238E27FC236}">
                <a16:creationId xmlns:a16="http://schemas.microsoft.com/office/drawing/2014/main" id="{BDBD0349-CA03-4EF9-9AB4-B82E24FD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950" y="10584426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38100"/>
                </a:moveTo>
                <a:cubicBezTo>
                  <a:pt x="76200" y="59142"/>
                  <a:pt x="59142" y="76200"/>
                  <a:pt x="38100" y="76200"/>
                </a:cubicBezTo>
                <a:cubicBezTo>
                  <a:pt x="17058" y="76200"/>
                  <a:pt x="0" y="59142"/>
                  <a:pt x="0" y="38100"/>
                </a:cubicBez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E7F3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94" name="Long tail bar front">
            <a:extLst xmlns:a="http://schemas.openxmlformats.org/drawingml/2006/main">
              <a:ext uri="{FF2B5EF4-FFF2-40B4-BE49-F238E27FC236}">
                <a16:creationId xmlns:a16="http://schemas.microsoft.com/office/drawing/2014/main" id="{3C7E3D00-0FFC-4E55-811A-952646BB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73575" y="10784502"/>
            <a:ext cx="219075" cy="274023"/>
          </a:xfrm>
          <a:custGeom xmlns:a="http://schemas.openxmlformats.org/drawingml/2006/main">
            <a:pathLst>
              <a:path w="219075" h="274023">
                <a:moveTo>
                  <a:pt x="0" y="188298"/>
                </a:moveTo>
                <a:lnTo>
                  <a:pt x="219075" y="274023"/>
                </a:lnTo>
                <a:lnTo>
                  <a:pt x="219075" y="85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B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95" name="Long tail bar side">
            <a:extLst xmlns:a="http://schemas.openxmlformats.org/drawingml/2006/main">
              <a:ext uri="{FF2B5EF4-FFF2-40B4-BE49-F238E27FC236}">
                <a16:creationId xmlns:a16="http://schemas.microsoft.com/office/drawing/2014/main" id="{69B267A1-3D72-444B-BD3C-7CB72AA0A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2650" y="10803552"/>
            <a:ext cx="123825" cy="254973"/>
          </a:xfrm>
          <a:custGeom xmlns:a="http://schemas.openxmlformats.org/drawingml/2006/main">
            <a:pathLst>
              <a:path w="123825" h="254973">
                <a:moveTo>
                  <a:pt x="0" y="254973"/>
                </a:moveTo>
                <a:lnTo>
                  <a:pt x="123825" y="188298"/>
                </a:lnTo>
                <a:lnTo>
                  <a:pt x="123825" y="0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A989D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96" name="Long tail bar cap">
            <a:extLst xmlns:a="http://schemas.openxmlformats.org/drawingml/2006/main">
              <a:ext uri="{FF2B5EF4-FFF2-40B4-BE49-F238E27FC236}">
                <a16:creationId xmlns:a16="http://schemas.microsoft.com/office/drawing/2014/main" id="{F1E4281F-488D-498C-B913-FBE13D9B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73575" y="10717827"/>
            <a:ext cx="342900" cy="152400"/>
          </a:xfrm>
          <a:custGeom xmlns:a="http://schemas.openxmlformats.org/drawingml/2006/main">
            <a:pathLst>
              <a:path w="342900" h="152400">
                <a:moveTo>
                  <a:pt x="0" y="66675"/>
                </a:moveTo>
                <a:lnTo>
                  <a:pt x="123825" y="0"/>
                </a:lnTo>
                <a:lnTo>
                  <a:pt x="342900" y="85725"/>
                </a:lnTo>
                <a:lnTo>
                  <a:pt x="219075" y="152400"/>
                </a:lnTo>
                <a:close/>
              </a:path>
            </a:pathLst>
          </a:custGeom>
          <a:solidFill xmlns:a="http://schemas.openxmlformats.org/drawingml/2006/main">
            <a:srgbClr val="E8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97" name="Long tail yellow point">
            <a:extLst xmlns:a="http://schemas.openxmlformats.org/drawingml/2006/main">
              <a:ext uri="{FF2B5EF4-FFF2-40B4-BE49-F238E27FC236}">
                <a16:creationId xmlns:a16="http://schemas.microsoft.com/office/drawing/2014/main" id="{EAFA2AFB-A02F-4ECF-A18A-E46D5746B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02150" y="10717827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38100"/>
                </a:moveTo>
                <a:cubicBezTo>
                  <a:pt x="76200" y="59142"/>
                  <a:pt x="59142" y="76200"/>
                  <a:pt x="38100" y="76200"/>
                </a:cubicBezTo>
                <a:cubicBezTo>
                  <a:pt x="17058" y="76200"/>
                  <a:pt x="0" y="59142"/>
                  <a:pt x="0" y="38100"/>
                </a:cubicBez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E7F3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98" name="Long tail bar front">
            <a:extLst xmlns:a="http://schemas.openxmlformats.org/drawingml/2006/main">
              <a:ext uri="{FF2B5EF4-FFF2-40B4-BE49-F238E27FC236}">
                <a16:creationId xmlns:a16="http://schemas.microsoft.com/office/drawing/2014/main" id="{F40A75CE-CDE6-4D3A-98AB-7736B89E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30775" y="10887075"/>
            <a:ext cx="219075" cy="228600"/>
          </a:xfrm>
          <a:custGeom xmlns:a="http://schemas.openxmlformats.org/drawingml/2006/main">
            <a:pathLst>
              <a:path w="219075" h="228600">
                <a:moveTo>
                  <a:pt x="0" y="142875"/>
                </a:moveTo>
                <a:lnTo>
                  <a:pt x="219075" y="228600"/>
                </a:lnTo>
                <a:lnTo>
                  <a:pt x="219075" y="85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B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99" name="Long tail bar side">
            <a:extLst xmlns:a="http://schemas.openxmlformats.org/drawingml/2006/main">
              <a:ext uri="{FF2B5EF4-FFF2-40B4-BE49-F238E27FC236}">
                <a16:creationId xmlns:a16="http://schemas.microsoft.com/office/drawing/2014/main" id="{589976B1-47F8-4594-9D4B-EC0DF6C4B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49850" y="10906125"/>
            <a:ext cx="123825" cy="209550"/>
          </a:xfrm>
          <a:custGeom xmlns:a="http://schemas.openxmlformats.org/drawingml/2006/main">
            <a:pathLst>
              <a:path w="123825" h="209550">
                <a:moveTo>
                  <a:pt x="0" y="209550"/>
                </a:moveTo>
                <a:lnTo>
                  <a:pt x="123825" y="142875"/>
                </a:lnTo>
                <a:lnTo>
                  <a:pt x="123825" y="0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A989D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00" name="Long tail bar cap">
            <a:extLst xmlns:a="http://schemas.openxmlformats.org/drawingml/2006/main">
              <a:ext uri="{FF2B5EF4-FFF2-40B4-BE49-F238E27FC236}">
                <a16:creationId xmlns:a16="http://schemas.microsoft.com/office/drawing/2014/main" id="{8782078F-0C70-48F3-83FA-895AB407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30775" y="10820400"/>
            <a:ext cx="342900" cy="152400"/>
          </a:xfrm>
          <a:custGeom xmlns:a="http://schemas.openxmlformats.org/drawingml/2006/main">
            <a:pathLst>
              <a:path w="342900" h="152400">
                <a:moveTo>
                  <a:pt x="0" y="66675"/>
                </a:moveTo>
                <a:lnTo>
                  <a:pt x="123825" y="0"/>
                </a:lnTo>
                <a:lnTo>
                  <a:pt x="342900" y="85725"/>
                </a:lnTo>
                <a:lnTo>
                  <a:pt x="219075" y="152400"/>
                </a:lnTo>
                <a:close/>
              </a:path>
            </a:pathLst>
          </a:custGeom>
          <a:solidFill xmlns:a="http://schemas.openxmlformats.org/drawingml/2006/main">
            <a:srgbClr val="E8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01" name="Long tail yellow point">
            <a:extLst xmlns:a="http://schemas.openxmlformats.org/drawingml/2006/main">
              <a:ext uri="{FF2B5EF4-FFF2-40B4-BE49-F238E27FC236}">
                <a16:creationId xmlns:a16="http://schemas.microsoft.com/office/drawing/2014/main" id="{85A5AFC6-A1D6-4191-B3DC-8747CB624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59350" y="10820400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38100"/>
                </a:moveTo>
                <a:cubicBezTo>
                  <a:pt x="76200" y="59142"/>
                  <a:pt x="59142" y="76200"/>
                  <a:pt x="38100" y="76200"/>
                </a:cubicBezTo>
                <a:cubicBezTo>
                  <a:pt x="17058" y="76200"/>
                  <a:pt x="0" y="59142"/>
                  <a:pt x="0" y="38100"/>
                </a:cubicBez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E7F3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302" name="Complexity axis">
            <a:extLst xmlns:a="http://schemas.openxmlformats.org/drawingml/2006/main">
              <a:ext uri="{FF2B5EF4-FFF2-40B4-BE49-F238E27FC236}">
                <a16:creationId xmlns:a16="http://schemas.microsoft.com/office/drawing/2014/main" id="{ACCFFD4D-02C7-4A63-9C59-793B86F1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2582" y="10801456"/>
            <a:ext cx="5125868" cy="860952"/>
          </a:xfrm>
          <a:custGeom xmlns:a="http://schemas.openxmlformats.org/drawingml/2006/main">
            <a:pathLst>
              <a:path w="5125868" h="860952">
                <a:moveTo>
                  <a:pt x="0" y="18838"/>
                </a:moveTo>
                <a:lnTo>
                  <a:pt x="5030262" y="776182"/>
                </a:lnTo>
                <a:lnTo>
                  <a:pt x="5017499" y="860952"/>
                </a:lnTo>
                <a:lnTo>
                  <a:pt x="5125868" y="780944"/>
                </a:lnTo>
                <a:lnTo>
                  <a:pt x="5045860" y="672575"/>
                </a:lnTo>
                <a:lnTo>
                  <a:pt x="5033098" y="757344"/>
                </a:lnTo>
                <a:lnTo>
                  <a:pt x="2836" y="0"/>
                </a:ln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03" name="Number axis">
            <a:extLst xmlns:a="http://schemas.openxmlformats.org/drawingml/2006/main">
              <a:ext uri="{FF2B5EF4-FFF2-40B4-BE49-F238E27FC236}">
                <a16:creationId xmlns:a16="http://schemas.microsoft.com/office/drawing/2014/main" id="{501FC34B-A1BF-4174-94D7-EFF07B7B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8286750"/>
            <a:ext cx="171450" cy="2200275"/>
          </a:xfrm>
          <a:custGeom xmlns:a="http://schemas.openxmlformats.org/drawingml/2006/main">
            <a:pathLst>
              <a:path w="171450" h="2200275">
                <a:moveTo>
                  <a:pt x="95250" y="2200275"/>
                </a:moveTo>
                <a:lnTo>
                  <a:pt x="95250" y="85725"/>
                </a:lnTo>
                <a:lnTo>
                  <a:pt x="171450" y="85725"/>
                </a:lnTo>
                <a:lnTo>
                  <a:pt x="85725" y="0"/>
                </a:lnTo>
                <a:lnTo>
                  <a:pt x="0" y="85725"/>
                </a:lnTo>
                <a:lnTo>
                  <a:pt x="76200" y="85725"/>
                </a:lnTo>
                <a:lnTo>
                  <a:pt x="76200" y="2200275"/>
                </a:lnTo>
                <a:close/>
              </a:path>
            </a:pathLst>
          </a:custGeom>
          <a:solidFill xmlns:a="http://schemas.openxmlformats.org/drawingml/2006/main">
            <a:srgbClr val="92929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04" name="Attribute axis">
            <a:extLst xmlns:a="http://schemas.openxmlformats.org/drawingml/2006/main">
              <a:ext uri="{FF2B5EF4-FFF2-40B4-BE49-F238E27FC236}">
                <a16:creationId xmlns:a16="http://schemas.microsoft.com/office/drawing/2014/main" id="{AE1F4021-C554-4BE2-BAB5-3E4D01A0D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10763816"/>
            <a:ext cx="1270058" cy="517693"/>
          </a:xfrm>
          <a:custGeom xmlns:a="http://schemas.openxmlformats.org/drawingml/2006/main">
            <a:pathLst>
              <a:path w="1270058" h="517693">
                <a:moveTo>
                  <a:pt x="1263592" y="0"/>
                </a:moveTo>
                <a:lnTo>
                  <a:pt x="77401" y="428099"/>
                </a:lnTo>
                <a:lnTo>
                  <a:pt x="51533" y="356424"/>
                </a:lnTo>
                <a:lnTo>
                  <a:pt x="0" y="466159"/>
                </a:lnTo>
                <a:lnTo>
                  <a:pt x="109735" y="517693"/>
                </a:lnTo>
                <a:lnTo>
                  <a:pt x="83868" y="446018"/>
                </a:lnTo>
                <a:lnTo>
                  <a:pt x="1270058" y="17919"/>
                </a:lnTo>
                <a:close/>
              </a:path>
            </a:pathLst>
          </a:custGeom>
          <a:solidFill xmlns:a="http://schemas.openxmlformats.org/drawingml/2006/main">
            <a:srgbClr val="92929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05" name="Number">
            <a:extLst xmlns:a="http://schemas.openxmlformats.org/drawingml/2006/main">
              <a:ext uri="{FF2B5EF4-FFF2-40B4-BE49-F238E27FC236}">
                <a16:creationId xmlns:a16="http://schemas.microsoft.com/office/drawing/2014/main" id="{F0F3CD4C-D114-4091-8717-00F3E059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25550" y="8096250"/>
            <a:ext cx="13811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0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Number</a:t>
            </a:r>
          </a:p>
        </p:txBody>
      </p:sp>
      <p:sp>
        <p:nvSpPr>
          <p:cNvPr id="306" name="Complexity">
            <a:extLst xmlns:a="http://schemas.openxmlformats.org/drawingml/2006/main">
              <a:ext uri="{FF2B5EF4-FFF2-40B4-BE49-F238E27FC236}">
                <a16:creationId xmlns:a16="http://schemas.microsoft.com/office/drawing/2014/main" id="{4239E6E7-FA56-4179-8CA8-0AB58F0EA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440000">
            <a:off x="16563975" y="10915650"/>
            <a:ext cx="164782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9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Complexity</a:t>
            </a:r>
          </a:p>
        </p:txBody>
      </p:sp>
      <p:sp>
        <p:nvSpPr>
          <p:cNvPr id="307" name="Attribute">
            <a:extLst xmlns:a="http://schemas.openxmlformats.org/drawingml/2006/main">
              <a:ext uri="{FF2B5EF4-FFF2-40B4-BE49-F238E27FC236}">
                <a16:creationId xmlns:a16="http://schemas.microsoft.com/office/drawing/2014/main" id="{D141CD50-8519-41B2-A451-8F932BB58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00000">
            <a:off x="11544300" y="10658475"/>
            <a:ext cx="147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Attribute</a:t>
            </a:r>
          </a:p>
        </p:txBody>
      </p:sp>
      <p:sp>
        <p:nvSpPr>
          <p:cNvPr id="308" name="Color">
            <a:extLst xmlns:a="http://schemas.openxmlformats.org/drawingml/2006/main">
              <a:ext uri="{FF2B5EF4-FFF2-40B4-BE49-F238E27FC236}">
                <a16:creationId xmlns:a16="http://schemas.microsoft.com/office/drawing/2014/main" id="{6014E9CA-6179-43E9-9CD5-6961F487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80000">
            <a:off x="11734800" y="94011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Color</a:t>
            </a:r>
          </a:p>
        </p:txBody>
      </p:sp>
      <p:sp>
        <p:nvSpPr>
          <p:cNvPr id="309" name="Size">
            <a:extLst xmlns:a="http://schemas.openxmlformats.org/drawingml/2006/main">
              <a:ext uri="{FF2B5EF4-FFF2-40B4-BE49-F238E27FC236}">
                <a16:creationId xmlns:a16="http://schemas.microsoft.com/office/drawing/2014/main" id="{FE7DBF66-1B4E-474D-B261-9E70C0497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80000">
            <a:off x="11734800" y="97821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Size</a:t>
            </a:r>
          </a:p>
        </p:txBody>
      </p:sp>
      <p:sp>
        <p:nvSpPr>
          <p:cNvPr id="310" name="Structure">
            <a:extLst xmlns:a="http://schemas.openxmlformats.org/drawingml/2006/main">
              <a:ext uri="{FF2B5EF4-FFF2-40B4-BE49-F238E27FC236}">
                <a16:creationId xmlns:a16="http://schemas.microsoft.com/office/drawing/2014/main" id="{AB7848CA-6DCA-49BA-BEF8-879C8C6D1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80000">
            <a:off x="11734800" y="101631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Structure</a:t>
            </a:r>
          </a:p>
        </p:txBody>
      </p:sp>
      <p:pic>
        <p:nvPic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689CCAC1-D03A-4457-8C4B-E9AE433567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74321f06024c1e"/>
          <a:stretch xmlns:a="http://schemas.openxmlformats.org/drawingml/2006/main"/>
        </p:blipFill>
        <p:spPr>
          <a:xfrm xmlns:a="http://schemas.openxmlformats.org/drawingml/2006/main">
            <a:off x="12479809" y="9086850"/>
            <a:ext cx="338781" cy="266700"/>
          </a:xfrm>
          <a:prstGeom xmlns:a="http://schemas.openxmlformats.org/drawingml/2006/main" prst="rect">
            <a:avLst/>
          </a:prstGeom>
        </p:spPr>
      </p:pic>
      <p:pic>
        <p:nvPic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500D07AB-237B-4CA4-BE62-2AA62BDEDA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e8fff3ed544e7a"/>
          <a:stretch xmlns:a="http://schemas.openxmlformats.org/drawingml/2006/main"/>
        </p:blipFill>
        <p:spPr>
          <a:xfrm xmlns:a="http://schemas.openxmlformats.org/drawingml/2006/main">
            <a:off x="12478657" y="9496425"/>
            <a:ext cx="341086" cy="304800"/>
          </a:xfrm>
          <a:prstGeom xmlns:a="http://schemas.openxmlformats.org/drawingml/2006/main" prst="rect">
            <a:avLst/>
          </a:prstGeom>
        </p:spPr>
      </p:pic>
      <p:pic>
        <p:nvPic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0D8351C2-685D-495F-9572-560072B9D6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16b19bbe564945"/>
          <a:stretch xmlns:a="http://schemas.openxmlformats.org/drawingml/2006/main"/>
        </p:blipFill>
        <p:spPr>
          <a:xfrm xmlns:a="http://schemas.openxmlformats.org/drawingml/2006/main">
            <a:off x="12487275" y="9936298"/>
            <a:ext cx="342900" cy="291830"/>
          </a:xfrm>
          <a:prstGeom xmlns:a="http://schemas.openxmlformats.org/drawingml/2006/main" prst="rect">
            <a:avLst/>
          </a:prstGeom>
        </p:spPr>
      </p:pic>
      <p:sp>
        <p:nvSpPr>
          <p:cNvPr id="314" name="Attribute separator">
            <a:extLst xmlns:a="http://schemas.openxmlformats.org/drawingml/2006/main">
              <a:ext uri="{FF2B5EF4-FFF2-40B4-BE49-F238E27FC236}">
                <a16:creationId xmlns:a16="http://schemas.microsoft.com/office/drawing/2014/main" id="{81A12970-7B43-4269-9B1A-67BA5196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9515475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BB5ED"/>
            </a:solidFill>
            <a:prstDash val="solid"/>
          </a:ln>
        </p:spPr>
      </p:sp>
      <p:sp>
        <p:nvSpPr>
          <p:cNvPr id="315" name="Attribute separator">
            <a:extLst xmlns:a="http://schemas.openxmlformats.org/drawingml/2006/main">
              <a:ext uri="{FF2B5EF4-FFF2-40B4-BE49-F238E27FC236}">
                <a16:creationId xmlns:a16="http://schemas.microsoft.com/office/drawing/2014/main" id="{920C9E34-A379-4018-96CF-A6655E0DA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9620250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BB5ED"/>
            </a:solidFill>
            <a:prstDash val="solid"/>
          </a:ln>
        </p:spPr>
      </p:sp>
      <p:sp>
        <p:nvSpPr>
          <p:cNvPr id="316" name="Attribute separator">
            <a:extLst xmlns:a="http://schemas.openxmlformats.org/drawingml/2006/main">
              <a:ext uri="{FF2B5EF4-FFF2-40B4-BE49-F238E27FC236}">
                <a16:creationId xmlns:a16="http://schemas.microsoft.com/office/drawing/2014/main" id="{253359CB-B00D-462A-A910-22E4476FE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9725025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BB5ED"/>
            </a:solidFill>
            <a:prstDash val="solid"/>
          </a:ln>
        </p:spPr>
      </p:sp>
      <p:sp>
        <p:nvSpPr>
          <p:cNvPr id="317" name="Attribute separator">
            <a:extLst xmlns:a="http://schemas.openxmlformats.org/drawingml/2006/main">
              <a:ext uri="{FF2B5EF4-FFF2-40B4-BE49-F238E27FC236}">
                <a16:creationId xmlns:a16="http://schemas.microsoft.com/office/drawing/2014/main" id="{2E6D936B-AA6F-4ECB-A723-F70C14EB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9829800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BB5ED"/>
            </a:solidFill>
            <a:prstDash val="solid"/>
          </a:ln>
        </p:spPr>
      </p:sp>
      <p:sp>
        <p:nvSpPr>
          <p:cNvPr id="318" name="Attribute separator">
            <a:extLst xmlns:a="http://schemas.openxmlformats.org/drawingml/2006/main">
              <a:ext uri="{FF2B5EF4-FFF2-40B4-BE49-F238E27FC236}">
                <a16:creationId xmlns:a16="http://schemas.microsoft.com/office/drawing/2014/main" id="{59FCD1D2-08F8-46F8-B59C-03F547C7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9934575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BB5ED"/>
            </a:solidFill>
            <a:prstDash val="solid"/>
          </a:ln>
        </p:spPr>
      </p:sp>
      <p:sp>
        <p:nvSpPr>
          <p:cNvPr id="319" name="Attribute separator">
            <a:extLst xmlns:a="http://schemas.openxmlformats.org/drawingml/2006/main">
              <a:ext uri="{FF2B5EF4-FFF2-40B4-BE49-F238E27FC236}">
                <a16:creationId xmlns:a16="http://schemas.microsoft.com/office/drawing/2014/main" id="{85F8A192-579E-4310-B882-E6B62794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10039350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BB5ED"/>
            </a:solidFill>
            <a:prstDash val="solid"/>
          </a:ln>
        </p:spPr>
      </p:sp>
      <p:sp>
        <p:nvSpPr>
          <p:cNvPr id="320" name="Attribute separator">
            <a:extLst xmlns:a="http://schemas.openxmlformats.org/drawingml/2006/main">
              <a:ext uri="{FF2B5EF4-FFF2-40B4-BE49-F238E27FC236}">
                <a16:creationId xmlns:a16="http://schemas.microsoft.com/office/drawing/2014/main" id="{8A9501D8-57E0-40E2-84C1-39FDAA53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10144125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BB5ED"/>
            </a:solidFill>
            <a:prstDash val="solid"/>
          </a:ln>
        </p:spPr>
      </p:sp>
      <p:sp>
        <p:nvSpPr>
          <p:cNvPr id="321" name="Attribute separator">
            <a:extLst xmlns:a="http://schemas.openxmlformats.org/drawingml/2006/main">
              <a:ext uri="{FF2B5EF4-FFF2-40B4-BE49-F238E27FC236}">
                <a16:creationId xmlns:a16="http://schemas.microsoft.com/office/drawing/2014/main" id="{21785C68-0542-4E89-926C-2CB61524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10248900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BB5ED"/>
            </a:solidFill>
            <a:prstDash val="solid"/>
          </a:ln>
        </p:spPr>
      </p:sp>
      <p:sp>
        <p:nvSpPr>
          <p:cNvPr id="322" name="Attribute separator">
            <a:extLst xmlns:a="http://schemas.openxmlformats.org/drawingml/2006/main">
              <a:ext uri="{FF2B5EF4-FFF2-40B4-BE49-F238E27FC236}">
                <a16:creationId xmlns:a16="http://schemas.microsoft.com/office/drawing/2014/main" id="{CB53FE2F-AE19-4CC7-A23F-7607A8BD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10353675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BB5ED"/>
            </a:solidFill>
            <a:prstDash val="solid"/>
          </a:ln>
        </p:spPr>
      </p:sp>
      <p:sp>
        <p:nvSpPr>
          <p:cNvPr id="323" name="Attribute separator">
            <a:extLst xmlns:a="http://schemas.openxmlformats.org/drawingml/2006/main">
              <a:ext uri="{FF2B5EF4-FFF2-40B4-BE49-F238E27FC236}">
                <a16:creationId xmlns:a16="http://schemas.microsoft.com/office/drawing/2014/main" id="{CD9DA887-308D-49D1-B140-A3ADBBE1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10458450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BB5ED"/>
            </a:solidFill>
            <a:prstDash val="solid"/>
          </a:ln>
        </p:spPr>
      </p:sp>
      <p:sp>
        <p:nvSpPr>
          <p:cNvPr id="324" name="Attribute separator">
            <a:extLst xmlns:a="http://schemas.openxmlformats.org/drawingml/2006/main">
              <a:ext uri="{FF2B5EF4-FFF2-40B4-BE49-F238E27FC236}">
                <a16:creationId xmlns:a16="http://schemas.microsoft.com/office/drawing/2014/main" id="{CEDD6C74-58D8-4D35-B2F8-6A26AEED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10563225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BB5ED"/>
            </a:solidFill>
            <a:prstDash val="solid"/>
          </a:ln>
        </p:spPr>
      </p:sp>
      <p:sp>
        <p:nvSpPr>
          <p:cNvPr id="325" name="Attribute separator">
            <a:extLst xmlns:a="http://schemas.openxmlformats.org/drawingml/2006/main">
              <a:ext uri="{FF2B5EF4-FFF2-40B4-BE49-F238E27FC236}">
                <a16:creationId xmlns:a16="http://schemas.microsoft.com/office/drawing/2014/main" id="{7F5BB7EF-C935-4ACD-AD3D-CA73F7025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10668000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BB5ED"/>
            </a:solidFill>
            <a:prstDash val="solid"/>
          </a:ln>
        </p:spPr>
      </p:sp>
      <p:sp>
        <p:nvSpPr>
          <p:cNvPr id="326" name="Attribute separator">
            <a:extLst xmlns:a="http://schemas.openxmlformats.org/drawingml/2006/main">
              <a:ext uri="{FF2B5EF4-FFF2-40B4-BE49-F238E27FC236}">
                <a16:creationId xmlns:a16="http://schemas.microsoft.com/office/drawing/2014/main" id="{D29CCA7A-8750-4187-B2F1-CF450842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10772775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BB5ED"/>
            </a:solidFill>
            <a:prstDash val="solid"/>
          </a:ln>
        </p:spPr>
      </p:sp>
      <p:sp>
        <p:nvSpPr>
          <p:cNvPr id="327" name="Attribute separator">
            <a:extLst xmlns:a="http://schemas.openxmlformats.org/drawingml/2006/main">
              <a:ext uri="{FF2B5EF4-FFF2-40B4-BE49-F238E27FC236}">
                <a16:creationId xmlns:a16="http://schemas.microsoft.com/office/drawing/2014/main" id="{80A8C6D4-5C08-4ED1-89F8-02718ECA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10877550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BB5ED"/>
            </a:solidFill>
            <a:prstDash val="solid"/>
          </a:ln>
        </p:spPr>
      </p:sp>
      <p:sp>
        <p:nvSpPr>
          <p:cNvPr id="328" name="Attribute separator">
            <a:extLst xmlns:a="http://schemas.openxmlformats.org/drawingml/2006/main">
              <a:ext uri="{FF2B5EF4-FFF2-40B4-BE49-F238E27FC236}">
                <a16:creationId xmlns:a16="http://schemas.microsoft.com/office/drawing/2014/main" id="{424984B5-FDA9-4222-8DBC-3E7F87B05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10982325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BB5ED"/>
            </a:solidFill>
            <a:prstDash val="solid"/>
          </a:ln>
        </p:spPr>
      </p:sp>
      <p:sp>
        <p:nvSpPr>
          <p:cNvPr id="329" name="Attribute separator">
            <a:extLst xmlns:a="http://schemas.openxmlformats.org/drawingml/2006/main">
              <a:ext uri="{FF2B5EF4-FFF2-40B4-BE49-F238E27FC236}">
                <a16:creationId xmlns:a16="http://schemas.microsoft.com/office/drawing/2014/main" id="{D7B2B052-2DEE-47D7-A097-608C341A0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11087100"/>
            <a:ext cx="191" cy="57150"/>
          </a:xfrm>
          <a:custGeom xmlns:a="http://schemas.openxmlformats.org/drawingml/2006/main">
            <a:pathLst>
              <a:path w="191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BB5ED"/>
            </a:solidFill>
            <a:prstDash val="solid"/>
          </a:ln>
        </p:spPr>
      </p:sp>
      <p:sp>
        <p:nvSpPr>
          <p:cNvPr id="330" name="Attribute endpoint">
            <a:extLst xmlns:a="http://schemas.openxmlformats.org/drawingml/2006/main">
              <a:ext uri="{FF2B5EF4-FFF2-40B4-BE49-F238E27FC236}">
                <a16:creationId xmlns:a16="http://schemas.microsoft.com/office/drawing/2014/main" id="{A014485C-C6E6-42A7-A57F-CB516D2E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9429750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cubicBezTo>
                  <a:pt x="95250" y="73928"/>
                  <a:pt x="73928" y="95250"/>
                  <a:pt x="47625" y="95250"/>
                </a:cubicBezTo>
                <a:cubicBezTo>
                  <a:pt x="21322" y="95250"/>
                  <a:pt x="0" y="73928"/>
                  <a:pt x="0" y="47625"/>
                </a:cubicBezTo>
                <a:cubicBezTo>
                  <a:pt x="0" y="21322"/>
                  <a:pt x="21322" y="0"/>
                  <a:pt x="47625" y="0"/>
                </a:cubicBezTo>
                <a:cubicBezTo>
                  <a:pt x="73928" y="0"/>
                  <a:pt x="95250" y="21322"/>
                  <a:pt x="95250" y="47625"/>
                </a:cubicBezTo>
                <a:close/>
              </a:path>
            </a:pathLst>
          </a:custGeom>
          <a:solidFill xmlns:a="http://schemas.openxmlformats.org/drawingml/2006/main">
            <a:srgbClr val="CBB5ED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331" name="Attribute endpoint">
            <a:extLst xmlns:a="http://schemas.openxmlformats.org/drawingml/2006/main">
              <a:ext uri="{FF2B5EF4-FFF2-40B4-BE49-F238E27FC236}">
                <a16:creationId xmlns:a16="http://schemas.microsoft.com/office/drawing/2014/main" id="{03D9551D-C76F-46F0-8B25-D7F83795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1172825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cubicBezTo>
                  <a:pt x="95250" y="73928"/>
                  <a:pt x="73928" y="95250"/>
                  <a:pt x="47625" y="95250"/>
                </a:cubicBezTo>
                <a:cubicBezTo>
                  <a:pt x="21322" y="95250"/>
                  <a:pt x="0" y="73928"/>
                  <a:pt x="0" y="47625"/>
                </a:cubicBezTo>
                <a:cubicBezTo>
                  <a:pt x="0" y="21322"/>
                  <a:pt x="21322" y="0"/>
                  <a:pt x="47625" y="0"/>
                </a:cubicBezTo>
                <a:cubicBezTo>
                  <a:pt x="73928" y="0"/>
                  <a:pt x="95250" y="21322"/>
                  <a:pt x="95250" y="47625"/>
                </a:cubicBezTo>
                <a:close/>
              </a:path>
            </a:pathLst>
          </a:custGeom>
          <a:solidFill xmlns:a="http://schemas.openxmlformats.org/drawingml/2006/main">
            <a:srgbClr val="CBB5ED"/>
          </a:solidFill>
          <a:ln xmlns:a="http://schemas.openxmlformats.org/drawingml/2006/main" w="19050">
            <a:noFill/>
            <a:prstDash val="solid"/>
          </a:ln>
        </p:spPr>
      </p:sp>
      <p:pic>
        <p:nvPic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C57E8663-9CFD-4F10-B470-89505EECD7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6ddf1b4bcc4453"/>
          <a:stretch xmlns:a="http://schemas.openxmlformats.org/drawingml/2006/main"/>
        </p:blipFill>
        <p:spPr>
          <a:xfrm xmlns:a="http://schemas.openxmlformats.org/drawingml/2006/main">
            <a:off x="14955317" y="8382000"/>
            <a:ext cx="436015" cy="428625"/>
          </a:xfrm>
          <a:prstGeom xmlns:a="http://schemas.openxmlformats.org/drawingml/2006/main" prst="rect">
            <a:avLst/>
          </a:prstGeom>
        </p:spPr>
      </p:pic>
      <p:sp>
        <p:nvSpPr>
          <p:cNvPr id="333" name="One apple">
            <a:extLst xmlns:a="http://schemas.openxmlformats.org/drawingml/2006/main">
              <a:ext uri="{FF2B5EF4-FFF2-40B4-BE49-F238E27FC236}">
                <a16:creationId xmlns:a16="http://schemas.microsoft.com/office/drawing/2014/main" id="{9A1437A4-ADFA-4E44-AC92-CA58AB9D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49550" y="8524875"/>
            <a:ext cx="139065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One apple</a:t>
            </a:r>
          </a:p>
        </p:txBody>
      </p:sp>
      <p:pic>
        <p:nvPic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BBA4533B-8621-4098-B46C-B5E0AAD8BD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1cc2372f9a4e93"/>
          <a:stretch xmlns:a="http://schemas.openxmlformats.org/drawingml/2006/main"/>
        </p:blipFill>
        <p:spPr>
          <a:xfrm xmlns:a="http://schemas.openxmlformats.org/drawingml/2006/main">
            <a:off x="15497175" y="9012968"/>
            <a:ext cx="828675" cy="557339"/>
          </a:xfrm>
          <a:prstGeom xmlns:a="http://schemas.openxmlformats.org/drawingml/2006/main" prst="rect">
            <a:avLst/>
          </a:prstGeom>
        </p:spPr>
      </p:pic>
      <p:sp>
        <p:nvSpPr>
          <p:cNvPr id="335" name="Three apples">
            <a:extLst xmlns:a="http://schemas.openxmlformats.org/drawingml/2006/main">
              <a:ext uri="{FF2B5EF4-FFF2-40B4-BE49-F238E27FC236}">
                <a16:creationId xmlns:a16="http://schemas.microsoft.com/office/drawing/2014/main" id="{7792EE3C-C2A4-48E6-ADDA-A85947331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83000" y="9153525"/>
            <a:ext cx="139065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Three apples</a:t>
            </a:r>
          </a:p>
        </p:txBody>
      </p:sp>
      <p:pic>
        <p:nvPic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7ED5F5FA-44ED-4020-9EC4-99F5AC914E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3e361635b14f89"/>
          <a:stretch xmlns:a="http://schemas.openxmlformats.org/drawingml/2006/main"/>
        </p:blipFill>
        <p:spPr>
          <a:xfrm xmlns:a="http://schemas.openxmlformats.org/drawingml/2006/main">
            <a:off x="16240125" y="9774666"/>
            <a:ext cx="1000125" cy="700818"/>
          </a:xfrm>
          <a:prstGeom xmlns:a="http://schemas.openxmlformats.org/drawingml/2006/main" prst="rect">
            <a:avLst/>
          </a:prstGeom>
        </p:spPr>
      </p:pic>
      <p:sp>
        <p:nvSpPr>
          <p:cNvPr id="337" name="Eight apples">
            <a:extLst xmlns:a="http://schemas.openxmlformats.org/drawingml/2006/main">
              <a:ext uri="{FF2B5EF4-FFF2-40B4-BE49-F238E27FC236}">
                <a16:creationId xmlns:a16="http://schemas.microsoft.com/office/drawing/2014/main" id="{0BFCB692-3F08-4E5D-93C5-BCB787C69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97400" y="9915525"/>
            <a:ext cx="139065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Eight apples</a:t>
            </a:r>
          </a:p>
        </p:txBody>
      </p:sp>
      <p:sp>
        <p:nvSpPr>
          <p:cNvPr id="338" name="Apple composition callout">
            <a:extLst xmlns:a="http://schemas.openxmlformats.org/drawingml/2006/main">
              <a:ext uri="{FF2B5EF4-FFF2-40B4-BE49-F238E27FC236}">
                <a16:creationId xmlns:a16="http://schemas.microsoft.com/office/drawing/2014/main" id="{B109C184-2F90-4C80-B849-FC0D500B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1275" y="8496300"/>
            <a:ext cx="847725" cy="142875"/>
          </a:xfrm>
          <a:custGeom xmlns:a="http://schemas.openxmlformats.org/drawingml/2006/main">
            <a:pathLst>
              <a:path w="847725" h="142875">
                <a:moveTo>
                  <a:pt x="0" y="0"/>
                </a:moveTo>
                <a:lnTo>
                  <a:pt x="676275" y="142875"/>
                </a:lnTo>
                <a:lnTo>
                  <a:pt x="847725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A8A8A"/>
            </a:solidFill>
            <a:prstDash val="solid"/>
          </a:ln>
        </p:spPr>
      </p:sp>
      <p:sp>
        <p:nvSpPr>
          <p:cNvPr id="339" name="Apple composition callout">
            <a:extLst xmlns:a="http://schemas.openxmlformats.org/drawingml/2006/main">
              <a:ext uri="{FF2B5EF4-FFF2-40B4-BE49-F238E27FC236}">
                <a16:creationId xmlns:a16="http://schemas.microsoft.com/office/drawing/2014/main" id="{967E5B76-3612-42AF-B71D-229B3A8D4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9315450"/>
            <a:ext cx="876300" cy="247650"/>
          </a:xfrm>
          <a:custGeom xmlns:a="http://schemas.openxmlformats.org/drawingml/2006/main">
            <a:pathLst>
              <a:path w="876300" h="247650">
                <a:moveTo>
                  <a:pt x="0" y="247650"/>
                </a:moveTo>
                <a:lnTo>
                  <a:pt x="533400" y="247650"/>
                </a:lnTo>
                <a:lnTo>
                  <a:pt x="876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A8A8A"/>
            </a:solidFill>
            <a:prstDash val="solid"/>
          </a:ln>
        </p:spPr>
      </p:sp>
      <p:sp>
        <p:nvSpPr>
          <p:cNvPr id="340" name="Apple composition callout">
            <a:extLst xmlns:a="http://schemas.openxmlformats.org/drawingml/2006/main">
              <a:ext uri="{FF2B5EF4-FFF2-40B4-BE49-F238E27FC236}">
                <a16:creationId xmlns:a16="http://schemas.microsoft.com/office/drawing/2014/main" id="{404A1E6D-79ED-4505-AF19-F0BCF448A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11425" y="10229850"/>
            <a:ext cx="1047750" cy="533400"/>
          </a:xfrm>
          <a:custGeom xmlns:a="http://schemas.openxmlformats.org/drawingml/2006/main">
            <a:pathLst>
              <a:path w="1047750" h="533400">
                <a:moveTo>
                  <a:pt x="0" y="533400"/>
                </a:moveTo>
                <a:lnTo>
                  <a:pt x="685800" y="533400"/>
                </a:lnTo>
                <a:lnTo>
                  <a:pt x="1047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A8A8A"/>
            </a:solidFill>
            <a:prstDash val="solid"/>
          </a:ln>
        </p:spPr>
      </p:sp>
      <p:sp>
        <p:nvSpPr>
          <p:cNvPr id="341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45DD080B-578D-431B-B688-E88C794B4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75" y="9648825"/>
            <a:ext cx="50292" cy="36252"/>
          </a:xfrm>
          <a:custGeom xmlns:a="http://schemas.openxmlformats.org/drawingml/2006/main">
            <a:pathLst>
              <a:path w="50292" h="36252">
                <a:moveTo>
                  <a:pt x="0" y="0"/>
                </a:moveTo>
                <a:lnTo>
                  <a:pt x="50292" y="36252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42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50128A1F-2882-4E33-AE28-A9760BBC1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4375" y="9740371"/>
            <a:ext cx="50292" cy="36252"/>
          </a:xfrm>
          <a:custGeom xmlns:a="http://schemas.openxmlformats.org/drawingml/2006/main">
            <a:pathLst>
              <a:path w="50292" h="36252">
                <a:moveTo>
                  <a:pt x="0" y="0"/>
                </a:moveTo>
                <a:lnTo>
                  <a:pt x="50292" y="36252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43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8720134E-39F5-4A68-9F5E-8ABA55084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1375" y="9831917"/>
            <a:ext cx="50292" cy="36252"/>
          </a:xfrm>
          <a:custGeom xmlns:a="http://schemas.openxmlformats.org/drawingml/2006/main">
            <a:pathLst>
              <a:path w="50292" h="36252">
                <a:moveTo>
                  <a:pt x="0" y="0"/>
                </a:moveTo>
                <a:lnTo>
                  <a:pt x="50292" y="36252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44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029F3DE4-05C1-4D05-9E89-CB6D6FA04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8375" y="9923463"/>
            <a:ext cx="50292" cy="36252"/>
          </a:xfrm>
          <a:custGeom xmlns:a="http://schemas.openxmlformats.org/drawingml/2006/main">
            <a:pathLst>
              <a:path w="50292" h="36252">
                <a:moveTo>
                  <a:pt x="0" y="0"/>
                </a:moveTo>
                <a:lnTo>
                  <a:pt x="50292" y="36252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45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91458125-91AD-481F-B63A-FEDE1519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5375" y="10015008"/>
            <a:ext cx="50292" cy="36252"/>
          </a:xfrm>
          <a:custGeom xmlns:a="http://schemas.openxmlformats.org/drawingml/2006/main">
            <a:pathLst>
              <a:path w="50292" h="36252">
                <a:moveTo>
                  <a:pt x="0" y="0"/>
                </a:moveTo>
                <a:lnTo>
                  <a:pt x="50292" y="36252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46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BE0487FF-70D8-4075-AEE1-A581ECA3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2375" y="10106554"/>
            <a:ext cx="50292" cy="36252"/>
          </a:xfrm>
          <a:custGeom xmlns:a="http://schemas.openxmlformats.org/drawingml/2006/main">
            <a:pathLst>
              <a:path w="50292" h="36252">
                <a:moveTo>
                  <a:pt x="0" y="0"/>
                </a:moveTo>
                <a:lnTo>
                  <a:pt x="50292" y="36252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47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5500222A-14E7-4D90-B094-C70935FF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10198100"/>
            <a:ext cx="50292" cy="36252"/>
          </a:xfrm>
          <a:custGeom xmlns:a="http://schemas.openxmlformats.org/drawingml/2006/main">
            <a:pathLst>
              <a:path w="50292" h="36252">
                <a:moveTo>
                  <a:pt x="0" y="0"/>
                </a:moveTo>
                <a:lnTo>
                  <a:pt x="50292" y="36252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48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7F4C2301-DAC9-4493-A04F-D27EB7482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6375" y="10289646"/>
            <a:ext cx="50292" cy="36252"/>
          </a:xfrm>
          <a:custGeom xmlns:a="http://schemas.openxmlformats.org/drawingml/2006/main">
            <a:pathLst>
              <a:path w="50292" h="36252">
                <a:moveTo>
                  <a:pt x="0" y="0"/>
                </a:moveTo>
                <a:lnTo>
                  <a:pt x="50292" y="36252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49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C3CB24A9-812B-4973-8FAC-D7623090E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3375" y="10381192"/>
            <a:ext cx="50292" cy="36252"/>
          </a:xfrm>
          <a:custGeom xmlns:a="http://schemas.openxmlformats.org/drawingml/2006/main">
            <a:pathLst>
              <a:path w="50292" h="36252">
                <a:moveTo>
                  <a:pt x="0" y="0"/>
                </a:moveTo>
                <a:lnTo>
                  <a:pt x="50292" y="36252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50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B404A58F-F469-4068-A507-8417A94D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0375" y="10472738"/>
            <a:ext cx="50292" cy="36252"/>
          </a:xfrm>
          <a:custGeom xmlns:a="http://schemas.openxmlformats.org/drawingml/2006/main">
            <a:pathLst>
              <a:path w="50292" h="36252">
                <a:moveTo>
                  <a:pt x="0" y="0"/>
                </a:moveTo>
                <a:lnTo>
                  <a:pt x="50292" y="36252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51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34B26E9F-3809-4921-8A29-B9300F322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7375" y="10564283"/>
            <a:ext cx="50292" cy="36252"/>
          </a:xfrm>
          <a:custGeom xmlns:a="http://schemas.openxmlformats.org/drawingml/2006/main">
            <a:pathLst>
              <a:path w="50292" h="36252">
                <a:moveTo>
                  <a:pt x="0" y="0"/>
                </a:moveTo>
                <a:lnTo>
                  <a:pt x="50292" y="36252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52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380E83BB-70ED-4F3D-84D0-AEA2806F1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4375" y="10655829"/>
            <a:ext cx="50292" cy="36252"/>
          </a:xfrm>
          <a:custGeom xmlns:a="http://schemas.openxmlformats.org/drawingml/2006/main">
            <a:pathLst>
              <a:path w="50292" h="36252">
                <a:moveTo>
                  <a:pt x="0" y="0"/>
                </a:moveTo>
                <a:lnTo>
                  <a:pt x="50292" y="36252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53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D714D9B4-B623-4CC5-A4EA-22BB8295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1375" y="10747375"/>
            <a:ext cx="50292" cy="36252"/>
          </a:xfrm>
          <a:custGeom xmlns:a="http://schemas.openxmlformats.org/drawingml/2006/main">
            <a:pathLst>
              <a:path w="50292" h="36252">
                <a:moveTo>
                  <a:pt x="0" y="0"/>
                </a:moveTo>
                <a:lnTo>
                  <a:pt x="50292" y="36252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54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C9297BBA-7D95-4C7D-A499-DBA417E5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8375" y="10838921"/>
            <a:ext cx="50292" cy="36252"/>
          </a:xfrm>
          <a:custGeom xmlns:a="http://schemas.openxmlformats.org/drawingml/2006/main">
            <a:pathLst>
              <a:path w="50292" h="36252">
                <a:moveTo>
                  <a:pt x="0" y="0"/>
                </a:moveTo>
                <a:lnTo>
                  <a:pt x="50292" y="36252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55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39BB4BB1-F1A6-401A-81DF-E4BE8980E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5375" y="10930467"/>
            <a:ext cx="50292" cy="36252"/>
          </a:xfrm>
          <a:custGeom xmlns:a="http://schemas.openxmlformats.org/drawingml/2006/main">
            <a:pathLst>
              <a:path w="50292" h="36252">
                <a:moveTo>
                  <a:pt x="0" y="0"/>
                </a:moveTo>
                <a:lnTo>
                  <a:pt x="50292" y="36252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56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4CD73605-29CA-4A20-AF55-87D7DD5B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2375" y="11022013"/>
            <a:ext cx="50292" cy="36252"/>
          </a:xfrm>
          <a:custGeom xmlns:a="http://schemas.openxmlformats.org/drawingml/2006/main">
            <a:pathLst>
              <a:path w="50292" h="36252">
                <a:moveTo>
                  <a:pt x="0" y="0"/>
                </a:moveTo>
                <a:lnTo>
                  <a:pt x="50292" y="36252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57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27FF9F8F-51FE-49C2-92A5-8FAD73C5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19375" y="11113558"/>
            <a:ext cx="50292" cy="36252"/>
          </a:xfrm>
          <a:custGeom xmlns:a="http://schemas.openxmlformats.org/drawingml/2006/main">
            <a:pathLst>
              <a:path w="50292" h="36252">
                <a:moveTo>
                  <a:pt x="0" y="0"/>
                </a:moveTo>
                <a:lnTo>
                  <a:pt x="50292" y="36252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58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8248DA60-03E9-42AA-B16D-1F4DDA32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6375" y="11205104"/>
            <a:ext cx="50292" cy="36252"/>
          </a:xfrm>
          <a:custGeom xmlns:a="http://schemas.openxmlformats.org/drawingml/2006/main">
            <a:pathLst>
              <a:path w="50292" h="36252">
                <a:moveTo>
                  <a:pt x="0" y="0"/>
                </a:moveTo>
                <a:lnTo>
                  <a:pt x="50292" y="36252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59" name="Long tail guide endpoint">
            <a:extLst xmlns:a="http://schemas.openxmlformats.org/drawingml/2006/main">
              <a:ext uri="{FF2B5EF4-FFF2-40B4-BE49-F238E27FC236}">
                <a16:creationId xmlns:a16="http://schemas.microsoft.com/office/drawing/2014/main" id="{1CFB798B-C8A2-4D79-9137-BF62C719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11249025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cubicBezTo>
                  <a:pt x="95250" y="73928"/>
                  <a:pt x="73928" y="95250"/>
                  <a:pt x="47625" y="95250"/>
                </a:cubicBezTo>
                <a:cubicBezTo>
                  <a:pt x="21322" y="95250"/>
                  <a:pt x="0" y="73928"/>
                  <a:pt x="0" y="47625"/>
                </a:cubicBezTo>
                <a:cubicBezTo>
                  <a:pt x="0" y="21322"/>
                  <a:pt x="21322" y="0"/>
                  <a:pt x="47625" y="0"/>
                </a:cubicBezTo>
                <a:cubicBezTo>
                  <a:pt x="73928" y="0"/>
                  <a:pt x="95250" y="21322"/>
                  <a:pt x="95250" y="47625"/>
                </a:cubicBezTo>
                <a:close/>
              </a:path>
            </a:pathLst>
          </a:custGeom>
          <a:solidFill xmlns:a="http://schemas.openxmlformats.org/drawingml/2006/main">
            <a:srgbClr val="E7F3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360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316E036A-8AC0-46E8-85B8-12E3098D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5025" y="9256395"/>
            <a:ext cx="62446" cy="46143"/>
          </a:xfrm>
          <a:custGeom xmlns:a="http://schemas.openxmlformats.org/drawingml/2006/main">
            <a:pathLst>
              <a:path w="62446" h="46143">
                <a:moveTo>
                  <a:pt x="0" y="0"/>
                </a:moveTo>
                <a:lnTo>
                  <a:pt x="62446" y="46143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61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322A0461-0B0A-4CAB-9531-3384D13F2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2717" y="9372918"/>
            <a:ext cx="62446" cy="46143"/>
          </a:xfrm>
          <a:custGeom xmlns:a="http://schemas.openxmlformats.org/drawingml/2006/main">
            <a:pathLst>
              <a:path w="62446" h="46143">
                <a:moveTo>
                  <a:pt x="0" y="0"/>
                </a:moveTo>
                <a:lnTo>
                  <a:pt x="62446" y="46143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62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6A4D553E-8AAF-41B3-828D-D1A82718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0408" y="9489440"/>
            <a:ext cx="62446" cy="46143"/>
          </a:xfrm>
          <a:custGeom xmlns:a="http://schemas.openxmlformats.org/drawingml/2006/main">
            <a:pathLst>
              <a:path w="62446" h="46143">
                <a:moveTo>
                  <a:pt x="0" y="0"/>
                </a:moveTo>
                <a:lnTo>
                  <a:pt x="62446" y="46143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63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728AAD5A-7D2E-4240-9BE7-9681332F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8100" y="9605963"/>
            <a:ext cx="62446" cy="46143"/>
          </a:xfrm>
          <a:custGeom xmlns:a="http://schemas.openxmlformats.org/drawingml/2006/main">
            <a:pathLst>
              <a:path w="62446" h="46143">
                <a:moveTo>
                  <a:pt x="0" y="0"/>
                </a:moveTo>
                <a:lnTo>
                  <a:pt x="62446" y="46143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64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2BF6BA09-B7D9-48EA-A1C0-D2DD3C72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5792" y="9722485"/>
            <a:ext cx="62446" cy="46143"/>
          </a:xfrm>
          <a:custGeom xmlns:a="http://schemas.openxmlformats.org/drawingml/2006/main">
            <a:pathLst>
              <a:path w="62446" h="46143">
                <a:moveTo>
                  <a:pt x="0" y="0"/>
                </a:moveTo>
                <a:lnTo>
                  <a:pt x="62446" y="46143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65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3C7D69E3-9F5E-46EF-8CF4-02465C84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3483" y="9839008"/>
            <a:ext cx="62446" cy="46143"/>
          </a:xfrm>
          <a:custGeom xmlns:a="http://schemas.openxmlformats.org/drawingml/2006/main">
            <a:pathLst>
              <a:path w="62446" h="46143">
                <a:moveTo>
                  <a:pt x="0" y="0"/>
                </a:moveTo>
                <a:lnTo>
                  <a:pt x="62446" y="46143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66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95FBFB31-1DEC-4ADD-926F-3EA0F01A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81175" y="9955530"/>
            <a:ext cx="62446" cy="46143"/>
          </a:xfrm>
          <a:custGeom xmlns:a="http://schemas.openxmlformats.org/drawingml/2006/main">
            <a:pathLst>
              <a:path w="62446" h="46143">
                <a:moveTo>
                  <a:pt x="0" y="0"/>
                </a:moveTo>
                <a:lnTo>
                  <a:pt x="62446" y="46143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67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7842A424-DC01-469B-BE0D-67684C84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8867" y="10072053"/>
            <a:ext cx="62446" cy="46143"/>
          </a:xfrm>
          <a:custGeom xmlns:a="http://schemas.openxmlformats.org/drawingml/2006/main">
            <a:pathLst>
              <a:path w="62446" h="46143">
                <a:moveTo>
                  <a:pt x="0" y="0"/>
                </a:moveTo>
                <a:lnTo>
                  <a:pt x="62446" y="46143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68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417A4C55-25FC-4C35-970D-4E6C0490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96558" y="10188575"/>
            <a:ext cx="62446" cy="46143"/>
          </a:xfrm>
          <a:custGeom xmlns:a="http://schemas.openxmlformats.org/drawingml/2006/main">
            <a:pathLst>
              <a:path w="62446" h="46143">
                <a:moveTo>
                  <a:pt x="0" y="0"/>
                </a:moveTo>
                <a:lnTo>
                  <a:pt x="62446" y="46143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69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737A8EF1-B469-456B-96A4-3C7AE973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0305098"/>
            <a:ext cx="62446" cy="46143"/>
          </a:xfrm>
          <a:custGeom xmlns:a="http://schemas.openxmlformats.org/drawingml/2006/main">
            <a:pathLst>
              <a:path w="62446" h="46143">
                <a:moveTo>
                  <a:pt x="0" y="0"/>
                </a:moveTo>
                <a:lnTo>
                  <a:pt x="62446" y="46143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70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04324110-D8DF-4AD0-9CBF-E0F3B38B2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1942" y="10421620"/>
            <a:ext cx="62446" cy="46143"/>
          </a:xfrm>
          <a:custGeom xmlns:a="http://schemas.openxmlformats.org/drawingml/2006/main">
            <a:pathLst>
              <a:path w="62446" h="46143">
                <a:moveTo>
                  <a:pt x="0" y="0"/>
                </a:moveTo>
                <a:lnTo>
                  <a:pt x="62446" y="46143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71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CBF4A144-DCB8-4175-AE6E-D2C540B96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9633" y="10538142"/>
            <a:ext cx="62446" cy="46143"/>
          </a:xfrm>
          <a:custGeom xmlns:a="http://schemas.openxmlformats.org/drawingml/2006/main">
            <a:pathLst>
              <a:path w="62446" h="46143">
                <a:moveTo>
                  <a:pt x="0" y="0"/>
                </a:moveTo>
                <a:lnTo>
                  <a:pt x="62446" y="46143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72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EE50281F-08BB-42D0-A405-D1F74CEE1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7325" y="10654665"/>
            <a:ext cx="62446" cy="46143"/>
          </a:xfrm>
          <a:custGeom xmlns:a="http://schemas.openxmlformats.org/drawingml/2006/main">
            <a:pathLst>
              <a:path w="62446" h="46143">
                <a:moveTo>
                  <a:pt x="0" y="0"/>
                </a:moveTo>
                <a:lnTo>
                  <a:pt x="62446" y="46143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73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3912E245-D345-4C53-B692-B24F7DBBE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5017" y="10771188"/>
            <a:ext cx="62446" cy="46143"/>
          </a:xfrm>
          <a:custGeom xmlns:a="http://schemas.openxmlformats.org/drawingml/2006/main">
            <a:pathLst>
              <a:path w="62446" h="46143">
                <a:moveTo>
                  <a:pt x="0" y="0"/>
                </a:moveTo>
                <a:lnTo>
                  <a:pt x="62446" y="46143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74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6B1C1C8E-8FFE-40CC-8F9E-72DE74C77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42708" y="10887710"/>
            <a:ext cx="62446" cy="46143"/>
          </a:xfrm>
          <a:custGeom xmlns:a="http://schemas.openxmlformats.org/drawingml/2006/main">
            <a:pathLst>
              <a:path w="62446" h="46143">
                <a:moveTo>
                  <a:pt x="0" y="0"/>
                </a:moveTo>
                <a:lnTo>
                  <a:pt x="62446" y="46143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75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ADF8AE46-1B5F-4719-B94A-259189C0A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0400" y="11004233"/>
            <a:ext cx="62446" cy="46143"/>
          </a:xfrm>
          <a:custGeom xmlns:a="http://schemas.openxmlformats.org/drawingml/2006/main">
            <a:pathLst>
              <a:path w="62446" h="46143">
                <a:moveTo>
                  <a:pt x="0" y="0"/>
                </a:moveTo>
                <a:lnTo>
                  <a:pt x="62446" y="46143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76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8C0F43C0-6DB2-407E-B127-23E7DFC29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58092" y="11120755"/>
            <a:ext cx="62446" cy="46143"/>
          </a:xfrm>
          <a:custGeom xmlns:a="http://schemas.openxmlformats.org/drawingml/2006/main">
            <a:pathLst>
              <a:path w="62446" h="46143">
                <a:moveTo>
                  <a:pt x="0" y="0"/>
                </a:moveTo>
                <a:lnTo>
                  <a:pt x="62446" y="46143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77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A1A79CD7-52B2-44CC-855D-52D7871BE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15783" y="11237278"/>
            <a:ext cx="62446" cy="46143"/>
          </a:xfrm>
          <a:custGeom xmlns:a="http://schemas.openxmlformats.org/drawingml/2006/main">
            <a:pathLst>
              <a:path w="62446" h="46143">
                <a:moveTo>
                  <a:pt x="0" y="0"/>
                </a:moveTo>
                <a:lnTo>
                  <a:pt x="62446" y="46143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78" name="Long tail guide endpoint">
            <a:extLst xmlns:a="http://schemas.openxmlformats.org/drawingml/2006/main">
              <a:ext uri="{FF2B5EF4-FFF2-40B4-BE49-F238E27FC236}">
                <a16:creationId xmlns:a16="http://schemas.microsoft.com/office/drawing/2014/main" id="{BA07A7CD-B9FB-4B09-8ED4-2CDFD7B61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5850" y="11306175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cubicBezTo>
                  <a:pt x="95250" y="73928"/>
                  <a:pt x="73928" y="95250"/>
                  <a:pt x="47625" y="95250"/>
                </a:cubicBezTo>
                <a:cubicBezTo>
                  <a:pt x="21322" y="95250"/>
                  <a:pt x="0" y="73928"/>
                  <a:pt x="0" y="47625"/>
                </a:cubicBezTo>
                <a:cubicBezTo>
                  <a:pt x="0" y="21322"/>
                  <a:pt x="21322" y="0"/>
                  <a:pt x="47625" y="0"/>
                </a:cubicBezTo>
                <a:cubicBezTo>
                  <a:pt x="73928" y="0"/>
                  <a:pt x="95250" y="21322"/>
                  <a:pt x="95250" y="47625"/>
                </a:cubicBezTo>
                <a:close/>
              </a:path>
            </a:pathLst>
          </a:custGeom>
          <a:solidFill xmlns:a="http://schemas.openxmlformats.org/drawingml/2006/main">
            <a:srgbClr val="E7F3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379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8E2B59E4-4471-48DC-BEF5-31CBEA89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2675" y="8863965"/>
            <a:ext cx="74600" cy="56034"/>
          </a:xfrm>
          <a:custGeom xmlns:a="http://schemas.openxmlformats.org/drawingml/2006/main">
            <a:pathLst>
              <a:path w="74600" h="56034">
                <a:moveTo>
                  <a:pt x="0" y="0"/>
                </a:moveTo>
                <a:lnTo>
                  <a:pt x="74600" y="56034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80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A3EBE988-D034-4BB6-8D6B-FBA12597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1058" y="9005464"/>
            <a:ext cx="74600" cy="56034"/>
          </a:xfrm>
          <a:custGeom xmlns:a="http://schemas.openxmlformats.org/drawingml/2006/main">
            <a:pathLst>
              <a:path w="74600" h="56034">
                <a:moveTo>
                  <a:pt x="0" y="0"/>
                </a:moveTo>
                <a:lnTo>
                  <a:pt x="74600" y="56034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81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54F832B2-A3D6-416A-A39B-895FD7905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9442" y="9146963"/>
            <a:ext cx="74600" cy="56034"/>
          </a:xfrm>
          <a:custGeom xmlns:a="http://schemas.openxmlformats.org/drawingml/2006/main">
            <a:pathLst>
              <a:path w="74600" h="56034">
                <a:moveTo>
                  <a:pt x="0" y="0"/>
                </a:moveTo>
                <a:lnTo>
                  <a:pt x="74600" y="56034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82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A0C967D3-FB83-42E8-8C35-8C14454C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7825" y="9288463"/>
            <a:ext cx="74600" cy="56034"/>
          </a:xfrm>
          <a:custGeom xmlns:a="http://schemas.openxmlformats.org/drawingml/2006/main">
            <a:pathLst>
              <a:path w="74600" h="56034">
                <a:moveTo>
                  <a:pt x="0" y="0"/>
                </a:moveTo>
                <a:lnTo>
                  <a:pt x="74600" y="56034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83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18223F86-CFEF-4F3E-9F15-95106084A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6208" y="9429962"/>
            <a:ext cx="74600" cy="56034"/>
          </a:xfrm>
          <a:custGeom xmlns:a="http://schemas.openxmlformats.org/drawingml/2006/main">
            <a:pathLst>
              <a:path w="74600" h="56034">
                <a:moveTo>
                  <a:pt x="0" y="0"/>
                </a:moveTo>
                <a:lnTo>
                  <a:pt x="74600" y="56034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84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B689AAB4-D312-4552-AAD5-209022739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4592" y="9571461"/>
            <a:ext cx="74600" cy="56034"/>
          </a:xfrm>
          <a:custGeom xmlns:a="http://schemas.openxmlformats.org/drawingml/2006/main">
            <a:pathLst>
              <a:path w="74600" h="56034">
                <a:moveTo>
                  <a:pt x="0" y="0"/>
                </a:moveTo>
                <a:lnTo>
                  <a:pt x="74600" y="56034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85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B1B228E6-3000-4514-8309-8D0FDFEF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2975" y="9712960"/>
            <a:ext cx="74600" cy="56034"/>
          </a:xfrm>
          <a:custGeom xmlns:a="http://schemas.openxmlformats.org/drawingml/2006/main">
            <a:pathLst>
              <a:path w="74600" h="56034">
                <a:moveTo>
                  <a:pt x="0" y="0"/>
                </a:moveTo>
                <a:lnTo>
                  <a:pt x="74600" y="56034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86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701C140D-4997-48EE-983E-C027A1EE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1358" y="9854459"/>
            <a:ext cx="74600" cy="56034"/>
          </a:xfrm>
          <a:custGeom xmlns:a="http://schemas.openxmlformats.org/drawingml/2006/main">
            <a:pathLst>
              <a:path w="74600" h="56034">
                <a:moveTo>
                  <a:pt x="0" y="0"/>
                </a:moveTo>
                <a:lnTo>
                  <a:pt x="74600" y="56034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87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846373A6-9BEA-43A8-87BF-63EE0D05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9742" y="9995958"/>
            <a:ext cx="74600" cy="56034"/>
          </a:xfrm>
          <a:custGeom xmlns:a="http://schemas.openxmlformats.org/drawingml/2006/main">
            <a:pathLst>
              <a:path w="74600" h="56034">
                <a:moveTo>
                  <a:pt x="0" y="0"/>
                </a:moveTo>
                <a:lnTo>
                  <a:pt x="74600" y="56034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88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561B11F2-6387-4926-9D84-C324D62A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8125" y="10137458"/>
            <a:ext cx="74600" cy="56034"/>
          </a:xfrm>
          <a:custGeom xmlns:a="http://schemas.openxmlformats.org/drawingml/2006/main">
            <a:pathLst>
              <a:path w="74600" h="56034">
                <a:moveTo>
                  <a:pt x="0" y="0"/>
                </a:moveTo>
                <a:lnTo>
                  <a:pt x="74600" y="56034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89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9EFAB907-99B0-41DB-95D3-B1FC421F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6508" y="10278957"/>
            <a:ext cx="74600" cy="56034"/>
          </a:xfrm>
          <a:custGeom xmlns:a="http://schemas.openxmlformats.org/drawingml/2006/main">
            <a:pathLst>
              <a:path w="74600" h="56034">
                <a:moveTo>
                  <a:pt x="0" y="0"/>
                </a:moveTo>
                <a:lnTo>
                  <a:pt x="74600" y="56034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90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BC6FD404-185B-4BDB-8A87-AAD94A50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4892" y="10420456"/>
            <a:ext cx="74600" cy="56034"/>
          </a:xfrm>
          <a:custGeom xmlns:a="http://schemas.openxmlformats.org/drawingml/2006/main">
            <a:pathLst>
              <a:path w="74600" h="56034">
                <a:moveTo>
                  <a:pt x="0" y="0"/>
                </a:moveTo>
                <a:lnTo>
                  <a:pt x="74600" y="56034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91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D0B622A7-0144-47D3-860C-C6E29A6E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3275" y="10561955"/>
            <a:ext cx="74600" cy="56034"/>
          </a:xfrm>
          <a:custGeom xmlns:a="http://schemas.openxmlformats.org/drawingml/2006/main">
            <a:pathLst>
              <a:path w="74600" h="56034">
                <a:moveTo>
                  <a:pt x="0" y="0"/>
                </a:moveTo>
                <a:lnTo>
                  <a:pt x="74600" y="56034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92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E29CE5B5-7402-45D9-A931-8D7963A9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31658" y="10703454"/>
            <a:ext cx="74600" cy="56034"/>
          </a:xfrm>
          <a:custGeom xmlns:a="http://schemas.openxmlformats.org/drawingml/2006/main">
            <a:pathLst>
              <a:path w="74600" h="56034">
                <a:moveTo>
                  <a:pt x="0" y="0"/>
                </a:moveTo>
                <a:lnTo>
                  <a:pt x="74600" y="56034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93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5220EB64-F783-4D1B-9667-FB6640E80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0042" y="10844953"/>
            <a:ext cx="74600" cy="56034"/>
          </a:xfrm>
          <a:custGeom xmlns:a="http://schemas.openxmlformats.org/drawingml/2006/main">
            <a:pathLst>
              <a:path w="74600" h="56034">
                <a:moveTo>
                  <a:pt x="0" y="0"/>
                </a:moveTo>
                <a:lnTo>
                  <a:pt x="74600" y="56034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94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4F9B1FCF-19BF-4A57-899F-2B4B09D8B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08425" y="10986453"/>
            <a:ext cx="74600" cy="56034"/>
          </a:xfrm>
          <a:custGeom xmlns:a="http://schemas.openxmlformats.org/drawingml/2006/main">
            <a:pathLst>
              <a:path w="74600" h="56034">
                <a:moveTo>
                  <a:pt x="0" y="0"/>
                </a:moveTo>
                <a:lnTo>
                  <a:pt x="74600" y="56034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95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ABF668E8-1BD2-4EAE-8F31-8DAC5967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6808" y="11127952"/>
            <a:ext cx="74600" cy="56034"/>
          </a:xfrm>
          <a:custGeom xmlns:a="http://schemas.openxmlformats.org/drawingml/2006/main">
            <a:pathLst>
              <a:path w="74600" h="56034">
                <a:moveTo>
                  <a:pt x="0" y="0"/>
                </a:moveTo>
                <a:lnTo>
                  <a:pt x="74600" y="56034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96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5588C936-1A33-4025-A228-7BE6389E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85192" y="11269451"/>
            <a:ext cx="74600" cy="56034"/>
          </a:xfrm>
          <a:custGeom xmlns:a="http://schemas.openxmlformats.org/drawingml/2006/main">
            <a:pathLst>
              <a:path w="74600" h="56034">
                <a:moveTo>
                  <a:pt x="0" y="0"/>
                </a:moveTo>
                <a:lnTo>
                  <a:pt x="74600" y="56034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97" name="Long tail guide endpoint">
            <a:extLst xmlns:a="http://schemas.openxmlformats.org/drawingml/2006/main">
              <a:ext uri="{FF2B5EF4-FFF2-40B4-BE49-F238E27FC236}">
                <a16:creationId xmlns:a16="http://schemas.microsoft.com/office/drawing/2014/main" id="{D50C10EB-0D12-4610-8BCB-6D9B0466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25950" y="11363325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cubicBezTo>
                  <a:pt x="95250" y="73928"/>
                  <a:pt x="73928" y="95250"/>
                  <a:pt x="47625" y="95250"/>
                </a:cubicBezTo>
                <a:cubicBezTo>
                  <a:pt x="21322" y="95250"/>
                  <a:pt x="0" y="73928"/>
                  <a:pt x="0" y="47625"/>
                </a:cubicBezTo>
                <a:cubicBezTo>
                  <a:pt x="0" y="21322"/>
                  <a:pt x="21322" y="0"/>
                  <a:pt x="47625" y="0"/>
                </a:cubicBezTo>
                <a:cubicBezTo>
                  <a:pt x="73928" y="0"/>
                  <a:pt x="95250" y="21322"/>
                  <a:pt x="95250" y="47625"/>
                </a:cubicBezTo>
                <a:close/>
              </a:path>
            </a:pathLst>
          </a:custGeom>
          <a:solidFill xmlns:a="http://schemas.openxmlformats.org/drawingml/2006/main">
            <a:srgbClr val="E7F3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398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B78F458A-BAE5-4615-B0E9-CB3BA1755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0325" y="8471535"/>
            <a:ext cx="86754" cy="65924"/>
          </a:xfrm>
          <a:custGeom xmlns:a="http://schemas.openxmlformats.org/drawingml/2006/main">
            <a:pathLst>
              <a:path w="86754" h="65924">
                <a:moveTo>
                  <a:pt x="0" y="0"/>
                </a:moveTo>
                <a:lnTo>
                  <a:pt x="86754" y="65924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399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B5E080B9-5CA3-4639-A2EB-333CD17A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9400" y="8638011"/>
            <a:ext cx="86754" cy="65924"/>
          </a:xfrm>
          <a:custGeom xmlns:a="http://schemas.openxmlformats.org/drawingml/2006/main">
            <a:pathLst>
              <a:path w="86754" h="65924">
                <a:moveTo>
                  <a:pt x="0" y="0"/>
                </a:moveTo>
                <a:lnTo>
                  <a:pt x="86754" y="65924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400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A78851DC-F9EC-42F1-AAA1-B30CF413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8475" y="8804487"/>
            <a:ext cx="86754" cy="65924"/>
          </a:xfrm>
          <a:custGeom xmlns:a="http://schemas.openxmlformats.org/drawingml/2006/main">
            <a:pathLst>
              <a:path w="86754" h="65924">
                <a:moveTo>
                  <a:pt x="0" y="0"/>
                </a:moveTo>
                <a:lnTo>
                  <a:pt x="86754" y="65924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401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9DAA3C89-6DBA-4581-800E-8058DBFFA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7550" y="8970963"/>
            <a:ext cx="86754" cy="65924"/>
          </a:xfrm>
          <a:custGeom xmlns:a="http://schemas.openxmlformats.org/drawingml/2006/main">
            <a:pathLst>
              <a:path w="86754" h="65924">
                <a:moveTo>
                  <a:pt x="0" y="0"/>
                </a:moveTo>
                <a:lnTo>
                  <a:pt x="86754" y="65924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402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5C9087A8-C92D-4EFF-8028-A09A4ED94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6625" y="9137438"/>
            <a:ext cx="86754" cy="65924"/>
          </a:xfrm>
          <a:custGeom xmlns:a="http://schemas.openxmlformats.org/drawingml/2006/main">
            <a:pathLst>
              <a:path w="86754" h="65924">
                <a:moveTo>
                  <a:pt x="0" y="0"/>
                </a:moveTo>
                <a:lnTo>
                  <a:pt x="86754" y="65924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403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A9F0A40B-2732-45A9-9518-439EC9F1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5700" y="9303914"/>
            <a:ext cx="86754" cy="65924"/>
          </a:xfrm>
          <a:custGeom xmlns:a="http://schemas.openxmlformats.org/drawingml/2006/main">
            <a:pathLst>
              <a:path w="86754" h="65924">
                <a:moveTo>
                  <a:pt x="0" y="0"/>
                </a:moveTo>
                <a:lnTo>
                  <a:pt x="86754" y="65924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404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CC38E112-B0A6-453F-8157-BB01BFBEC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4775" y="9470390"/>
            <a:ext cx="86754" cy="65924"/>
          </a:xfrm>
          <a:custGeom xmlns:a="http://schemas.openxmlformats.org/drawingml/2006/main">
            <a:pathLst>
              <a:path w="86754" h="65924">
                <a:moveTo>
                  <a:pt x="0" y="0"/>
                </a:moveTo>
                <a:lnTo>
                  <a:pt x="86754" y="65924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405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7AE8C16D-A228-4D40-BE2B-D48C16B3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3850" y="9636866"/>
            <a:ext cx="86754" cy="65924"/>
          </a:xfrm>
          <a:custGeom xmlns:a="http://schemas.openxmlformats.org/drawingml/2006/main">
            <a:pathLst>
              <a:path w="86754" h="65924">
                <a:moveTo>
                  <a:pt x="0" y="0"/>
                </a:moveTo>
                <a:lnTo>
                  <a:pt x="86754" y="65924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406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EC9E407B-A9B9-4582-B988-7D7AB365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2925" y="9803342"/>
            <a:ext cx="86754" cy="65924"/>
          </a:xfrm>
          <a:custGeom xmlns:a="http://schemas.openxmlformats.org/drawingml/2006/main">
            <a:pathLst>
              <a:path w="86754" h="65924">
                <a:moveTo>
                  <a:pt x="0" y="0"/>
                </a:moveTo>
                <a:lnTo>
                  <a:pt x="86754" y="65924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407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3130A9C0-6635-4CB7-8903-FC4D604F2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9969818"/>
            <a:ext cx="86754" cy="65924"/>
          </a:xfrm>
          <a:custGeom xmlns:a="http://schemas.openxmlformats.org/drawingml/2006/main">
            <a:pathLst>
              <a:path w="86754" h="65924">
                <a:moveTo>
                  <a:pt x="0" y="0"/>
                </a:moveTo>
                <a:lnTo>
                  <a:pt x="86754" y="65924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408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1650522C-DB2C-4DF5-9293-5CDAA39F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1075" y="10136293"/>
            <a:ext cx="86754" cy="65924"/>
          </a:xfrm>
          <a:custGeom xmlns:a="http://schemas.openxmlformats.org/drawingml/2006/main">
            <a:pathLst>
              <a:path w="86754" h="65924">
                <a:moveTo>
                  <a:pt x="0" y="0"/>
                </a:moveTo>
                <a:lnTo>
                  <a:pt x="86754" y="65924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409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C1524850-C40D-4C92-AA5C-7B7A43E9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40150" y="10302769"/>
            <a:ext cx="86754" cy="65924"/>
          </a:xfrm>
          <a:custGeom xmlns:a="http://schemas.openxmlformats.org/drawingml/2006/main">
            <a:pathLst>
              <a:path w="86754" h="65924">
                <a:moveTo>
                  <a:pt x="0" y="0"/>
                </a:moveTo>
                <a:lnTo>
                  <a:pt x="86754" y="65924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410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D5AA9CA5-500A-4D82-8E05-951CAF41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59225" y="10469245"/>
            <a:ext cx="86754" cy="65924"/>
          </a:xfrm>
          <a:custGeom xmlns:a="http://schemas.openxmlformats.org/drawingml/2006/main">
            <a:pathLst>
              <a:path w="86754" h="65924">
                <a:moveTo>
                  <a:pt x="0" y="0"/>
                </a:moveTo>
                <a:lnTo>
                  <a:pt x="86754" y="65924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411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788B89A7-0BED-4A35-96AC-172B3F36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78300" y="10635721"/>
            <a:ext cx="86754" cy="65924"/>
          </a:xfrm>
          <a:custGeom xmlns:a="http://schemas.openxmlformats.org/drawingml/2006/main">
            <a:pathLst>
              <a:path w="86754" h="65924">
                <a:moveTo>
                  <a:pt x="0" y="0"/>
                </a:moveTo>
                <a:lnTo>
                  <a:pt x="86754" y="65924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412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65099248-FBA4-46ED-87D9-056689C40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10802197"/>
            <a:ext cx="86754" cy="65924"/>
          </a:xfrm>
          <a:custGeom xmlns:a="http://schemas.openxmlformats.org/drawingml/2006/main">
            <a:pathLst>
              <a:path w="86754" h="65924">
                <a:moveTo>
                  <a:pt x="0" y="0"/>
                </a:moveTo>
                <a:lnTo>
                  <a:pt x="86754" y="65924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413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016D7697-E5FA-4028-9EFD-BDB734B3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16450" y="10968673"/>
            <a:ext cx="86754" cy="65924"/>
          </a:xfrm>
          <a:custGeom xmlns:a="http://schemas.openxmlformats.org/drawingml/2006/main">
            <a:pathLst>
              <a:path w="86754" h="65924">
                <a:moveTo>
                  <a:pt x="0" y="0"/>
                </a:moveTo>
                <a:lnTo>
                  <a:pt x="86754" y="65924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414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8F81DF0F-8BF3-415B-ABF5-3EDF87E3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35525" y="11135148"/>
            <a:ext cx="86754" cy="65924"/>
          </a:xfrm>
          <a:custGeom xmlns:a="http://schemas.openxmlformats.org/drawingml/2006/main">
            <a:pathLst>
              <a:path w="86754" h="65924">
                <a:moveTo>
                  <a:pt x="0" y="0"/>
                </a:moveTo>
                <a:lnTo>
                  <a:pt x="86754" y="65924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415" name="Native yellow long tail guide">
            <a:extLst xmlns:a="http://schemas.openxmlformats.org/drawingml/2006/main">
              <a:ext uri="{FF2B5EF4-FFF2-40B4-BE49-F238E27FC236}">
                <a16:creationId xmlns:a16="http://schemas.microsoft.com/office/drawing/2014/main" id="{12F59D51-D653-48A2-8BF0-C9F0C6230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54600" y="11301624"/>
            <a:ext cx="86754" cy="65924"/>
          </a:xfrm>
          <a:custGeom xmlns:a="http://schemas.openxmlformats.org/drawingml/2006/main">
            <a:pathLst>
              <a:path w="86754" h="65924">
                <a:moveTo>
                  <a:pt x="0" y="0"/>
                </a:moveTo>
                <a:lnTo>
                  <a:pt x="86754" y="65924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7F300"/>
            </a:solidFill>
            <a:prstDash val="solid"/>
          </a:ln>
        </p:spPr>
      </p:sp>
      <p:sp>
        <p:nvSpPr>
          <p:cNvPr id="416" name="Long tail guide endpoint">
            <a:extLst xmlns:a="http://schemas.openxmlformats.org/drawingml/2006/main">
              <a:ext uri="{FF2B5EF4-FFF2-40B4-BE49-F238E27FC236}">
                <a16:creationId xmlns:a16="http://schemas.microsoft.com/office/drawing/2014/main" id="{A215CDCD-467B-45DE-A064-0D5FB5A2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26050" y="11420475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cubicBezTo>
                  <a:pt x="95250" y="73928"/>
                  <a:pt x="73928" y="95250"/>
                  <a:pt x="47625" y="95250"/>
                </a:cubicBezTo>
                <a:cubicBezTo>
                  <a:pt x="21322" y="95250"/>
                  <a:pt x="0" y="73928"/>
                  <a:pt x="0" y="47625"/>
                </a:cubicBezTo>
                <a:cubicBezTo>
                  <a:pt x="0" y="21322"/>
                  <a:pt x="21322" y="0"/>
                  <a:pt x="47625" y="0"/>
                </a:cubicBezTo>
                <a:cubicBezTo>
                  <a:pt x="73928" y="0"/>
                  <a:pt x="95250" y="21322"/>
                  <a:pt x="95250" y="47625"/>
                </a:cubicBezTo>
                <a:close/>
              </a:path>
            </a:pathLst>
          </a:custGeom>
          <a:solidFill xmlns:a="http://schemas.openxmlformats.org/drawingml/2006/main">
            <a:srgbClr val="E7F3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417" name="Long-tail Scarcity">
            <a:extLst xmlns:a="http://schemas.openxmlformats.org/drawingml/2006/main">
              <a:ext uri="{FF2B5EF4-FFF2-40B4-BE49-F238E27FC236}">
                <a16:creationId xmlns:a16="http://schemas.microsoft.com/office/drawing/2014/main" id="{77E4793C-191F-4908-BFB6-CEDAAD431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77850" y="115062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 i="0">
                <a:solidFill>
                  <a:srgbClr val="F1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F1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100" b="1" i="0">
                <a:solidFill>
                  <a:srgbClr val="F10000"/>
                </a:solidFill>
                <a:latin typeface="Comic Sans MS"/>
                <a:ea typeface="Comic Sans MS"/>
                <a:cs typeface="Comic Sans MS"/>
              </a:rPr>
              <a:t>Long-tail Scarcity</a:t>
            </a:r>
          </a:p>
        </p:txBody>
      </p:sp>
    </p:spTree>
    <p:extLst>
      <p:ext uri="{BB962C8B-B14F-4D97-AF65-F5344CB8AC3E}">
        <p14:creationId xmlns:p14="http://schemas.microsoft.com/office/powerpoint/2010/main" val="8058274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5" name="Dataset category Human-&#10;Human">
            <a:extLst xmlns:a="http://schemas.openxmlformats.org/drawingml/2006/main">
              <a:ext uri="{FF2B5EF4-FFF2-40B4-BE49-F238E27FC236}">
                <a16:creationId xmlns:a16="http://schemas.microsoft.com/office/drawing/2014/main" id="{23B1B63F-CF79-42E3-8AF5-A0A96E5AA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6736" y="2348459"/>
            <a:ext cx="1693704" cy="1224444"/>
          </a:xfrm>
          <a:custGeom xmlns:a="http://schemas.openxmlformats.org/drawingml/2006/main">
            <a:pathLst>
              <a:path w="1693704" h="1224444">
                <a:moveTo>
                  <a:pt x="15460" y="0"/>
                </a:moveTo>
                <a:lnTo>
                  <a:pt x="59319" y="1034"/>
                </a:lnTo>
                <a:lnTo>
                  <a:pt x="103162" y="2603"/>
                </a:lnTo>
                <a:lnTo>
                  <a:pt x="146982" y="4708"/>
                </a:lnTo>
                <a:lnTo>
                  <a:pt x="190774" y="7348"/>
                </a:lnTo>
                <a:lnTo>
                  <a:pt x="234530" y="10523"/>
                </a:lnTo>
                <a:lnTo>
                  <a:pt x="278244" y="14232"/>
                </a:lnTo>
                <a:lnTo>
                  <a:pt x="321910" y="18475"/>
                </a:lnTo>
                <a:lnTo>
                  <a:pt x="365520" y="23251"/>
                </a:lnTo>
                <a:lnTo>
                  <a:pt x="409069" y="28560"/>
                </a:lnTo>
                <a:lnTo>
                  <a:pt x="452550" y="34400"/>
                </a:lnTo>
                <a:lnTo>
                  <a:pt x="495956" y="40771"/>
                </a:lnTo>
                <a:lnTo>
                  <a:pt x="539281" y="47671"/>
                </a:lnTo>
                <a:lnTo>
                  <a:pt x="582518" y="55101"/>
                </a:lnTo>
                <a:lnTo>
                  <a:pt x="625662" y="63058"/>
                </a:lnTo>
                <a:lnTo>
                  <a:pt x="668705" y="71542"/>
                </a:lnTo>
                <a:lnTo>
                  <a:pt x="711641" y="80551"/>
                </a:lnTo>
                <a:lnTo>
                  <a:pt x="754464" y="90084"/>
                </a:lnTo>
                <a:lnTo>
                  <a:pt x="797167" y="100139"/>
                </a:lnTo>
                <a:lnTo>
                  <a:pt x="839744" y="110715"/>
                </a:lnTo>
                <a:lnTo>
                  <a:pt x="882189" y="121811"/>
                </a:lnTo>
                <a:lnTo>
                  <a:pt x="924495" y="133424"/>
                </a:lnTo>
                <a:lnTo>
                  <a:pt x="966656" y="145554"/>
                </a:lnTo>
                <a:lnTo>
                  <a:pt x="1008666" y="158197"/>
                </a:lnTo>
                <a:lnTo>
                  <a:pt x="1050518" y="171353"/>
                </a:lnTo>
                <a:lnTo>
                  <a:pt x="1092207" y="185019"/>
                </a:lnTo>
                <a:lnTo>
                  <a:pt x="1133725" y="199193"/>
                </a:lnTo>
                <a:lnTo>
                  <a:pt x="1175067" y="213874"/>
                </a:lnTo>
                <a:lnTo>
                  <a:pt x="1216226" y="229058"/>
                </a:lnTo>
                <a:lnTo>
                  <a:pt x="1257197" y="244745"/>
                </a:lnTo>
                <a:lnTo>
                  <a:pt x="1297974" y="260930"/>
                </a:lnTo>
                <a:lnTo>
                  <a:pt x="1338549" y="277613"/>
                </a:lnTo>
                <a:lnTo>
                  <a:pt x="1378918" y="294790"/>
                </a:lnTo>
                <a:lnTo>
                  <a:pt x="1419074" y="312459"/>
                </a:lnTo>
                <a:lnTo>
                  <a:pt x="1459010" y="330617"/>
                </a:lnTo>
                <a:lnTo>
                  <a:pt x="1498723" y="349262"/>
                </a:lnTo>
                <a:lnTo>
                  <a:pt x="1538204" y="368391"/>
                </a:lnTo>
                <a:lnTo>
                  <a:pt x="1577449" y="388000"/>
                </a:lnTo>
                <a:lnTo>
                  <a:pt x="1616451" y="408087"/>
                </a:lnTo>
                <a:lnTo>
                  <a:pt x="1655205" y="428650"/>
                </a:lnTo>
                <a:lnTo>
                  <a:pt x="1693704" y="449684"/>
                </a:lnTo>
                <a:lnTo>
                  <a:pt x="1264248" y="1224444"/>
                </a:lnTo>
                <a:lnTo>
                  <a:pt x="1235246" y="1208599"/>
                </a:lnTo>
                <a:lnTo>
                  <a:pt x="1206052" y="1193109"/>
                </a:lnTo>
                <a:lnTo>
                  <a:pt x="1176671" y="1177977"/>
                </a:lnTo>
                <a:lnTo>
                  <a:pt x="1147107" y="1163204"/>
                </a:lnTo>
                <a:lnTo>
                  <a:pt x="1117365" y="1148795"/>
                </a:lnTo>
                <a:lnTo>
                  <a:pt x="1087449" y="1134749"/>
                </a:lnTo>
                <a:lnTo>
                  <a:pt x="1057364" y="1121070"/>
                </a:lnTo>
                <a:lnTo>
                  <a:pt x="1027114" y="1107760"/>
                </a:lnTo>
                <a:lnTo>
                  <a:pt x="996704" y="1094820"/>
                </a:lnTo>
                <a:lnTo>
                  <a:pt x="966138" y="1082253"/>
                </a:lnTo>
                <a:lnTo>
                  <a:pt x="935420" y="1070060"/>
                </a:lnTo>
                <a:lnTo>
                  <a:pt x="904556" y="1058243"/>
                </a:lnTo>
                <a:lnTo>
                  <a:pt x="873550" y="1046805"/>
                </a:lnTo>
                <a:lnTo>
                  <a:pt x="842407" y="1035746"/>
                </a:lnTo>
                <a:lnTo>
                  <a:pt x="811130" y="1025068"/>
                </a:lnTo>
                <a:lnTo>
                  <a:pt x="779726" y="1014773"/>
                </a:lnTo>
                <a:lnTo>
                  <a:pt x="748198" y="1004862"/>
                </a:lnTo>
                <a:lnTo>
                  <a:pt x="716551" y="995338"/>
                </a:lnTo>
                <a:lnTo>
                  <a:pt x="684791" y="986201"/>
                </a:lnTo>
                <a:lnTo>
                  <a:pt x="652921" y="977452"/>
                </a:lnTo>
                <a:lnTo>
                  <a:pt x="620947" y="969094"/>
                </a:lnTo>
                <a:lnTo>
                  <a:pt x="588872" y="961126"/>
                </a:lnTo>
                <a:lnTo>
                  <a:pt x="556703" y="953552"/>
                </a:lnTo>
                <a:lnTo>
                  <a:pt x="524444" y="946370"/>
                </a:lnTo>
                <a:lnTo>
                  <a:pt x="492100" y="939584"/>
                </a:lnTo>
                <a:lnTo>
                  <a:pt x="459675" y="933193"/>
                </a:lnTo>
                <a:lnTo>
                  <a:pt x="427174" y="927199"/>
                </a:lnTo>
                <a:lnTo>
                  <a:pt x="394603" y="921602"/>
                </a:lnTo>
                <a:lnTo>
                  <a:pt x="361965" y="916403"/>
                </a:lnTo>
                <a:lnTo>
                  <a:pt x="329267" y="911604"/>
                </a:lnTo>
                <a:lnTo>
                  <a:pt x="296512" y="907204"/>
                </a:lnTo>
                <a:lnTo>
                  <a:pt x="263706" y="903205"/>
                </a:lnTo>
                <a:lnTo>
                  <a:pt x="230854" y="899607"/>
                </a:lnTo>
                <a:lnTo>
                  <a:pt x="197960" y="896411"/>
                </a:lnTo>
                <a:lnTo>
                  <a:pt x="165029" y="893617"/>
                </a:lnTo>
                <a:lnTo>
                  <a:pt x="132067" y="891225"/>
                </a:lnTo>
                <a:lnTo>
                  <a:pt x="99078" y="889237"/>
                </a:lnTo>
                <a:lnTo>
                  <a:pt x="66067" y="887651"/>
                </a:lnTo>
                <a:lnTo>
                  <a:pt x="33040" y="886469"/>
                </a:lnTo>
                <a:lnTo>
                  <a:pt x="0" y="885690"/>
                </a:lnTo>
                <a:close/>
              </a:path>
            </a:pathLst>
          </a:custGeom>
          <a:solidFill xmlns:a="http://schemas.openxmlformats.org/drawingml/2006/main">
            <a:srgbClr val="83B8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" name="Dataset count 11084">
            <a:extLst xmlns:a="http://schemas.openxmlformats.org/drawingml/2006/main">
              <a:ext uri="{FF2B5EF4-FFF2-40B4-BE49-F238E27FC236}">
                <a16:creationId xmlns:a16="http://schemas.microsoft.com/office/drawing/2014/main" id="{E19DC5EF-C768-4D9E-AD3F-267DBCFC5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3489" y="3434144"/>
            <a:ext cx="1200521" cy="1804910"/>
          </a:xfrm>
          <a:custGeom xmlns:a="http://schemas.openxmlformats.org/drawingml/2006/main">
            <a:pathLst>
              <a:path w="1200521" h="1804910">
                <a:moveTo>
                  <a:pt x="29756" y="0"/>
                </a:moveTo>
                <a:lnTo>
                  <a:pt x="60352" y="721"/>
                </a:lnTo>
                <a:lnTo>
                  <a:pt x="90938" y="1816"/>
                </a:lnTo>
                <a:lnTo>
                  <a:pt x="121508" y="3284"/>
                </a:lnTo>
                <a:lnTo>
                  <a:pt x="152057" y="5126"/>
                </a:lnTo>
                <a:lnTo>
                  <a:pt x="182582" y="7341"/>
                </a:lnTo>
                <a:lnTo>
                  <a:pt x="213078" y="9928"/>
                </a:lnTo>
                <a:lnTo>
                  <a:pt x="243539" y="12888"/>
                </a:lnTo>
                <a:lnTo>
                  <a:pt x="273963" y="16220"/>
                </a:lnTo>
                <a:lnTo>
                  <a:pt x="304343" y="19923"/>
                </a:lnTo>
                <a:lnTo>
                  <a:pt x="334675" y="23998"/>
                </a:lnTo>
                <a:lnTo>
                  <a:pt x="364956" y="28442"/>
                </a:lnTo>
                <a:lnTo>
                  <a:pt x="395180" y="33256"/>
                </a:lnTo>
                <a:lnTo>
                  <a:pt x="425343" y="38439"/>
                </a:lnTo>
                <a:lnTo>
                  <a:pt x="455441" y="43990"/>
                </a:lnTo>
                <a:lnTo>
                  <a:pt x="485468" y="49909"/>
                </a:lnTo>
                <a:lnTo>
                  <a:pt x="515421" y="56193"/>
                </a:lnTo>
                <a:lnTo>
                  <a:pt x="545295" y="62844"/>
                </a:lnTo>
                <a:lnTo>
                  <a:pt x="575085" y="69858"/>
                </a:lnTo>
                <a:lnTo>
                  <a:pt x="604787" y="77236"/>
                </a:lnTo>
                <a:lnTo>
                  <a:pt x="634397" y="84977"/>
                </a:lnTo>
                <a:lnTo>
                  <a:pt x="663911" y="93078"/>
                </a:lnTo>
                <a:lnTo>
                  <a:pt x="693323" y="101540"/>
                </a:lnTo>
                <a:lnTo>
                  <a:pt x="722629" y="110360"/>
                </a:lnTo>
                <a:lnTo>
                  <a:pt x="751826" y="119538"/>
                </a:lnTo>
                <a:lnTo>
                  <a:pt x="780908" y="129072"/>
                </a:lnTo>
                <a:lnTo>
                  <a:pt x="809872" y="138960"/>
                </a:lnTo>
                <a:lnTo>
                  <a:pt x="838713" y="149201"/>
                </a:lnTo>
                <a:lnTo>
                  <a:pt x="867426" y="159794"/>
                </a:lnTo>
                <a:lnTo>
                  <a:pt x="896008" y="170737"/>
                </a:lnTo>
                <a:lnTo>
                  <a:pt x="924454" y="182028"/>
                </a:lnTo>
                <a:lnTo>
                  <a:pt x="952760" y="193666"/>
                </a:lnTo>
                <a:lnTo>
                  <a:pt x="980922" y="205649"/>
                </a:lnTo>
                <a:lnTo>
                  <a:pt x="1008935" y="217975"/>
                </a:lnTo>
                <a:lnTo>
                  <a:pt x="1036795" y="230643"/>
                </a:lnTo>
                <a:lnTo>
                  <a:pt x="1064499" y="243650"/>
                </a:lnTo>
                <a:lnTo>
                  <a:pt x="1092042" y="256994"/>
                </a:lnTo>
                <a:lnTo>
                  <a:pt x="1119419" y="270674"/>
                </a:lnTo>
                <a:lnTo>
                  <a:pt x="1146628" y="284687"/>
                </a:lnTo>
                <a:lnTo>
                  <a:pt x="1173663" y="299032"/>
                </a:lnTo>
                <a:lnTo>
                  <a:pt x="1200521" y="313706"/>
                </a:lnTo>
                <a:lnTo>
                  <a:pt x="373933" y="1804910"/>
                </a:lnTo>
                <a:lnTo>
                  <a:pt x="365354" y="1800224"/>
                </a:lnTo>
                <a:lnTo>
                  <a:pt x="356719" y="1795642"/>
                </a:lnTo>
                <a:lnTo>
                  <a:pt x="348029" y="1791166"/>
                </a:lnTo>
                <a:lnTo>
                  <a:pt x="339285" y="1786797"/>
                </a:lnTo>
                <a:lnTo>
                  <a:pt x="330488" y="1782535"/>
                </a:lnTo>
                <a:lnTo>
                  <a:pt x="321640" y="1778381"/>
                </a:lnTo>
                <a:lnTo>
                  <a:pt x="312742" y="1774335"/>
                </a:lnTo>
                <a:lnTo>
                  <a:pt x="303794" y="1770398"/>
                </a:lnTo>
                <a:lnTo>
                  <a:pt x="294800" y="1766571"/>
                </a:lnTo>
                <a:lnTo>
                  <a:pt x="285759" y="1762854"/>
                </a:lnTo>
                <a:lnTo>
                  <a:pt x="276674" y="1759247"/>
                </a:lnTo>
                <a:lnTo>
                  <a:pt x="267545" y="1755752"/>
                </a:lnTo>
                <a:lnTo>
                  <a:pt x="258374" y="1752369"/>
                </a:lnTo>
                <a:lnTo>
                  <a:pt x="249163" y="1749098"/>
                </a:lnTo>
                <a:lnTo>
                  <a:pt x="239912" y="1745940"/>
                </a:lnTo>
                <a:lnTo>
                  <a:pt x="230623" y="1742895"/>
                </a:lnTo>
                <a:lnTo>
                  <a:pt x="221298" y="1739963"/>
                </a:lnTo>
                <a:lnTo>
                  <a:pt x="211938" y="1737146"/>
                </a:lnTo>
                <a:lnTo>
                  <a:pt x="202544" y="1734444"/>
                </a:lnTo>
                <a:lnTo>
                  <a:pt x="193117" y="1731856"/>
                </a:lnTo>
                <a:lnTo>
                  <a:pt x="183660" y="1729384"/>
                </a:lnTo>
                <a:lnTo>
                  <a:pt x="174174" y="1727027"/>
                </a:lnTo>
                <a:lnTo>
                  <a:pt x="164659" y="1724787"/>
                </a:lnTo>
                <a:lnTo>
                  <a:pt x="155117" y="1722663"/>
                </a:lnTo>
                <a:lnTo>
                  <a:pt x="145551" y="1720656"/>
                </a:lnTo>
                <a:lnTo>
                  <a:pt x="135960" y="1718765"/>
                </a:lnTo>
                <a:lnTo>
                  <a:pt x="126347" y="1716992"/>
                </a:lnTo>
                <a:lnTo>
                  <a:pt x="116713" y="1715337"/>
                </a:lnTo>
                <a:lnTo>
                  <a:pt x="107060" y="1713800"/>
                </a:lnTo>
                <a:lnTo>
                  <a:pt x="97389" y="1712380"/>
                </a:lnTo>
                <a:lnTo>
                  <a:pt x="87701" y="1711079"/>
                </a:lnTo>
                <a:lnTo>
                  <a:pt x="77998" y="1709896"/>
                </a:lnTo>
                <a:lnTo>
                  <a:pt x="68281" y="1708832"/>
                </a:lnTo>
                <a:lnTo>
                  <a:pt x="58551" y="1707886"/>
                </a:lnTo>
                <a:lnTo>
                  <a:pt x="48811" y="1707060"/>
                </a:lnTo>
                <a:lnTo>
                  <a:pt x="39062" y="1706353"/>
                </a:lnTo>
                <a:lnTo>
                  <a:pt x="29305" y="1705764"/>
                </a:lnTo>
                <a:lnTo>
                  <a:pt x="19541" y="1705295"/>
                </a:lnTo>
                <a:lnTo>
                  <a:pt x="9772" y="1704946"/>
                </a:lnTo>
                <a:lnTo>
                  <a:pt x="0" y="1704715"/>
                </a:lnTo>
                <a:close/>
              </a:path>
            </a:pathLst>
          </a:custGeom>
          <a:solidFill xmlns:a="http://schemas.openxmlformats.org/drawingml/2006/main">
            <a:srgbClr val="E7F3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" name="Dataset count encoding">
            <a:extLst xmlns:a="http://schemas.openxmlformats.org/drawingml/2006/main">
              <a:ext uri="{FF2B5EF4-FFF2-40B4-BE49-F238E27FC236}">
                <a16:creationId xmlns:a16="http://schemas.microsoft.com/office/drawing/2014/main" id="{1BEB65A8-95CB-4628-9953-7D5247FA3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3489" y="4562878"/>
            <a:ext cx="653216" cy="676176"/>
          </a:xfrm>
          <a:custGeom xmlns:a="http://schemas.openxmlformats.org/drawingml/2006/main">
            <a:pathLst>
              <a:path w="653216" h="676176">
                <a:moveTo>
                  <a:pt x="10054" y="0"/>
                </a:moveTo>
                <a:lnTo>
                  <a:pt x="26862" y="396"/>
                </a:lnTo>
                <a:lnTo>
                  <a:pt x="43664" y="998"/>
                </a:lnTo>
                <a:lnTo>
                  <a:pt x="60458" y="1804"/>
                </a:lnTo>
                <a:lnTo>
                  <a:pt x="77240" y="2816"/>
                </a:lnTo>
                <a:lnTo>
                  <a:pt x="94009" y="4033"/>
                </a:lnTo>
                <a:lnTo>
                  <a:pt x="110762" y="5454"/>
                </a:lnTo>
                <a:lnTo>
                  <a:pt x="127496" y="7080"/>
                </a:lnTo>
                <a:lnTo>
                  <a:pt x="144209" y="8911"/>
                </a:lnTo>
                <a:lnTo>
                  <a:pt x="160899" y="10945"/>
                </a:lnTo>
                <a:lnTo>
                  <a:pt x="177562" y="13183"/>
                </a:lnTo>
                <a:lnTo>
                  <a:pt x="194197" y="15625"/>
                </a:lnTo>
                <a:lnTo>
                  <a:pt x="210800" y="18269"/>
                </a:lnTo>
                <a:lnTo>
                  <a:pt x="227371" y="21117"/>
                </a:lnTo>
                <a:lnTo>
                  <a:pt x="243905" y="24166"/>
                </a:lnTo>
                <a:lnTo>
                  <a:pt x="260400" y="27417"/>
                </a:lnTo>
                <a:lnTo>
                  <a:pt x="276855" y="30870"/>
                </a:lnTo>
                <a:lnTo>
                  <a:pt x="293266" y="34523"/>
                </a:lnTo>
                <a:lnTo>
                  <a:pt x="309632" y="38377"/>
                </a:lnTo>
                <a:lnTo>
                  <a:pt x="325949" y="42430"/>
                </a:lnTo>
                <a:lnTo>
                  <a:pt x="342215" y="46682"/>
                </a:lnTo>
                <a:lnTo>
                  <a:pt x="358428" y="51133"/>
                </a:lnTo>
                <a:lnTo>
                  <a:pt x="374586" y="55781"/>
                </a:lnTo>
                <a:lnTo>
                  <a:pt x="390686" y="60627"/>
                </a:lnTo>
                <a:lnTo>
                  <a:pt x="406725" y="65668"/>
                </a:lnTo>
                <a:lnTo>
                  <a:pt x="422701" y="70906"/>
                </a:lnTo>
                <a:lnTo>
                  <a:pt x="438612" y="76338"/>
                </a:lnTo>
                <a:lnTo>
                  <a:pt x="454456" y="81964"/>
                </a:lnTo>
                <a:lnTo>
                  <a:pt x="470230" y="87783"/>
                </a:lnTo>
                <a:lnTo>
                  <a:pt x="485931" y="93795"/>
                </a:lnTo>
                <a:lnTo>
                  <a:pt x="501558" y="99998"/>
                </a:lnTo>
                <a:lnTo>
                  <a:pt x="517108" y="106391"/>
                </a:lnTo>
                <a:lnTo>
                  <a:pt x="532579" y="112974"/>
                </a:lnTo>
                <a:lnTo>
                  <a:pt x="547968" y="119745"/>
                </a:lnTo>
                <a:lnTo>
                  <a:pt x="563273" y="126704"/>
                </a:lnTo>
                <a:lnTo>
                  <a:pt x="578492" y="133850"/>
                </a:lnTo>
                <a:lnTo>
                  <a:pt x="593623" y="141180"/>
                </a:lnTo>
                <a:lnTo>
                  <a:pt x="608663" y="148695"/>
                </a:lnTo>
                <a:lnTo>
                  <a:pt x="623610" y="156394"/>
                </a:lnTo>
                <a:lnTo>
                  <a:pt x="638462" y="164274"/>
                </a:lnTo>
                <a:lnTo>
                  <a:pt x="653216" y="172335"/>
                </a:lnTo>
                <a:lnTo>
                  <a:pt x="373933" y="676176"/>
                </a:lnTo>
                <a:lnTo>
                  <a:pt x="365354" y="671489"/>
                </a:lnTo>
                <a:lnTo>
                  <a:pt x="356719" y="666908"/>
                </a:lnTo>
                <a:lnTo>
                  <a:pt x="348029" y="662432"/>
                </a:lnTo>
                <a:lnTo>
                  <a:pt x="339285" y="658063"/>
                </a:lnTo>
                <a:lnTo>
                  <a:pt x="330488" y="653801"/>
                </a:lnTo>
                <a:lnTo>
                  <a:pt x="321640" y="649647"/>
                </a:lnTo>
                <a:lnTo>
                  <a:pt x="312742" y="645601"/>
                </a:lnTo>
                <a:lnTo>
                  <a:pt x="303794" y="641664"/>
                </a:lnTo>
                <a:lnTo>
                  <a:pt x="294800" y="637837"/>
                </a:lnTo>
                <a:lnTo>
                  <a:pt x="285759" y="634120"/>
                </a:lnTo>
                <a:lnTo>
                  <a:pt x="276674" y="630513"/>
                </a:lnTo>
                <a:lnTo>
                  <a:pt x="267545" y="627018"/>
                </a:lnTo>
                <a:lnTo>
                  <a:pt x="258374" y="623635"/>
                </a:lnTo>
                <a:lnTo>
                  <a:pt x="249163" y="620364"/>
                </a:lnTo>
                <a:lnTo>
                  <a:pt x="239912" y="617206"/>
                </a:lnTo>
                <a:lnTo>
                  <a:pt x="230623" y="614161"/>
                </a:lnTo>
                <a:lnTo>
                  <a:pt x="221298" y="611229"/>
                </a:lnTo>
                <a:lnTo>
                  <a:pt x="211938" y="608412"/>
                </a:lnTo>
                <a:lnTo>
                  <a:pt x="202544" y="605710"/>
                </a:lnTo>
                <a:lnTo>
                  <a:pt x="193117" y="603122"/>
                </a:lnTo>
                <a:lnTo>
                  <a:pt x="183660" y="600650"/>
                </a:lnTo>
                <a:lnTo>
                  <a:pt x="174174" y="598293"/>
                </a:lnTo>
                <a:lnTo>
                  <a:pt x="164659" y="596053"/>
                </a:lnTo>
                <a:lnTo>
                  <a:pt x="155117" y="593929"/>
                </a:lnTo>
                <a:lnTo>
                  <a:pt x="145551" y="591922"/>
                </a:lnTo>
                <a:lnTo>
                  <a:pt x="135960" y="590031"/>
                </a:lnTo>
                <a:lnTo>
                  <a:pt x="126347" y="588258"/>
                </a:lnTo>
                <a:lnTo>
                  <a:pt x="116713" y="586603"/>
                </a:lnTo>
                <a:lnTo>
                  <a:pt x="107060" y="585065"/>
                </a:lnTo>
                <a:lnTo>
                  <a:pt x="97389" y="583646"/>
                </a:lnTo>
                <a:lnTo>
                  <a:pt x="87701" y="582345"/>
                </a:lnTo>
                <a:lnTo>
                  <a:pt x="77998" y="581162"/>
                </a:lnTo>
                <a:lnTo>
                  <a:pt x="68281" y="580098"/>
                </a:lnTo>
                <a:lnTo>
                  <a:pt x="58551" y="579152"/>
                </a:lnTo>
                <a:lnTo>
                  <a:pt x="48811" y="578326"/>
                </a:lnTo>
                <a:lnTo>
                  <a:pt x="39062" y="577618"/>
                </a:lnTo>
                <a:lnTo>
                  <a:pt x="29305" y="577030"/>
                </a:lnTo>
                <a:lnTo>
                  <a:pt x="19541" y="576561"/>
                </a:lnTo>
                <a:lnTo>
                  <a:pt x="9772" y="576212"/>
                </a:lnTo>
                <a:lnTo>
                  <a:pt x="0" y="575981"/>
                </a:lnTo>
                <a:close/>
              </a:path>
            </a:pathLst>
          </a:custGeom>
          <a:solidFill xmlns:a="http://schemas.openxmlformats.org/drawingml/2006/main">
            <a:srgbClr val="A8D5F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" name="Human-&#10;Human">
            <a:extLst xmlns:a="http://schemas.openxmlformats.org/drawingml/2006/main">
              <a:ext uri="{FF2B5EF4-FFF2-40B4-BE49-F238E27FC236}">
                <a16:creationId xmlns:a16="http://schemas.microsoft.com/office/drawing/2014/main" id="{D308087A-C00D-4438-816F-1D032F351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00000">
            <a:off x="3966308" y="2635991"/>
            <a:ext cx="133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Human-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Human</a:t>
            </a:r>
          </a:p>
        </p:txBody>
      </p:sp>
      <p:sp>
        <p:nvSpPr>
          <p:cNvPr id="5" name="11084">
            <a:extLst xmlns:a="http://schemas.openxmlformats.org/drawingml/2006/main">
              <a:ext uri="{FF2B5EF4-FFF2-40B4-BE49-F238E27FC236}">
                <a16:creationId xmlns:a16="http://schemas.microsoft.com/office/drawing/2014/main" id="{D5DDE644-AD48-4670-9D28-D167F4CE2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00000">
            <a:off x="3913647" y="409388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0" i="0">
                <a:solidFill>
                  <a:srgbClr val="00A8E7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75" b="0" i="0">
                <a:solidFill>
                  <a:srgbClr val="00A8E7"/>
                </a:solidFill>
                <a:latin typeface="Comic Sans MS"/>
                <a:ea typeface="Comic Sans MS"/>
                <a:cs typeface="Comic Sans MS"/>
              </a:defRPr>
            </a:pPr>
            <a:r>
              <a:rPr sz="1575" b="0" i="0">
                <a:solidFill>
                  <a:srgbClr val="00A8E7"/>
                </a:solidFill>
                <a:latin typeface="Comic Sans MS"/>
                <a:ea typeface="Comic Sans MS"/>
                <a:cs typeface="Comic Sans MS"/>
              </a:rPr>
              <a:t>11084</a:t>
            </a:r>
          </a:p>
        </p:txBody>
      </p:sp>
      <p:sp>
        <p:nvSpPr>
          <p:cNvPr id="6" name="Dataset category Object-&#10;Object">
            <a:extLst xmlns:a="http://schemas.openxmlformats.org/drawingml/2006/main">
              <a:ext uri="{FF2B5EF4-FFF2-40B4-BE49-F238E27FC236}">
                <a16:creationId xmlns:a16="http://schemas.microsoft.com/office/drawing/2014/main" id="{54CBAF09-9E58-43D8-B4B3-769336D8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754" y="2860814"/>
            <a:ext cx="1684794" cy="1684794"/>
          </a:xfrm>
          <a:custGeom xmlns:a="http://schemas.openxmlformats.org/drawingml/2006/main">
            <a:pathLst>
              <a:path w="1684794" h="1684794">
                <a:moveTo>
                  <a:pt x="456234" y="0"/>
                </a:moveTo>
                <a:lnTo>
                  <a:pt x="493700" y="22825"/>
                </a:lnTo>
                <a:lnTo>
                  <a:pt x="530884" y="46105"/>
                </a:lnTo>
                <a:lnTo>
                  <a:pt x="567782" y="69838"/>
                </a:lnTo>
                <a:lnTo>
                  <a:pt x="604386" y="94021"/>
                </a:lnTo>
                <a:lnTo>
                  <a:pt x="640693" y="118648"/>
                </a:lnTo>
                <a:lnTo>
                  <a:pt x="676696" y="143717"/>
                </a:lnTo>
                <a:lnTo>
                  <a:pt x="712390" y="169225"/>
                </a:lnTo>
                <a:lnTo>
                  <a:pt x="747769" y="195166"/>
                </a:lnTo>
                <a:lnTo>
                  <a:pt x="782829" y="221538"/>
                </a:lnTo>
                <a:lnTo>
                  <a:pt x="817565" y="248336"/>
                </a:lnTo>
                <a:lnTo>
                  <a:pt x="851970" y="275556"/>
                </a:lnTo>
                <a:lnTo>
                  <a:pt x="886040" y="303195"/>
                </a:lnTo>
                <a:lnTo>
                  <a:pt x="919770" y="331248"/>
                </a:lnTo>
                <a:lnTo>
                  <a:pt x="953155" y="359711"/>
                </a:lnTo>
                <a:lnTo>
                  <a:pt x="986189" y="388580"/>
                </a:lnTo>
                <a:lnTo>
                  <a:pt x="1018869" y="417850"/>
                </a:lnTo>
                <a:lnTo>
                  <a:pt x="1051188" y="447517"/>
                </a:lnTo>
                <a:lnTo>
                  <a:pt x="1083143" y="477577"/>
                </a:lnTo>
                <a:lnTo>
                  <a:pt x="1114727" y="508025"/>
                </a:lnTo>
                <a:lnTo>
                  <a:pt x="1145938" y="538856"/>
                </a:lnTo>
                <a:lnTo>
                  <a:pt x="1176769" y="570067"/>
                </a:lnTo>
                <a:lnTo>
                  <a:pt x="1207217" y="601651"/>
                </a:lnTo>
                <a:lnTo>
                  <a:pt x="1237277" y="633606"/>
                </a:lnTo>
                <a:lnTo>
                  <a:pt x="1266944" y="665925"/>
                </a:lnTo>
                <a:lnTo>
                  <a:pt x="1296214" y="698605"/>
                </a:lnTo>
                <a:lnTo>
                  <a:pt x="1325083" y="731639"/>
                </a:lnTo>
                <a:lnTo>
                  <a:pt x="1353546" y="765024"/>
                </a:lnTo>
                <a:lnTo>
                  <a:pt x="1381599" y="798754"/>
                </a:lnTo>
                <a:lnTo>
                  <a:pt x="1409238" y="832824"/>
                </a:lnTo>
                <a:lnTo>
                  <a:pt x="1436458" y="867229"/>
                </a:lnTo>
                <a:lnTo>
                  <a:pt x="1463256" y="901965"/>
                </a:lnTo>
                <a:lnTo>
                  <a:pt x="1489628" y="937025"/>
                </a:lnTo>
                <a:lnTo>
                  <a:pt x="1515569" y="972404"/>
                </a:lnTo>
                <a:lnTo>
                  <a:pt x="1541077" y="1008098"/>
                </a:lnTo>
                <a:lnTo>
                  <a:pt x="1566146" y="1044101"/>
                </a:lnTo>
                <a:lnTo>
                  <a:pt x="1590773" y="1080408"/>
                </a:lnTo>
                <a:lnTo>
                  <a:pt x="1614956" y="1117012"/>
                </a:lnTo>
                <a:lnTo>
                  <a:pt x="1638689" y="1153910"/>
                </a:lnTo>
                <a:lnTo>
                  <a:pt x="1661969" y="1191094"/>
                </a:lnTo>
                <a:lnTo>
                  <a:pt x="1684794" y="1228560"/>
                </a:lnTo>
                <a:lnTo>
                  <a:pt x="925494" y="1684794"/>
                </a:lnTo>
                <a:lnTo>
                  <a:pt x="908300" y="1656570"/>
                </a:lnTo>
                <a:lnTo>
                  <a:pt x="890762" y="1628558"/>
                </a:lnTo>
                <a:lnTo>
                  <a:pt x="872883" y="1600763"/>
                </a:lnTo>
                <a:lnTo>
                  <a:pt x="854667" y="1573188"/>
                </a:lnTo>
                <a:lnTo>
                  <a:pt x="836114" y="1545838"/>
                </a:lnTo>
                <a:lnTo>
                  <a:pt x="817229" y="1518716"/>
                </a:lnTo>
                <a:lnTo>
                  <a:pt x="798014" y="1491828"/>
                </a:lnTo>
                <a:lnTo>
                  <a:pt x="778472" y="1465176"/>
                </a:lnTo>
                <a:lnTo>
                  <a:pt x="758606" y="1438764"/>
                </a:lnTo>
                <a:lnTo>
                  <a:pt x="738418" y="1412598"/>
                </a:lnTo>
                <a:lnTo>
                  <a:pt x="717913" y="1386680"/>
                </a:lnTo>
                <a:lnTo>
                  <a:pt x="697092" y="1361014"/>
                </a:lnTo>
                <a:lnTo>
                  <a:pt x="675959" y="1335605"/>
                </a:lnTo>
                <a:lnTo>
                  <a:pt x="654518" y="1310455"/>
                </a:lnTo>
                <a:lnTo>
                  <a:pt x="632771" y="1285570"/>
                </a:lnTo>
                <a:lnTo>
                  <a:pt x="610721" y="1260952"/>
                </a:lnTo>
                <a:lnTo>
                  <a:pt x="588372" y="1236605"/>
                </a:lnTo>
                <a:lnTo>
                  <a:pt x="565728" y="1212534"/>
                </a:lnTo>
                <a:lnTo>
                  <a:pt x="542791" y="1188740"/>
                </a:lnTo>
                <a:lnTo>
                  <a:pt x="519565" y="1165229"/>
                </a:lnTo>
                <a:lnTo>
                  <a:pt x="496054" y="1142003"/>
                </a:lnTo>
                <a:lnTo>
                  <a:pt x="472260" y="1119066"/>
                </a:lnTo>
                <a:lnTo>
                  <a:pt x="448189" y="1096422"/>
                </a:lnTo>
                <a:lnTo>
                  <a:pt x="423842" y="1074073"/>
                </a:lnTo>
                <a:lnTo>
                  <a:pt x="399224" y="1052023"/>
                </a:lnTo>
                <a:lnTo>
                  <a:pt x="374339" y="1030276"/>
                </a:lnTo>
                <a:lnTo>
                  <a:pt x="349189" y="1008835"/>
                </a:lnTo>
                <a:lnTo>
                  <a:pt x="323780" y="987702"/>
                </a:lnTo>
                <a:lnTo>
                  <a:pt x="298114" y="966881"/>
                </a:lnTo>
                <a:lnTo>
                  <a:pt x="272196" y="946376"/>
                </a:lnTo>
                <a:lnTo>
                  <a:pt x="246030" y="926188"/>
                </a:lnTo>
                <a:lnTo>
                  <a:pt x="219618" y="906322"/>
                </a:lnTo>
                <a:lnTo>
                  <a:pt x="192966" y="886780"/>
                </a:lnTo>
                <a:lnTo>
                  <a:pt x="166078" y="867565"/>
                </a:lnTo>
                <a:lnTo>
                  <a:pt x="138956" y="848680"/>
                </a:lnTo>
                <a:lnTo>
                  <a:pt x="111606" y="830127"/>
                </a:lnTo>
                <a:lnTo>
                  <a:pt x="84031" y="811911"/>
                </a:lnTo>
                <a:lnTo>
                  <a:pt x="56236" y="794032"/>
                </a:lnTo>
                <a:lnTo>
                  <a:pt x="28224" y="776494"/>
                </a:lnTo>
                <a:lnTo>
                  <a:pt x="0" y="759300"/>
                </a:lnTo>
                <a:close/>
              </a:path>
            </a:pathLst>
          </a:custGeom>
          <a:solidFill xmlns:a="http://schemas.openxmlformats.org/drawingml/2006/main">
            <a:srgbClr val="83B8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" name="Dataset count 24001">
            <a:extLst xmlns:a="http://schemas.openxmlformats.org/drawingml/2006/main">
              <a:ext uri="{FF2B5EF4-FFF2-40B4-BE49-F238E27FC236}">
                <a16:creationId xmlns:a16="http://schemas.microsoft.com/office/drawing/2014/main" id="{D1BD6998-3195-4890-848C-4C2855F1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1607" y="3791569"/>
            <a:ext cx="1735186" cy="1735186"/>
          </a:xfrm>
          <a:custGeom xmlns:a="http://schemas.openxmlformats.org/drawingml/2006/main">
            <a:pathLst>
              <a:path w="1735186" h="1735186">
                <a:moveTo>
                  <a:pt x="878127" y="0"/>
                </a:moveTo>
                <a:lnTo>
                  <a:pt x="904264" y="15923"/>
                </a:lnTo>
                <a:lnTo>
                  <a:pt x="930204" y="32164"/>
                </a:lnTo>
                <a:lnTo>
                  <a:pt x="955944" y="48720"/>
                </a:lnTo>
                <a:lnTo>
                  <a:pt x="981480" y="65590"/>
                </a:lnTo>
                <a:lnTo>
                  <a:pt x="1006808" y="82770"/>
                </a:lnTo>
                <a:lnTo>
                  <a:pt x="1031924" y="100259"/>
                </a:lnTo>
                <a:lnTo>
                  <a:pt x="1056825" y="118053"/>
                </a:lnTo>
                <a:lnTo>
                  <a:pt x="1081506" y="136150"/>
                </a:lnTo>
                <a:lnTo>
                  <a:pt x="1105964" y="154548"/>
                </a:lnTo>
                <a:lnTo>
                  <a:pt x="1130196" y="173242"/>
                </a:lnTo>
                <a:lnTo>
                  <a:pt x="1154198" y="192232"/>
                </a:lnTo>
                <a:lnTo>
                  <a:pt x="1177966" y="211513"/>
                </a:lnTo>
                <a:lnTo>
                  <a:pt x="1201496" y="231083"/>
                </a:lnTo>
                <a:lnTo>
                  <a:pt x="1224786" y="250939"/>
                </a:lnTo>
                <a:lnTo>
                  <a:pt x="1247831" y="271078"/>
                </a:lnTo>
                <a:lnTo>
                  <a:pt x="1270628" y="291497"/>
                </a:lnTo>
                <a:lnTo>
                  <a:pt x="1293175" y="312193"/>
                </a:lnTo>
                <a:lnTo>
                  <a:pt x="1315467" y="333164"/>
                </a:lnTo>
                <a:lnTo>
                  <a:pt x="1337501" y="354404"/>
                </a:lnTo>
                <a:lnTo>
                  <a:pt x="1359274" y="375913"/>
                </a:lnTo>
                <a:lnTo>
                  <a:pt x="1380782" y="397686"/>
                </a:lnTo>
                <a:lnTo>
                  <a:pt x="1402023" y="419720"/>
                </a:lnTo>
                <a:lnTo>
                  <a:pt x="1422993" y="442012"/>
                </a:lnTo>
                <a:lnTo>
                  <a:pt x="1443689" y="464558"/>
                </a:lnTo>
                <a:lnTo>
                  <a:pt x="1464108" y="487355"/>
                </a:lnTo>
                <a:lnTo>
                  <a:pt x="1484247" y="510401"/>
                </a:lnTo>
                <a:lnTo>
                  <a:pt x="1504104" y="533690"/>
                </a:lnTo>
                <a:lnTo>
                  <a:pt x="1523674" y="557221"/>
                </a:lnTo>
                <a:lnTo>
                  <a:pt x="1542955" y="580989"/>
                </a:lnTo>
                <a:lnTo>
                  <a:pt x="1561944" y="604990"/>
                </a:lnTo>
                <a:lnTo>
                  <a:pt x="1580639" y="629222"/>
                </a:lnTo>
                <a:lnTo>
                  <a:pt x="1599036" y="653680"/>
                </a:lnTo>
                <a:lnTo>
                  <a:pt x="1617133" y="678362"/>
                </a:lnTo>
                <a:lnTo>
                  <a:pt x="1634927" y="703262"/>
                </a:lnTo>
                <a:lnTo>
                  <a:pt x="1652416" y="728378"/>
                </a:lnTo>
                <a:lnTo>
                  <a:pt x="1669596" y="753706"/>
                </a:lnTo>
                <a:lnTo>
                  <a:pt x="1686466" y="779242"/>
                </a:lnTo>
                <a:lnTo>
                  <a:pt x="1703023" y="804982"/>
                </a:lnTo>
                <a:lnTo>
                  <a:pt x="1719264" y="830922"/>
                </a:lnTo>
                <a:lnTo>
                  <a:pt x="1735186" y="857059"/>
                </a:lnTo>
                <a:lnTo>
                  <a:pt x="273738" y="1735186"/>
                </a:lnTo>
                <a:lnTo>
                  <a:pt x="268652" y="1726839"/>
                </a:lnTo>
                <a:lnTo>
                  <a:pt x="263465" y="1718553"/>
                </a:lnTo>
                <a:lnTo>
                  <a:pt x="258177" y="1710332"/>
                </a:lnTo>
                <a:lnTo>
                  <a:pt x="252789" y="1702176"/>
                </a:lnTo>
                <a:lnTo>
                  <a:pt x="247301" y="1694087"/>
                </a:lnTo>
                <a:lnTo>
                  <a:pt x="241716" y="1686065"/>
                </a:lnTo>
                <a:lnTo>
                  <a:pt x="236032" y="1678112"/>
                </a:lnTo>
                <a:lnTo>
                  <a:pt x="230252" y="1670229"/>
                </a:lnTo>
                <a:lnTo>
                  <a:pt x="224376" y="1662417"/>
                </a:lnTo>
                <a:lnTo>
                  <a:pt x="218405" y="1654678"/>
                </a:lnTo>
                <a:lnTo>
                  <a:pt x="212340" y="1647012"/>
                </a:lnTo>
                <a:lnTo>
                  <a:pt x="206182" y="1639420"/>
                </a:lnTo>
                <a:lnTo>
                  <a:pt x="199932" y="1631905"/>
                </a:lnTo>
                <a:lnTo>
                  <a:pt x="193590" y="1624467"/>
                </a:lnTo>
                <a:lnTo>
                  <a:pt x="187158" y="1617106"/>
                </a:lnTo>
                <a:lnTo>
                  <a:pt x="180636" y="1609825"/>
                </a:lnTo>
                <a:lnTo>
                  <a:pt x="174026" y="1602624"/>
                </a:lnTo>
                <a:lnTo>
                  <a:pt x="167328" y="1595504"/>
                </a:lnTo>
                <a:lnTo>
                  <a:pt x="160544" y="1588466"/>
                </a:lnTo>
                <a:lnTo>
                  <a:pt x="153674" y="1581512"/>
                </a:lnTo>
                <a:lnTo>
                  <a:pt x="146720" y="1574643"/>
                </a:lnTo>
                <a:lnTo>
                  <a:pt x="139683" y="1567858"/>
                </a:lnTo>
                <a:lnTo>
                  <a:pt x="132563" y="1561161"/>
                </a:lnTo>
                <a:lnTo>
                  <a:pt x="125362" y="1554551"/>
                </a:lnTo>
                <a:lnTo>
                  <a:pt x="118080" y="1548029"/>
                </a:lnTo>
                <a:lnTo>
                  <a:pt x="110720" y="1541597"/>
                </a:lnTo>
                <a:lnTo>
                  <a:pt x="103281" y="1535255"/>
                </a:lnTo>
                <a:lnTo>
                  <a:pt x="95766" y="1529004"/>
                </a:lnTo>
                <a:lnTo>
                  <a:pt x="88175" y="1522846"/>
                </a:lnTo>
                <a:lnTo>
                  <a:pt x="80509" y="1516781"/>
                </a:lnTo>
                <a:lnTo>
                  <a:pt x="72769" y="1510810"/>
                </a:lnTo>
                <a:lnTo>
                  <a:pt x="64958" y="1504934"/>
                </a:lnTo>
                <a:lnTo>
                  <a:pt x="57075" y="1499154"/>
                </a:lnTo>
                <a:lnTo>
                  <a:pt x="49122" y="1493471"/>
                </a:lnTo>
                <a:lnTo>
                  <a:pt x="41100" y="1487885"/>
                </a:lnTo>
                <a:lnTo>
                  <a:pt x="33010" y="1482398"/>
                </a:lnTo>
                <a:lnTo>
                  <a:pt x="24854" y="1477010"/>
                </a:lnTo>
                <a:lnTo>
                  <a:pt x="16633" y="1471722"/>
                </a:lnTo>
                <a:lnTo>
                  <a:pt x="8348" y="1466534"/>
                </a:lnTo>
                <a:lnTo>
                  <a:pt x="0" y="1461449"/>
                </a:lnTo>
                <a:close/>
              </a:path>
            </a:pathLst>
          </a:custGeom>
          <a:solidFill xmlns:a="http://schemas.openxmlformats.org/drawingml/2006/main">
            <a:srgbClr val="E7F3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Dataset count encoding">
            <a:extLst xmlns:a="http://schemas.openxmlformats.org/drawingml/2006/main">
              <a:ext uri="{FF2B5EF4-FFF2-40B4-BE49-F238E27FC236}">
                <a16:creationId xmlns:a16="http://schemas.microsoft.com/office/drawing/2014/main" id="{19862F5B-0F7A-4503-A2EE-DA6D16B4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1607" y="4183784"/>
            <a:ext cx="1342972" cy="1342972"/>
          </a:xfrm>
          <a:custGeom xmlns:a="http://schemas.openxmlformats.org/drawingml/2006/main">
            <a:pathLst>
              <a:path w="1342972" h="1342972">
                <a:moveTo>
                  <a:pt x="642461" y="0"/>
                </a:moveTo>
                <a:lnTo>
                  <a:pt x="663824" y="13014"/>
                </a:lnTo>
                <a:lnTo>
                  <a:pt x="685026" y="26289"/>
                </a:lnTo>
                <a:lnTo>
                  <a:pt x="706064" y="39821"/>
                </a:lnTo>
                <a:lnTo>
                  <a:pt x="726936" y="53609"/>
                </a:lnTo>
                <a:lnTo>
                  <a:pt x="747637" y="67652"/>
                </a:lnTo>
                <a:lnTo>
                  <a:pt x="768166" y="81946"/>
                </a:lnTo>
                <a:lnTo>
                  <a:pt x="788518" y="96490"/>
                </a:lnTo>
                <a:lnTo>
                  <a:pt x="808691" y="111282"/>
                </a:lnTo>
                <a:lnTo>
                  <a:pt x="828682" y="126318"/>
                </a:lnTo>
                <a:lnTo>
                  <a:pt x="848488" y="141598"/>
                </a:lnTo>
                <a:lnTo>
                  <a:pt x="868105" y="157119"/>
                </a:lnTo>
                <a:lnTo>
                  <a:pt x="887532" y="172878"/>
                </a:lnTo>
                <a:lnTo>
                  <a:pt x="906764" y="188874"/>
                </a:lnTo>
                <a:lnTo>
                  <a:pt x="925800" y="205103"/>
                </a:lnTo>
                <a:lnTo>
                  <a:pt x="944636" y="221564"/>
                </a:lnTo>
                <a:lnTo>
                  <a:pt x="963269" y="238253"/>
                </a:lnTo>
                <a:lnTo>
                  <a:pt x="981697" y="255169"/>
                </a:lnTo>
                <a:lnTo>
                  <a:pt x="999917" y="272309"/>
                </a:lnTo>
                <a:lnTo>
                  <a:pt x="1017926" y="289670"/>
                </a:lnTo>
                <a:lnTo>
                  <a:pt x="1035722" y="307250"/>
                </a:lnTo>
                <a:lnTo>
                  <a:pt x="1053302" y="325045"/>
                </a:lnTo>
                <a:lnTo>
                  <a:pt x="1070663" y="343055"/>
                </a:lnTo>
                <a:lnTo>
                  <a:pt x="1087803" y="361275"/>
                </a:lnTo>
                <a:lnTo>
                  <a:pt x="1104719" y="379703"/>
                </a:lnTo>
                <a:lnTo>
                  <a:pt x="1121408" y="398336"/>
                </a:lnTo>
                <a:lnTo>
                  <a:pt x="1137869" y="417172"/>
                </a:lnTo>
                <a:lnTo>
                  <a:pt x="1154098" y="436208"/>
                </a:lnTo>
                <a:lnTo>
                  <a:pt x="1170094" y="455440"/>
                </a:lnTo>
                <a:lnTo>
                  <a:pt x="1185853" y="474867"/>
                </a:lnTo>
                <a:lnTo>
                  <a:pt x="1201374" y="494484"/>
                </a:lnTo>
                <a:lnTo>
                  <a:pt x="1216654" y="514290"/>
                </a:lnTo>
                <a:lnTo>
                  <a:pt x="1231690" y="534281"/>
                </a:lnTo>
                <a:lnTo>
                  <a:pt x="1246482" y="554454"/>
                </a:lnTo>
                <a:lnTo>
                  <a:pt x="1261026" y="574806"/>
                </a:lnTo>
                <a:lnTo>
                  <a:pt x="1275320" y="595335"/>
                </a:lnTo>
                <a:lnTo>
                  <a:pt x="1289362" y="616036"/>
                </a:lnTo>
                <a:lnTo>
                  <a:pt x="1303151" y="636908"/>
                </a:lnTo>
                <a:lnTo>
                  <a:pt x="1316683" y="657946"/>
                </a:lnTo>
                <a:lnTo>
                  <a:pt x="1329958" y="679148"/>
                </a:lnTo>
                <a:lnTo>
                  <a:pt x="1342972" y="700511"/>
                </a:lnTo>
                <a:lnTo>
                  <a:pt x="273738" y="1342972"/>
                </a:lnTo>
                <a:lnTo>
                  <a:pt x="268652" y="1334624"/>
                </a:lnTo>
                <a:lnTo>
                  <a:pt x="263465" y="1326339"/>
                </a:lnTo>
                <a:lnTo>
                  <a:pt x="258177" y="1318118"/>
                </a:lnTo>
                <a:lnTo>
                  <a:pt x="252789" y="1309962"/>
                </a:lnTo>
                <a:lnTo>
                  <a:pt x="247301" y="1301872"/>
                </a:lnTo>
                <a:lnTo>
                  <a:pt x="241716" y="1293850"/>
                </a:lnTo>
                <a:lnTo>
                  <a:pt x="236032" y="1285897"/>
                </a:lnTo>
                <a:lnTo>
                  <a:pt x="230252" y="1278014"/>
                </a:lnTo>
                <a:lnTo>
                  <a:pt x="224376" y="1270203"/>
                </a:lnTo>
                <a:lnTo>
                  <a:pt x="218405" y="1262463"/>
                </a:lnTo>
                <a:lnTo>
                  <a:pt x="212340" y="1254797"/>
                </a:lnTo>
                <a:lnTo>
                  <a:pt x="206182" y="1247206"/>
                </a:lnTo>
                <a:lnTo>
                  <a:pt x="199932" y="1239691"/>
                </a:lnTo>
                <a:lnTo>
                  <a:pt x="193590" y="1232252"/>
                </a:lnTo>
                <a:lnTo>
                  <a:pt x="187158" y="1224892"/>
                </a:lnTo>
                <a:lnTo>
                  <a:pt x="180636" y="1217610"/>
                </a:lnTo>
                <a:lnTo>
                  <a:pt x="174026" y="1210409"/>
                </a:lnTo>
                <a:lnTo>
                  <a:pt x="167328" y="1203289"/>
                </a:lnTo>
                <a:lnTo>
                  <a:pt x="160544" y="1196252"/>
                </a:lnTo>
                <a:lnTo>
                  <a:pt x="153674" y="1189298"/>
                </a:lnTo>
                <a:lnTo>
                  <a:pt x="146720" y="1182428"/>
                </a:lnTo>
                <a:lnTo>
                  <a:pt x="139683" y="1175644"/>
                </a:lnTo>
                <a:lnTo>
                  <a:pt x="132563" y="1168946"/>
                </a:lnTo>
                <a:lnTo>
                  <a:pt x="125362" y="1162336"/>
                </a:lnTo>
                <a:lnTo>
                  <a:pt x="118080" y="1155814"/>
                </a:lnTo>
                <a:lnTo>
                  <a:pt x="110720" y="1149382"/>
                </a:lnTo>
                <a:lnTo>
                  <a:pt x="103281" y="1143040"/>
                </a:lnTo>
                <a:lnTo>
                  <a:pt x="95766" y="1136790"/>
                </a:lnTo>
                <a:lnTo>
                  <a:pt x="88175" y="1130632"/>
                </a:lnTo>
                <a:lnTo>
                  <a:pt x="80509" y="1124567"/>
                </a:lnTo>
                <a:lnTo>
                  <a:pt x="72769" y="1118596"/>
                </a:lnTo>
                <a:lnTo>
                  <a:pt x="64958" y="1112720"/>
                </a:lnTo>
                <a:lnTo>
                  <a:pt x="57075" y="1106940"/>
                </a:lnTo>
                <a:lnTo>
                  <a:pt x="49122" y="1101256"/>
                </a:lnTo>
                <a:lnTo>
                  <a:pt x="41100" y="1095671"/>
                </a:lnTo>
                <a:lnTo>
                  <a:pt x="33010" y="1090183"/>
                </a:lnTo>
                <a:lnTo>
                  <a:pt x="24854" y="1084795"/>
                </a:lnTo>
                <a:lnTo>
                  <a:pt x="16633" y="1079507"/>
                </a:lnTo>
                <a:lnTo>
                  <a:pt x="8348" y="1074320"/>
                </a:lnTo>
                <a:lnTo>
                  <a:pt x="0" y="1069234"/>
                </a:lnTo>
                <a:close/>
              </a:path>
            </a:pathLst>
          </a:custGeom>
          <a:solidFill xmlns:a="http://schemas.openxmlformats.org/drawingml/2006/main">
            <a:srgbClr val="A8D5F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" name="Object-&#10;Object">
            <a:extLst xmlns:a="http://schemas.openxmlformats.org/drawingml/2006/main">
              <a:ext uri="{FF2B5EF4-FFF2-40B4-BE49-F238E27FC236}">
                <a16:creationId xmlns:a16="http://schemas.microsoft.com/office/drawing/2014/main" id="{2E4010AD-8C0B-45BB-A48E-8DCFFC34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375388" y="3449524"/>
            <a:ext cx="133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Object-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Object</a:t>
            </a:r>
          </a:p>
        </p:txBody>
      </p:sp>
      <p:sp>
        <p:nvSpPr>
          <p:cNvPr id="10" name="24001">
            <a:extLst xmlns:a="http://schemas.openxmlformats.org/drawingml/2006/main">
              <a:ext uri="{FF2B5EF4-FFF2-40B4-BE49-F238E27FC236}">
                <a16:creationId xmlns:a16="http://schemas.microsoft.com/office/drawing/2014/main" id="{01448CEE-AC0F-4AC7-944E-CDDA29F5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4703586" y="4549952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0" i="0">
                <a:solidFill>
                  <a:srgbClr val="00A8E7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75" b="0" i="0">
                <a:solidFill>
                  <a:srgbClr val="00A8E7"/>
                </a:solidFill>
                <a:latin typeface="Comic Sans MS"/>
                <a:ea typeface="Comic Sans MS"/>
                <a:cs typeface="Comic Sans MS"/>
              </a:defRPr>
            </a:pPr>
            <a:r>
              <a:rPr sz="1575" b="0" i="0">
                <a:solidFill>
                  <a:srgbClr val="00A8E7"/>
                </a:solidFill>
                <a:latin typeface="Comic Sans MS"/>
                <a:ea typeface="Comic Sans MS"/>
                <a:cs typeface="Comic Sans MS"/>
              </a:rPr>
              <a:t>24001</a:t>
            </a:r>
          </a:p>
        </p:txBody>
      </p:sp>
      <p:sp>
        <p:nvSpPr>
          <p:cNvPr id="11" name="Dataset category Any Two&#10;Entities">
            <a:extLst xmlns:a="http://schemas.openxmlformats.org/drawingml/2006/main">
              <a:ext uri="{FF2B5EF4-FFF2-40B4-BE49-F238E27FC236}">
                <a16:creationId xmlns:a16="http://schemas.microsoft.com/office/drawing/2014/main" id="{A1C5A5C9-B5AE-4E99-8B6E-F7A4145C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5459" y="4197923"/>
            <a:ext cx="1224444" cy="1693704"/>
          </a:xfrm>
          <a:custGeom xmlns:a="http://schemas.openxmlformats.org/drawingml/2006/main">
            <a:pathLst>
              <a:path w="1224444" h="1693704">
                <a:moveTo>
                  <a:pt x="774760" y="0"/>
                </a:moveTo>
                <a:lnTo>
                  <a:pt x="795794" y="38500"/>
                </a:lnTo>
                <a:lnTo>
                  <a:pt x="816357" y="77254"/>
                </a:lnTo>
                <a:lnTo>
                  <a:pt x="836444" y="116256"/>
                </a:lnTo>
                <a:lnTo>
                  <a:pt x="856054" y="155501"/>
                </a:lnTo>
                <a:lnTo>
                  <a:pt x="875182" y="194982"/>
                </a:lnTo>
                <a:lnTo>
                  <a:pt x="893827" y="234694"/>
                </a:lnTo>
                <a:lnTo>
                  <a:pt x="911985" y="274631"/>
                </a:lnTo>
                <a:lnTo>
                  <a:pt x="929654" y="314787"/>
                </a:lnTo>
                <a:lnTo>
                  <a:pt x="946831" y="355155"/>
                </a:lnTo>
                <a:lnTo>
                  <a:pt x="963514" y="395731"/>
                </a:lnTo>
                <a:lnTo>
                  <a:pt x="979700" y="436507"/>
                </a:lnTo>
                <a:lnTo>
                  <a:pt x="995386" y="477478"/>
                </a:lnTo>
                <a:lnTo>
                  <a:pt x="1010570" y="518638"/>
                </a:lnTo>
                <a:lnTo>
                  <a:pt x="1025251" y="559980"/>
                </a:lnTo>
                <a:lnTo>
                  <a:pt x="1039425" y="601498"/>
                </a:lnTo>
                <a:lnTo>
                  <a:pt x="1053091" y="643186"/>
                </a:lnTo>
                <a:lnTo>
                  <a:pt x="1066247" y="685038"/>
                </a:lnTo>
                <a:lnTo>
                  <a:pt x="1078891" y="727048"/>
                </a:lnTo>
                <a:lnTo>
                  <a:pt x="1091020" y="769209"/>
                </a:lnTo>
                <a:lnTo>
                  <a:pt x="1102633" y="811515"/>
                </a:lnTo>
                <a:lnTo>
                  <a:pt x="1113729" y="853960"/>
                </a:lnTo>
                <a:lnTo>
                  <a:pt x="1124305" y="896537"/>
                </a:lnTo>
                <a:lnTo>
                  <a:pt x="1134361" y="939241"/>
                </a:lnTo>
                <a:lnTo>
                  <a:pt x="1143893" y="982063"/>
                </a:lnTo>
                <a:lnTo>
                  <a:pt x="1152902" y="1025000"/>
                </a:lnTo>
                <a:lnTo>
                  <a:pt x="1161386" y="1068043"/>
                </a:lnTo>
                <a:lnTo>
                  <a:pt x="1169343" y="1111186"/>
                </a:lnTo>
                <a:lnTo>
                  <a:pt x="1176773" y="1154424"/>
                </a:lnTo>
                <a:lnTo>
                  <a:pt x="1183674" y="1197749"/>
                </a:lnTo>
                <a:lnTo>
                  <a:pt x="1190045" y="1241155"/>
                </a:lnTo>
                <a:lnTo>
                  <a:pt x="1195885" y="1284636"/>
                </a:lnTo>
                <a:lnTo>
                  <a:pt x="1201193" y="1328184"/>
                </a:lnTo>
                <a:lnTo>
                  <a:pt x="1205969" y="1371795"/>
                </a:lnTo>
                <a:lnTo>
                  <a:pt x="1210212" y="1415460"/>
                </a:lnTo>
                <a:lnTo>
                  <a:pt x="1213922" y="1459174"/>
                </a:lnTo>
                <a:lnTo>
                  <a:pt x="1217096" y="1502930"/>
                </a:lnTo>
                <a:lnTo>
                  <a:pt x="1219737" y="1546722"/>
                </a:lnTo>
                <a:lnTo>
                  <a:pt x="1221841" y="1590543"/>
                </a:lnTo>
                <a:lnTo>
                  <a:pt x="1223411" y="1634386"/>
                </a:lnTo>
                <a:lnTo>
                  <a:pt x="1224444" y="1678245"/>
                </a:lnTo>
                <a:lnTo>
                  <a:pt x="338754" y="1693704"/>
                </a:lnTo>
                <a:lnTo>
                  <a:pt x="337976" y="1660665"/>
                </a:lnTo>
                <a:lnTo>
                  <a:pt x="336793" y="1627637"/>
                </a:lnTo>
                <a:lnTo>
                  <a:pt x="335208" y="1594626"/>
                </a:lnTo>
                <a:lnTo>
                  <a:pt x="333219" y="1561637"/>
                </a:lnTo>
                <a:lnTo>
                  <a:pt x="330827" y="1528675"/>
                </a:lnTo>
                <a:lnTo>
                  <a:pt x="328033" y="1495745"/>
                </a:lnTo>
                <a:lnTo>
                  <a:pt x="324837" y="1462851"/>
                </a:lnTo>
                <a:lnTo>
                  <a:pt x="321239" y="1429998"/>
                </a:lnTo>
                <a:lnTo>
                  <a:pt x="317240" y="1397193"/>
                </a:lnTo>
                <a:lnTo>
                  <a:pt x="312840" y="1364438"/>
                </a:lnTo>
                <a:lnTo>
                  <a:pt x="308041" y="1331739"/>
                </a:lnTo>
                <a:lnTo>
                  <a:pt x="302843" y="1299102"/>
                </a:lnTo>
                <a:lnTo>
                  <a:pt x="297246" y="1266530"/>
                </a:lnTo>
                <a:lnTo>
                  <a:pt x="291251" y="1234030"/>
                </a:lnTo>
                <a:lnTo>
                  <a:pt x="284861" y="1201605"/>
                </a:lnTo>
                <a:lnTo>
                  <a:pt x="278074" y="1169260"/>
                </a:lnTo>
                <a:lnTo>
                  <a:pt x="270893" y="1137001"/>
                </a:lnTo>
                <a:lnTo>
                  <a:pt x="263318" y="1104832"/>
                </a:lnTo>
                <a:lnTo>
                  <a:pt x="255351" y="1072758"/>
                </a:lnTo>
                <a:lnTo>
                  <a:pt x="246992" y="1040784"/>
                </a:lnTo>
                <a:lnTo>
                  <a:pt x="238244" y="1008914"/>
                </a:lnTo>
                <a:lnTo>
                  <a:pt x="229106" y="977153"/>
                </a:lnTo>
                <a:lnTo>
                  <a:pt x="219582" y="945507"/>
                </a:lnTo>
                <a:lnTo>
                  <a:pt x="209671" y="913979"/>
                </a:lnTo>
                <a:lnTo>
                  <a:pt x="199377" y="882574"/>
                </a:lnTo>
                <a:lnTo>
                  <a:pt x="188699" y="851298"/>
                </a:lnTo>
                <a:lnTo>
                  <a:pt x="177640" y="820154"/>
                </a:lnTo>
                <a:lnTo>
                  <a:pt x="166201" y="789148"/>
                </a:lnTo>
                <a:lnTo>
                  <a:pt x="154384" y="758284"/>
                </a:lnTo>
                <a:lnTo>
                  <a:pt x="142191" y="727567"/>
                </a:lnTo>
                <a:lnTo>
                  <a:pt x="129624" y="697001"/>
                </a:lnTo>
                <a:lnTo>
                  <a:pt x="116684" y="666590"/>
                </a:lnTo>
                <a:lnTo>
                  <a:pt x="103374" y="636340"/>
                </a:lnTo>
                <a:lnTo>
                  <a:pt x="89695" y="606255"/>
                </a:lnTo>
                <a:lnTo>
                  <a:pt x="75650" y="576339"/>
                </a:lnTo>
                <a:lnTo>
                  <a:pt x="61240" y="546598"/>
                </a:lnTo>
                <a:lnTo>
                  <a:pt x="46468" y="517034"/>
                </a:lnTo>
                <a:lnTo>
                  <a:pt x="31336" y="487653"/>
                </a:lnTo>
                <a:lnTo>
                  <a:pt x="15846" y="458459"/>
                </a:lnTo>
                <a:lnTo>
                  <a:pt x="0" y="429456"/>
                </a:lnTo>
                <a:close/>
              </a:path>
            </a:pathLst>
          </a:custGeom>
          <a:solidFill xmlns:a="http://schemas.openxmlformats.org/drawingml/2006/main">
            <a:srgbClr val="83B8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Dataset count 19174">
            <a:extLst xmlns:a="http://schemas.openxmlformats.org/drawingml/2006/main">
              <a:ext uri="{FF2B5EF4-FFF2-40B4-BE49-F238E27FC236}">
                <a16:creationId xmlns:a16="http://schemas.microsoft.com/office/drawing/2014/main" id="{960F64B3-3FA8-4FEA-8848-CDE4BA76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9308" y="4724353"/>
            <a:ext cx="1804910" cy="1200521"/>
          </a:xfrm>
          <a:custGeom xmlns:a="http://schemas.openxmlformats.org/drawingml/2006/main">
            <a:pathLst>
              <a:path w="1804910" h="1200521">
                <a:moveTo>
                  <a:pt x="1491205" y="0"/>
                </a:moveTo>
                <a:lnTo>
                  <a:pt x="1505879" y="26858"/>
                </a:lnTo>
                <a:lnTo>
                  <a:pt x="1520223" y="53893"/>
                </a:lnTo>
                <a:lnTo>
                  <a:pt x="1534236" y="81102"/>
                </a:lnTo>
                <a:lnTo>
                  <a:pt x="1547916" y="108479"/>
                </a:lnTo>
                <a:lnTo>
                  <a:pt x="1561261" y="136022"/>
                </a:lnTo>
                <a:lnTo>
                  <a:pt x="1574267" y="163726"/>
                </a:lnTo>
                <a:lnTo>
                  <a:pt x="1586935" y="191586"/>
                </a:lnTo>
                <a:lnTo>
                  <a:pt x="1599261" y="219599"/>
                </a:lnTo>
                <a:lnTo>
                  <a:pt x="1611244" y="247761"/>
                </a:lnTo>
                <a:lnTo>
                  <a:pt x="1622882" y="276067"/>
                </a:lnTo>
                <a:lnTo>
                  <a:pt x="1634173" y="304513"/>
                </a:lnTo>
                <a:lnTo>
                  <a:pt x="1645116" y="333095"/>
                </a:lnTo>
                <a:lnTo>
                  <a:pt x="1655709" y="361808"/>
                </a:lnTo>
                <a:lnTo>
                  <a:pt x="1665950" y="390649"/>
                </a:lnTo>
                <a:lnTo>
                  <a:pt x="1675839" y="419612"/>
                </a:lnTo>
                <a:lnTo>
                  <a:pt x="1685372" y="448695"/>
                </a:lnTo>
                <a:lnTo>
                  <a:pt x="1694550" y="477891"/>
                </a:lnTo>
                <a:lnTo>
                  <a:pt x="1703370" y="507198"/>
                </a:lnTo>
                <a:lnTo>
                  <a:pt x="1711832" y="536610"/>
                </a:lnTo>
                <a:lnTo>
                  <a:pt x="1719933" y="566123"/>
                </a:lnTo>
                <a:lnTo>
                  <a:pt x="1727674" y="595733"/>
                </a:lnTo>
                <a:lnTo>
                  <a:pt x="1735052" y="625436"/>
                </a:lnTo>
                <a:lnTo>
                  <a:pt x="1742067" y="655226"/>
                </a:lnTo>
                <a:lnTo>
                  <a:pt x="1748717" y="685100"/>
                </a:lnTo>
                <a:lnTo>
                  <a:pt x="1755002" y="715053"/>
                </a:lnTo>
                <a:lnTo>
                  <a:pt x="1760920" y="745080"/>
                </a:lnTo>
                <a:lnTo>
                  <a:pt x="1766471" y="775178"/>
                </a:lnTo>
                <a:lnTo>
                  <a:pt x="1771654" y="805341"/>
                </a:lnTo>
                <a:lnTo>
                  <a:pt x="1776468" y="835565"/>
                </a:lnTo>
                <a:lnTo>
                  <a:pt x="1780913" y="865845"/>
                </a:lnTo>
                <a:lnTo>
                  <a:pt x="1784987" y="896178"/>
                </a:lnTo>
                <a:lnTo>
                  <a:pt x="1788690" y="926558"/>
                </a:lnTo>
                <a:lnTo>
                  <a:pt x="1792022" y="956981"/>
                </a:lnTo>
                <a:lnTo>
                  <a:pt x="1794982" y="987443"/>
                </a:lnTo>
                <a:lnTo>
                  <a:pt x="1797569" y="1017939"/>
                </a:lnTo>
                <a:lnTo>
                  <a:pt x="1799784" y="1048463"/>
                </a:lnTo>
                <a:lnTo>
                  <a:pt x="1801626" y="1079013"/>
                </a:lnTo>
                <a:lnTo>
                  <a:pt x="1803094" y="1109583"/>
                </a:lnTo>
                <a:lnTo>
                  <a:pt x="1804189" y="1140168"/>
                </a:lnTo>
                <a:lnTo>
                  <a:pt x="1804910" y="1170765"/>
                </a:lnTo>
                <a:lnTo>
                  <a:pt x="100195" y="1200521"/>
                </a:lnTo>
                <a:lnTo>
                  <a:pt x="99965" y="1190748"/>
                </a:lnTo>
                <a:lnTo>
                  <a:pt x="99615" y="1180980"/>
                </a:lnTo>
                <a:lnTo>
                  <a:pt x="99146" y="1171216"/>
                </a:lnTo>
                <a:lnTo>
                  <a:pt x="98558" y="1161459"/>
                </a:lnTo>
                <a:lnTo>
                  <a:pt x="97850" y="1151709"/>
                </a:lnTo>
                <a:lnTo>
                  <a:pt x="97024" y="1141969"/>
                </a:lnTo>
                <a:lnTo>
                  <a:pt x="96078" y="1132240"/>
                </a:lnTo>
                <a:lnTo>
                  <a:pt x="95014" y="1122523"/>
                </a:lnTo>
                <a:lnTo>
                  <a:pt x="93832" y="1112820"/>
                </a:lnTo>
                <a:lnTo>
                  <a:pt x="92530" y="1103132"/>
                </a:lnTo>
                <a:lnTo>
                  <a:pt x="91111" y="1093461"/>
                </a:lnTo>
                <a:lnTo>
                  <a:pt x="89573" y="1083807"/>
                </a:lnTo>
                <a:lnTo>
                  <a:pt x="87918" y="1074174"/>
                </a:lnTo>
                <a:lnTo>
                  <a:pt x="86145" y="1064561"/>
                </a:lnTo>
                <a:lnTo>
                  <a:pt x="84255" y="1054970"/>
                </a:lnTo>
                <a:lnTo>
                  <a:pt x="82247" y="1045403"/>
                </a:lnTo>
                <a:lnTo>
                  <a:pt x="80123" y="1035862"/>
                </a:lnTo>
                <a:lnTo>
                  <a:pt x="77883" y="1026347"/>
                </a:lnTo>
                <a:lnTo>
                  <a:pt x="75526" y="1016861"/>
                </a:lnTo>
                <a:lnTo>
                  <a:pt x="73054" y="1007403"/>
                </a:lnTo>
                <a:lnTo>
                  <a:pt x="70466" y="997977"/>
                </a:lnTo>
                <a:lnTo>
                  <a:pt x="67764" y="988583"/>
                </a:lnTo>
                <a:lnTo>
                  <a:pt x="64947" y="979223"/>
                </a:lnTo>
                <a:lnTo>
                  <a:pt x="62015" y="969898"/>
                </a:lnTo>
                <a:lnTo>
                  <a:pt x="58971" y="960609"/>
                </a:lnTo>
                <a:lnTo>
                  <a:pt x="55812" y="951358"/>
                </a:lnTo>
                <a:lnTo>
                  <a:pt x="52541" y="942147"/>
                </a:lnTo>
                <a:lnTo>
                  <a:pt x="49158" y="932976"/>
                </a:lnTo>
                <a:lnTo>
                  <a:pt x="45663" y="923847"/>
                </a:lnTo>
                <a:lnTo>
                  <a:pt x="42057" y="914762"/>
                </a:lnTo>
                <a:lnTo>
                  <a:pt x="38339" y="905721"/>
                </a:lnTo>
                <a:lnTo>
                  <a:pt x="34512" y="896726"/>
                </a:lnTo>
                <a:lnTo>
                  <a:pt x="30575" y="887779"/>
                </a:lnTo>
                <a:lnTo>
                  <a:pt x="26530" y="878881"/>
                </a:lnTo>
                <a:lnTo>
                  <a:pt x="22375" y="870033"/>
                </a:lnTo>
                <a:lnTo>
                  <a:pt x="18113" y="861236"/>
                </a:lnTo>
                <a:lnTo>
                  <a:pt x="13744" y="852491"/>
                </a:lnTo>
                <a:lnTo>
                  <a:pt x="9268" y="843801"/>
                </a:lnTo>
                <a:lnTo>
                  <a:pt x="4687" y="835166"/>
                </a:lnTo>
                <a:lnTo>
                  <a:pt x="0" y="826588"/>
                </a:lnTo>
                <a:close/>
              </a:path>
            </a:pathLst>
          </a:custGeom>
          <a:solidFill xmlns:a="http://schemas.openxmlformats.org/drawingml/2006/main">
            <a:srgbClr val="E7F3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3" name="Dataset count encoding">
            <a:extLst xmlns:a="http://schemas.openxmlformats.org/drawingml/2006/main">
              <a:ext uri="{FF2B5EF4-FFF2-40B4-BE49-F238E27FC236}">
                <a16:creationId xmlns:a16="http://schemas.microsoft.com/office/drawing/2014/main" id="{684883E2-1F53-43E6-AA0A-61D6C7BD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9308" y="5067814"/>
            <a:ext cx="1096574" cy="857060"/>
          </a:xfrm>
          <a:custGeom xmlns:a="http://schemas.openxmlformats.org/drawingml/2006/main">
            <a:pathLst>
              <a:path w="1096574" h="857060">
                <a:moveTo>
                  <a:pt x="871585" y="0"/>
                </a:moveTo>
                <a:lnTo>
                  <a:pt x="882109" y="19262"/>
                </a:lnTo>
                <a:lnTo>
                  <a:pt x="892397" y="38652"/>
                </a:lnTo>
                <a:lnTo>
                  <a:pt x="902448" y="58166"/>
                </a:lnTo>
                <a:lnTo>
                  <a:pt x="912259" y="77801"/>
                </a:lnTo>
                <a:lnTo>
                  <a:pt x="921829" y="97554"/>
                </a:lnTo>
                <a:lnTo>
                  <a:pt x="931158" y="117423"/>
                </a:lnTo>
                <a:lnTo>
                  <a:pt x="940243" y="137405"/>
                </a:lnTo>
                <a:lnTo>
                  <a:pt x="949083" y="157496"/>
                </a:lnTo>
                <a:lnTo>
                  <a:pt x="957677" y="177693"/>
                </a:lnTo>
                <a:lnTo>
                  <a:pt x="966024" y="197994"/>
                </a:lnTo>
                <a:lnTo>
                  <a:pt x="974122" y="218396"/>
                </a:lnTo>
                <a:lnTo>
                  <a:pt x="981970" y="238894"/>
                </a:lnTo>
                <a:lnTo>
                  <a:pt x="989567" y="259488"/>
                </a:lnTo>
                <a:lnTo>
                  <a:pt x="996912" y="280172"/>
                </a:lnTo>
                <a:lnTo>
                  <a:pt x="1004004" y="300945"/>
                </a:lnTo>
                <a:lnTo>
                  <a:pt x="1010842" y="321802"/>
                </a:lnTo>
                <a:lnTo>
                  <a:pt x="1017424" y="342742"/>
                </a:lnTo>
                <a:lnTo>
                  <a:pt x="1023750" y="363761"/>
                </a:lnTo>
                <a:lnTo>
                  <a:pt x="1029818" y="384855"/>
                </a:lnTo>
                <a:lnTo>
                  <a:pt x="1035629" y="406022"/>
                </a:lnTo>
                <a:lnTo>
                  <a:pt x="1041180" y="427258"/>
                </a:lnTo>
                <a:lnTo>
                  <a:pt x="1046472" y="448560"/>
                </a:lnTo>
                <a:lnTo>
                  <a:pt x="1051503" y="469926"/>
                </a:lnTo>
                <a:lnTo>
                  <a:pt x="1056272" y="491351"/>
                </a:lnTo>
                <a:lnTo>
                  <a:pt x="1060780" y="512833"/>
                </a:lnTo>
                <a:lnTo>
                  <a:pt x="1065024" y="534369"/>
                </a:lnTo>
                <a:lnTo>
                  <a:pt x="1069005" y="555955"/>
                </a:lnTo>
                <a:lnTo>
                  <a:pt x="1072723" y="577587"/>
                </a:lnTo>
                <a:lnTo>
                  <a:pt x="1076175" y="599264"/>
                </a:lnTo>
                <a:lnTo>
                  <a:pt x="1079363" y="620981"/>
                </a:lnTo>
                <a:lnTo>
                  <a:pt x="1082285" y="642736"/>
                </a:lnTo>
                <a:lnTo>
                  <a:pt x="1084941" y="664524"/>
                </a:lnTo>
                <a:lnTo>
                  <a:pt x="1087330" y="686344"/>
                </a:lnTo>
                <a:lnTo>
                  <a:pt x="1089453" y="708191"/>
                </a:lnTo>
                <a:lnTo>
                  <a:pt x="1091309" y="730062"/>
                </a:lnTo>
                <a:lnTo>
                  <a:pt x="1092898" y="751954"/>
                </a:lnTo>
                <a:lnTo>
                  <a:pt x="1094218" y="773864"/>
                </a:lnTo>
                <a:lnTo>
                  <a:pt x="1095272" y="795789"/>
                </a:lnTo>
                <a:lnTo>
                  <a:pt x="1096057" y="817725"/>
                </a:lnTo>
                <a:lnTo>
                  <a:pt x="1096574" y="839668"/>
                </a:lnTo>
                <a:lnTo>
                  <a:pt x="100195" y="857060"/>
                </a:lnTo>
                <a:lnTo>
                  <a:pt x="99965" y="847288"/>
                </a:lnTo>
                <a:lnTo>
                  <a:pt x="99615" y="837519"/>
                </a:lnTo>
                <a:lnTo>
                  <a:pt x="99146" y="827755"/>
                </a:lnTo>
                <a:lnTo>
                  <a:pt x="98558" y="817998"/>
                </a:lnTo>
                <a:lnTo>
                  <a:pt x="97850" y="808249"/>
                </a:lnTo>
                <a:lnTo>
                  <a:pt x="97024" y="798509"/>
                </a:lnTo>
                <a:lnTo>
                  <a:pt x="96078" y="788780"/>
                </a:lnTo>
                <a:lnTo>
                  <a:pt x="95014" y="779063"/>
                </a:lnTo>
                <a:lnTo>
                  <a:pt x="93832" y="769359"/>
                </a:lnTo>
                <a:lnTo>
                  <a:pt x="92530" y="759671"/>
                </a:lnTo>
                <a:lnTo>
                  <a:pt x="91111" y="750000"/>
                </a:lnTo>
                <a:lnTo>
                  <a:pt x="89573" y="740347"/>
                </a:lnTo>
                <a:lnTo>
                  <a:pt x="87918" y="730713"/>
                </a:lnTo>
                <a:lnTo>
                  <a:pt x="86145" y="721100"/>
                </a:lnTo>
                <a:lnTo>
                  <a:pt x="84255" y="711510"/>
                </a:lnTo>
                <a:lnTo>
                  <a:pt x="82247" y="701943"/>
                </a:lnTo>
                <a:lnTo>
                  <a:pt x="80123" y="692401"/>
                </a:lnTo>
                <a:lnTo>
                  <a:pt x="77883" y="682887"/>
                </a:lnTo>
                <a:lnTo>
                  <a:pt x="75526" y="673400"/>
                </a:lnTo>
                <a:lnTo>
                  <a:pt x="73054" y="663943"/>
                </a:lnTo>
                <a:lnTo>
                  <a:pt x="70466" y="654516"/>
                </a:lnTo>
                <a:lnTo>
                  <a:pt x="67764" y="645122"/>
                </a:lnTo>
                <a:lnTo>
                  <a:pt x="64947" y="635762"/>
                </a:lnTo>
                <a:lnTo>
                  <a:pt x="62015" y="626437"/>
                </a:lnTo>
                <a:lnTo>
                  <a:pt x="58971" y="617148"/>
                </a:lnTo>
                <a:lnTo>
                  <a:pt x="55812" y="607898"/>
                </a:lnTo>
                <a:lnTo>
                  <a:pt x="52541" y="598686"/>
                </a:lnTo>
                <a:lnTo>
                  <a:pt x="49158" y="589515"/>
                </a:lnTo>
                <a:lnTo>
                  <a:pt x="45663" y="580387"/>
                </a:lnTo>
                <a:lnTo>
                  <a:pt x="42057" y="571301"/>
                </a:lnTo>
                <a:lnTo>
                  <a:pt x="38339" y="562260"/>
                </a:lnTo>
                <a:lnTo>
                  <a:pt x="34512" y="553266"/>
                </a:lnTo>
                <a:lnTo>
                  <a:pt x="30575" y="544319"/>
                </a:lnTo>
                <a:lnTo>
                  <a:pt x="26530" y="535420"/>
                </a:lnTo>
                <a:lnTo>
                  <a:pt x="22375" y="526572"/>
                </a:lnTo>
                <a:lnTo>
                  <a:pt x="18113" y="517775"/>
                </a:lnTo>
                <a:lnTo>
                  <a:pt x="13744" y="509031"/>
                </a:lnTo>
                <a:lnTo>
                  <a:pt x="9268" y="500341"/>
                </a:lnTo>
                <a:lnTo>
                  <a:pt x="4687" y="491706"/>
                </a:lnTo>
                <a:lnTo>
                  <a:pt x="0" y="483128"/>
                </a:lnTo>
                <a:close/>
              </a:path>
            </a:pathLst>
          </a:custGeom>
          <a:solidFill xmlns:a="http://schemas.openxmlformats.org/drawingml/2006/main">
            <a:srgbClr val="A8D5F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" name="Any Two&#10;Entities">
            <a:extLst xmlns:a="http://schemas.openxmlformats.org/drawingml/2006/main">
              <a:ext uri="{FF2B5EF4-FFF2-40B4-BE49-F238E27FC236}">
                <a16:creationId xmlns:a16="http://schemas.microsoft.com/office/drawing/2014/main" id="{91150830-108A-4E16-998E-A9523A5B6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500000">
            <a:off x="6188921" y="4858605"/>
            <a:ext cx="133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Any Two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Entities</a:t>
            </a:r>
          </a:p>
        </p:txBody>
      </p:sp>
      <p:sp>
        <p:nvSpPr>
          <p:cNvPr id="15" name="19174">
            <a:extLst xmlns:a="http://schemas.openxmlformats.org/drawingml/2006/main">
              <a:ext uri="{FF2B5EF4-FFF2-40B4-BE49-F238E27FC236}">
                <a16:creationId xmlns:a16="http://schemas.microsoft.com/office/drawing/2014/main" id="{378C1E29-E1CF-47BF-B2CC-CC0C3749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500000">
            <a:off x="5159657" y="5339891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0" i="0">
                <a:solidFill>
                  <a:srgbClr val="00A8E7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75" b="0" i="0">
                <a:solidFill>
                  <a:srgbClr val="00A8E7"/>
                </a:solidFill>
                <a:latin typeface="Comic Sans MS"/>
                <a:ea typeface="Comic Sans MS"/>
                <a:cs typeface="Comic Sans MS"/>
              </a:defRPr>
            </a:pPr>
            <a:r>
              <a:rPr sz="1575" b="0" i="0">
                <a:solidFill>
                  <a:srgbClr val="00A8E7"/>
                </a:solidFill>
                <a:latin typeface="Comic Sans MS"/>
                <a:ea typeface="Comic Sans MS"/>
                <a:cs typeface="Comic Sans MS"/>
              </a:rPr>
              <a:t>19174</a:t>
            </a:r>
          </a:p>
        </p:txBody>
      </p:sp>
      <p:sp>
        <p:nvSpPr>
          <p:cNvPr id="16" name="Dataset category Human-&#10;Object-Scene">
            <a:extLst xmlns:a="http://schemas.openxmlformats.org/drawingml/2006/main">
              <a:ext uri="{FF2B5EF4-FFF2-40B4-BE49-F238E27FC236}">
                <a16:creationId xmlns:a16="http://schemas.microsoft.com/office/drawing/2014/main" id="{E31EF119-A4D3-4585-AB35-32ED3C261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5459" y="5986048"/>
            <a:ext cx="1224444" cy="1693704"/>
          </a:xfrm>
          <a:custGeom xmlns:a="http://schemas.openxmlformats.org/drawingml/2006/main">
            <a:pathLst>
              <a:path w="1224444" h="1693704">
                <a:moveTo>
                  <a:pt x="1224444" y="15460"/>
                </a:moveTo>
                <a:lnTo>
                  <a:pt x="1223411" y="59319"/>
                </a:lnTo>
                <a:lnTo>
                  <a:pt x="1221841" y="103162"/>
                </a:lnTo>
                <a:lnTo>
                  <a:pt x="1219737" y="146982"/>
                </a:lnTo>
                <a:lnTo>
                  <a:pt x="1217096" y="190774"/>
                </a:lnTo>
                <a:lnTo>
                  <a:pt x="1213922" y="234530"/>
                </a:lnTo>
                <a:lnTo>
                  <a:pt x="1210212" y="278244"/>
                </a:lnTo>
                <a:lnTo>
                  <a:pt x="1205969" y="321910"/>
                </a:lnTo>
                <a:lnTo>
                  <a:pt x="1201193" y="365520"/>
                </a:lnTo>
                <a:lnTo>
                  <a:pt x="1195885" y="409069"/>
                </a:lnTo>
                <a:lnTo>
                  <a:pt x="1190045" y="452550"/>
                </a:lnTo>
                <a:lnTo>
                  <a:pt x="1183674" y="495956"/>
                </a:lnTo>
                <a:lnTo>
                  <a:pt x="1176773" y="539281"/>
                </a:lnTo>
                <a:lnTo>
                  <a:pt x="1169343" y="582518"/>
                </a:lnTo>
                <a:lnTo>
                  <a:pt x="1161386" y="625662"/>
                </a:lnTo>
                <a:lnTo>
                  <a:pt x="1152902" y="668705"/>
                </a:lnTo>
                <a:lnTo>
                  <a:pt x="1143893" y="711641"/>
                </a:lnTo>
                <a:lnTo>
                  <a:pt x="1134361" y="754464"/>
                </a:lnTo>
                <a:lnTo>
                  <a:pt x="1124305" y="797167"/>
                </a:lnTo>
                <a:lnTo>
                  <a:pt x="1113729" y="839744"/>
                </a:lnTo>
                <a:lnTo>
                  <a:pt x="1102633" y="882189"/>
                </a:lnTo>
                <a:lnTo>
                  <a:pt x="1091020" y="924495"/>
                </a:lnTo>
                <a:lnTo>
                  <a:pt x="1078891" y="966656"/>
                </a:lnTo>
                <a:lnTo>
                  <a:pt x="1066247" y="1008666"/>
                </a:lnTo>
                <a:lnTo>
                  <a:pt x="1053091" y="1050518"/>
                </a:lnTo>
                <a:lnTo>
                  <a:pt x="1039425" y="1092207"/>
                </a:lnTo>
                <a:lnTo>
                  <a:pt x="1025251" y="1133725"/>
                </a:lnTo>
                <a:lnTo>
                  <a:pt x="1010570" y="1175067"/>
                </a:lnTo>
                <a:lnTo>
                  <a:pt x="995386" y="1216226"/>
                </a:lnTo>
                <a:lnTo>
                  <a:pt x="979700" y="1257197"/>
                </a:lnTo>
                <a:lnTo>
                  <a:pt x="963514" y="1297974"/>
                </a:lnTo>
                <a:lnTo>
                  <a:pt x="946831" y="1338549"/>
                </a:lnTo>
                <a:lnTo>
                  <a:pt x="929654" y="1378918"/>
                </a:lnTo>
                <a:lnTo>
                  <a:pt x="911985" y="1419074"/>
                </a:lnTo>
                <a:lnTo>
                  <a:pt x="893827" y="1459010"/>
                </a:lnTo>
                <a:lnTo>
                  <a:pt x="875182" y="1498723"/>
                </a:lnTo>
                <a:lnTo>
                  <a:pt x="856054" y="1538204"/>
                </a:lnTo>
                <a:lnTo>
                  <a:pt x="836444" y="1577449"/>
                </a:lnTo>
                <a:lnTo>
                  <a:pt x="816357" y="1616451"/>
                </a:lnTo>
                <a:lnTo>
                  <a:pt x="795794" y="1655205"/>
                </a:lnTo>
                <a:lnTo>
                  <a:pt x="774760" y="1693704"/>
                </a:lnTo>
                <a:lnTo>
                  <a:pt x="0" y="1264248"/>
                </a:lnTo>
                <a:lnTo>
                  <a:pt x="15846" y="1235246"/>
                </a:lnTo>
                <a:lnTo>
                  <a:pt x="31336" y="1206052"/>
                </a:lnTo>
                <a:lnTo>
                  <a:pt x="46468" y="1176671"/>
                </a:lnTo>
                <a:lnTo>
                  <a:pt x="61240" y="1147107"/>
                </a:lnTo>
                <a:lnTo>
                  <a:pt x="75650" y="1117365"/>
                </a:lnTo>
                <a:lnTo>
                  <a:pt x="89695" y="1087449"/>
                </a:lnTo>
                <a:lnTo>
                  <a:pt x="103374" y="1057364"/>
                </a:lnTo>
                <a:lnTo>
                  <a:pt x="116684" y="1027114"/>
                </a:lnTo>
                <a:lnTo>
                  <a:pt x="129624" y="996704"/>
                </a:lnTo>
                <a:lnTo>
                  <a:pt x="142191" y="966138"/>
                </a:lnTo>
                <a:lnTo>
                  <a:pt x="154384" y="935420"/>
                </a:lnTo>
                <a:lnTo>
                  <a:pt x="166201" y="904556"/>
                </a:lnTo>
                <a:lnTo>
                  <a:pt x="177640" y="873550"/>
                </a:lnTo>
                <a:lnTo>
                  <a:pt x="188699" y="842407"/>
                </a:lnTo>
                <a:lnTo>
                  <a:pt x="199377" y="811130"/>
                </a:lnTo>
                <a:lnTo>
                  <a:pt x="209671" y="779726"/>
                </a:lnTo>
                <a:lnTo>
                  <a:pt x="219582" y="748198"/>
                </a:lnTo>
                <a:lnTo>
                  <a:pt x="229106" y="716551"/>
                </a:lnTo>
                <a:lnTo>
                  <a:pt x="238244" y="684791"/>
                </a:lnTo>
                <a:lnTo>
                  <a:pt x="246992" y="652921"/>
                </a:lnTo>
                <a:lnTo>
                  <a:pt x="255351" y="620947"/>
                </a:lnTo>
                <a:lnTo>
                  <a:pt x="263318" y="588872"/>
                </a:lnTo>
                <a:lnTo>
                  <a:pt x="270893" y="556703"/>
                </a:lnTo>
                <a:lnTo>
                  <a:pt x="278074" y="524444"/>
                </a:lnTo>
                <a:lnTo>
                  <a:pt x="284861" y="492100"/>
                </a:lnTo>
                <a:lnTo>
                  <a:pt x="291251" y="459675"/>
                </a:lnTo>
                <a:lnTo>
                  <a:pt x="297246" y="427174"/>
                </a:lnTo>
                <a:lnTo>
                  <a:pt x="302843" y="394603"/>
                </a:lnTo>
                <a:lnTo>
                  <a:pt x="308041" y="361965"/>
                </a:lnTo>
                <a:lnTo>
                  <a:pt x="312840" y="329267"/>
                </a:lnTo>
                <a:lnTo>
                  <a:pt x="317240" y="296512"/>
                </a:lnTo>
                <a:lnTo>
                  <a:pt x="321239" y="263706"/>
                </a:lnTo>
                <a:lnTo>
                  <a:pt x="324837" y="230854"/>
                </a:lnTo>
                <a:lnTo>
                  <a:pt x="328033" y="197960"/>
                </a:lnTo>
                <a:lnTo>
                  <a:pt x="330827" y="165029"/>
                </a:lnTo>
                <a:lnTo>
                  <a:pt x="333219" y="132067"/>
                </a:lnTo>
                <a:lnTo>
                  <a:pt x="335208" y="99078"/>
                </a:lnTo>
                <a:lnTo>
                  <a:pt x="336793" y="66067"/>
                </a:lnTo>
                <a:lnTo>
                  <a:pt x="337976" y="33040"/>
                </a:lnTo>
                <a:lnTo>
                  <a:pt x="338754" y="0"/>
                </a:lnTo>
                <a:close/>
              </a:path>
            </a:pathLst>
          </a:custGeom>
          <a:solidFill xmlns:a="http://schemas.openxmlformats.org/drawingml/2006/main">
            <a:srgbClr val="83B8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Dataset count 13568">
            <a:extLst xmlns:a="http://schemas.openxmlformats.org/drawingml/2006/main">
              <a:ext uri="{FF2B5EF4-FFF2-40B4-BE49-F238E27FC236}">
                <a16:creationId xmlns:a16="http://schemas.microsoft.com/office/drawing/2014/main" id="{87D5109F-E946-4C75-A78B-ED2421B7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9308" y="5952801"/>
            <a:ext cx="1804910" cy="1200521"/>
          </a:xfrm>
          <a:custGeom xmlns:a="http://schemas.openxmlformats.org/drawingml/2006/main">
            <a:pathLst>
              <a:path w="1804910" h="1200521">
                <a:moveTo>
                  <a:pt x="1804910" y="29756"/>
                </a:moveTo>
                <a:lnTo>
                  <a:pt x="1804189" y="60352"/>
                </a:lnTo>
                <a:lnTo>
                  <a:pt x="1803094" y="90938"/>
                </a:lnTo>
                <a:lnTo>
                  <a:pt x="1801626" y="121508"/>
                </a:lnTo>
                <a:lnTo>
                  <a:pt x="1799784" y="152057"/>
                </a:lnTo>
                <a:lnTo>
                  <a:pt x="1797569" y="182582"/>
                </a:lnTo>
                <a:lnTo>
                  <a:pt x="1794982" y="213078"/>
                </a:lnTo>
                <a:lnTo>
                  <a:pt x="1792022" y="243539"/>
                </a:lnTo>
                <a:lnTo>
                  <a:pt x="1788690" y="273963"/>
                </a:lnTo>
                <a:lnTo>
                  <a:pt x="1784987" y="304343"/>
                </a:lnTo>
                <a:lnTo>
                  <a:pt x="1780913" y="334675"/>
                </a:lnTo>
                <a:lnTo>
                  <a:pt x="1776468" y="364956"/>
                </a:lnTo>
                <a:lnTo>
                  <a:pt x="1771654" y="395180"/>
                </a:lnTo>
                <a:lnTo>
                  <a:pt x="1766471" y="425343"/>
                </a:lnTo>
                <a:lnTo>
                  <a:pt x="1760920" y="455441"/>
                </a:lnTo>
                <a:lnTo>
                  <a:pt x="1755002" y="485468"/>
                </a:lnTo>
                <a:lnTo>
                  <a:pt x="1748717" y="515421"/>
                </a:lnTo>
                <a:lnTo>
                  <a:pt x="1742067" y="545295"/>
                </a:lnTo>
                <a:lnTo>
                  <a:pt x="1735052" y="575085"/>
                </a:lnTo>
                <a:lnTo>
                  <a:pt x="1727674" y="604787"/>
                </a:lnTo>
                <a:lnTo>
                  <a:pt x="1719933" y="634397"/>
                </a:lnTo>
                <a:lnTo>
                  <a:pt x="1711832" y="663911"/>
                </a:lnTo>
                <a:lnTo>
                  <a:pt x="1703370" y="693323"/>
                </a:lnTo>
                <a:lnTo>
                  <a:pt x="1694550" y="722629"/>
                </a:lnTo>
                <a:lnTo>
                  <a:pt x="1685372" y="751826"/>
                </a:lnTo>
                <a:lnTo>
                  <a:pt x="1675839" y="780908"/>
                </a:lnTo>
                <a:lnTo>
                  <a:pt x="1665950" y="809872"/>
                </a:lnTo>
                <a:lnTo>
                  <a:pt x="1655709" y="838713"/>
                </a:lnTo>
                <a:lnTo>
                  <a:pt x="1645116" y="867426"/>
                </a:lnTo>
                <a:lnTo>
                  <a:pt x="1634173" y="896008"/>
                </a:lnTo>
                <a:lnTo>
                  <a:pt x="1622882" y="924454"/>
                </a:lnTo>
                <a:lnTo>
                  <a:pt x="1611244" y="952760"/>
                </a:lnTo>
                <a:lnTo>
                  <a:pt x="1599261" y="980922"/>
                </a:lnTo>
                <a:lnTo>
                  <a:pt x="1586935" y="1008935"/>
                </a:lnTo>
                <a:lnTo>
                  <a:pt x="1574267" y="1036795"/>
                </a:lnTo>
                <a:lnTo>
                  <a:pt x="1561261" y="1064499"/>
                </a:lnTo>
                <a:lnTo>
                  <a:pt x="1547916" y="1092042"/>
                </a:lnTo>
                <a:lnTo>
                  <a:pt x="1534236" y="1119419"/>
                </a:lnTo>
                <a:lnTo>
                  <a:pt x="1520223" y="1146628"/>
                </a:lnTo>
                <a:lnTo>
                  <a:pt x="1505879" y="1173663"/>
                </a:lnTo>
                <a:lnTo>
                  <a:pt x="1491205" y="1200521"/>
                </a:lnTo>
                <a:lnTo>
                  <a:pt x="0" y="373933"/>
                </a:lnTo>
                <a:lnTo>
                  <a:pt x="4687" y="365354"/>
                </a:lnTo>
                <a:lnTo>
                  <a:pt x="9268" y="356719"/>
                </a:lnTo>
                <a:lnTo>
                  <a:pt x="13744" y="348029"/>
                </a:lnTo>
                <a:lnTo>
                  <a:pt x="18113" y="339285"/>
                </a:lnTo>
                <a:lnTo>
                  <a:pt x="22375" y="330488"/>
                </a:lnTo>
                <a:lnTo>
                  <a:pt x="26530" y="321640"/>
                </a:lnTo>
                <a:lnTo>
                  <a:pt x="30575" y="312742"/>
                </a:lnTo>
                <a:lnTo>
                  <a:pt x="34512" y="303794"/>
                </a:lnTo>
                <a:lnTo>
                  <a:pt x="38339" y="294800"/>
                </a:lnTo>
                <a:lnTo>
                  <a:pt x="42057" y="285759"/>
                </a:lnTo>
                <a:lnTo>
                  <a:pt x="45663" y="276674"/>
                </a:lnTo>
                <a:lnTo>
                  <a:pt x="49158" y="267545"/>
                </a:lnTo>
                <a:lnTo>
                  <a:pt x="52541" y="258374"/>
                </a:lnTo>
                <a:lnTo>
                  <a:pt x="55812" y="249163"/>
                </a:lnTo>
                <a:lnTo>
                  <a:pt x="58971" y="239912"/>
                </a:lnTo>
                <a:lnTo>
                  <a:pt x="62015" y="230623"/>
                </a:lnTo>
                <a:lnTo>
                  <a:pt x="64947" y="221298"/>
                </a:lnTo>
                <a:lnTo>
                  <a:pt x="67764" y="211938"/>
                </a:lnTo>
                <a:lnTo>
                  <a:pt x="70466" y="202544"/>
                </a:lnTo>
                <a:lnTo>
                  <a:pt x="73054" y="193117"/>
                </a:lnTo>
                <a:lnTo>
                  <a:pt x="75526" y="183660"/>
                </a:lnTo>
                <a:lnTo>
                  <a:pt x="77883" y="174174"/>
                </a:lnTo>
                <a:lnTo>
                  <a:pt x="80123" y="164659"/>
                </a:lnTo>
                <a:lnTo>
                  <a:pt x="82247" y="155117"/>
                </a:lnTo>
                <a:lnTo>
                  <a:pt x="84255" y="145551"/>
                </a:lnTo>
                <a:lnTo>
                  <a:pt x="86145" y="135960"/>
                </a:lnTo>
                <a:lnTo>
                  <a:pt x="87918" y="126347"/>
                </a:lnTo>
                <a:lnTo>
                  <a:pt x="89573" y="116713"/>
                </a:lnTo>
                <a:lnTo>
                  <a:pt x="91111" y="107060"/>
                </a:lnTo>
                <a:lnTo>
                  <a:pt x="92530" y="97389"/>
                </a:lnTo>
                <a:lnTo>
                  <a:pt x="93832" y="87701"/>
                </a:lnTo>
                <a:lnTo>
                  <a:pt x="95014" y="77998"/>
                </a:lnTo>
                <a:lnTo>
                  <a:pt x="96078" y="68281"/>
                </a:lnTo>
                <a:lnTo>
                  <a:pt x="97024" y="58551"/>
                </a:lnTo>
                <a:lnTo>
                  <a:pt x="97850" y="48811"/>
                </a:lnTo>
                <a:lnTo>
                  <a:pt x="98558" y="39062"/>
                </a:lnTo>
                <a:lnTo>
                  <a:pt x="99146" y="29305"/>
                </a:lnTo>
                <a:lnTo>
                  <a:pt x="99615" y="19541"/>
                </a:lnTo>
                <a:lnTo>
                  <a:pt x="99965" y="9772"/>
                </a:lnTo>
                <a:lnTo>
                  <a:pt x="100195" y="0"/>
                </a:lnTo>
                <a:close/>
              </a:path>
            </a:pathLst>
          </a:custGeom>
          <a:solidFill xmlns:a="http://schemas.openxmlformats.org/drawingml/2006/main">
            <a:srgbClr val="E7F3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Dataset count encoding">
            <a:extLst xmlns:a="http://schemas.openxmlformats.org/drawingml/2006/main">
              <a:ext uri="{FF2B5EF4-FFF2-40B4-BE49-F238E27FC236}">
                <a16:creationId xmlns:a16="http://schemas.microsoft.com/office/drawing/2014/main" id="{7A41B227-DF5B-4A09-8C56-7A531665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9308" y="5952801"/>
            <a:ext cx="805257" cy="715806"/>
          </a:xfrm>
          <a:custGeom xmlns:a="http://schemas.openxmlformats.org/drawingml/2006/main">
            <a:pathLst>
              <a:path w="805257" h="715806">
                <a:moveTo>
                  <a:pt x="805257" y="12307"/>
                </a:moveTo>
                <a:lnTo>
                  <a:pt x="804824" y="30692"/>
                </a:lnTo>
                <a:lnTo>
                  <a:pt x="804166" y="49070"/>
                </a:lnTo>
                <a:lnTo>
                  <a:pt x="803284" y="67440"/>
                </a:lnTo>
                <a:lnTo>
                  <a:pt x="802177" y="85796"/>
                </a:lnTo>
                <a:lnTo>
                  <a:pt x="800846" y="104138"/>
                </a:lnTo>
                <a:lnTo>
                  <a:pt x="799292" y="122463"/>
                </a:lnTo>
                <a:lnTo>
                  <a:pt x="797513" y="140767"/>
                </a:lnTo>
                <a:lnTo>
                  <a:pt x="795511" y="159048"/>
                </a:lnTo>
                <a:lnTo>
                  <a:pt x="793286" y="177303"/>
                </a:lnTo>
                <a:lnTo>
                  <a:pt x="790838" y="195529"/>
                </a:lnTo>
                <a:lnTo>
                  <a:pt x="788167" y="213725"/>
                </a:lnTo>
                <a:lnTo>
                  <a:pt x="785274" y="231886"/>
                </a:lnTo>
                <a:lnTo>
                  <a:pt x="782160" y="250011"/>
                </a:lnTo>
                <a:lnTo>
                  <a:pt x="778824" y="268096"/>
                </a:lnTo>
                <a:lnTo>
                  <a:pt x="775268" y="286139"/>
                </a:lnTo>
                <a:lnTo>
                  <a:pt x="771492" y="304137"/>
                </a:lnTo>
                <a:lnTo>
                  <a:pt x="767496" y="322088"/>
                </a:lnTo>
                <a:lnTo>
                  <a:pt x="763280" y="339989"/>
                </a:lnTo>
                <a:lnTo>
                  <a:pt x="758847" y="357837"/>
                </a:lnTo>
                <a:lnTo>
                  <a:pt x="754196" y="375629"/>
                </a:lnTo>
                <a:lnTo>
                  <a:pt x="749328" y="393363"/>
                </a:lnTo>
                <a:lnTo>
                  <a:pt x="744243" y="411036"/>
                </a:lnTo>
                <a:lnTo>
                  <a:pt x="738943" y="428646"/>
                </a:lnTo>
                <a:lnTo>
                  <a:pt x="733429" y="446190"/>
                </a:lnTo>
                <a:lnTo>
                  <a:pt x="727700" y="463665"/>
                </a:lnTo>
                <a:lnTo>
                  <a:pt x="721758" y="481069"/>
                </a:lnTo>
                <a:lnTo>
                  <a:pt x="715604" y="498399"/>
                </a:lnTo>
                <a:lnTo>
                  <a:pt x="709239" y="515653"/>
                </a:lnTo>
                <a:lnTo>
                  <a:pt x="702664" y="532827"/>
                </a:lnTo>
                <a:lnTo>
                  <a:pt x="695879" y="549920"/>
                </a:lnTo>
                <a:lnTo>
                  <a:pt x="688886" y="566929"/>
                </a:lnTo>
                <a:lnTo>
                  <a:pt x="681685" y="583851"/>
                </a:lnTo>
                <a:lnTo>
                  <a:pt x="674279" y="600684"/>
                </a:lnTo>
                <a:lnTo>
                  <a:pt x="666667" y="617425"/>
                </a:lnTo>
                <a:lnTo>
                  <a:pt x="658851" y="634072"/>
                </a:lnTo>
                <a:lnTo>
                  <a:pt x="650833" y="650622"/>
                </a:lnTo>
                <a:lnTo>
                  <a:pt x="642613" y="667073"/>
                </a:lnTo>
                <a:lnTo>
                  <a:pt x="634192" y="683422"/>
                </a:lnTo>
                <a:lnTo>
                  <a:pt x="625573" y="699667"/>
                </a:lnTo>
                <a:lnTo>
                  <a:pt x="616756" y="715806"/>
                </a:lnTo>
                <a:lnTo>
                  <a:pt x="0" y="373933"/>
                </a:lnTo>
                <a:lnTo>
                  <a:pt x="4687" y="365354"/>
                </a:lnTo>
                <a:lnTo>
                  <a:pt x="9268" y="356719"/>
                </a:lnTo>
                <a:lnTo>
                  <a:pt x="13744" y="348029"/>
                </a:lnTo>
                <a:lnTo>
                  <a:pt x="18113" y="339285"/>
                </a:lnTo>
                <a:lnTo>
                  <a:pt x="22375" y="330488"/>
                </a:lnTo>
                <a:lnTo>
                  <a:pt x="26530" y="321640"/>
                </a:lnTo>
                <a:lnTo>
                  <a:pt x="30575" y="312742"/>
                </a:lnTo>
                <a:lnTo>
                  <a:pt x="34512" y="303794"/>
                </a:lnTo>
                <a:lnTo>
                  <a:pt x="38339" y="294800"/>
                </a:lnTo>
                <a:lnTo>
                  <a:pt x="42057" y="285759"/>
                </a:lnTo>
                <a:lnTo>
                  <a:pt x="45663" y="276674"/>
                </a:lnTo>
                <a:lnTo>
                  <a:pt x="49158" y="267545"/>
                </a:lnTo>
                <a:lnTo>
                  <a:pt x="52541" y="258374"/>
                </a:lnTo>
                <a:lnTo>
                  <a:pt x="55812" y="249163"/>
                </a:lnTo>
                <a:lnTo>
                  <a:pt x="58971" y="239912"/>
                </a:lnTo>
                <a:lnTo>
                  <a:pt x="62015" y="230623"/>
                </a:lnTo>
                <a:lnTo>
                  <a:pt x="64947" y="221298"/>
                </a:lnTo>
                <a:lnTo>
                  <a:pt x="67764" y="211938"/>
                </a:lnTo>
                <a:lnTo>
                  <a:pt x="70466" y="202544"/>
                </a:lnTo>
                <a:lnTo>
                  <a:pt x="73054" y="193117"/>
                </a:lnTo>
                <a:lnTo>
                  <a:pt x="75526" y="183660"/>
                </a:lnTo>
                <a:lnTo>
                  <a:pt x="77883" y="174174"/>
                </a:lnTo>
                <a:lnTo>
                  <a:pt x="80123" y="164659"/>
                </a:lnTo>
                <a:lnTo>
                  <a:pt x="82247" y="155117"/>
                </a:lnTo>
                <a:lnTo>
                  <a:pt x="84255" y="145551"/>
                </a:lnTo>
                <a:lnTo>
                  <a:pt x="86145" y="135960"/>
                </a:lnTo>
                <a:lnTo>
                  <a:pt x="87918" y="126347"/>
                </a:lnTo>
                <a:lnTo>
                  <a:pt x="89573" y="116713"/>
                </a:lnTo>
                <a:lnTo>
                  <a:pt x="91111" y="107060"/>
                </a:lnTo>
                <a:lnTo>
                  <a:pt x="92530" y="97389"/>
                </a:lnTo>
                <a:lnTo>
                  <a:pt x="93832" y="87701"/>
                </a:lnTo>
                <a:lnTo>
                  <a:pt x="95014" y="77998"/>
                </a:lnTo>
                <a:lnTo>
                  <a:pt x="96078" y="68281"/>
                </a:lnTo>
                <a:lnTo>
                  <a:pt x="97024" y="58551"/>
                </a:lnTo>
                <a:lnTo>
                  <a:pt x="97850" y="48811"/>
                </a:lnTo>
                <a:lnTo>
                  <a:pt x="98558" y="39062"/>
                </a:lnTo>
                <a:lnTo>
                  <a:pt x="99146" y="29305"/>
                </a:lnTo>
                <a:lnTo>
                  <a:pt x="99615" y="19541"/>
                </a:lnTo>
                <a:lnTo>
                  <a:pt x="99965" y="9772"/>
                </a:lnTo>
                <a:lnTo>
                  <a:pt x="100195" y="0"/>
                </a:lnTo>
                <a:close/>
              </a:path>
            </a:pathLst>
          </a:custGeom>
          <a:solidFill xmlns:a="http://schemas.openxmlformats.org/drawingml/2006/main">
            <a:srgbClr val="A8D5F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9" name="Human-&#10;Object-Scene">
            <a:extLst xmlns:a="http://schemas.openxmlformats.org/drawingml/2006/main">
              <a:ext uri="{FF2B5EF4-FFF2-40B4-BE49-F238E27FC236}">
                <a16:creationId xmlns:a16="http://schemas.microsoft.com/office/drawing/2014/main" id="{9F7761C3-8922-425F-AB01-8618143DB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500000">
            <a:off x="6188921" y="6485670"/>
            <a:ext cx="133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Human-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Object-Scene</a:t>
            </a:r>
          </a:p>
        </p:txBody>
      </p:sp>
      <p:sp>
        <p:nvSpPr>
          <p:cNvPr id="20" name="13568">
            <a:extLst xmlns:a="http://schemas.openxmlformats.org/drawingml/2006/main">
              <a:ext uri="{FF2B5EF4-FFF2-40B4-BE49-F238E27FC236}">
                <a16:creationId xmlns:a16="http://schemas.microsoft.com/office/drawing/2014/main" id="{70649798-7541-4552-A170-9345693B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500000">
            <a:off x="5159657" y="6252034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0" i="0">
                <a:solidFill>
                  <a:srgbClr val="00A8E7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75" b="0" i="0">
                <a:solidFill>
                  <a:srgbClr val="00A8E7"/>
                </a:solidFill>
                <a:latin typeface="Comic Sans MS"/>
                <a:ea typeface="Comic Sans MS"/>
                <a:cs typeface="Comic Sans MS"/>
              </a:defRPr>
            </a:pPr>
            <a:r>
              <a:rPr sz="1575" b="0" i="0">
                <a:solidFill>
                  <a:srgbClr val="00A8E7"/>
                </a:solidFill>
                <a:latin typeface="Comic Sans MS"/>
                <a:ea typeface="Comic Sans MS"/>
                <a:cs typeface="Comic Sans MS"/>
              </a:rPr>
              <a:t>13568</a:t>
            </a:r>
          </a:p>
        </p:txBody>
      </p:sp>
      <p:sp>
        <p:nvSpPr>
          <p:cNvPr id="21" name="Dataset category Others">
            <a:extLst xmlns:a="http://schemas.openxmlformats.org/drawingml/2006/main">
              <a:ext uri="{FF2B5EF4-FFF2-40B4-BE49-F238E27FC236}">
                <a16:creationId xmlns:a16="http://schemas.microsoft.com/office/drawing/2014/main" id="{5FFBC024-1D0C-4A16-805D-27B2D722F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754" y="7332067"/>
            <a:ext cx="1684794" cy="1684794"/>
          </a:xfrm>
          <a:custGeom xmlns:a="http://schemas.openxmlformats.org/drawingml/2006/main">
            <a:pathLst>
              <a:path w="1684794" h="1684794">
                <a:moveTo>
                  <a:pt x="1684794" y="456234"/>
                </a:moveTo>
                <a:lnTo>
                  <a:pt x="1661969" y="493700"/>
                </a:lnTo>
                <a:lnTo>
                  <a:pt x="1638689" y="530884"/>
                </a:lnTo>
                <a:lnTo>
                  <a:pt x="1614956" y="567782"/>
                </a:lnTo>
                <a:lnTo>
                  <a:pt x="1590773" y="604386"/>
                </a:lnTo>
                <a:lnTo>
                  <a:pt x="1566146" y="640693"/>
                </a:lnTo>
                <a:lnTo>
                  <a:pt x="1541077" y="676696"/>
                </a:lnTo>
                <a:lnTo>
                  <a:pt x="1515569" y="712390"/>
                </a:lnTo>
                <a:lnTo>
                  <a:pt x="1489628" y="747769"/>
                </a:lnTo>
                <a:lnTo>
                  <a:pt x="1463256" y="782829"/>
                </a:lnTo>
                <a:lnTo>
                  <a:pt x="1436458" y="817565"/>
                </a:lnTo>
                <a:lnTo>
                  <a:pt x="1409238" y="851970"/>
                </a:lnTo>
                <a:lnTo>
                  <a:pt x="1381599" y="886040"/>
                </a:lnTo>
                <a:lnTo>
                  <a:pt x="1353546" y="919770"/>
                </a:lnTo>
                <a:lnTo>
                  <a:pt x="1325083" y="953155"/>
                </a:lnTo>
                <a:lnTo>
                  <a:pt x="1296214" y="986189"/>
                </a:lnTo>
                <a:lnTo>
                  <a:pt x="1266944" y="1018869"/>
                </a:lnTo>
                <a:lnTo>
                  <a:pt x="1237277" y="1051188"/>
                </a:lnTo>
                <a:lnTo>
                  <a:pt x="1207217" y="1083143"/>
                </a:lnTo>
                <a:lnTo>
                  <a:pt x="1176769" y="1114727"/>
                </a:lnTo>
                <a:lnTo>
                  <a:pt x="1145938" y="1145938"/>
                </a:lnTo>
                <a:lnTo>
                  <a:pt x="1114727" y="1176769"/>
                </a:lnTo>
                <a:lnTo>
                  <a:pt x="1083143" y="1207217"/>
                </a:lnTo>
                <a:lnTo>
                  <a:pt x="1051188" y="1237277"/>
                </a:lnTo>
                <a:lnTo>
                  <a:pt x="1018869" y="1266944"/>
                </a:lnTo>
                <a:lnTo>
                  <a:pt x="986189" y="1296214"/>
                </a:lnTo>
                <a:lnTo>
                  <a:pt x="953155" y="1325083"/>
                </a:lnTo>
                <a:lnTo>
                  <a:pt x="919770" y="1353546"/>
                </a:lnTo>
                <a:lnTo>
                  <a:pt x="886040" y="1381599"/>
                </a:lnTo>
                <a:lnTo>
                  <a:pt x="851970" y="1409238"/>
                </a:lnTo>
                <a:lnTo>
                  <a:pt x="817565" y="1436458"/>
                </a:lnTo>
                <a:lnTo>
                  <a:pt x="782829" y="1463256"/>
                </a:lnTo>
                <a:lnTo>
                  <a:pt x="747769" y="1489628"/>
                </a:lnTo>
                <a:lnTo>
                  <a:pt x="712390" y="1515569"/>
                </a:lnTo>
                <a:lnTo>
                  <a:pt x="676696" y="1541077"/>
                </a:lnTo>
                <a:lnTo>
                  <a:pt x="640693" y="1566146"/>
                </a:lnTo>
                <a:lnTo>
                  <a:pt x="604386" y="1590773"/>
                </a:lnTo>
                <a:lnTo>
                  <a:pt x="567782" y="1614956"/>
                </a:lnTo>
                <a:lnTo>
                  <a:pt x="530884" y="1638689"/>
                </a:lnTo>
                <a:lnTo>
                  <a:pt x="493700" y="1661969"/>
                </a:lnTo>
                <a:lnTo>
                  <a:pt x="456234" y="1684794"/>
                </a:lnTo>
                <a:lnTo>
                  <a:pt x="0" y="925494"/>
                </a:lnTo>
                <a:lnTo>
                  <a:pt x="28224" y="908300"/>
                </a:lnTo>
                <a:lnTo>
                  <a:pt x="56236" y="890762"/>
                </a:lnTo>
                <a:lnTo>
                  <a:pt x="84031" y="872883"/>
                </a:lnTo>
                <a:lnTo>
                  <a:pt x="111606" y="854667"/>
                </a:lnTo>
                <a:lnTo>
                  <a:pt x="138956" y="836114"/>
                </a:lnTo>
                <a:lnTo>
                  <a:pt x="166078" y="817229"/>
                </a:lnTo>
                <a:lnTo>
                  <a:pt x="192966" y="798014"/>
                </a:lnTo>
                <a:lnTo>
                  <a:pt x="219618" y="778472"/>
                </a:lnTo>
                <a:lnTo>
                  <a:pt x="246030" y="758606"/>
                </a:lnTo>
                <a:lnTo>
                  <a:pt x="272196" y="738418"/>
                </a:lnTo>
                <a:lnTo>
                  <a:pt x="298114" y="717913"/>
                </a:lnTo>
                <a:lnTo>
                  <a:pt x="323780" y="697092"/>
                </a:lnTo>
                <a:lnTo>
                  <a:pt x="349189" y="675959"/>
                </a:lnTo>
                <a:lnTo>
                  <a:pt x="374339" y="654518"/>
                </a:lnTo>
                <a:lnTo>
                  <a:pt x="399224" y="632771"/>
                </a:lnTo>
                <a:lnTo>
                  <a:pt x="423842" y="610721"/>
                </a:lnTo>
                <a:lnTo>
                  <a:pt x="448189" y="588372"/>
                </a:lnTo>
                <a:lnTo>
                  <a:pt x="472260" y="565728"/>
                </a:lnTo>
                <a:lnTo>
                  <a:pt x="496054" y="542791"/>
                </a:lnTo>
                <a:lnTo>
                  <a:pt x="519565" y="519565"/>
                </a:lnTo>
                <a:lnTo>
                  <a:pt x="542791" y="496054"/>
                </a:lnTo>
                <a:lnTo>
                  <a:pt x="565728" y="472260"/>
                </a:lnTo>
                <a:lnTo>
                  <a:pt x="588372" y="448189"/>
                </a:lnTo>
                <a:lnTo>
                  <a:pt x="610721" y="423842"/>
                </a:lnTo>
                <a:lnTo>
                  <a:pt x="632771" y="399224"/>
                </a:lnTo>
                <a:lnTo>
                  <a:pt x="654518" y="374339"/>
                </a:lnTo>
                <a:lnTo>
                  <a:pt x="675959" y="349189"/>
                </a:lnTo>
                <a:lnTo>
                  <a:pt x="697092" y="323780"/>
                </a:lnTo>
                <a:lnTo>
                  <a:pt x="717913" y="298114"/>
                </a:lnTo>
                <a:lnTo>
                  <a:pt x="738418" y="272196"/>
                </a:lnTo>
                <a:lnTo>
                  <a:pt x="758606" y="246030"/>
                </a:lnTo>
                <a:lnTo>
                  <a:pt x="778472" y="219618"/>
                </a:lnTo>
                <a:lnTo>
                  <a:pt x="798014" y="192966"/>
                </a:lnTo>
                <a:lnTo>
                  <a:pt x="817229" y="166078"/>
                </a:lnTo>
                <a:lnTo>
                  <a:pt x="836114" y="138956"/>
                </a:lnTo>
                <a:lnTo>
                  <a:pt x="854667" y="111606"/>
                </a:lnTo>
                <a:lnTo>
                  <a:pt x="872883" y="84031"/>
                </a:lnTo>
                <a:lnTo>
                  <a:pt x="890762" y="56236"/>
                </a:lnTo>
                <a:lnTo>
                  <a:pt x="908300" y="28224"/>
                </a:lnTo>
                <a:lnTo>
                  <a:pt x="925494" y="0"/>
                </a:lnTo>
                <a:close/>
              </a:path>
            </a:pathLst>
          </a:custGeom>
          <a:solidFill xmlns:a="http://schemas.openxmlformats.org/drawingml/2006/main">
            <a:srgbClr val="83B8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" name="Dataset count 4904">
            <a:extLst xmlns:a="http://schemas.openxmlformats.org/drawingml/2006/main">
              <a:ext uri="{FF2B5EF4-FFF2-40B4-BE49-F238E27FC236}">
                <a16:creationId xmlns:a16="http://schemas.microsoft.com/office/drawing/2014/main" id="{991B11B1-6A95-4DA6-93FB-96115FF18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1607" y="6350919"/>
            <a:ext cx="1735186" cy="1735186"/>
          </a:xfrm>
          <a:custGeom xmlns:a="http://schemas.openxmlformats.org/drawingml/2006/main">
            <a:pathLst>
              <a:path w="1735186" h="1735186">
                <a:moveTo>
                  <a:pt x="1735186" y="878127"/>
                </a:moveTo>
                <a:lnTo>
                  <a:pt x="1719264" y="904264"/>
                </a:lnTo>
                <a:lnTo>
                  <a:pt x="1703023" y="930204"/>
                </a:lnTo>
                <a:lnTo>
                  <a:pt x="1686466" y="955944"/>
                </a:lnTo>
                <a:lnTo>
                  <a:pt x="1669596" y="981480"/>
                </a:lnTo>
                <a:lnTo>
                  <a:pt x="1652416" y="1006808"/>
                </a:lnTo>
                <a:lnTo>
                  <a:pt x="1634927" y="1031924"/>
                </a:lnTo>
                <a:lnTo>
                  <a:pt x="1617133" y="1056825"/>
                </a:lnTo>
                <a:lnTo>
                  <a:pt x="1599036" y="1081506"/>
                </a:lnTo>
                <a:lnTo>
                  <a:pt x="1580639" y="1105964"/>
                </a:lnTo>
                <a:lnTo>
                  <a:pt x="1561944" y="1130196"/>
                </a:lnTo>
                <a:lnTo>
                  <a:pt x="1542955" y="1154198"/>
                </a:lnTo>
                <a:lnTo>
                  <a:pt x="1523674" y="1177966"/>
                </a:lnTo>
                <a:lnTo>
                  <a:pt x="1504104" y="1201496"/>
                </a:lnTo>
                <a:lnTo>
                  <a:pt x="1484247" y="1224786"/>
                </a:lnTo>
                <a:lnTo>
                  <a:pt x="1464108" y="1247831"/>
                </a:lnTo>
                <a:lnTo>
                  <a:pt x="1443689" y="1270628"/>
                </a:lnTo>
                <a:lnTo>
                  <a:pt x="1422993" y="1293175"/>
                </a:lnTo>
                <a:lnTo>
                  <a:pt x="1402023" y="1315467"/>
                </a:lnTo>
                <a:lnTo>
                  <a:pt x="1380782" y="1337501"/>
                </a:lnTo>
                <a:lnTo>
                  <a:pt x="1359274" y="1359274"/>
                </a:lnTo>
                <a:lnTo>
                  <a:pt x="1337501" y="1380782"/>
                </a:lnTo>
                <a:lnTo>
                  <a:pt x="1315467" y="1402023"/>
                </a:lnTo>
                <a:lnTo>
                  <a:pt x="1293175" y="1422993"/>
                </a:lnTo>
                <a:lnTo>
                  <a:pt x="1270628" y="1443689"/>
                </a:lnTo>
                <a:lnTo>
                  <a:pt x="1247831" y="1464108"/>
                </a:lnTo>
                <a:lnTo>
                  <a:pt x="1224786" y="1484247"/>
                </a:lnTo>
                <a:lnTo>
                  <a:pt x="1201496" y="1504104"/>
                </a:lnTo>
                <a:lnTo>
                  <a:pt x="1177966" y="1523674"/>
                </a:lnTo>
                <a:lnTo>
                  <a:pt x="1154198" y="1542955"/>
                </a:lnTo>
                <a:lnTo>
                  <a:pt x="1130196" y="1561944"/>
                </a:lnTo>
                <a:lnTo>
                  <a:pt x="1105964" y="1580639"/>
                </a:lnTo>
                <a:lnTo>
                  <a:pt x="1081506" y="1599036"/>
                </a:lnTo>
                <a:lnTo>
                  <a:pt x="1056825" y="1617133"/>
                </a:lnTo>
                <a:lnTo>
                  <a:pt x="1031924" y="1634927"/>
                </a:lnTo>
                <a:lnTo>
                  <a:pt x="1006808" y="1652416"/>
                </a:lnTo>
                <a:lnTo>
                  <a:pt x="981480" y="1669596"/>
                </a:lnTo>
                <a:lnTo>
                  <a:pt x="955944" y="1686466"/>
                </a:lnTo>
                <a:lnTo>
                  <a:pt x="930204" y="1703023"/>
                </a:lnTo>
                <a:lnTo>
                  <a:pt x="904264" y="1719264"/>
                </a:lnTo>
                <a:lnTo>
                  <a:pt x="878127" y="1735186"/>
                </a:lnTo>
                <a:lnTo>
                  <a:pt x="0" y="273738"/>
                </a:lnTo>
                <a:lnTo>
                  <a:pt x="8348" y="268652"/>
                </a:lnTo>
                <a:lnTo>
                  <a:pt x="16633" y="263465"/>
                </a:lnTo>
                <a:lnTo>
                  <a:pt x="24854" y="258177"/>
                </a:lnTo>
                <a:lnTo>
                  <a:pt x="33010" y="252789"/>
                </a:lnTo>
                <a:lnTo>
                  <a:pt x="41100" y="247301"/>
                </a:lnTo>
                <a:lnTo>
                  <a:pt x="49122" y="241716"/>
                </a:lnTo>
                <a:lnTo>
                  <a:pt x="57075" y="236032"/>
                </a:lnTo>
                <a:lnTo>
                  <a:pt x="64958" y="230252"/>
                </a:lnTo>
                <a:lnTo>
                  <a:pt x="72769" y="224376"/>
                </a:lnTo>
                <a:lnTo>
                  <a:pt x="80509" y="218405"/>
                </a:lnTo>
                <a:lnTo>
                  <a:pt x="88175" y="212340"/>
                </a:lnTo>
                <a:lnTo>
                  <a:pt x="95766" y="206182"/>
                </a:lnTo>
                <a:lnTo>
                  <a:pt x="103281" y="199932"/>
                </a:lnTo>
                <a:lnTo>
                  <a:pt x="110720" y="193590"/>
                </a:lnTo>
                <a:lnTo>
                  <a:pt x="118080" y="187158"/>
                </a:lnTo>
                <a:lnTo>
                  <a:pt x="125362" y="180636"/>
                </a:lnTo>
                <a:lnTo>
                  <a:pt x="132563" y="174026"/>
                </a:lnTo>
                <a:lnTo>
                  <a:pt x="139683" y="167328"/>
                </a:lnTo>
                <a:lnTo>
                  <a:pt x="146720" y="160544"/>
                </a:lnTo>
                <a:lnTo>
                  <a:pt x="153674" y="153674"/>
                </a:lnTo>
                <a:lnTo>
                  <a:pt x="160544" y="146720"/>
                </a:lnTo>
                <a:lnTo>
                  <a:pt x="167328" y="139683"/>
                </a:lnTo>
                <a:lnTo>
                  <a:pt x="174026" y="132563"/>
                </a:lnTo>
                <a:lnTo>
                  <a:pt x="180636" y="125362"/>
                </a:lnTo>
                <a:lnTo>
                  <a:pt x="187158" y="118080"/>
                </a:lnTo>
                <a:lnTo>
                  <a:pt x="193590" y="110720"/>
                </a:lnTo>
                <a:lnTo>
                  <a:pt x="199932" y="103281"/>
                </a:lnTo>
                <a:lnTo>
                  <a:pt x="206182" y="95766"/>
                </a:lnTo>
                <a:lnTo>
                  <a:pt x="212340" y="88175"/>
                </a:lnTo>
                <a:lnTo>
                  <a:pt x="218405" y="80509"/>
                </a:lnTo>
                <a:lnTo>
                  <a:pt x="224376" y="72769"/>
                </a:lnTo>
                <a:lnTo>
                  <a:pt x="230252" y="64958"/>
                </a:lnTo>
                <a:lnTo>
                  <a:pt x="236032" y="57075"/>
                </a:lnTo>
                <a:lnTo>
                  <a:pt x="241716" y="49122"/>
                </a:lnTo>
                <a:lnTo>
                  <a:pt x="247301" y="41100"/>
                </a:lnTo>
                <a:lnTo>
                  <a:pt x="252789" y="33010"/>
                </a:lnTo>
                <a:lnTo>
                  <a:pt x="258177" y="24854"/>
                </a:lnTo>
                <a:lnTo>
                  <a:pt x="263465" y="16633"/>
                </a:lnTo>
                <a:lnTo>
                  <a:pt x="268652" y="8348"/>
                </a:lnTo>
                <a:lnTo>
                  <a:pt x="273738" y="0"/>
                </a:lnTo>
                <a:close/>
              </a:path>
            </a:pathLst>
          </a:custGeom>
          <a:solidFill xmlns:a="http://schemas.openxmlformats.org/drawingml/2006/main">
            <a:srgbClr val="E7F3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" name="Dataset count encoding">
            <a:extLst xmlns:a="http://schemas.openxmlformats.org/drawingml/2006/main">
              <a:ext uri="{FF2B5EF4-FFF2-40B4-BE49-F238E27FC236}">
                <a16:creationId xmlns:a16="http://schemas.microsoft.com/office/drawing/2014/main" id="{32D92545-E3ED-4898-A6C2-EEE16671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1607" y="6350919"/>
            <a:ext cx="492209" cy="492209"/>
          </a:xfrm>
          <a:custGeom xmlns:a="http://schemas.openxmlformats.org/drawingml/2006/main">
            <a:pathLst>
              <a:path w="492209" h="492209">
                <a:moveTo>
                  <a:pt x="492209" y="131271"/>
                </a:moveTo>
                <a:lnTo>
                  <a:pt x="485503" y="142278"/>
                </a:lnTo>
                <a:lnTo>
                  <a:pt x="478663" y="153202"/>
                </a:lnTo>
                <a:lnTo>
                  <a:pt x="471691" y="164042"/>
                </a:lnTo>
                <a:lnTo>
                  <a:pt x="464586" y="174796"/>
                </a:lnTo>
                <a:lnTo>
                  <a:pt x="457351" y="185463"/>
                </a:lnTo>
                <a:lnTo>
                  <a:pt x="449986" y="196040"/>
                </a:lnTo>
                <a:lnTo>
                  <a:pt x="442492" y="206527"/>
                </a:lnTo>
                <a:lnTo>
                  <a:pt x="434871" y="216921"/>
                </a:lnTo>
                <a:lnTo>
                  <a:pt x="427123" y="227221"/>
                </a:lnTo>
                <a:lnTo>
                  <a:pt x="419250" y="237426"/>
                </a:lnTo>
                <a:lnTo>
                  <a:pt x="411253" y="247534"/>
                </a:lnTo>
                <a:lnTo>
                  <a:pt x="403133" y="257543"/>
                </a:lnTo>
                <a:lnTo>
                  <a:pt x="394892" y="267453"/>
                </a:lnTo>
                <a:lnTo>
                  <a:pt x="386529" y="277261"/>
                </a:lnTo>
                <a:lnTo>
                  <a:pt x="378048" y="286966"/>
                </a:lnTo>
                <a:lnTo>
                  <a:pt x="369449" y="296567"/>
                </a:lnTo>
                <a:lnTo>
                  <a:pt x="360733" y="306062"/>
                </a:lnTo>
                <a:lnTo>
                  <a:pt x="351902" y="315450"/>
                </a:lnTo>
                <a:lnTo>
                  <a:pt x="342956" y="324729"/>
                </a:lnTo>
                <a:lnTo>
                  <a:pt x="333899" y="333899"/>
                </a:lnTo>
                <a:lnTo>
                  <a:pt x="324729" y="342956"/>
                </a:lnTo>
                <a:lnTo>
                  <a:pt x="315450" y="351902"/>
                </a:lnTo>
                <a:lnTo>
                  <a:pt x="306062" y="360733"/>
                </a:lnTo>
                <a:lnTo>
                  <a:pt x="296567" y="369449"/>
                </a:lnTo>
                <a:lnTo>
                  <a:pt x="286966" y="378048"/>
                </a:lnTo>
                <a:lnTo>
                  <a:pt x="277261" y="386529"/>
                </a:lnTo>
                <a:lnTo>
                  <a:pt x="267453" y="394892"/>
                </a:lnTo>
                <a:lnTo>
                  <a:pt x="257543" y="403133"/>
                </a:lnTo>
                <a:lnTo>
                  <a:pt x="247534" y="411253"/>
                </a:lnTo>
                <a:lnTo>
                  <a:pt x="237426" y="419250"/>
                </a:lnTo>
                <a:lnTo>
                  <a:pt x="227221" y="427123"/>
                </a:lnTo>
                <a:lnTo>
                  <a:pt x="216921" y="434871"/>
                </a:lnTo>
                <a:lnTo>
                  <a:pt x="206527" y="442492"/>
                </a:lnTo>
                <a:lnTo>
                  <a:pt x="196040" y="449986"/>
                </a:lnTo>
                <a:lnTo>
                  <a:pt x="185463" y="457351"/>
                </a:lnTo>
                <a:lnTo>
                  <a:pt x="174796" y="464586"/>
                </a:lnTo>
                <a:lnTo>
                  <a:pt x="164042" y="471691"/>
                </a:lnTo>
                <a:lnTo>
                  <a:pt x="153202" y="478663"/>
                </a:lnTo>
                <a:lnTo>
                  <a:pt x="142278" y="485503"/>
                </a:lnTo>
                <a:lnTo>
                  <a:pt x="131271" y="492209"/>
                </a:lnTo>
                <a:lnTo>
                  <a:pt x="0" y="273738"/>
                </a:lnTo>
                <a:lnTo>
                  <a:pt x="8348" y="268652"/>
                </a:lnTo>
                <a:lnTo>
                  <a:pt x="16633" y="263465"/>
                </a:lnTo>
                <a:lnTo>
                  <a:pt x="24854" y="258177"/>
                </a:lnTo>
                <a:lnTo>
                  <a:pt x="33010" y="252789"/>
                </a:lnTo>
                <a:lnTo>
                  <a:pt x="41100" y="247301"/>
                </a:lnTo>
                <a:lnTo>
                  <a:pt x="49122" y="241716"/>
                </a:lnTo>
                <a:lnTo>
                  <a:pt x="57075" y="236032"/>
                </a:lnTo>
                <a:lnTo>
                  <a:pt x="64958" y="230252"/>
                </a:lnTo>
                <a:lnTo>
                  <a:pt x="72769" y="224376"/>
                </a:lnTo>
                <a:lnTo>
                  <a:pt x="80509" y="218405"/>
                </a:lnTo>
                <a:lnTo>
                  <a:pt x="88175" y="212340"/>
                </a:lnTo>
                <a:lnTo>
                  <a:pt x="95766" y="206182"/>
                </a:lnTo>
                <a:lnTo>
                  <a:pt x="103281" y="199932"/>
                </a:lnTo>
                <a:lnTo>
                  <a:pt x="110720" y="193590"/>
                </a:lnTo>
                <a:lnTo>
                  <a:pt x="118080" y="187158"/>
                </a:lnTo>
                <a:lnTo>
                  <a:pt x="125362" y="180636"/>
                </a:lnTo>
                <a:lnTo>
                  <a:pt x="132563" y="174026"/>
                </a:lnTo>
                <a:lnTo>
                  <a:pt x="139683" y="167328"/>
                </a:lnTo>
                <a:lnTo>
                  <a:pt x="146720" y="160544"/>
                </a:lnTo>
                <a:lnTo>
                  <a:pt x="153674" y="153674"/>
                </a:lnTo>
                <a:lnTo>
                  <a:pt x="160544" y="146720"/>
                </a:lnTo>
                <a:lnTo>
                  <a:pt x="167328" y="139683"/>
                </a:lnTo>
                <a:lnTo>
                  <a:pt x="174026" y="132563"/>
                </a:lnTo>
                <a:lnTo>
                  <a:pt x="180636" y="125362"/>
                </a:lnTo>
                <a:lnTo>
                  <a:pt x="187158" y="118080"/>
                </a:lnTo>
                <a:lnTo>
                  <a:pt x="193590" y="110720"/>
                </a:lnTo>
                <a:lnTo>
                  <a:pt x="199932" y="103281"/>
                </a:lnTo>
                <a:lnTo>
                  <a:pt x="206182" y="95766"/>
                </a:lnTo>
                <a:lnTo>
                  <a:pt x="212340" y="88175"/>
                </a:lnTo>
                <a:lnTo>
                  <a:pt x="218405" y="80509"/>
                </a:lnTo>
                <a:lnTo>
                  <a:pt x="224376" y="72769"/>
                </a:lnTo>
                <a:lnTo>
                  <a:pt x="230252" y="64958"/>
                </a:lnTo>
                <a:lnTo>
                  <a:pt x="236032" y="57075"/>
                </a:lnTo>
                <a:lnTo>
                  <a:pt x="241716" y="49122"/>
                </a:lnTo>
                <a:lnTo>
                  <a:pt x="247301" y="41100"/>
                </a:lnTo>
                <a:lnTo>
                  <a:pt x="252789" y="33010"/>
                </a:lnTo>
                <a:lnTo>
                  <a:pt x="258177" y="24854"/>
                </a:lnTo>
                <a:lnTo>
                  <a:pt x="263465" y="16633"/>
                </a:lnTo>
                <a:lnTo>
                  <a:pt x="268652" y="8348"/>
                </a:lnTo>
                <a:lnTo>
                  <a:pt x="273738" y="0"/>
                </a:lnTo>
                <a:close/>
              </a:path>
            </a:pathLst>
          </a:custGeom>
          <a:solidFill xmlns:a="http://schemas.openxmlformats.org/drawingml/2006/main">
            <a:srgbClr val="A8D5F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" name="Others">
            <a:extLst xmlns:a="http://schemas.openxmlformats.org/drawingml/2006/main">
              <a:ext uri="{FF2B5EF4-FFF2-40B4-BE49-F238E27FC236}">
                <a16:creationId xmlns:a16="http://schemas.microsoft.com/office/drawing/2014/main" id="{897AE21E-6B5E-4AA6-ADE3-BD30CF1A7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>
            <a:off x="5375388" y="7894751"/>
            <a:ext cx="133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Others</a:t>
            </a:r>
          </a:p>
        </p:txBody>
      </p:sp>
      <p:sp>
        <p:nvSpPr>
          <p:cNvPr id="25" name="4904">
            <a:extLst xmlns:a="http://schemas.openxmlformats.org/drawingml/2006/main">
              <a:ext uri="{FF2B5EF4-FFF2-40B4-BE49-F238E27FC236}">
                <a16:creationId xmlns:a16="http://schemas.microsoft.com/office/drawing/2014/main" id="{13A61BE9-CECD-4609-9E53-BDD52BE0D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>
            <a:off x="4703586" y="7041973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0" i="0">
                <a:solidFill>
                  <a:srgbClr val="00A8E7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75" b="0" i="0">
                <a:solidFill>
                  <a:srgbClr val="00A8E7"/>
                </a:solidFill>
                <a:latin typeface="Comic Sans MS"/>
                <a:ea typeface="Comic Sans MS"/>
                <a:cs typeface="Comic Sans MS"/>
              </a:defRPr>
            </a:pPr>
            <a:r>
              <a:rPr sz="1575" b="0" i="0">
                <a:solidFill>
                  <a:srgbClr val="00A8E7"/>
                </a:solidFill>
                <a:latin typeface="Comic Sans MS"/>
                <a:ea typeface="Comic Sans MS"/>
                <a:cs typeface="Comic Sans MS"/>
              </a:rPr>
              <a:t>4904</a:t>
            </a:r>
          </a:p>
        </p:txBody>
      </p:sp>
      <p:sp>
        <p:nvSpPr>
          <p:cNvPr id="26" name="Dataset category Hard(≥6)">
            <a:extLst xmlns:a="http://schemas.openxmlformats.org/drawingml/2006/main">
              <a:ext uri="{FF2B5EF4-FFF2-40B4-BE49-F238E27FC236}">
                <a16:creationId xmlns:a16="http://schemas.microsoft.com/office/drawing/2014/main" id="{91FF5558-76D6-43E5-9500-95CA7CF5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6736" y="8304771"/>
            <a:ext cx="1693704" cy="1224444"/>
          </a:xfrm>
          <a:custGeom xmlns:a="http://schemas.openxmlformats.org/drawingml/2006/main">
            <a:pathLst>
              <a:path w="1693704" h="1224444">
                <a:moveTo>
                  <a:pt x="1693704" y="774760"/>
                </a:moveTo>
                <a:lnTo>
                  <a:pt x="1655205" y="795794"/>
                </a:lnTo>
                <a:lnTo>
                  <a:pt x="1616451" y="816357"/>
                </a:lnTo>
                <a:lnTo>
                  <a:pt x="1577449" y="836444"/>
                </a:lnTo>
                <a:lnTo>
                  <a:pt x="1538204" y="856054"/>
                </a:lnTo>
                <a:lnTo>
                  <a:pt x="1498723" y="875182"/>
                </a:lnTo>
                <a:lnTo>
                  <a:pt x="1459010" y="893827"/>
                </a:lnTo>
                <a:lnTo>
                  <a:pt x="1419074" y="911985"/>
                </a:lnTo>
                <a:lnTo>
                  <a:pt x="1378918" y="929654"/>
                </a:lnTo>
                <a:lnTo>
                  <a:pt x="1338549" y="946831"/>
                </a:lnTo>
                <a:lnTo>
                  <a:pt x="1297974" y="963514"/>
                </a:lnTo>
                <a:lnTo>
                  <a:pt x="1257197" y="979700"/>
                </a:lnTo>
                <a:lnTo>
                  <a:pt x="1216226" y="995386"/>
                </a:lnTo>
                <a:lnTo>
                  <a:pt x="1175067" y="1010570"/>
                </a:lnTo>
                <a:lnTo>
                  <a:pt x="1133725" y="1025251"/>
                </a:lnTo>
                <a:lnTo>
                  <a:pt x="1092207" y="1039425"/>
                </a:lnTo>
                <a:lnTo>
                  <a:pt x="1050518" y="1053091"/>
                </a:lnTo>
                <a:lnTo>
                  <a:pt x="1008666" y="1066247"/>
                </a:lnTo>
                <a:lnTo>
                  <a:pt x="966656" y="1078891"/>
                </a:lnTo>
                <a:lnTo>
                  <a:pt x="924495" y="1091020"/>
                </a:lnTo>
                <a:lnTo>
                  <a:pt x="882189" y="1102633"/>
                </a:lnTo>
                <a:lnTo>
                  <a:pt x="839744" y="1113729"/>
                </a:lnTo>
                <a:lnTo>
                  <a:pt x="797167" y="1124305"/>
                </a:lnTo>
                <a:lnTo>
                  <a:pt x="754464" y="1134361"/>
                </a:lnTo>
                <a:lnTo>
                  <a:pt x="711641" y="1143893"/>
                </a:lnTo>
                <a:lnTo>
                  <a:pt x="668705" y="1152902"/>
                </a:lnTo>
                <a:lnTo>
                  <a:pt x="625662" y="1161386"/>
                </a:lnTo>
                <a:lnTo>
                  <a:pt x="582518" y="1169343"/>
                </a:lnTo>
                <a:lnTo>
                  <a:pt x="539281" y="1176773"/>
                </a:lnTo>
                <a:lnTo>
                  <a:pt x="495956" y="1183674"/>
                </a:lnTo>
                <a:lnTo>
                  <a:pt x="452550" y="1190045"/>
                </a:lnTo>
                <a:lnTo>
                  <a:pt x="409069" y="1195885"/>
                </a:lnTo>
                <a:lnTo>
                  <a:pt x="365520" y="1201193"/>
                </a:lnTo>
                <a:lnTo>
                  <a:pt x="321910" y="1205969"/>
                </a:lnTo>
                <a:lnTo>
                  <a:pt x="278244" y="1210212"/>
                </a:lnTo>
                <a:lnTo>
                  <a:pt x="234530" y="1213922"/>
                </a:lnTo>
                <a:lnTo>
                  <a:pt x="190774" y="1217096"/>
                </a:lnTo>
                <a:lnTo>
                  <a:pt x="146982" y="1219737"/>
                </a:lnTo>
                <a:lnTo>
                  <a:pt x="103162" y="1221841"/>
                </a:lnTo>
                <a:lnTo>
                  <a:pt x="59319" y="1223411"/>
                </a:lnTo>
                <a:lnTo>
                  <a:pt x="15460" y="1224444"/>
                </a:lnTo>
                <a:lnTo>
                  <a:pt x="0" y="338754"/>
                </a:lnTo>
                <a:lnTo>
                  <a:pt x="33040" y="337976"/>
                </a:lnTo>
                <a:lnTo>
                  <a:pt x="66067" y="336793"/>
                </a:lnTo>
                <a:lnTo>
                  <a:pt x="99078" y="335208"/>
                </a:lnTo>
                <a:lnTo>
                  <a:pt x="132067" y="333219"/>
                </a:lnTo>
                <a:lnTo>
                  <a:pt x="165029" y="330827"/>
                </a:lnTo>
                <a:lnTo>
                  <a:pt x="197960" y="328033"/>
                </a:lnTo>
                <a:lnTo>
                  <a:pt x="230854" y="324837"/>
                </a:lnTo>
                <a:lnTo>
                  <a:pt x="263706" y="321239"/>
                </a:lnTo>
                <a:lnTo>
                  <a:pt x="296512" y="317240"/>
                </a:lnTo>
                <a:lnTo>
                  <a:pt x="329267" y="312840"/>
                </a:lnTo>
                <a:lnTo>
                  <a:pt x="361965" y="308041"/>
                </a:lnTo>
                <a:lnTo>
                  <a:pt x="394603" y="302843"/>
                </a:lnTo>
                <a:lnTo>
                  <a:pt x="427174" y="297246"/>
                </a:lnTo>
                <a:lnTo>
                  <a:pt x="459675" y="291251"/>
                </a:lnTo>
                <a:lnTo>
                  <a:pt x="492100" y="284861"/>
                </a:lnTo>
                <a:lnTo>
                  <a:pt x="524444" y="278074"/>
                </a:lnTo>
                <a:lnTo>
                  <a:pt x="556703" y="270893"/>
                </a:lnTo>
                <a:lnTo>
                  <a:pt x="588872" y="263318"/>
                </a:lnTo>
                <a:lnTo>
                  <a:pt x="620947" y="255351"/>
                </a:lnTo>
                <a:lnTo>
                  <a:pt x="652921" y="246992"/>
                </a:lnTo>
                <a:lnTo>
                  <a:pt x="684791" y="238244"/>
                </a:lnTo>
                <a:lnTo>
                  <a:pt x="716551" y="229106"/>
                </a:lnTo>
                <a:lnTo>
                  <a:pt x="748198" y="219582"/>
                </a:lnTo>
                <a:lnTo>
                  <a:pt x="779726" y="209671"/>
                </a:lnTo>
                <a:lnTo>
                  <a:pt x="811130" y="199377"/>
                </a:lnTo>
                <a:lnTo>
                  <a:pt x="842407" y="188699"/>
                </a:lnTo>
                <a:lnTo>
                  <a:pt x="873550" y="177640"/>
                </a:lnTo>
                <a:lnTo>
                  <a:pt x="904556" y="166201"/>
                </a:lnTo>
                <a:lnTo>
                  <a:pt x="935420" y="154384"/>
                </a:lnTo>
                <a:lnTo>
                  <a:pt x="966138" y="142191"/>
                </a:lnTo>
                <a:lnTo>
                  <a:pt x="996704" y="129624"/>
                </a:lnTo>
                <a:lnTo>
                  <a:pt x="1027114" y="116684"/>
                </a:lnTo>
                <a:lnTo>
                  <a:pt x="1057364" y="103374"/>
                </a:lnTo>
                <a:lnTo>
                  <a:pt x="1087449" y="89695"/>
                </a:lnTo>
                <a:lnTo>
                  <a:pt x="1117365" y="75650"/>
                </a:lnTo>
                <a:lnTo>
                  <a:pt x="1147107" y="61240"/>
                </a:lnTo>
                <a:lnTo>
                  <a:pt x="1176671" y="46468"/>
                </a:lnTo>
                <a:lnTo>
                  <a:pt x="1206052" y="31336"/>
                </a:lnTo>
                <a:lnTo>
                  <a:pt x="1235246" y="15846"/>
                </a:lnTo>
                <a:lnTo>
                  <a:pt x="1264248" y="0"/>
                </a:lnTo>
                <a:close/>
              </a:path>
            </a:pathLst>
          </a:custGeom>
          <a:solidFill xmlns:a="http://schemas.openxmlformats.org/drawingml/2006/main">
            <a:srgbClr val="BDB1F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7" name="Dataset count 32805">
            <a:extLst xmlns:a="http://schemas.openxmlformats.org/drawingml/2006/main">
              <a:ext uri="{FF2B5EF4-FFF2-40B4-BE49-F238E27FC236}">
                <a16:creationId xmlns:a16="http://schemas.microsoft.com/office/drawing/2014/main" id="{3F160E76-1F4F-4FB5-B9FD-9D6712570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3489" y="6638621"/>
            <a:ext cx="1200521" cy="1804910"/>
          </a:xfrm>
          <a:custGeom xmlns:a="http://schemas.openxmlformats.org/drawingml/2006/main">
            <a:pathLst>
              <a:path w="1200521" h="1804910">
                <a:moveTo>
                  <a:pt x="1200521" y="1491205"/>
                </a:moveTo>
                <a:lnTo>
                  <a:pt x="1173663" y="1505879"/>
                </a:lnTo>
                <a:lnTo>
                  <a:pt x="1146628" y="1520223"/>
                </a:lnTo>
                <a:lnTo>
                  <a:pt x="1119419" y="1534236"/>
                </a:lnTo>
                <a:lnTo>
                  <a:pt x="1092042" y="1547916"/>
                </a:lnTo>
                <a:lnTo>
                  <a:pt x="1064499" y="1561261"/>
                </a:lnTo>
                <a:lnTo>
                  <a:pt x="1036795" y="1574267"/>
                </a:lnTo>
                <a:lnTo>
                  <a:pt x="1008935" y="1586935"/>
                </a:lnTo>
                <a:lnTo>
                  <a:pt x="980922" y="1599261"/>
                </a:lnTo>
                <a:lnTo>
                  <a:pt x="952760" y="1611244"/>
                </a:lnTo>
                <a:lnTo>
                  <a:pt x="924454" y="1622882"/>
                </a:lnTo>
                <a:lnTo>
                  <a:pt x="896008" y="1634173"/>
                </a:lnTo>
                <a:lnTo>
                  <a:pt x="867426" y="1645116"/>
                </a:lnTo>
                <a:lnTo>
                  <a:pt x="838713" y="1655709"/>
                </a:lnTo>
                <a:lnTo>
                  <a:pt x="809872" y="1665950"/>
                </a:lnTo>
                <a:lnTo>
                  <a:pt x="780908" y="1675839"/>
                </a:lnTo>
                <a:lnTo>
                  <a:pt x="751826" y="1685372"/>
                </a:lnTo>
                <a:lnTo>
                  <a:pt x="722629" y="1694550"/>
                </a:lnTo>
                <a:lnTo>
                  <a:pt x="693323" y="1703370"/>
                </a:lnTo>
                <a:lnTo>
                  <a:pt x="663911" y="1711832"/>
                </a:lnTo>
                <a:lnTo>
                  <a:pt x="634397" y="1719933"/>
                </a:lnTo>
                <a:lnTo>
                  <a:pt x="604787" y="1727674"/>
                </a:lnTo>
                <a:lnTo>
                  <a:pt x="575085" y="1735052"/>
                </a:lnTo>
                <a:lnTo>
                  <a:pt x="545295" y="1742067"/>
                </a:lnTo>
                <a:lnTo>
                  <a:pt x="515421" y="1748717"/>
                </a:lnTo>
                <a:lnTo>
                  <a:pt x="485468" y="1755002"/>
                </a:lnTo>
                <a:lnTo>
                  <a:pt x="455441" y="1760920"/>
                </a:lnTo>
                <a:lnTo>
                  <a:pt x="425343" y="1766471"/>
                </a:lnTo>
                <a:lnTo>
                  <a:pt x="395180" y="1771654"/>
                </a:lnTo>
                <a:lnTo>
                  <a:pt x="364956" y="1776468"/>
                </a:lnTo>
                <a:lnTo>
                  <a:pt x="334675" y="1780913"/>
                </a:lnTo>
                <a:lnTo>
                  <a:pt x="304343" y="1784987"/>
                </a:lnTo>
                <a:lnTo>
                  <a:pt x="273963" y="1788690"/>
                </a:lnTo>
                <a:lnTo>
                  <a:pt x="243539" y="1792022"/>
                </a:lnTo>
                <a:lnTo>
                  <a:pt x="213078" y="1794982"/>
                </a:lnTo>
                <a:lnTo>
                  <a:pt x="182582" y="1797569"/>
                </a:lnTo>
                <a:lnTo>
                  <a:pt x="152057" y="1799784"/>
                </a:lnTo>
                <a:lnTo>
                  <a:pt x="121508" y="1801626"/>
                </a:lnTo>
                <a:lnTo>
                  <a:pt x="90938" y="1803094"/>
                </a:lnTo>
                <a:lnTo>
                  <a:pt x="60352" y="1804189"/>
                </a:lnTo>
                <a:lnTo>
                  <a:pt x="29756" y="1804910"/>
                </a:lnTo>
                <a:lnTo>
                  <a:pt x="0" y="100195"/>
                </a:lnTo>
                <a:lnTo>
                  <a:pt x="9772" y="99965"/>
                </a:lnTo>
                <a:lnTo>
                  <a:pt x="19541" y="99615"/>
                </a:lnTo>
                <a:lnTo>
                  <a:pt x="29305" y="99146"/>
                </a:lnTo>
                <a:lnTo>
                  <a:pt x="39062" y="98558"/>
                </a:lnTo>
                <a:lnTo>
                  <a:pt x="48811" y="97850"/>
                </a:lnTo>
                <a:lnTo>
                  <a:pt x="58551" y="97024"/>
                </a:lnTo>
                <a:lnTo>
                  <a:pt x="68281" y="96078"/>
                </a:lnTo>
                <a:lnTo>
                  <a:pt x="77998" y="95014"/>
                </a:lnTo>
                <a:lnTo>
                  <a:pt x="87701" y="93832"/>
                </a:lnTo>
                <a:lnTo>
                  <a:pt x="97389" y="92530"/>
                </a:lnTo>
                <a:lnTo>
                  <a:pt x="107060" y="91111"/>
                </a:lnTo>
                <a:lnTo>
                  <a:pt x="116713" y="89573"/>
                </a:lnTo>
                <a:lnTo>
                  <a:pt x="126347" y="87918"/>
                </a:lnTo>
                <a:lnTo>
                  <a:pt x="135960" y="86145"/>
                </a:lnTo>
                <a:lnTo>
                  <a:pt x="145551" y="84255"/>
                </a:lnTo>
                <a:lnTo>
                  <a:pt x="155117" y="82247"/>
                </a:lnTo>
                <a:lnTo>
                  <a:pt x="164659" y="80123"/>
                </a:lnTo>
                <a:lnTo>
                  <a:pt x="174174" y="77883"/>
                </a:lnTo>
                <a:lnTo>
                  <a:pt x="183660" y="75526"/>
                </a:lnTo>
                <a:lnTo>
                  <a:pt x="193117" y="73054"/>
                </a:lnTo>
                <a:lnTo>
                  <a:pt x="202544" y="70466"/>
                </a:lnTo>
                <a:lnTo>
                  <a:pt x="211938" y="67764"/>
                </a:lnTo>
                <a:lnTo>
                  <a:pt x="221298" y="64947"/>
                </a:lnTo>
                <a:lnTo>
                  <a:pt x="230623" y="62015"/>
                </a:lnTo>
                <a:lnTo>
                  <a:pt x="239912" y="58971"/>
                </a:lnTo>
                <a:lnTo>
                  <a:pt x="249163" y="55812"/>
                </a:lnTo>
                <a:lnTo>
                  <a:pt x="258374" y="52541"/>
                </a:lnTo>
                <a:lnTo>
                  <a:pt x="267545" y="49158"/>
                </a:lnTo>
                <a:lnTo>
                  <a:pt x="276674" y="45663"/>
                </a:lnTo>
                <a:lnTo>
                  <a:pt x="285759" y="42057"/>
                </a:lnTo>
                <a:lnTo>
                  <a:pt x="294800" y="38339"/>
                </a:lnTo>
                <a:lnTo>
                  <a:pt x="303794" y="34512"/>
                </a:lnTo>
                <a:lnTo>
                  <a:pt x="312742" y="30575"/>
                </a:lnTo>
                <a:lnTo>
                  <a:pt x="321640" y="26530"/>
                </a:lnTo>
                <a:lnTo>
                  <a:pt x="330488" y="22375"/>
                </a:lnTo>
                <a:lnTo>
                  <a:pt x="339285" y="18113"/>
                </a:lnTo>
                <a:lnTo>
                  <a:pt x="348029" y="13744"/>
                </a:lnTo>
                <a:lnTo>
                  <a:pt x="356719" y="9268"/>
                </a:lnTo>
                <a:lnTo>
                  <a:pt x="365354" y="4687"/>
                </a:lnTo>
                <a:lnTo>
                  <a:pt x="373933" y="0"/>
                </a:lnTo>
                <a:close/>
              </a:path>
            </a:pathLst>
          </a:custGeom>
          <a:solidFill xmlns:a="http://schemas.openxmlformats.org/drawingml/2006/main">
            <a:srgbClr val="EEE8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8" name="Dataset count encoding">
            <a:extLst xmlns:a="http://schemas.openxmlformats.org/drawingml/2006/main">
              <a:ext uri="{FF2B5EF4-FFF2-40B4-BE49-F238E27FC236}">
                <a16:creationId xmlns:a16="http://schemas.microsoft.com/office/drawing/2014/main" id="{172CF44F-1C1B-4A4F-9EC6-D75C27CD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3489" y="6638621"/>
            <a:ext cx="1200521" cy="1804910"/>
          </a:xfrm>
          <a:custGeom xmlns:a="http://schemas.openxmlformats.org/drawingml/2006/main">
            <a:pathLst>
              <a:path w="1200521" h="1804910">
                <a:moveTo>
                  <a:pt x="1200521" y="1491205"/>
                </a:moveTo>
                <a:lnTo>
                  <a:pt x="1173663" y="1505879"/>
                </a:lnTo>
                <a:lnTo>
                  <a:pt x="1146628" y="1520223"/>
                </a:lnTo>
                <a:lnTo>
                  <a:pt x="1119419" y="1534236"/>
                </a:lnTo>
                <a:lnTo>
                  <a:pt x="1092042" y="1547916"/>
                </a:lnTo>
                <a:lnTo>
                  <a:pt x="1064499" y="1561261"/>
                </a:lnTo>
                <a:lnTo>
                  <a:pt x="1036795" y="1574267"/>
                </a:lnTo>
                <a:lnTo>
                  <a:pt x="1008935" y="1586935"/>
                </a:lnTo>
                <a:lnTo>
                  <a:pt x="980922" y="1599261"/>
                </a:lnTo>
                <a:lnTo>
                  <a:pt x="952760" y="1611244"/>
                </a:lnTo>
                <a:lnTo>
                  <a:pt x="924454" y="1622882"/>
                </a:lnTo>
                <a:lnTo>
                  <a:pt x="896008" y="1634173"/>
                </a:lnTo>
                <a:lnTo>
                  <a:pt x="867426" y="1645116"/>
                </a:lnTo>
                <a:lnTo>
                  <a:pt x="838713" y="1655709"/>
                </a:lnTo>
                <a:lnTo>
                  <a:pt x="809872" y="1665950"/>
                </a:lnTo>
                <a:lnTo>
                  <a:pt x="780908" y="1675839"/>
                </a:lnTo>
                <a:lnTo>
                  <a:pt x="751826" y="1685372"/>
                </a:lnTo>
                <a:lnTo>
                  <a:pt x="722629" y="1694550"/>
                </a:lnTo>
                <a:lnTo>
                  <a:pt x="693323" y="1703370"/>
                </a:lnTo>
                <a:lnTo>
                  <a:pt x="663911" y="1711832"/>
                </a:lnTo>
                <a:lnTo>
                  <a:pt x="634397" y="1719933"/>
                </a:lnTo>
                <a:lnTo>
                  <a:pt x="604787" y="1727674"/>
                </a:lnTo>
                <a:lnTo>
                  <a:pt x="575085" y="1735052"/>
                </a:lnTo>
                <a:lnTo>
                  <a:pt x="545295" y="1742067"/>
                </a:lnTo>
                <a:lnTo>
                  <a:pt x="515421" y="1748717"/>
                </a:lnTo>
                <a:lnTo>
                  <a:pt x="485468" y="1755002"/>
                </a:lnTo>
                <a:lnTo>
                  <a:pt x="455441" y="1760920"/>
                </a:lnTo>
                <a:lnTo>
                  <a:pt x="425343" y="1766471"/>
                </a:lnTo>
                <a:lnTo>
                  <a:pt x="395180" y="1771654"/>
                </a:lnTo>
                <a:lnTo>
                  <a:pt x="364956" y="1776468"/>
                </a:lnTo>
                <a:lnTo>
                  <a:pt x="334675" y="1780913"/>
                </a:lnTo>
                <a:lnTo>
                  <a:pt x="304343" y="1784987"/>
                </a:lnTo>
                <a:lnTo>
                  <a:pt x="273963" y="1788690"/>
                </a:lnTo>
                <a:lnTo>
                  <a:pt x="243539" y="1792022"/>
                </a:lnTo>
                <a:lnTo>
                  <a:pt x="213078" y="1794982"/>
                </a:lnTo>
                <a:lnTo>
                  <a:pt x="182582" y="1797569"/>
                </a:lnTo>
                <a:lnTo>
                  <a:pt x="152057" y="1799784"/>
                </a:lnTo>
                <a:lnTo>
                  <a:pt x="121508" y="1801626"/>
                </a:lnTo>
                <a:lnTo>
                  <a:pt x="90938" y="1803094"/>
                </a:lnTo>
                <a:lnTo>
                  <a:pt x="60352" y="1804189"/>
                </a:lnTo>
                <a:lnTo>
                  <a:pt x="29756" y="1804910"/>
                </a:lnTo>
                <a:lnTo>
                  <a:pt x="0" y="100195"/>
                </a:lnTo>
                <a:lnTo>
                  <a:pt x="9772" y="99965"/>
                </a:lnTo>
                <a:lnTo>
                  <a:pt x="19541" y="99615"/>
                </a:lnTo>
                <a:lnTo>
                  <a:pt x="29305" y="99146"/>
                </a:lnTo>
                <a:lnTo>
                  <a:pt x="39062" y="98558"/>
                </a:lnTo>
                <a:lnTo>
                  <a:pt x="48811" y="97850"/>
                </a:lnTo>
                <a:lnTo>
                  <a:pt x="58551" y="97024"/>
                </a:lnTo>
                <a:lnTo>
                  <a:pt x="68281" y="96078"/>
                </a:lnTo>
                <a:lnTo>
                  <a:pt x="77998" y="95014"/>
                </a:lnTo>
                <a:lnTo>
                  <a:pt x="87701" y="93832"/>
                </a:lnTo>
                <a:lnTo>
                  <a:pt x="97389" y="92530"/>
                </a:lnTo>
                <a:lnTo>
                  <a:pt x="107060" y="91111"/>
                </a:lnTo>
                <a:lnTo>
                  <a:pt x="116713" y="89573"/>
                </a:lnTo>
                <a:lnTo>
                  <a:pt x="126347" y="87918"/>
                </a:lnTo>
                <a:lnTo>
                  <a:pt x="135960" y="86145"/>
                </a:lnTo>
                <a:lnTo>
                  <a:pt x="145551" y="84255"/>
                </a:lnTo>
                <a:lnTo>
                  <a:pt x="155117" y="82247"/>
                </a:lnTo>
                <a:lnTo>
                  <a:pt x="164659" y="80123"/>
                </a:lnTo>
                <a:lnTo>
                  <a:pt x="174174" y="77883"/>
                </a:lnTo>
                <a:lnTo>
                  <a:pt x="183660" y="75526"/>
                </a:lnTo>
                <a:lnTo>
                  <a:pt x="193117" y="73054"/>
                </a:lnTo>
                <a:lnTo>
                  <a:pt x="202544" y="70466"/>
                </a:lnTo>
                <a:lnTo>
                  <a:pt x="211938" y="67764"/>
                </a:lnTo>
                <a:lnTo>
                  <a:pt x="221298" y="64947"/>
                </a:lnTo>
                <a:lnTo>
                  <a:pt x="230623" y="62015"/>
                </a:lnTo>
                <a:lnTo>
                  <a:pt x="239912" y="58971"/>
                </a:lnTo>
                <a:lnTo>
                  <a:pt x="249163" y="55812"/>
                </a:lnTo>
                <a:lnTo>
                  <a:pt x="258374" y="52541"/>
                </a:lnTo>
                <a:lnTo>
                  <a:pt x="267545" y="49158"/>
                </a:lnTo>
                <a:lnTo>
                  <a:pt x="276674" y="45663"/>
                </a:lnTo>
                <a:lnTo>
                  <a:pt x="285759" y="42057"/>
                </a:lnTo>
                <a:lnTo>
                  <a:pt x="294800" y="38339"/>
                </a:lnTo>
                <a:lnTo>
                  <a:pt x="303794" y="34512"/>
                </a:lnTo>
                <a:lnTo>
                  <a:pt x="312742" y="30575"/>
                </a:lnTo>
                <a:lnTo>
                  <a:pt x="321640" y="26530"/>
                </a:lnTo>
                <a:lnTo>
                  <a:pt x="330488" y="22375"/>
                </a:lnTo>
                <a:lnTo>
                  <a:pt x="339285" y="18113"/>
                </a:lnTo>
                <a:lnTo>
                  <a:pt x="348029" y="13744"/>
                </a:lnTo>
                <a:lnTo>
                  <a:pt x="356719" y="9268"/>
                </a:lnTo>
                <a:lnTo>
                  <a:pt x="365354" y="4687"/>
                </a:lnTo>
                <a:lnTo>
                  <a:pt x="373933" y="0"/>
                </a:lnTo>
                <a:close/>
              </a:path>
            </a:pathLst>
          </a:custGeom>
          <a:solidFill xmlns:a="http://schemas.openxmlformats.org/drawingml/2006/main">
            <a:srgbClr val="BCB2F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9" name="Hard(≥6)">
            <a:extLst xmlns:a="http://schemas.openxmlformats.org/drawingml/2006/main">
              <a:ext uri="{FF2B5EF4-FFF2-40B4-BE49-F238E27FC236}">
                <a16:creationId xmlns:a16="http://schemas.microsoft.com/office/drawing/2014/main" id="{C582548D-1DE0-4E33-BA03-89AF7AF1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00000">
            <a:off x="3966308" y="8708284"/>
            <a:ext cx="133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Hard(≥6)</a:t>
            </a:r>
          </a:p>
        </p:txBody>
      </p:sp>
      <p:sp>
        <p:nvSpPr>
          <p:cNvPr id="30" name="32805">
            <a:extLst xmlns:a="http://schemas.openxmlformats.org/drawingml/2006/main">
              <a:ext uri="{FF2B5EF4-FFF2-40B4-BE49-F238E27FC236}">
                <a16:creationId xmlns:a16="http://schemas.microsoft.com/office/drawing/2014/main" id="{9E486949-2AB6-43CF-9B7C-B3E7AD792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00000">
            <a:off x="3913647" y="7498045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0" i="0">
                <a:solidFill>
                  <a:srgbClr val="7B46C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75" b="0" i="0">
                <a:solidFill>
                  <a:srgbClr val="7B46CE"/>
                </a:solidFill>
                <a:latin typeface="Comic Sans MS"/>
                <a:ea typeface="Comic Sans MS"/>
                <a:cs typeface="Comic Sans MS"/>
              </a:defRPr>
            </a:pPr>
            <a:r>
              <a:rPr sz="1575" b="0" i="0">
                <a:solidFill>
                  <a:srgbClr val="7B46CE"/>
                </a:solidFill>
                <a:latin typeface="Comic Sans MS"/>
                <a:ea typeface="Comic Sans MS"/>
                <a:cs typeface="Comic Sans MS"/>
              </a:rPr>
              <a:t>32805</a:t>
            </a:r>
          </a:p>
        </p:txBody>
      </p:sp>
      <p:sp>
        <p:nvSpPr>
          <p:cNvPr id="31" name="Dataset category Medium(3-5)">
            <a:extLst xmlns:a="http://schemas.openxmlformats.org/drawingml/2006/main">
              <a:ext uri="{FF2B5EF4-FFF2-40B4-BE49-F238E27FC236}">
                <a16:creationId xmlns:a16="http://schemas.microsoft.com/office/drawing/2014/main" id="{B140491D-99D0-4A3B-A8A0-792F4385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610" y="8304771"/>
            <a:ext cx="1693704" cy="1224444"/>
          </a:xfrm>
          <a:custGeom xmlns:a="http://schemas.openxmlformats.org/drawingml/2006/main">
            <a:pathLst>
              <a:path w="1693704" h="1224444">
                <a:moveTo>
                  <a:pt x="1678245" y="1224444"/>
                </a:moveTo>
                <a:lnTo>
                  <a:pt x="1634386" y="1223411"/>
                </a:lnTo>
                <a:lnTo>
                  <a:pt x="1590543" y="1221841"/>
                </a:lnTo>
                <a:lnTo>
                  <a:pt x="1546722" y="1219737"/>
                </a:lnTo>
                <a:lnTo>
                  <a:pt x="1502930" y="1217096"/>
                </a:lnTo>
                <a:lnTo>
                  <a:pt x="1459174" y="1213922"/>
                </a:lnTo>
                <a:lnTo>
                  <a:pt x="1415460" y="1210212"/>
                </a:lnTo>
                <a:lnTo>
                  <a:pt x="1371795" y="1205969"/>
                </a:lnTo>
                <a:lnTo>
                  <a:pt x="1328184" y="1201193"/>
                </a:lnTo>
                <a:lnTo>
                  <a:pt x="1284636" y="1195885"/>
                </a:lnTo>
                <a:lnTo>
                  <a:pt x="1241155" y="1190045"/>
                </a:lnTo>
                <a:lnTo>
                  <a:pt x="1197749" y="1183674"/>
                </a:lnTo>
                <a:lnTo>
                  <a:pt x="1154424" y="1176773"/>
                </a:lnTo>
                <a:lnTo>
                  <a:pt x="1111186" y="1169343"/>
                </a:lnTo>
                <a:lnTo>
                  <a:pt x="1068043" y="1161386"/>
                </a:lnTo>
                <a:lnTo>
                  <a:pt x="1025000" y="1152902"/>
                </a:lnTo>
                <a:lnTo>
                  <a:pt x="982063" y="1143893"/>
                </a:lnTo>
                <a:lnTo>
                  <a:pt x="939241" y="1134361"/>
                </a:lnTo>
                <a:lnTo>
                  <a:pt x="896537" y="1124305"/>
                </a:lnTo>
                <a:lnTo>
                  <a:pt x="853960" y="1113729"/>
                </a:lnTo>
                <a:lnTo>
                  <a:pt x="811515" y="1102633"/>
                </a:lnTo>
                <a:lnTo>
                  <a:pt x="769209" y="1091020"/>
                </a:lnTo>
                <a:lnTo>
                  <a:pt x="727048" y="1078891"/>
                </a:lnTo>
                <a:lnTo>
                  <a:pt x="685038" y="1066247"/>
                </a:lnTo>
                <a:lnTo>
                  <a:pt x="643186" y="1053091"/>
                </a:lnTo>
                <a:lnTo>
                  <a:pt x="601498" y="1039425"/>
                </a:lnTo>
                <a:lnTo>
                  <a:pt x="559980" y="1025251"/>
                </a:lnTo>
                <a:lnTo>
                  <a:pt x="518638" y="1010570"/>
                </a:lnTo>
                <a:lnTo>
                  <a:pt x="477478" y="995386"/>
                </a:lnTo>
                <a:lnTo>
                  <a:pt x="436507" y="979700"/>
                </a:lnTo>
                <a:lnTo>
                  <a:pt x="395731" y="963514"/>
                </a:lnTo>
                <a:lnTo>
                  <a:pt x="355155" y="946831"/>
                </a:lnTo>
                <a:lnTo>
                  <a:pt x="314787" y="929654"/>
                </a:lnTo>
                <a:lnTo>
                  <a:pt x="274631" y="911985"/>
                </a:lnTo>
                <a:lnTo>
                  <a:pt x="234694" y="893827"/>
                </a:lnTo>
                <a:lnTo>
                  <a:pt x="194982" y="875182"/>
                </a:lnTo>
                <a:lnTo>
                  <a:pt x="155501" y="856054"/>
                </a:lnTo>
                <a:lnTo>
                  <a:pt x="116256" y="836444"/>
                </a:lnTo>
                <a:lnTo>
                  <a:pt x="77254" y="816357"/>
                </a:lnTo>
                <a:lnTo>
                  <a:pt x="38500" y="795794"/>
                </a:lnTo>
                <a:lnTo>
                  <a:pt x="0" y="774760"/>
                </a:lnTo>
                <a:lnTo>
                  <a:pt x="429456" y="0"/>
                </a:lnTo>
                <a:lnTo>
                  <a:pt x="458459" y="15846"/>
                </a:lnTo>
                <a:lnTo>
                  <a:pt x="487653" y="31336"/>
                </a:lnTo>
                <a:lnTo>
                  <a:pt x="517034" y="46468"/>
                </a:lnTo>
                <a:lnTo>
                  <a:pt x="546598" y="61240"/>
                </a:lnTo>
                <a:lnTo>
                  <a:pt x="576339" y="75650"/>
                </a:lnTo>
                <a:lnTo>
                  <a:pt x="606255" y="89695"/>
                </a:lnTo>
                <a:lnTo>
                  <a:pt x="636340" y="103374"/>
                </a:lnTo>
                <a:lnTo>
                  <a:pt x="666590" y="116684"/>
                </a:lnTo>
                <a:lnTo>
                  <a:pt x="697001" y="129624"/>
                </a:lnTo>
                <a:lnTo>
                  <a:pt x="727567" y="142191"/>
                </a:lnTo>
                <a:lnTo>
                  <a:pt x="758284" y="154384"/>
                </a:lnTo>
                <a:lnTo>
                  <a:pt x="789148" y="166201"/>
                </a:lnTo>
                <a:lnTo>
                  <a:pt x="820154" y="177640"/>
                </a:lnTo>
                <a:lnTo>
                  <a:pt x="851298" y="188699"/>
                </a:lnTo>
                <a:lnTo>
                  <a:pt x="882574" y="199377"/>
                </a:lnTo>
                <a:lnTo>
                  <a:pt x="913979" y="209671"/>
                </a:lnTo>
                <a:lnTo>
                  <a:pt x="945507" y="219582"/>
                </a:lnTo>
                <a:lnTo>
                  <a:pt x="977153" y="229106"/>
                </a:lnTo>
                <a:lnTo>
                  <a:pt x="1008914" y="238244"/>
                </a:lnTo>
                <a:lnTo>
                  <a:pt x="1040784" y="246992"/>
                </a:lnTo>
                <a:lnTo>
                  <a:pt x="1072758" y="255351"/>
                </a:lnTo>
                <a:lnTo>
                  <a:pt x="1104832" y="263318"/>
                </a:lnTo>
                <a:lnTo>
                  <a:pt x="1137001" y="270893"/>
                </a:lnTo>
                <a:lnTo>
                  <a:pt x="1169260" y="278074"/>
                </a:lnTo>
                <a:lnTo>
                  <a:pt x="1201605" y="284861"/>
                </a:lnTo>
                <a:lnTo>
                  <a:pt x="1234030" y="291251"/>
                </a:lnTo>
                <a:lnTo>
                  <a:pt x="1266530" y="297246"/>
                </a:lnTo>
                <a:lnTo>
                  <a:pt x="1299102" y="302843"/>
                </a:lnTo>
                <a:lnTo>
                  <a:pt x="1331739" y="308041"/>
                </a:lnTo>
                <a:lnTo>
                  <a:pt x="1364438" y="312840"/>
                </a:lnTo>
                <a:lnTo>
                  <a:pt x="1397193" y="317240"/>
                </a:lnTo>
                <a:lnTo>
                  <a:pt x="1429998" y="321239"/>
                </a:lnTo>
                <a:lnTo>
                  <a:pt x="1462851" y="324837"/>
                </a:lnTo>
                <a:lnTo>
                  <a:pt x="1495745" y="328033"/>
                </a:lnTo>
                <a:lnTo>
                  <a:pt x="1528675" y="330827"/>
                </a:lnTo>
                <a:lnTo>
                  <a:pt x="1561637" y="333219"/>
                </a:lnTo>
                <a:lnTo>
                  <a:pt x="1594626" y="335208"/>
                </a:lnTo>
                <a:lnTo>
                  <a:pt x="1627637" y="336793"/>
                </a:lnTo>
                <a:lnTo>
                  <a:pt x="1660665" y="337976"/>
                </a:lnTo>
                <a:lnTo>
                  <a:pt x="1693704" y="338754"/>
                </a:lnTo>
                <a:close/>
              </a:path>
            </a:pathLst>
          </a:custGeom>
          <a:solidFill xmlns:a="http://schemas.openxmlformats.org/drawingml/2006/main">
            <a:srgbClr val="BDB1F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2" name="Dataset count 21016">
            <a:extLst xmlns:a="http://schemas.openxmlformats.org/drawingml/2006/main">
              <a:ext uri="{FF2B5EF4-FFF2-40B4-BE49-F238E27FC236}">
                <a16:creationId xmlns:a16="http://schemas.microsoft.com/office/drawing/2014/main" id="{D5F0BD98-63BC-47E0-AC5C-AF470249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5041" y="6638621"/>
            <a:ext cx="1200521" cy="1804910"/>
          </a:xfrm>
          <a:custGeom xmlns:a="http://schemas.openxmlformats.org/drawingml/2006/main">
            <a:pathLst>
              <a:path w="1200521" h="1804910">
                <a:moveTo>
                  <a:pt x="1170765" y="1804910"/>
                </a:moveTo>
                <a:lnTo>
                  <a:pt x="1140168" y="1804189"/>
                </a:lnTo>
                <a:lnTo>
                  <a:pt x="1109583" y="1803094"/>
                </a:lnTo>
                <a:lnTo>
                  <a:pt x="1079013" y="1801626"/>
                </a:lnTo>
                <a:lnTo>
                  <a:pt x="1048463" y="1799784"/>
                </a:lnTo>
                <a:lnTo>
                  <a:pt x="1017939" y="1797569"/>
                </a:lnTo>
                <a:lnTo>
                  <a:pt x="987443" y="1794982"/>
                </a:lnTo>
                <a:lnTo>
                  <a:pt x="956981" y="1792022"/>
                </a:lnTo>
                <a:lnTo>
                  <a:pt x="926558" y="1788690"/>
                </a:lnTo>
                <a:lnTo>
                  <a:pt x="896178" y="1784987"/>
                </a:lnTo>
                <a:lnTo>
                  <a:pt x="865845" y="1780913"/>
                </a:lnTo>
                <a:lnTo>
                  <a:pt x="835565" y="1776468"/>
                </a:lnTo>
                <a:lnTo>
                  <a:pt x="805341" y="1771654"/>
                </a:lnTo>
                <a:lnTo>
                  <a:pt x="775178" y="1766471"/>
                </a:lnTo>
                <a:lnTo>
                  <a:pt x="745080" y="1760920"/>
                </a:lnTo>
                <a:lnTo>
                  <a:pt x="715053" y="1755002"/>
                </a:lnTo>
                <a:lnTo>
                  <a:pt x="685100" y="1748717"/>
                </a:lnTo>
                <a:lnTo>
                  <a:pt x="655226" y="1742067"/>
                </a:lnTo>
                <a:lnTo>
                  <a:pt x="625436" y="1735052"/>
                </a:lnTo>
                <a:lnTo>
                  <a:pt x="595733" y="1727674"/>
                </a:lnTo>
                <a:lnTo>
                  <a:pt x="566123" y="1719933"/>
                </a:lnTo>
                <a:lnTo>
                  <a:pt x="536610" y="1711832"/>
                </a:lnTo>
                <a:lnTo>
                  <a:pt x="507198" y="1703370"/>
                </a:lnTo>
                <a:lnTo>
                  <a:pt x="477891" y="1694550"/>
                </a:lnTo>
                <a:lnTo>
                  <a:pt x="448695" y="1685372"/>
                </a:lnTo>
                <a:lnTo>
                  <a:pt x="419612" y="1675839"/>
                </a:lnTo>
                <a:lnTo>
                  <a:pt x="390649" y="1665950"/>
                </a:lnTo>
                <a:lnTo>
                  <a:pt x="361808" y="1655709"/>
                </a:lnTo>
                <a:lnTo>
                  <a:pt x="333095" y="1645116"/>
                </a:lnTo>
                <a:lnTo>
                  <a:pt x="304513" y="1634173"/>
                </a:lnTo>
                <a:lnTo>
                  <a:pt x="276067" y="1622882"/>
                </a:lnTo>
                <a:lnTo>
                  <a:pt x="247761" y="1611244"/>
                </a:lnTo>
                <a:lnTo>
                  <a:pt x="219599" y="1599261"/>
                </a:lnTo>
                <a:lnTo>
                  <a:pt x="191586" y="1586935"/>
                </a:lnTo>
                <a:lnTo>
                  <a:pt x="163726" y="1574267"/>
                </a:lnTo>
                <a:lnTo>
                  <a:pt x="136022" y="1561261"/>
                </a:lnTo>
                <a:lnTo>
                  <a:pt x="108479" y="1547916"/>
                </a:lnTo>
                <a:lnTo>
                  <a:pt x="81102" y="1534236"/>
                </a:lnTo>
                <a:lnTo>
                  <a:pt x="53893" y="1520223"/>
                </a:lnTo>
                <a:lnTo>
                  <a:pt x="26858" y="1505879"/>
                </a:lnTo>
                <a:lnTo>
                  <a:pt x="0" y="1491205"/>
                </a:lnTo>
                <a:lnTo>
                  <a:pt x="826588" y="0"/>
                </a:lnTo>
                <a:lnTo>
                  <a:pt x="835166" y="4687"/>
                </a:lnTo>
                <a:lnTo>
                  <a:pt x="843801" y="9268"/>
                </a:lnTo>
                <a:lnTo>
                  <a:pt x="852491" y="13744"/>
                </a:lnTo>
                <a:lnTo>
                  <a:pt x="861236" y="18113"/>
                </a:lnTo>
                <a:lnTo>
                  <a:pt x="870033" y="22375"/>
                </a:lnTo>
                <a:lnTo>
                  <a:pt x="878881" y="26530"/>
                </a:lnTo>
                <a:lnTo>
                  <a:pt x="887779" y="30575"/>
                </a:lnTo>
                <a:lnTo>
                  <a:pt x="896726" y="34512"/>
                </a:lnTo>
                <a:lnTo>
                  <a:pt x="905721" y="38339"/>
                </a:lnTo>
                <a:lnTo>
                  <a:pt x="914762" y="42057"/>
                </a:lnTo>
                <a:lnTo>
                  <a:pt x="923847" y="45663"/>
                </a:lnTo>
                <a:lnTo>
                  <a:pt x="932976" y="49158"/>
                </a:lnTo>
                <a:lnTo>
                  <a:pt x="942147" y="52541"/>
                </a:lnTo>
                <a:lnTo>
                  <a:pt x="951358" y="55812"/>
                </a:lnTo>
                <a:lnTo>
                  <a:pt x="960609" y="58971"/>
                </a:lnTo>
                <a:lnTo>
                  <a:pt x="969898" y="62015"/>
                </a:lnTo>
                <a:lnTo>
                  <a:pt x="979223" y="64947"/>
                </a:lnTo>
                <a:lnTo>
                  <a:pt x="988583" y="67764"/>
                </a:lnTo>
                <a:lnTo>
                  <a:pt x="997977" y="70466"/>
                </a:lnTo>
                <a:lnTo>
                  <a:pt x="1007403" y="73054"/>
                </a:lnTo>
                <a:lnTo>
                  <a:pt x="1016861" y="75526"/>
                </a:lnTo>
                <a:lnTo>
                  <a:pt x="1026347" y="77883"/>
                </a:lnTo>
                <a:lnTo>
                  <a:pt x="1035862" y="80123"/>
                </a:lnTo>
                <a:lnTo>
                  <a:pt x="1045403" y="82247"/>
                </a:lnTo>
                <a:lnTo>
                  <a:pt x="1054970" y="84255"/>
                </a:lnTo>
                <a:lnTo>
                  <a:pt x="1064561" y="86145"/>
                </a:lnTo>
                <a:lnTo>
                  <a:pt x="1074174" y="87918"/>
                </a:lnTo>
                <a:lnTo>
                  <a:pt x="1083807" y="89573"/>
                </a:lnTo>
                <a:lnTo>
                  <a:pt x="1093461" y="91111"/>
                </a:lnTo>
                <a:lnTo>
                  <a:pt x="1103132" y="92530"/>
                </a:lnTo>
                <a:lnTo>
                  <a:pt x="1112820" y="93832"/>
                </a:lnTo>
                <a:lnTo>
                  <a:pt x="1122523" y="95014"/>
                </a:lnTo>
                <a:lnTo>
                  <a:pt x="1132240" y="96078"/>
                </a:lnTo>
                <a:lnTo>
                  <a:pt x="1141969" y="97024"/>
                </a:lnTo>
                <a:lnTo>
                  <a:pt x="1151709" y="97850"/>
                </a:lnTo>
                <a:lnTo>
                  <a:pt x="1161459" y="98558"/>
                </a:lnTo>
                <a:lnTo>
                  <a:pt x="1171216" y="99146"/>
                </a:lnTo>
                <a:lnTo>
                  <a:pt x="1180980" y="99615"/>
                </a:lnTo>
                <a:lnTo>
                  <a:pt x="1190748" y="99965"/>
                </a:lnTo>
                <a:lnTo>
                  <a:pt x="1200521" y="100195"/>
                </a:lnTo>
                <a:close/>
              </a:path>
            </a:pathLst>
          </a:custGeom>
          <a:solidFill xmlns:a="http://schemas.openxmlformats.org/drawingml/2006/main">
            <a:srgbClr val="EEE8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3" name="Dataset count encoding">
            <a:extLst xmlns:a="http://schemas.openxmlformats.org/drawingml/2006/main">
              <a:ext uri="{FF2B5EF4-FFF2-40B4-BE49-F238E27FC236}">
                <a16:creationId xmlns:a16="http://schemas.microsoft.com/office/drawing/2014/main" id="{BFD380ED-FB74-4479-B287-2E3DA5E9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2088" y="6638621"/>
            <a:ext cx="903473" cy="1192294"/>
          </a:xfrm>
          <a:custGeom xmlns:a="http://schemas.openxmlformats.org/drawingml/2006/main">
            <a:pathLst>
              <a:path w="903473" h="1192294">
                <a:moveTo>
                  <a:pt x="884410" y="1192294"/>
                </a:moveTo>
                <a:lnTo>
                  <a:pt x="861297" y="1191749"/>
                </a:lnTo>
                <a:lnTo>
                  <a:pt x="838193" y="1190922"/>
                </a:lnTo>
                <a:lnTo>
                  <a:pt x="815100" y="1189813"/>
                </a:lnTo>
                <a:lnTo>
                  <a:pt x="792022" y="1188421"/>
                </a:lnTo>
                <a:lnTo>
                  <a:pt x="768964" y="1186748"/>
                </a:lnTo>
                <a:lnTo>
                  <a:pt x="745927" y="1184794"/>
                </a:lnTo>
                <a:lnTo>
                  <a:pt x="722916" y="1182558"/>
                </a:lnTo>
                <a:lnTo>
                  <a:pt x="699934" y="1180041"/>
                </a:lnTo>
                <a:lnTo>
                  <a:pt x="676984" y="1177243"/>
                </a:lnTo>
                <a:lnTo>
                  <a:pt x="654070" y="1174165"/>
                </a:lnTo>
                <a:lnTo>
                  <a:pt x="631196" y="1170808"/>
                </a:lnTo>
                <a:lnTo>
                  <a:pt x="608364" y="1167171"/>
                </a:lnTo>
                <a:lnTo>
                  <a:pt x="585579" y="1163256"/>
                </a:lnTo>
                <a:lnTo>
                  <a:pt x="562843" y="1159063"/>
                </a:lnTo>
                <a:lnTo>
                  <a:pt x="540160" y="1154592"/>
                </a:lnTo>
                <a:lnTo>
                  <a:pt x="517533" y="1149844"/>
                </a:lnTo>
                <a:lnTo>
                  <a:pt x="494966" y="1144821"/>
                </a:lnTo>
                <a:lnTo>
                  <a:pt x="472462" y="1139522"/>
                </a:lnTo>
                <a:lnTo>
                  <a:pt x="450024" y="1133948"/>
                </a:lnTo>
                <a:lnTo>
                  <a:pt x="427657" y="1128101"/>
                </a:lnTo>
                <a:lnTo>
                  <a:pt x="405362" y="1121981"/>
                </a:lnTo>
                <a:lnTo>
                  <a:pt x="383144" y="1115589"/>
                </a:lnTo>
                <a:lnTo>
                  <a:pt x="361005" y="1108926"/>
                </a:lnTo>
                <a:lnTo>
                  <a:pt x="338950" y="1101993"/>
                </a:lnTo>
                <a:lnTo>
                  <a:pt x="316981" y="1094791"/>
                </a:lnTo>
                <a:lnTo>
                  <a:pt x="295101" y="1087322"/>
                </a:lnTo>
                <a:lnTo>
                  <a:pt x="273314" y="1079585"/>
                </a:lnTo>
                <a:lnTo>
                  <a:pt x="251624" y="1071583"/>
                </a:lnTo>
                <a:lnTo>
                  <a:pt x="230033" y="1063317"/>
                </a:lnTo>
                <a:lnTo>
                  <a:pt x="208544" y="1054787"/>
                </a:lnTo>
                <a:lnTo>
                  <a:pt x="187162" y="1045996"/>
                </a:lnTo>
                <a:lnTo>
                  <a:pt x="165888" y="1036944"/>
                </a:lnTo>
                <a:lnTo>
                  <a:pt x="144726" y="1027632"/>
                </a:lnTo>
                <a:lnTo>
                  <a:pt x="123680" y="1018063"/>
                </a:lnTo>
                <a:lnTo>
                  <a:pt x="102753" y="1008238"/>
                </a:lnTo>
                <a:lnTo>
                  <a:pt x="81947" y="998157"/>
                </a:lnTo>
                <a:lnTo>
                  <a:pt x="61265" y="987823"/>
                </a:lnTo>
                <a:lnTo>
                  <a:pt x="40712" y="977237"/>
                </a:lnTo>
                <a:lnTo>
                  <a:pt x="20289" y="966401"/>
                </a:lnTo>
                <a:lnTo>
                  <a:pt x="0" y="955317"/>
                </a:lnTo>
                <a:lnTo>
                  <a:pt x="529541" y="0"/>
                </a:lnTo>
                <a:lnTo>
                  <a:pt x="538119" y="4687"/>
                </a:lnTo>
                <a:lnTo>
                  <a:pt x="546754" y="9268"/>
                </a:lnTo>
                <a:lnTo>
                  <a:pt x="555444" y="13744"/>
                </a:lnTo>
                <a:lnTo>
                  <a:pt x="564188" y="18113"/>
                </a:lnTo>
                <a:lnTo>
                  <a:pt x="572985" y="22375"/>
                </a:lnTo>
                <a:lnTo>
                  <a:pt x="581833" y="26530"/>
                </a:lnTo>
                <a:lnTo>
                  <a:pt x="590732" y="30575"/>
                </a:lnTo>
                <a:lnTo>
                  <a:pt x="599679" y="34512"/>
                </a:lnTo>
                <a:lnTo>
                  <a:pt x="608673" y="38339"/>
                </a:lnTo>
                <a:lnTo>
                  <a:pt x="617714" y="42057"/>
                </a:lnTo>
                <a:lnTo>
                  <a:pt x="626799" y="45663"/>
                </a:lnTo>
                <a:lnTo>
                  <a:pt x="635928" y="49158"/>
                </a:lnTo>
                <a:lnTo>
                  <a:pt x="645099" y="52541"/>
                </a:lnTo>
                <a:lnTo>
                  <a:pt x="654311" y="55812"/>
                </a:lnTo>
                <a:lnTo>
                  <a:pt x="663561" y="58971"/>
                </a:lnTo>
                <a:lnTo>
                  <a:pt x="672850" y="62015"/>
                </a:lnTo>
                <a:lnTo>
                  <a:pt x="682175" y="64947"/>
                </a:lnTo>
                <a:lnTo>
                  <a:pt x="691535" y="67764"/>
                </a:lnTo>
                <a:lnTo>
                  <a:pt x="700929" y="70466"/>
                </a:lnTo>
                <a:lnTo>
                  <a:pt x="710356" y="73054"/>
                </a:lnTo>
                <a:lnTo>
                  <a:pt x="719813" y="75526"/>
                </a:lnTo>
                <a:lnTo>
                  <a:pt x="729300" y="77883"/>
                </a:lnTo>
                <a:lnTo>
                  <a:pt x="738814" y="80123"/>
                </a:lnTo>
                <a:lnTo>
                  <a:pt x="748356" y="82247"/>
                </a:lnTo>
                <a:lnTo>
                  <a:pt x="757922" y="84255"/>
                </a:lnTo>
                <a:lnTo>
                  <a:pt x="767513" y="86145"/>
                </a:lnTo>
                <a:lnTo>
                  <a:pt x="777126" y="87918"/>
                </a:lnTo>
                <a:lnTo>
                  <a:pt x="786760" y="89573"/>
                </a:lnTo>
                <a:lnTo>
                  <a:pt x="796413" y="91111"/>
                </a:lnTo>
                <a:lnTo>
                  <a:pt x="806084" y="92530"/>
                </a:lnTo>
                <a:lnTo>
                  <a:pt x="815772" y="93832"/>
                </a:lnTo>
                <a:lnTo>
                  <a:pt x="825476" y="95014"/>
                </a:lnTo>
                <a:lnTo>
                  <a:pt x="835192" y="96078"/>
                </a:lnTo>
                <a:lnTo>
                  <a:pt x="844922" y="97024"/>
                </a:lnTo>
                <a:lnTo>
                  <a:pt x="854662" y="97850"/>
                </a:lnTo>
                <a:lnTo>
                  <a:pt x="864411" y="98558"/>
                </a:lnTo>
                <a:lnTo>
                  <a:pt x="874168" y="99146"/>
                </a:lnTo>
                <a:lnTo>
                  <a:pt x="883932" y="99615"/>
                </a:lnTo>
                <a:lnTo>
                  <a:pt x="893701" y="99965"/>
                </a:lnTo>
                <a:lnTo>
                  <a:pt x="903473" y="100195"/>
                </a:lnTo>
                <a:close/>
              </a:path>
            </a:pathLst>
          </a:custGeom>
          <a:solidFill xmlns:a="http://schemas.openxmlformats.org/drawingml/2006/main">
            <a:srgbClr val="BCB2F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4" name="Medium(3-5)">
            <a:extLst xmlns:a="http://schemas.openxmlformats.org/drawingml/2006/main">
              <a:ext uri="{FF2B5EF4-FFF2-40B4-BE49-F238E27FC236}">
                <a16:creationId xmlns:a16="http://schemas.microsoft.com/office/drawing/2014/main" id="{E6346A1E-A23B-499F-8EB1-CA1F4D1D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00000">
            <a:off x="2339242" y="8708284"/>
            <a:ext cx="133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Medium(3-5)</a:t>
            </a:r>
          </a:p>
        </p:txBody>
      </p:sp>
      <p:sp>
        <p:nvSpPr>
          <p:cNvPr id="35" name="21016">
            <a:extLst xmlns:a="http://schemas.openxmlformats.org/drawingml/2006/main">
              <a:ext uri="{FF2B5EF4-FFF2-40B4-BE49-F238E27FC236}">
                <a16:creationId xmlns:a16="http://schemas.microsoft.com/office/drawing/2014/main" id="{0213A203-2401-47AF-BDBD-7A0FBC47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00000">
            <a:off x="3001503" y="7498045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0" i="0">
                <a:solidFill>
                  <a:srgbClr val="7B46C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75" b="0" i="0">
                <a:solidFill>
                  <a:srgbClr val="7B46CE"/>
                </a:solidFill>
                <a:latin typeface="Comic Sans MS"/>
                <a:ea typeface="Comic Sans MS"/>
                <a:cs typeface="Comic Sans MS"/>
              </a:defRPr>
            </a:pPr>
            <a:r>
              <a:rPr sz="1575" b="0" i="0">
                <a:solidFill>
                  <a:srgbClr val="7B46CE"/>
                </a:solidFill>
                <a:latin typeface="Comic Sans MS"/>
                <a:ea typeface="Comic Sans MS"/>
                <a:cs typeface="Comic Sans MS"/>
              </a:rPr>
              <a:t>21016</a:t>
            </a:r>
          </a:p>
        </p:txBody>
      </p:sp>
      <p:sp>
        <p:nvSpPr>
          <p:cNvPr id="36" name="Dataset category Easy(1-3)">
            <a:extLst xmlns:a="http://schemas.openxmlformats.org/drawingml/2006/main">
              <a:ext uri="{FF2B5EF4-FFF2-40B4-BE49-F238E27FC236}">
                <a16:creationId xmlns:a16="http://schemas.microsoft.com/office/drawing/2014/main" id="{02B8916C-7DFE-4C60-A081-330ACF32E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502" y="7332067"/>
            <a:ext cx="1684794" cy="1684794"/>
          </a:xfrm>
          <a:custGeom xmlns:a="http://schemas.openxmlformats.org/drawingml/2006/main">
            <a:pathLst>
              <a:path w="1684794" h="1684794">
                <a:moveTo>
                  <a:pt x="1228560" y="1684794"/>
                </a:moveTo>
                <a:lnTo>
                  <a:pt x="1191094" y="1661969"/>
                </a:lnTo>
                <a:lnTo>
                  <a:pt x="1153910" y="1638689"/>
                </a:lnTo>
                <a:lnTo>
                  <a:pt x="1117012" y="1614956"/>
                </a:lnTo>
                <a:lnTo>
                  <a:pt x="1080408" y="1590773"/>
                </a:lnTo>
                <a:lnTo>
                  <a:pt x="1044101" y="1566146"/>
                </a:lnTo>
                <a:lnTo>
                  <a:pt x="1008098" y="1541077"/>
                </a:lnTo>
                <a:lnTo>
                  <a:pt x="972404" y="1515569"/>
                </a:lnTo>
                <a:lnTo>
                  <a:pt x="937025" y="1489628"/>
                </a:lnTo>
                <a:lnTo>
                  <a:pt x="901965" y="1463256"/>
                </a:lnTo>
                <a:lnTo>
                  <a:pt x="867229" y="1436458"/>
                </a:lnTo>
                <a:lnTo>
                  <a:pt x="832824" y="1409238"/>
                </a:lnTo>
                <a:lnTo>
                  <a:pt x="798754" y="1381599"/>
                </a:lnTo>
                <a:lnTo>
                  <a:pt x="765024" y="1353546"/>
                </a:lnTo>
                <a:lnTo>
                  <a:pt x="731639" y="1325083"/>
                </a:lnTo>
                <a:lnTo>
                  <a:pt x="698605" y="1296214"/>
                </a:lnTo>
                <a:lnTo>
                  <a:pt x="665925" y="1266944"/>
                </a:lnTo>
                <a:lnTo>
                  <a:pt x="633606" y="1237277"/>
                </a:lnTo>
                <a:lnTo>
                  <a:pt x="601651" y="1207217"/>
                </a:lnTo>
                <a:lnTo>
                  <a:pt x="570067" y="1176769"/>
                </a:lnTo>
                <a:lnTo>
                  <a:pt x="538856" y="1145938"/>
                </a:lnTo>
                <a:lnTo>
                  <a:pt x="508025" y="1114727"/>
                </a:lnTo>
                <a:lnTo>
                  <a:pt x="477577" y="1083143"/>
                </a:lnTo>
                <a:lnTo>
                  <a:pt x="447517" y="1051188"/>
                </a:lnTo>
                <a:lnTo>
                  <a:pt x="417850" y="1018869"/>
                </a:lnTo>
                <a:lnTo>
                  <a:pt x="388580" y="986189"/>
                </a:lnTo>
                <a:lnTo>
                  <a:pt x="359711" y="953155"/>
                </a:lnTo>
                <a:lnTo>
                  <a:pt x="331248" y="919770"/>
                </a:lnTo>
                <a:lnTo>
                  <a:pt x="303195" y="886040"/>
                </a:lnTo>
                <a:lnTo>
                  <a:pt x="275556" y="851970"/>
                </a:lnTo>
                <a:lnTo>
                  <a:pt x="248336" y="817565"/>
                </a:lnTo>
                <a:lnTo>
                  <a:pt x="221538" y="782829"/>
                </a:lnTo>
                <a:lnTo>
                  <a:pt x="195166" y="747769"/>
                </a:lnTo>
                <a:lnTo>
                  <a:pt x="169225" y="712390"/>
                </a:lnTo>
                <a:lnTo>
                  <a:pt x="143717" y="676696"/>
                </a:lnTo>
                <a:lnTo>
                  <a:pt x="118648" y="640693"/>
                </a:lnTo>
                <a:lnTo>
                  <a:pt x="94021" y="604386"/>
                </a:lnTo>
                <a:lnTo>
                  <a:pt x="69838" y="567782"/>
                </a:lnTo>
                <a:lnTo>
                  <a:pt x="46105" y="530884"/>
                </a:lnTo>
                <a:lnTo>
                  <a:pt x="22825" y="493700"/>
                </a:lnTo>
                <a:lnTo>
                  <a:pt x="0" y="456234"/>
                </a:lnTo>
                <a:lnTo>
                  <a:pt x="759300" y="0"/>
                </a:lnTo>
                <a:lnTo>
                  <a:pt x="776494" y="28224"/>
                </a:lnTo>
                <a:lnTo>
                  <a:pt x="794032" y="56236"/>
                </a:lnTo>
                <a:lnTo>
                  <a:pt x="811911" y="84031"/>
                </a:lnTo>
                <a:lnTo>
                  <a:pt x="830127" y="111606"/>
                </a:lnTo>
                <a:lnTo>
                  <a:pt x="848680" y="138956"/>
                </a:lnTo>
                <a:lnTo>
                  <a:pt x="867565" y="166078"/>
                </a:lnTo>
                <a:lnTo>
                  <a:pt x="886780" y="192966"/>
                </a:lnTo>
                <a:lnTo>
                  <a:pt x="906322" y="219618"/>
                </a:lnTo>
                <a:lnTo>
                  <a:pt x="926188" y="246030"/>
                </a:lnTo>
                <a:lnTo>
                  <a:pt x="946376" y="272196"/>
                </a:lnTo>
                <a:lnTo>
                  <a:pt x="966881" y="298114"/>
                </a:lnTo>
                <a:lnTo>
                  <a:pt x="987702" y="323780"/>
                </a:lnTo>
                <a:lnTo>
                  <a:pt x="1008835" y="349189"/>
                </a:lnTo>
                <a:lnTo>
                  <a:pt x="1030276" y="374339"/>
                </a:lnTo>
                <a:lnTo>
                  <a:pt x="1052023" y="399224"/>
                </a:lnTo>
                <a:lnTo>
                  <a:pt x="1074073" y="423842"/>
                </a:lnTo>
                <a:lnTo>
                  <a:pt x="1096422" y="448189"/>
                </a:lnTo>
                <a:lnTo>
                  <a:pt x="1119066" y="472260"/>
                </a:lnTo>
                <a:lnTo>
                  <a:pt x="1142003" y="496054"/>
                </a:lnTo>
                <a:lnTo>
                  <a:pt x="1165229" y="519565"/>
                </a:lnTo>
                <a:lnTo>
                  <a:pt x="1188740" y="542791"/>
                </a:lnTo>
                <a:lnTo>
                  <a:pt x="1212534" y="565728"/>
                </a:lnTo>
                <a:lnTo>
                  <a:pt x="1236605" y="588372"/>
                </a:lnTo>
                <a:lnTo>
                  <a:pt x="1260952" y="610721"/>
                </a:lnTo>
                <a:lnTo>
                  <a:pt x="1285570" y="632771"/>
                </a:lnTo>
                <a:lnTo>
                  <a:pt x="1310455" y="654518"/>
                </a:lnTo>
                <a:lnTo>
                  <a:pt x="1335605" y="675959"/>
                </a:lnTo>
                <a:lnTo>
                  <a:pt x="1361014" y="697092"/>
                </a:lnTo>
                <a:lnTo>
                  <a:pt x="1386680" y="717913"/>
                </a:lnTo>
                <a:lnTo>
                  <a:pt x="1412598" y="738418"/>
                </a:lnTo>
                <a:lnTo>
                  <a:pt x="1438764" y="758606"/>
                </a:lnTo>
                <a:lnTo>
                  <a:pt x="1465176" y="778472"/>
                </a:lnTo>
                <a:lnTo>
                  <a:pt x="1491828" y="798014"/>
                </a:lnTo>
                <a:lnTo>
                  <a:pt x="1518716" y="817229"/>
                </a:lnTo>
                <a:lnTo>
                  <a:pt x="1545838" y="836114"/>
                </a:lnTo>
                <a:lnTo>
                  <a:pt x="1573188" y="854667"/>
                </a:lnTo>
                <a:lnTo>
                  <a:pt x="1600763" y="872883"/>
                </a:lnTo>
                <a:lnTo>
                  <a:pt x="1628558" y="890762"/>
                </a:lnTo>
                <a:lnTo>
                  <a:pt x="1656570" y="908300"/>
                </a:lnTo>
                <a:lnTo>
                  <a:pt x="1684794" y="925494"/>
                </a:lnTo>
                <a:close/>
              </a:path>
            </a:pathLst>
          </a:custGeom>
          <a:solidFill xmlns:a="http://schemas.openxmlformats.org/drawingml/2006/main">
            <a:srgbClr val="BDB1F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7" name="Dataset count 14137">
            <a:extLst xmlns:a="http://schemas.openxmlformats.org/drawingml/2006/main">
              <a:ext uri="{FF2B5EF4-FFF2-40B4-BE49-F238E27FC236}">
                <a16:creationId xmlns:a16="http://schemas.microsoft.com/office/drawing/2014/main" id="{01077B2B-6B64-4C2E-92B1-18D989E2C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2257" y="6350919"/>
            <a:ext cx="1735186" cy="1735186"/>
          </a:xfrm>
          <a:custGeom xmlns:a="http://schemas.openxmlformats.org/drawingml/2006/main">
            <a:pathLst>
              <a:path w="1735186" h="1735186">
                <a:moveTo>
                  <a:pt x="857059" y="1735186"/>
                </a:moveTo>
                <a:lnTo>
                  <a:pt x="830922" y="1719264"/>
                </a:lnTo>
                <a:lnTo>
                  <a:pt x="804982" y="1703023"/>
                </a:lnTo>
                <a:lnTo>
                  <a:pt x="779242" y="1686466"/>
                </a:lnTo>
                <a:lnTo>
                  <a:pt x="753706" y="1669596"/>
                </a:lnTo>
                <a:lnTo>
                  <a:pt x="728378" y="1652416"/>
                </a:lnTo>
                <a:lnTo>
                  <a:pt x="703262" y="1634927"/>
                </a:lnTo>
                <a:lnTo>
                  <a:pt x="678362" y="1617133"/>
                </a:lnTo>
                <a:lnTo>
                  <a:pt x="653680" y="1599036"/>
                </a:lnTo>
                <a:lnTo>
                  <a:pt x="629222" y="1580639"/>
                </a:lnTo>
                <a:lnTo>
                  <a:pt x="604990" y="1561944"/>
                </a:lnTo>
                <a:lnTo>
                  <a:pt x="580989" y="1542955"/>
                </a:lnTo>
                <a:lnTo>
                  <a:pt x="557221" y="1523674"/>
                </a:lnTo>
                <a:lnTo>
                  <a:pt x="533690" y="1504104"/>
                </a:lnTo>
                <a:lnTo>
                  <a:pt x="510401" y="1484247"/>
                </a:lnTo>
                <a:lnTo>
                  <a:pt x="487355" y="1464108"/>
                </a:lnTo>
                <a:lnTo>
                  <a:pt x="464558" y="1443689"/>
                </a:lnTo>
                <a:lnTo>
                  <a:pt x="442012" y="1422993"/>
                </a:lnTo>
                <a:lnTo>
                  <a:pt x="419720" y="1402023"/>
                </a:lnTo>
                <a:lnTo>
                  <a:pt x="397686" y="1380782"/>
                </a:lnTo>
                <a:lnTo>
                  <a:pt x="375913" y="1359274"/>
                </a:lnTo>
                <a:lnTo>
                  <a:pt x="354404" y="1337501"/>
                </a:lnTo>
                <a:lnTo>
                  <a:pt x="333164" y="1315467"/>
                </a:lnTo>
                <a:lnTo>
                  <a:pt x="312193" y="1293175"/>
                </a:lnTo>
                <a:lnTo>
                  <a:pt x="291497" y="1270628"/>
                </a:lnTo>
                <a:lnTo>
                  <a:pt x="271078" y="1247831"/>
                </a:lnTo>
                <a:lnTo>
                  <a:pt x="250939" y="1224786"/>
                </a:lnTo>
                <a:lnTo>
                  <a:pt x="231083" y="1201496"/>
                </a:lnTo>
                <a:lnTo>
                  <a:pt x="211513" y="1177966"/>
                </a:lnTo>
                <a:lnTo>
                  <a:pt x="192232" y="1154198"/>
                </a:lnTo>
                <a:lnTo>
                  <a:pt x="173242" y="1130196"/>
                </a:lnTo>
                <a:lnTo>
                  <a:pt x="154548" y="1105964"/>
                </a:lnTo>
                <a:lnTo>
                  <a:pt x="136150" y="1081506"/>
                </a:lnTo>
                <a:lnTo>
                  <a:pt x="118053" y="1056825"/>
                </a:lnTo>
                <a:lnTo>
                  <a:pt x="100259" y="1031924"/>
                </a:lnTo>
                <a:lnTo>
                  <a:pt x="82770" y="1006808"/>
                </a:lnTo>
                <a:lnTo>
                  <a:pt x="65590" y="981480"/>
                </a:lnTo>
                <a:lnTo>
                  <a:pt x="48720" y="955944"/>
                </a:lnTo>
                <a:lnTo>
                  <a:pt x="32164" y="930204"/>
                </a:lnTo>
                <a:lnTo>
                  <a:pt x="15923" y="904264"/>
                </a:lnTo>
                <a:lnTo>
                  <a:pt x="0" y="878127"/>
                </a:lnTo>
                <a:lnTo>
                  <a:pt x="1461449" y="0"/>
                </a:lnTo>
                <a:lnTo>
                  <a:pt x="1466534" y="8348"/>
                </a:lnTo>
                <a:lnTo>
                  <a:pt x="1471722" y="16633"/>
                </a:lnTo>
                <a:lnTo>
                  <a:pt x="1477010" y="24854"/>
                </a:lnTo>
                <a:lnTo>
                  <a:pt x="1482398" y="33010"/>
                </a:lnTo>
                <a:lnTo>
                  <a:pt x="1487885" y="41100"/>
                </a:lnTo>
                <a:lnTo>
                  <a:pt x="1493471" y="49122"/>
                </a:lnTo>
                <a:lnTo>
                  <a:pt x="1499154" y="57075"/>
                </a:lnTo>
                <a:lnTo>
                  <a:pt x="1504934" y="64958"/>
                </a:lnTo>
                <a:lnTo>
                  <a:pt x="1510810" y="72769"/>
                </a:lnTo>
                <a:lnTo>
                  <a:pt x="1516781" y="80509"/>
                </a:lnTo>
                <a:lnTo>
                  <a:pt x="1522846" y="88175"/>
                </a:lnTo>
                <a:lnTo>
                  <a:pt x="1529004" y="95766"/>
                </a:lnTo>
                <a:lnTo>
                  <a:pt x="1535255" y="103281"/>
                </a:lnTo>
                <a:lnTo>
                  <a:pt x="1541597" y="110720"/>
                </a:lnTo>
                <a:lnTo>
                  <a:pt x="1548029" y="118080"/>
                </a:lnTo>
                <a:lnTo>
                  <a:pt x="1554551" y="125362"/>
                </a:lnTo>
                <a:lnTo>
                  <a:pt x="1561161" y="132563"/>
                </a:lnTo>
                <a:lnTo>
                  <a:pt x="1567858" y="139683"/>
                </a:lnTo>
                <a:lnTo>
                  <a:pt x="1574643" y="146720"/>
                </a:lnTo>
                <a:lnTo>
                  <a:pt x="1581512" y="153674"/>
                </a:lnTo>
                <a:lnTo>
                  <a:pt x="1588466" y="160544"/>
                </a:lnTo>
                <a:lnTo>
                  <a:pt x="1595504" y="167328"/>
                </a:lnTo>
                <a:lnTo>
                  <a:pt x="1602624" y="174026"/>
                </a:lnTo>
                <a:lnTo>
                  <a:pt x="1609825" y="180636"/>
                </a:lnTo>
                <a:lnTo>
                  <a:pt x="1617106" y="187158"/>
                </a:lnTo>
                <a:lnTo>
                  <a:pt x="1624467" y="193590"/>
                </a:lnTo>
                <a:lnTo>
                  <a:pt x="1631905" y="199932"/>
                </a:lnTo>
                <a:lnTo>
                  <a:pt x="1639420" y="206182"/>
                </a:lnTo>
                <a:lnTo>
                  <a:pt x="1647012" y="212340"/>
                </a:lnTo>
                <a:lnTo>
                  <a:pt x="1654678" y="218405"/>
                </a:lnTo>
                <a:lnTo>
                  <a:pt x="1662417" y="224376"/>
                </a:lnTo>
                <a:lnTo>
                  <a:pt x="1670229" y="230252"/>
                </a:lnTo>
                <a:lnTo>
                  <a:pt x="1678112" y="236032"/>
                </a:lnTo>
                <a:lnTo>
                  <a:pt x="1686065" y="241716"/>
                </a:lnTo>
                <a:lnTo>
                  <a:pt x="1694087" y="247301"/>
                </a:lnTo>
                <a:lnTo>
                  <a:pt x="1702176" y="252789"/>
                </a:lnTo>
                <a:lnTo>
                  <a:pt x="1710332" y="258177"/>
                </a:lnTo>
                <a:lnTo>
                  <a:pt x="1718553" y="263465"/>
                </a:lnTo>
                <a:lnTo>
                  <a:pt x="1726839" y="268652"/>
                </a:lnTo>
                <a:lnTo>
                  <a:pt x="1735186" y="273738"/>
                </a:lnTo>
                <a:close/>
              </a:path>
            </a:pathLst>
          </a:custGeom>
          <a:solidFill xmlns:a="http://schemas.openxmlformats.org/drawingml/2006/main">
            <a:srgbClr val="EEE8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8" name="Dataset count encoding">
            <a:extLst xmlns:a="http://schemas.openxmlformats.org/drawingml/2006/main">
              <a:ext uri="{FF2B5EF4-FFF2-40B4-BE49-F238E27FC236}">
                <a16:creationId xmlns:a16="http://schemas.microsoft.com/office/drawing/2014/main" id="{E6733084-D9F5-4A76-BC0B-94039E8F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3908" y="6350919"/>
            <a:ext cx="903535" cy="903535"/>
          </a:xfrm>
          <a:custGeom xmlns:a="http://schemas.openxmlformats.org/drawingml/2006/main">
            <a:pathLst>
              <a:path w="903535" h="903535">
                <a:moveTo>
                  <a:pt x="525115" y="903535"/>
                </a:moveTo>
                <a:lnTo>
                  <a:pt x="509101" y="893779"/>
                </a:lnTo>
                <a:lnTo>
                  <a:pt x="493207" y="883829"/>
                </a:lnTo>
                <a:lnTo>
                  <a:pt x="477436" y="873684"/>
                </a:lnTo>
                <a:lnTo>
                  <a:pt x="461791" y="863348"/>
                </a:lnTo>
                <a:lnTo>
                  <a:pt x="446272" y="852822"/>
                </a:lnTo>
                <a:lnTo>
                  <a:pt x="430884" y="842107"/>
                </a:lnTo>
                <a:lnTo>
                  <a:pt x="415628" y="831204"/>
                </a:lnTo>
                <a:lnTo>
                  <a:pt x="400506" y="820117"/>
                </a:lnTo>
                <a:lnTo>
                  <a:pt x="385520" y="808845"/>
                </a:lnTo>
                <a:lnTo>
                  <a:pt x="370673" y="797391"/>
                </a:lnTo>
                <a:lnTo>
                  <a:pt x="355968" y="785756"/>
                </a:lnTo>
                <a:lnTo>
                  <a:pt x="341405" y="773942"/>
                </a:lnTo>
                <a:lnTo>
                  <a:pt x="326989" y="761952"/>
                </a:lnTo>
                <a:lnTo>
                  <a:pt x="312719" y="749786"/>
                </a:lnTo>
                <a:lnTo>
                  <a:pt x="298599" y="737447"/>
                </a:lnTo>
                <a:lnTo>
                  <a:pt x="284632" y="724937"/>
                </a:lnTo>
                <a:lnTo>
                  <a:pt x="270818" y="712256"/>
                </a:lnTo>
                <a:lnTo>
                  <a:pt x="257159" y="699408"/>
                </a:lnTo>
                <a:lnTo>
                  <a:pt x="243659" y="686394"/>
                </a:lnTo>
                <a:lnTo>
                  <a:pt x="230319" y="673216"/>
                </a:lnTo>
                <a:lnTo>
                  <a:pt x="217141" y="659876"/>
                </a:lnTo>
                <a:lnTo>
                  <a:pt x="204127" y="646376"/>
                </a:lnTo>
                <a:lnTo>
                  <a:pt x="191279" y="632717"/>
                </a:lnTo>
                <a:lnTo>
                  <a:pt x="178598" y="618903"/>
                </a:lnTo>
                <a:lnTo>
                  <a:pt x="166088" y="604936"/>
                </a:lnTo>
                <a:lnTo>
                  <a:pt x="153749" y="590816"/>
                </a:lnTo>
                <a:lnTo>
                  <a:pt x="141583" y="576546"/>
                </a:lnTo>
                <a:lnTo>
                  <a:pt x="129592" y="562129"/>
                </a:lnTo>
                <a:lnTo>
                  <a:pt x="117779" y="547567"/>
                </a:lnTo>
                <a:lnTo>
                  <a:pt x="106144" y="532862"/>
                </a:lnTo>
                <a:lnTo>
                  <a:pt x="94690" y="518015"/>
                </a:lnTo>
                <a:lnTo>
                  <a:pt x="83418" y="503029"/>
                </a:lnTo>
                <a:lnTo>
                  <a:pt x="72330" y="487907"/>
                </a:lnTo>
                <a:lnTo>
                  <a:pt x="61428" y="472651"/>
                </a:lnTo>
                <a:lnTo>
                  <a:pt x="50713" y="457262"/>
                </a:lnTo>
                <a:lnTo>
                  <a:pt x="40187" y="441744"/>
                </a:lnTo>
                <a:lnTo>
                  <a:pt x="29851" y="426099"/>
                </a:lnTo>
                <a:lnTo>
                  <a:pt x="19706" y="410328"/>
                </a:lnTo>
                <a:lnTo>
                  <a:pt x="9756" y="394434"/>
                </a:lnTo>
                <a:lnTo>
                  <a:pt x="0" y="378420"/>
                </a:lnTo>
                <a:lnTo>
                  <a:pt x="629797" y="0"/>
                </a:lnTo>
                <a:lnTo>
                  <a:pt x="634883" y="8348"/>
                </a:lnTo>
                <a:lnTo>
                  <a:pt x="640070" y="16633"/>
                </a:lnTo>
                <a:lnTo>
                  <a:pt x="645358" y="24854"/>
                </a:lnTo>
                <a:lnTo>
                  <a:pt x="650746" y="33010"/>
                </a:lnTo>
                <a:lnTo>
                  <a:pt x="656234" y="41100"/>
                </a:lnTo>
                <a:lnTo>
                  <a:pt x="661819" y="49122"/>
                </a:lnTo>
                <a:lnTo>
                  <a:pt x="667503" y="57075"/>
                </a:lnTo>
                <a:lnTo>
                  <a:pt x="673283" y="64958"/>
                </a:lnTo>
                <a:lnTo>
                  <a:pt x="679159" y="72769"/>
                </a:lnTo>
                <a:lnTo>
                  <a:pt x="685129" y="80509"/>
                </a:lnTo>
                <a:lnTo>
                  <a:pt x="691195" y="88175"/>
                </a:lnTo>
                <a:lnTo>
                  <a:pt x="697353" y="95766"/>
                </a:lnTo>
                <a:lnTo>
                  <a:pt x="703603" y="103281"/>
                </a:lnTo>
                <a:lnTo>
                  <a:pt x="709945" y="110720"/>
                </a:lnTo>
                <a:lnTo>
                  <a:pt x="716377" y="118080"/>
                </a:lnTo>
                <a:lnTo>
                  <a:pt x="722899" y="125362"/>
                </a:lnTo>
                <a:lnTo>
                  <a:pt x="729509" y="132563"/>
                </a:lnTo>
                <a:lnTo>
                  <a:pt x="736207" y="139683"/>
                </a:lnTo>
                <a:lnTo>
                  <a:pt x="742991" y="146720"/>
                </a:lnTo>
                <a:lnTo>
                  <a:pt x="749861" y="153674"/>
                </a:lnTo>
                <a:lnTo>
                  <a:pt x="756815" y="160544"/>
                </a:lnTo>
                <a:lnTo>
                  <a:pt x="763852" y="167328"/>
                </a:lnTo>
                <a:lnTo>
                  <a:pt x="770972" y="174026"/>
                </a:lnTo>
                <a:lnTo>
                  <a:pt x="778173" y="180636"/>
                </a:lnTo>
                <a:lnTo>
                  <a:pt x="785455" y="187158"/>
                </a:lnTo>
                <a:lnTo>
                  <a:pt x="792815" y="193590"/>
                </a:lnTo>
                <a:lnTo>
                  <a:pt x="800254" y="199932"/>
                </a:lnTo>
                <a:lnTo>
                  <a:pt x="807769" y="206182"/>
                </a:lnTo>
                <a:lnTo>
                  <a:pt x="815360" y="212340"/>
                </a:lnTo>
                <a:lnTo>
                  <a:pt x="823026" y="218405"/>
                </a:lnTo>
                <a:lnTo>
                  <a:pt x="830766" y="224376"/>
                </a:lnTo>
                <a:lnTo>
                  <a:pt x="838577" y="230252"/>
                </a:lnTo>
                <a:lnTo>
                  <a:pt x="846460" y="236032"/>
                </a:lnTo>
                <a:lnTo>
                  <a:pt x="854413" y="241716"/>
                </a:lnTo>
                <a:lnTo>
                  <a:pt x="862435" y="247301"/>
                </a:lnTo>
                <a:lnTo>
                  <a:pt x="870525" y="252789"/>
                </a:lnTo>
                <a:lnTo>
                  <a:pt x="878681" y="258177"/>
                </a:lnTo>
                <a:lnTo>
                  <a:pt x="886902" y="263465"/>
                </a:lnTo>
                <a:lnTo>
                  <a:pt x="895187" y="268652"/>
                </a:lnTo>
                <a:lnTo>
                  <a:pt x="903535" y="273738"/>
                </a:lnTo>
                <a:close/>
              </a:path>
            </a:pathLst>
          </a:custGeom>
          <a:solidFill xmlns:a="http://schemas.openxmlformats.org/drawingml/2006/main">
            <a:srgbClr val="BCB2F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9" name="Easy(1-3)">
            <a:extLst xmlns:a="http://schemas.openxmlformats.org/drawingml/2006/main">
              <a:ext uri="{FF2B5EF4-FFF2-40B4-BE49-F238E27FC236}">
                <a16:creationId xmlns:a16="http://schemas.microsoft.com/office/drawing/2014/main" id="{519D437A-7C7E-4C9F-9A03-6A1DD17D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930162" y="7894751"/>
            <a:ext cx="133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Easy(1-3)</a:t>
            </a:r>
          </a:p>
        </p:txBody>
      </p:sp>
      <p:sp>
        <p:nvSpPr>
          <p:cNvPr id="40" name="14137">
            <a:extLst xmlns:a="http://schemas.openxmlformats.org/drawingml/2006/main">
              <a:ext uri="{FF2B5EF4-FFF2-40B4-BE49-F238E27FC236}">
                <a16:creationId xmlns:a16="http://schemas.microsoft.com/office/drawing/2014/main" id="{C0288F0C-61E1-4817-A979-F1E70C98A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2211564" y="7041973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0" i="0">
                <a:solidFill>
                  <a:srgbClr val="7B46C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75" b="0" i="0">
                <a:solidFill>
                  <a:srgbClr val="7B46CE"/>
                </a:solidFill>
                <a:latin typeface="Comic Sans MS"/>
                <a:ea typeface="Comic Sans MS"/>
                <a:cs typeface="Comic Sans MS"/>
              </a:defRPr>
            </a:pPr>
            <a:r>
              <a:rPr sz="1575" b="0" i="0">
                <a:solidFill>
                  <a:srgbClr val="7B46CE"/>
                </a:solidFill>
                <a:latin typeface="Comic Sans MS"/>
                <a:ea typeface="Comic Sans MS"/>
                <a:cs typeface="Comic Sans MS"/>
              </a:rPr>
              <a:t>14137</a:t>
            </a:r>
          </a:p>
        </p:txBody>
      </p:sp>
      <p:sp>
        <p:nvSpPr>
          <p:cNvPr id="41" name="Dataset category Hybridization">
            <a:extLst xmlns:a="http://schemas.openxmlformats.org/drawingml/2006/main">
              <a:ext uri="{FF2B5EF4-FFF2-40B4-BE49-F238E27FC236}">
                <a16:creationId xmlns:a16="http://schemas.microsoft.com/office/drawing/2014/main" id="{4E99A19E-FC56-42F8-AA2D-47707E41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147" y="5986048"/>
            <a:ext cx="1224444" cy="1693704"/>
          </a:xfrm>
          <a:custGeom xmlns:a="http://schemas.openxmlformats.org/drawingml/2006/main">
            <a:pathLst>
              <a:path w="1224444" h="1693704">
                <a:moveTo>
                  <a:pt x="449684" y="1693704"/>
                </a:moveTo>
                <a:lnTo>
                  <a:pt x="428650" y="1655205"/>
                </a:lnTo>
                <a:lnTo>
                  <a:pt x="408087" y="1616451"/>
                </a:lnTo>
                <a:lnTo>
                  <a:pt x="388000" y="1577449"/>
                </a:lnTo>
                <a:lnTo>
                  <a:pt x="368391" y="1538204"/>
                </a:lnTo>
                <a:lnTo>
                  <a:pt x="349262" y="1498723"/>
                </a:lnTo>
                <a:lnTo>
                  <a:pt x="330617" y="1459010"/>
                </a:lnTo>
                <a:lnTo>
                  <a:pt x="312459" y="1419074"/>
                </a:lnTo>
                <a:lnTo>
                  <a:pt x="294790" y="1378918"/>
                </a:lnTo>
                <a:lnTo>
                  <a:pt x="277613" y="1338549"/>
                </a:lnTo>
                <a:lnTo>
                  <a:pt x="260930" y="1297974"/>
                </a:lnTo>
                <a:lnTo>
                  <a:pt x="244745" y="1257197"/>
                </a:lnTo>
                <a:lnTo>
                  <a:pt x="229058" y="1216226"/>
                </a:lnTo>
                <a:lnTo>
                  <a:pt x="213874" y="1175067"/>
                </a:lnTo>
                <a:lnTo>
                  <a:pt x="199193" y="1133725"/>
                </a:lnTo>
                <a:lnTo>
                  <a:pt x="185019" y="1092207"/>
                </a:lnTo>
                <a:lnTo>
                  <a:pt x="171353" y="1050518"/>
                </a:lnTo>
                <a:lnTo>
                  <a:pt x="158197" y="1008666"/>
                </a:lnTo>
                <a:lnTo>
                  <a:pt x="145554" y="966656"/>
                </a:lnTo>
                <a:lnTo>
                  <a:pt x="133424" y="924495"/>
                </a:lnTo>
                <a:lnTo>
                  <a:pt x="121811" y="882189"/>
                </a:lnTo>
                <a:lnTo>
                  <a:pt x="110715" y="839744"/>
                </a:lnTo>
                <a:lnTo>
                  <a:pt x="100139" y="797167"/>
                </a:lnTo>
                <a:lnTo>
                  <a:pt x="90084" y="754464"/>
                </a:lnTo>
                <a:lnTo>
                  <a:pt x="80551" y="711641"/>
                </a:lnTo>
                <a:lnTo>
                  <a:pt x="71542" y="668705"/>
                </a:lnTo>
                <a:lnTo>
                  <a:pt x="63058" y="625662"/>
                </a:lnTo>
                <a:lnTo>
                  <a:pt x="55101" y="582518"/>
                </a:lnTo>
                <a:lnTo>
                  <a:pt x="47671" y="539281"/>
                </a:lnTo>
                <a:lnTo>
                  <a:pt x="40771" y="495956"/>
                </a:lnTo>
                <a:lnTo>
                  <a:pt x="34400" y="452550"/>
                </a:lnTo>
                <a:lnTo>
                  <a:pt x="28560" y="409069"/>
                </a:lnTo>
                <a:lnTo>
                  <a:pt x="23251" y="365520"/>
                </a:lnTo>
                <a:lnTo>
                  <a:pt x="18475" y="321910"/>
                </a:lnTo>
                <a:lnTo>
                  <a:pt x="14232" y="278244"/>
                </a:lnTo>
                <a:lnTo>
                  <a:pt x="10523" y="234530"/>
                </a:lnTo>
                <a:lnTo>
                  <a:pt x="7348" y="190774"/>
                </a:lnTo>
                <a:lnTo>
                  <a:pt x="4708" y="146982"/>
                </a:lnTo>
                <a:lnTo>
                  <a:pt x="2603" y="103162"/>
                </a:lnTo>
                <a:lnTo>
                  <a:pt x="1034" y="59319"/>
                </a:lnTo>
                <a:lnTo>
                  <a:pt x="0" y="15460"/>
                </a:lnTo>
                <a:lnTo>
                  <a:pt x="885690" y="0"/>
                </a:lnTo>
                <a:lnTo>
                  <a:pt x="886469" y="33040"/>
                </a:lnTo>
                <a:lnTo>
                  <a:pt x="887651" y="66067"/>
                </a:lnTo>
                <a:lnTo>
                  <a:pt x="889237" y="99078"/>
                </a:lnTo>
                <a:lnTo>
                  <a:pt x="891225" y="132067"/>
                </a:lnTo>
                <a:lnTo>
                  <a:pt x="893617" y="165029"/>
                </a:lnTo>
                <a:lnTo>
                  <a:pt x="896411" y="197960"/>
                </a:lnTo>
                <a:lnTo>
                  <a:pt x="899607" y="230854"/>
                </a:lnTo>
                <a:lnTo>
                  <a:pt x="903205" y="263706"/>
                </a:lnTo>
                <a:lnTo>
                  <a:pt x="907204" y="296512"/>
                </a:lnTo>
                <a:lnTo>
                  <a:pt x="911604" y="329267"/>
                </a:lnTo>
                <a:lnTo>
                  <a:pt x="916403" y="361965"/>
                </a:lnTo>
                <a:lnTo>
                  <a:pt x="921602" y="394603"/>
                </a:lnTo>
                <a:lnTo>
                  <a:pt x="927199" y="427174"/>
                </a:lnTo>
                <a:lnTo>
                  <a:pt x="933193" y="459675"/>
                </a:lnTo>
                <a:lnTo>
                  <a:pt x="939584" y="492100"/>
                </a:lnTo>
                <a:lnTo>
                  <a:pt x="946370" y="524444"/>
                </a:lnTo>
                <a:lnTo>
                  <a:pt x="953552" y="556703"/>
                </a:lnTo>
                <a:lnTo>
                  <a:pt x="961126" y="588872"/>
                </a:lnTo>
                <a:lnTo>
                  <a:pt x="969094" y="620947"/>
                </a:lnTo>
                <a:lnTo>
                  <a:pt x="977452" y="652921"/>
                </a:lnTo>
                <a:lnTo>
                  <a:pt x="986201" y="684791"/>
                </a:lnTo>
                <a:lnTo>
                  <a:pt x="995338" y="716551"/>
                </a:lnTo>
                <a:lnTo>
                  <a:pt x="1004862" y="748198"/>
                </a:lnTo>
                <a:lnTo>
                  <a:pt x="1014773" y="779726"/>
                </a:lnTo>
                <a:lnTo>
                  <a:pt x="1025068" y="811130"/>
                </a:lnTo>
                <a:lnTo>
                  <a:pt x="1035746" y="842407"/>
                </a:lnTo>
                <a:lnTo>
                  <a:pt x="1046805" y="873550"/>
                </a:lnTo>
                <a:lnTo>
                  <a:pt x="1058243" y="904556"/>
                </a:lnTo>
                <a:lnTo>
                  <a:pt x="1070060" y="935420"/>
                </a:lnTo>
                <a:lnTo>
                  <a:pt x="1082253" y="966138"/>
                </a:lnTo>
                <a:lnTo>
                  <a:pt x="1094820" y="996704"/>
                </a:lnTo>
                <a:lnTo>
                  <a:pt x="1107760" y="1027114"/>
                </a:lnTo>
                <a:lnTo>
                  <a:pt x="1121070" y="1057364"/>
                </a:lnTo>
                <a:lnTo>
                  <a:pt x="1134749" y="1087449"/>
                </a:lnTo>
                <a:lnTo>
                  <a:pt x="1148795" y="1117365"/>
                </a:lnTo>
                <a:lnTo>
                  <a:pt x="1163204" y="1147107"/>
                </a:lnTo>
                <a:lnTo>
                  <a:pt x="1177977" y="1176671"/>
                </a:lnTo>
                <a:lnTo>
                  <a:pt x="1193109" y="1206052"/>
                </a:lnTo>
                <a:lnTo>
                  <a:pt x="1208599" y="1235246"/>
                </a:lnTo>
                <a:lnTo>
                  <a:pt x="1224444" y="1264248"/>
                </a:lnTo>
                <a:close/>
              </a:path>
            </a:pathLst>
          </a:custGeom>
          <a:solidFill xmlns:a="http://schemas.openxmlformats.org/drawingml/2006/main">
            <a:srgbClr val="FFA9CC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2" name="Dataset count 11977">
            <a:extLst xmlns:a="http://schemas.openxmlformats.org/drawingml/2006/main">
              <a:ext uri="{FF2B5EF4-FFF2-40B4-BE49-F238E27FC236}">
                <a16:creationId xmlns:a16="http://schemas.microsoft.com/office/drawing/2014/main" id="{F0BD984E-436B-42E1-B4F3-C5E88007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832" y="5952801"/>
            <a:ext cx="1804910" cy="1200521"/>
          </a:xfrm>
          <a:custGeom xmlns:a="http://schemas.openxmlformats.org/drawingml/2006/main">
            <a:pathLst>
              <a:path w="1804910" h="1200521">
                <a:moveTo>
                  <a:pt x="313706" y="1200521"/>
                </a:moveTo>
                <a:lnTo>
                  <a:pt x="299032" y="1173663"/>
                </a:lnTo>
                <a:lnTo>
                  <a:pt x="284687" y="1146628"/>
                </a:lnTo>
                <a:lnTo>
                  <a:pt x="270674" y="1119419"/>
                </a:lnTo>
                <a:lnTo>
                  <a:pt x="256994" y="1092042"/>
                </a:lnTo>
                <a:lnTo>
                  <a:pt x="243650" y="1064499"/>
                </a:lnTo>
                <a:lnTo>
                  <a:pt x="230643" y="1036795"/>
                </a:lnTo>
                <a:lnTo>
                  <a:pt x="217975" y="1008935"/>
                </a:lnTo>
                <a:lnTo>
                  <a:pt x="205649" y="980922"/>
                </a:lnTo>
                <a:lnTo>
                  <a:pt x="193666" y="952760"/>
                </a:lnTo>
                <a:lnTo>
                  <a:pt x="182028" y="924454"/>
                </a:lnTo>
                <a:lnTo>
                  <a:pt x="170737" y="896008"/>
                </a:lnTo>
                <a:lnTo>
                  <a:pt x="159794" y="867426"/>
                </a:lnTo>
                <a:lnTo>
                  <a:pt x="149201" y="838713"/>
                </a:lnTo>
                <a:lnTo>
                  <a:pt x="138960" y="809872"/>
                </a:lnTo>
                <a:lnTo>
                  <a:pt x="129072" y="780908"/>
                </a:lnTo>
                <a:lnTo>
                  <a:pt x="119538" y="751826"/>
                </a:lnTo>
                <a:lnTo>
                  <a:pt x="110360" y="722629"/>
                </a:lnTo>
                <a:lnTo>
                  <a:pt x="101540" y="693323"/>
                </a:lnTo>
                <a:lnTo>
                  <a:pt x="93078" y="663911"/>
                </a:lnTo>
                <a:lnTo>
                  <a:pt x="84977" y="634397"/>
                </a:lnTo>
                <a:lnTo>
                  <a:pt x="77236" y="604787"/>
                </a:lnTo>
                <a:lnTo>
                  <a:pt x="69858" y="575085"/>
                </a:lnTo>
                <a:lnTo>
                  <a:pt x="62844" y="545295"/>
                </a:lnTo>
                <a:lnTo>
                  <a:pt x="56193" y="515421"/>
                </a:lnTo>
                <a:lnTo>
                  <a:pt x="49909" y="485468"/>
                </a:lnTo>
                <a:lnTo>
                  <a:pt x="43990" y="455441"/>
                </a:lnTo>
                <a:lnTo>
                  <a:pt x="38439" y="425343"/>
                </a:lnTo>
                <a:lnTo>
                  <a:pt x="33256" y="395180"/>
                </a:lnTo>
                <a:lnTo>
                  <a:pt x="28442" y="364956"/>
                </a:lnTo>
                <a:lnTo>
                  <a:pt x="23998" y="334675"/>
                </a:lnTo>
                <a:lnTo>
                  <a:pt x="19923" y="304343"/>
                </a:lnTo>
                <a:lnTo>
                  <a:pt x="16220" y="273963"/>
                </a:lnTo>
                <a:lnTo>
                  <a:pt x="12888" y="243539"/>
                </a:lnTo>
                <a:lnTo>
                  <a:pt x="9928" y="213078"/>
                </a:lnTo>
                <a:lnTo>
                  <a:pt x="7341" y="182582"/>
                </a:lnTo>
                <a:lnTo>
                  <a:pt x="5126" y="152057"/>
                </a:lnTo>
                <a:lnTo>
                  <a:pt x="3284" y="121508"/>
                </a:lnTo>
                <a:lnTo>
                  <a:pt x="1816" y="90938"/>
                </a:lnTo>
                <a:lnTo>
                  <a:pt x="721" y="60352"/>
                </a:lnTo>
                <a:lnTo>
                  <a:pt x="0" y="29756"/>
                </a:lnTo>
                <a:lnTo>
                  <a:pt x="1704715" y="0"/>
                </a:lnTo>
                <a:lnTo>
                  <a:pt x="1704946" y="9772"/>
                </a:lnTo>
                <a:lnTo>
                  <a:pt x="1705295" y="19541"/>
                </a:lnTo>
                <a:lnTo>
                  <a:pt x="1705764" y="29305"/>
                </a:lnTo>
                <a:lnTo>
                  <a:pt x="1706353" y="39062"/>
                </a:lnTo>
                <a:lnTo>
                  <a:pt x="1707060" y="48811"/>
                </a:lnTo>
                <a:lnTo>
                  <a:pt x="1707886" y="58551"/>
                </a:lnTo>
                <a:lnTo>
                  <a:pt x="1708832" y="68281"/>
                </a:lnTo>
                <a:lnTo>
                  <a:pt x="1709896" y="77998"/>
                </a:lnTo>
                <a:lnTo>
                  <a:pt x="1711079" y="87701"/>
                </a:lnTo>
                <a:lnTo>
                  <a:pt x="1712380" y="97389"/>
                </a:lnTo>
                <a:lnTo>
                  <a:pt x="1713800" y="107060"/>
                </a:lnTo>
                <a:lnTo>
                  <a:pt x="1715337" y="116713"/>
                </a:lnTo>
                <a:lnTo>
                  <a:pt x="1716992" y="126347"/>
                </a:lnTo>
                <a:lnTo>
                  <a:pt x="1718765" y="135960"/>
                </a:lnTo>
                <a:lnTo>
                  <a:pt x="1720656" y="145551"/>
                </a:lnTo>
                <a:lnTo>
                  <a:pt x="1722663" y="155117"/>
                </a:lnTo>
                <a:lnTo>
                  <a:pt x="1724787" y="164659"/>
                </a:lnTo>
                <a:lnTo>
                  <a:pt x="1727027" y="174174"/>
                </a:lnTo>
                <a:lnTo>
                  <a:pt x="1729384" y="183660"/>
                </a:lnTo>
                <a:lnTo>
                  <a:pt x="1731856" y="193117"/>
                </a:lnTo>
                <a:lnTo>
                  <a:pt x="1734444" y="202544"/>
                </a:lnTo>
                <a:lnTo>
                  <a:pt x="1737146" y="211938"/>
                </a:lnTo>
                <a:lnTo>
                  <a:pt x="1739963" y="221298"/>
                </a:lnTo>
                <a:lnTo>
                  <a:pt x="1742895" y="230623"/>
                </a:lnTo>
                <a:lnTo>
                  <a:pt x="1745940" y="239912"/>
                </a:lnTo>
                <a:lnTo>
                  <a:pt x="1749098" y="249163"/>
                </a:lnTo>
                <a:lnTo>
                  <a:pt x="1752369" y="258374"/>
                </a:lnTo>
                <a:lnTo>
                  <a:pt x="1755752" y="267545"/>
                </a:lnTo>
                <a:lnTo>
                  <a:pt x="1759247" y="276674"/>
                </a:lnTo>
                <a:lnTo>
                  <a:pt x="1762854" y="285759"/>
                </a:lnTo>
                <a:lnTo>
                  <a:pt x="1766571" y="294800"/>
                </a:lnTo>
                <a:lnTo>
                  <a:pt x="1770398" y="303794"/>
                </a:lnTo>
                <a:lnTo>
                  <a:pt x="1774335" y="312742"/>
                </a:lnTo>
                <a:lnTo>
                  <a:pt x="1778381" y="321640"/>
                </a:lnTo>
                <a:lnTo>
                  <a:pt x="1782535" y="330488"/>
                </a:lnTo>
                <a:lnTo>
                  <a:pt x="1786797" y="339285"/>
                </a:lnTo>
                <a:lnTo>
                  <a:pt x="1791166" y="348029"/>
                </a:lnTo>
                <a:lnTo>
                  <a:pt x="1795642" y="356719"/>
                </a:lnTo>
                <a:lnTo>
                  <a:pt x="1800224" y="365354"/>
                </a:lnTo>
                <a:lnTo>
                  <a:pt x="1804910" y="373933"/>
                </a:lnTo>
                <a:close/>
              </a:path>
            </a:pathLst>
          </a:custGeom>
          <a:solidFill xmlns:a="http://schemas.openxmlformats.org/drawingml/2006/main">
            <a:srgbClr val="FFE9F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3" name="Dataset count encoding">
            <a:extLst xmlns:a="http://schemas.openxmlformats.org/drawingml/2006/main">
              <a:ext uri="{FF2B5EF4-FFF2-40B4-BE49-F238E27FC236}">
                <a16:creationId xmlns:a16="http://schemas.microsoft.com/office/drawing/2014/main" id="{E08C3DED-973C-4AFA-88BB-137E38D6C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161" y="5952801"/>
            <a:ext cx="722581" cy="675717"/>
          </a:xfrm>
          <a:custGeom xmlns:a="http://schemas.openxmlformats.org/drawingml/2006/main">
            <a:pathLst>
              <a:path w="722581" h="675717">
                <a:moveTo>
                  <a:pt x="178147" y="675717"/>
                </a:moveTo>
                <a:lnTo>
                  <a:pt x="169814" y="660465"/>
                </a:lnTo>
                <a:lnTo>
                  <a:pt x="161668" y="645112"/>
                </a:lnTo>
                <a:lnTo>
                  <a:pt x="153710" y="629661"/>
                </a:lnTo>
                <a:lnTo>
                  <a:pt x="145942" y="614114"/>
                </a:lnTo>
                <a:lnTo>
                  <a:pt x="138364" y="598473"/>
                </a:lnTo>
                <a:lnTo>
                  <a:pt x="130977" y="582741"/>
                </a:lnTo>
                <a:lnTo>
                  <a:pt x="123784" y="566919"/>
                </a:lnTo>
                <a:lnTo>
                  <a:pt x="116784" y="551011"/>
                </a:lnTo>
                <a:lnTo>
                  <a:pt x="109979" y="535019"/>
                </a:lnTo>
                <a:lnTo>
                  <a:pt x="103370" y="518945"/>
                </a:lnTo>
                <a:lnTo>
                  <a:pt x="96958" y="502791"/>
                </a:lnTo>
                <a:lnTo>
                  <a:pt x="90744" y="486560"/>
                </a:lnTo>
                <a:lnTo>
                  <a:pt x="84728" y="470254"/>
                </a:lnTo>
                <a:lnTo>
                  <a:pt x="78912" y="453876"/>
                </a:lnTo>
                <a:lnTo>
                  <a:pt x="73297" y="437428"/>
                </a:lnTo>
                <a:lnTo>
                  <a:pt x="67883" y="420913"/>
                </a:lnTo>
                <a:lnTo>
                  <a:pt x="62671" y="404332"/>
                </a:lnTo>
                <a:lnTo>
                  <a:pt x="57662" y="387690"/>
                </a:lnTo>
                <a:lnTo>
                  <a:pt x="52857" y="370987"/>
                </a:lnTo>
                <a:lnTo>
                  <a:pt x="48257" y="354227"/>
                </a:lnTo>
                <a:lnTo>
                  <a:pt x="43861" y="337412"/>
                </a:lnTo>
                <a:lnTo>
                  <a:pt x="39671" y="320545"/>
                </a:lnTo>
                <a:lnTo>
                  <a:pt x="35688" y="303628"/>
                </a:lnTo>
                <a:lnTo>
                  <a:pt x="31911" y="286663"/>
                </a:lnTo>
                <a:lnTo>
                  <a:pt x="28342" y="269653"/>
                </a:lnTo>
                <a:lnTo>
                  <a:pt x="24981" y="252601"/>
                </a:lnTo>
                <a:lnTo>
                  <a:pt x="21829" y="235510"/>
                </a:lnTo>
                <a:lnTo>
                  <a:pt x="18886" y="218381"/>
                </a:lnTo>
                <a:lnTo>
                  <a:pt x="16152" y="201217"/>
                </a:lnTo>
                <a:lnTo>
                  <a:pt x="13628" y="184021"/>
                </a:lnTo>
                <a:lnTo>
                  <a:pt x="11314" y="166796"/>
                </a:lnTo>
                <a:lnTo>
                  <a:pt x="9211" y="149544"/>
                </a:lnTo>
                <a:lnTo>
                  <a:pt x="7319" y="132267"/>
                </a:lnTo>
                <a:lnTo>
                  <a:pt x="5638" y="114969"/>
                </a:lnTo>
                <a:lnTo>
                  <a:pt x="4169" y="97651"/>
                </a:lnTo>
                <a:lnTo>
                  <a:pt x="2911" y="80316"/>
                </a:lnTo>
                <a:lnTo>
                  <a:pt x="1865" y="62968"/>
                </a:lnTo>
                <a:lnTo>
                  <a:pt x="1031" y="45608"/>
                </a:lnTo>
                <a:lnTo>
                  <a:pt x="409" y="28239"/>
                </a:lnTo>
                <a:lnTo>
                  <a:pt x="0" y="10864"/>
                </a:lnTo>
                <a:lnTo>
                  <a:pt x="622386" y="0"/>
                </a:lnTo>
                <a:lnTo>
                  <a:pt x="622616" y="9772"/>
                </a:lnTo>
                <a:lnTo>
                  <a:pt x="622966" y="19541"/>
                </a:lnTo>
                <a:lnTo>
                  <a:pt x="623435" y="29305"/>
                </a:lnTo>
                <a:lnTo>
                  <a:pt x="624023" y="39062"/>
                </a:lnTo>
                <a:lnTo>
                  <a:pt x="624731" y="48811"/>
                </a:lnTo>
                <a:lnTo>
                  <a:pt x="625557" y="58551"/>
                </a:lnTo>
                <a:lnTo>
                  <a:pt x="626502" y="68281"/>
                </a:lnTo>
                <a:lnTo>
                  <a:pt x="627567" y="77998"/>
                </a:lnTo>
                <a:lnTo>
                  <a:pt x="628749" y="87701"/>
                </a:lnTo>
                <a:lnTo>
                  <a:pt x="630051" y="97389"/>
                </a:lnTo>
                <a:lnTo>
                  <a:pt x="631470" y="107060"/>
                </a:lnTo>
                <a:lnTo>
                  <a:pt x="633008" y="116713"/>
                </a:lnTo>
                <a:lnTo>
                  <a:pt x="634663" y="126347"/>
                </a:lnTo>
                <a:lnTo>
                  <a:pt x="636436" y="135960"/>
                </a:lnTo>
                <a:lnTo>
                  <a:pt x="638326" y="145551"/>
                </a:lnTo>
                <a:lnTo>
                  <a:pt x="640334" y="155117"/>
                </a:lnTo>
                <a:lnTo>
                  <a:pt x="642458" y="164659"/>
                </a:lnTo>
                <a:lnTo>
                  <a:pt x="644698" y="174174"/>
                </a:lnTo>
                <a:lnTo>
                  <a:pt x="647055" y="183660"/>
                </a:lnTo>
                <a:lnTo>
                  <a:pt x="649527" y="193117"/>
                </a:lnTo>
                <a:lnTo>
                  <a:pt x="652115" y="202544"/>
                </a:lnTo>
                <a:lnTo>
                  <a:pt x="654817" y="211938"/>
                </a:lnTo>
                <a:lnTo>
                  <a:pt x="657634" y="221298"/>
                </a:lnTo>
                <a:lnTo>
                  <a:pt x="660565" y="230623"/>
                </a:lnTo>
                <a:lnTo>
                  <a:pt x="663610" y="239912"/>
                </a:lnTo>
                <a:lnTo>
                  <a:pt x="666769" y="249163"/>
                </a:lnTo>
                <a:lnTo>
                  <a:pt x="670040" y="258374"/>
                </a:lnTo>
                <a:lnTo>
                  <a:pt x="673423" y="267545"/>
                </a:lnTo>
                <a:lnTo>
                  <a:pt x="676918" y="276674"/>
                </a:lnTo>
                <a:lnTo>
                  <a:pt x="680524" y="285759"/>
                </a:lnTo>
                <a:lnTo>
                  <a:pt x="684241" y="294800"/>
                </a:lnTo>
                <a:lnTo>
                  <a:pt x="688069" y="303794"/>
                </a:lnTo>
                <a:lnTo>
                  <a:pt x="692006" y="312742"/>
                </a:lnTo>
                <a:lnTo>
                  <a:pt x="696051" y="321640"/>
                </a:lnTo>
                <a:lnTo>
                  <a:pt x="700206" y="330488"/>
                </a:lnTo>
                <a:lnTo>
                  <a:pt x="704468" y="339285"/>
                </a:lnTo>
                <a:lnTo>
                  <a:pt x="708837" y="348029"/>
                </a:lnTo>
                <a:lnTo>
                  <a:pt x="713313" y="356719"/>
                </a:lnTo>
                <a:lnTo>
                  <a:pt x="717894" y="365354"/>
                </a:lnTo>
                <a:lnTo>
                  <a:pt x="722581" y="373933"/>
                </a:lnTo>
                <a:close/>
              </a:path>
            </a:pathLst>
          </a:custGeom>
          <a:solidFill xmlns:a="http://schemas.openxmlformats.org/drawingml/2006/main">
            <a:srgbClr val="FFB6C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4" name="Hybridization">
            <a:extLst xmlns:a="http://schemas.openxmlformats.org/drawingml/2006/main">
              <a:ext uri="{FF2B5EF4-FFF2-40B4-BE49-F238E27FC236}">
                <a16:creationId xmlns:a16="http://schemas.microsoft.com/office/drawing/2014/main" id="{097475F9-C550-4A65-B193-6B7B8DE81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500000">
            <a:off x="116629" y="6485670"/>
            <a:ext cx="133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Hybridization</a:t>
            </a:r>
          </a:p>
        </p:txBody>
      </p:sp>
      <p:sp>
        <p:nvSpPr>
          <p:cNvPr id="45" name="11977">
            <a:extLst xmlns:a="http://schemas.openxmlformats.org/drawingml/2006/main">
              <a:ext uri="{FF2B5EF4-FFF2-40B4-BE49-F238E27FC236}">
                <a16:creationId xmlns:a16="http://schemas.microsoft.com/office/drawing/2014/main" id="{6D0C024F-A23D-4BA9-BF91-F8280F8C4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500000">
            <a:off x="1755493" y="6252034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0" i="0">
                <a:solidFill>
                  <a:srgbClr val="FF4F9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75" b="0" i="0">
                <a:solidFill>
                  <a:srgbClr val="FF4F91"/>
                </a:solidFill>
                <a:latin typeface="Comic Sans MS"/>
                <a:ea typeface="Comic Sans MS"/>
                <a:cs typeface="Comic Sans MS"/>
              </a:defRPr>
            </a:pPr>
            <a:r>
              <a:rPr sz="1575" b="0" i="0">
                <a:solidFill>
                  <a:srgbClr val="FF4F91"/>
                </a:solidFill>
                <a:latin typeface="Comic Sans MS"/>
                <a:ea typeface="Comic Sans MS"/>
                <a:cs typeface="Comic Sans MS"/>
              </a:rPr>
              <a:t>11977</a:t>
            </a:r>
          </a:p>
        </p:txBody>
      </p:sp>
      <p:sp>
        <p:nvSpPr>
          <p:cNvPr id="46" name="Dataset category Attribute Shift">
            <a:extLst xmlns:a="http://schemas.openxmlformats.org/drawingml/2006/main">
              <a:ext uri="{FF2B5EF4-FFF2-40B4-BE49-F238E27FC236}">
                <a16:creationId xmlns:a16="http://schemas.microsoft.com/office/drawing/2014/main" id="{628227A5-FAAC-43B4-A3B8-2F6C057D9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147" y="4197923"/>
            <a:ext cx="1224444" cy="1693704"/>
          </a:xfrm>
          <a:custGeom xmlns:a="http://schemas.openxmlformats.org/drawingml/2006/main">
            <a:pathLst>
              <a:path w="1224444" h="1693704">
                <a:moveTo>
                  <a:pt x="0" y="1678245"/>
                </a:moveTo>
                <a:lnTo>
                  <a:pt x="1034" y="1634386"/>
                </a:lnTo>
                <a:lnTo>
                  <a:pt x="2603" y="1590543"/>
                </a:lnTo>
                <a:lnTo>
                  <a:pt x="4708" y="1546722"/>
                </a:lnTo>
                <a:lnTo>
                  <a:pt x="7348" y="1502930"/>
                </a:lnTo>
                <a:lnTo>
                  <a:pt x="10523" y="1459174"/>
                </a:lnTo>
                <a:lnTo>
                  <a:pt x="14232" y="1415460"/>
                </a:lnTo>
                <a:lnTo>
                  <a:pt x="18475" y="1371795"/>
                </a:lnTo>
                <a:lnTo>
                  <a:pt x="23251" y="1328184"/>
                </a:lnTo>
                <a:lnTo>
                  <a:pt x="28560" y="1284636"/>
                </a:lnTo>
                <a:lnTo>
                  <a:pt x="34400" y="1241155"/>
                </a:lnTo>
                <a:lnTo>
                  <a:pt x="40771" y="1197749"/>
                </a:lnTo>
                <a:lnTo>
                  <a:pt x="47671" y="1154424"/>
                </a:lnTo>
                <a:lnTo>
                  <a:pt x="55101" y="1111186"/>
                </a:lnTo>
                <a:lnTo>
                  <a:pt x="63058" y="1068043"/>
                </a:lnTo>
                <a:lnTo>
                  <a:pt x="71542" y="1025000"/>
                </a:lnTo>
                <a:lnTo>
                  <a:pt x="80551" y="982063"/>
                </a:lnTo>
                <a:lnTo>
                  <a:pt x="90084" y="939241"/>
                </a:lnTo>
                <a:lnTo>
                  <a:pt x="100139" y="896537"/>
                </a:lnTo>
                <a:lnTo>
                  <a:pt x="110715" y="853960"/>
                </a:lnTo>
                <a:lnTo>
                  <a:pt x="121811" y="811515"/>
                </a:lnTo>
                <a:lnTo>
                  <a:pt x="133424" y="769209"/>
                </a:lnTo>
                <a:lnTo>
                  <a:pt x="145554" y="727048"/>
                </a:lnTo>
                <a:lnTo>
                  <a:pt x="158197" y="685038"/>
                </a:lnTo>
                <a:lnTo>
                  <a:pt x="171353" y="643186"/>
                </a:lnTo>
                <a:lnTo>
                  <a:pt x="185019" y="601498"/>
                </a:lnTo>
                <a:lnTo>
                  <a:pt x="199193" y="559980"/>
                </a:lnTo>
                <a:lnTo>
                  <a:pt x="213874" y="518638"/>
                </a:lnTo>
                <a:lnTo>
                  <a:pt x="229058" y="477478"/>
                </a:lnTo>
                <a:lnTo>
                  <a:pt x="244745" y="436507"/>
                </a:lnTo>
                <a:lnTo>
                  <a:pt x="260930" y="395731"/>
                </a:lnTo>
                <a:lnTo>
                  <a:pt x="277613" y="355155"/>
                </a:lnTo>
                <a:lnTo>
                  <a:pt x="294790" y="314787"/>
                </a:lnTo>
                <a:lnTo>
                  <a:pt x="312459" y="274631"/>
                </a:lnTo>
                <a:lnTo>
                  <a:pt x="330617" y="234694"/>
                </a:lnTo>
                <a:lnTo>
                  <a:pt x="349262" y="194982"/>
                </a:lnTo>
                <a:lnTo>
                  <a:pt x="368391" y="155501"/>
                </a:lnTo>
                <a:lnTo>
                  <a:pt x="388000" y="116256"/>
                </a:lnTo>
                <a:lnTo>
                  <a:pt x="408087" y="77254"/>
                </a:lnTo>
                <a:lnTo>
                  <a:pt x="428650" y="38500"/>
                </a:lnTo>
                <a:lnTo>
                  <a:pt x="449684" y="0"/>
                </a:lnTo>
                <a:lnTo>
                  <a:pt x="1224444" y="429456"/>
                </a:lnTo>
                <a:lnTo>
                  <a:pt x="1208599" y="458459"/>
                </a:lnTo>
                <a:lnTo>
                  <a:pt x="1193109" y="487653"/>
                </a:lnTo>
                <a:lnTo>
                  <a:pt x="1177977" y="517034"/>
                </a:lnTo>
                <a:lnTo>
                  <a:pt x="1163204" y="546598"/>
                </a:lnTo>
                <a:lnTo>
                  <a:pt x="1148795" y="576339"/>
                </a:lnTo>
                <a:lnTo>
                  <a:pt x="1134749" y="606255"/>
                </a:lnTo>
                <a:lnTo>
                  <a:pt x="1121070" y="636340"/>
                </a:lnTo>
                <a:lnTo>
                  <a:pt x="1107760" y="666590"/>
                </a:lnTo>
                <a:lnTo>
                  <a:pt x="1094820" y="697001"/>
                </a:lnTo>
                <a:lnTo>
                  <a:pt x="1082253" y="727567"/>
                </a:lnTo>
                <a:lnTo>
                  <a:pt x="1070060" y="758284"/>
                </a:lnTo>
                <a:lnTo>
                  <a:pt x="1058243" y="789148"/>
                </a:lnTo>
                <a:lnTo>
                  <a:pt x="1046805" y="820154"/>
                </a:lnTo>
                <a:lnTo>
                  <a:pt x="1035746" y="851298"/>
                </a:lnTo>
                <a:lnTo>
                  <a:pt x="1025068" y="882574"/>
                </a:lnTo>
                <a:lnTo>
                  <a:pt x="1014773" y="913979"/>
                </a:lnTo>
                <a:lnTo>
                  <a:pt x="1004862" y="945507"/>
                </a:lnTo>
                <a:lnTo>
                  <a:pt x="995338" y="977153"/>
                </a:lnTo>
                <a:lnTo>
                  <a:pt x="986201" y="1008914"/>
                </a:lnTo>
                <a:lnTo>
                  <a:pt x="977452" y="1040784"/>
                </a:lnTo>
                <a:lnTo>
                  <a:pt x="969094" y="1072758"/>
                </a:lnTo>
                <a:lnTo>
                  <a:pt x="961126" y="1104832"/>
                </a:lnTo>
                <a:lnTo>
                  <a:pt x="953552" y="1137001"/>
                </a:lnTo>
                <a:lnTo>
                  <a:pt x="946370" y="1169260"/>
                </a:lnTo>
                <a:lnTo>
                  <a:pt x="939584" y="1201605"/>
                </a:lnTo>
                <a:lnTo>
                  <a:pt x="933193" y="1234030"/>
                </a:lnTo>
                <a:lnTo>
                  <a:pt x="927199" y="1266530"/>
                </a:lnTo>
                <a:lnTo>
                  <a:pt x="921602" y="1299102"/>
                </a:lnTo>
                <a:lnTo>
                  <a:pt x="916403" y="1331739"/>
                </a:lnTo>
                <a:lnTo>
                  <a:pt x="911604" y="1364438"/>
                </a:lnTo>
                <a:lnTo>
                  <a:pt x="907204" y="1397193"/>
                </a:lnTo>
                <a:lnTo>
                  <a:pt x="903205" y="1429998"/>
                </a:lnTo>
                <a:lnTo>
                  <a:pt x="899607" y="1462851"/>
                </a:lnTo>
                <a:lnTo>
                  <a:pt x="896411" y="1495745"/>
                </a:lnTo>
                <a:lnTo>
                  <a:pt x="893617" y="1528675"/>
                </a:lnTo>
                <a:lnTo>
                  <a:pt x="891225" y="1561637"/>
                </a:lnTo>
                <a:lnTo>
                  <a:pt x="889237" y="1594626"/>
                </a:lnTo>
                <a:lnTo>
                  <a:pt x="887651" y="1627637"/>
                </a:lnTo>
                <a:lnTo>
                  <a:pt x="886469" y="1660665"/>
                </a:lnTo>
                <a:lnTo>
                  <a:pt x="885690" y="1693704"/>
                </a:lnTo>
                <a:close/>
              </a:path>
            </a:pathLst>
          </a:custGeom>
          <a:solidFill xmlns:a="http://schemas.openxmlformats.org/drawingml/2006/main">
            <a:srgbClr val="FFA9CC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7" name="Dataset count 8282">
            <a:extLst xmlns:a="http://schemas.openxmlformats.org/drawingml/2006/main">
              <a:ext uri="{FF2B5EF4-FFF2-40B4-BE49-F238E27FC236}">
                <a16:creationId xmlns:a16="http://schemas.microsoft.com/office/drawing/2014/main" id="{5CE5CF03-665C-4B67-A078-AED44D4EA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832" y="4724353"/>
            <a:ext cx="1804910" cy="1200521"/>
          </a:xfrm>
          <a:custGeom xmlns:a="http://schemas.openxmlformats.org/drawingml/2006/main">
            <a:pathLst>
              <a:path w="1804910" h="1200521">
                <a:moveTo>
                  <a:pt x="0" y="1170765"/>
                </a:moveTo>
                <a:lnTo>
                  <a:pt x="721" y="1140168"/>
                </a:lnTo>
                <a:lnTo>
                  <a:pt x="1816" y="1109583"/>
                </a:lnTo>
                <a:lnTo>
                  <a:pt x="3284" y="1079013"/>
                </a:lnTo>
                <a:lnTo>
                  <a:pt x="5126" y="1048463"/>
                </a:lnTo>
                <a:lnTo>
                  <a:pt x="7341" y="1017939"/>
                </a:lnTo>
                <a:lnTo>
                  <a:pt x="9928" y="987443"/>
                </a:lnTo>
                <a:lnTo>
                  <a:pt x="12888" y="956981"/>
                </a:lnTo>
                <a:lnTo>
                  <a:pt x="16220" y="926558"/>
                </a:lnTo>
                <a:lnTo>
                  <a:pt x="19923" y="896178"/>
                </a:lnTo>
                <a:lnTo>
                  <a:pt x="23998" y="865845"/>
                </a:lnTo>
                <a:lnTo>
                  <a:pt x="28442" y="835565"/>
                </a:lnTo>
                <a:lnTo>
                  <a:pt x="33256" y="805341"/>
                </a:lnTo>
                <a:lnTo>
                  <a:pt x="38439" y="775178"/>
                </a:lnTo>
                <a:lnTo>
                  <a:pt x="43990" y="745080"/>
                </a:lnTo>
                <a:lnTo>
                  <a:pt x="49909" y="715053"/>
                </a:lnTo>
                <a:lnTo>
                  <a:pt x="56193" y="685100"/>
                </a:lnTo>
                <a:lnTo>
                  <a:pt x="62844" y="655226"/>
                </a:lnTo>
                <a:lnTo>
                  <a:pt x="69858" y="625436"/>
                </a:lnTo>
                <a:lnTo>
                  <a:pt x="77236" y="595733"/>
                </a:lnTo>
                <a:lnTo>
                  <a:pt x="84977" y="566123"/>
                </a:lnTo>
                <a:lnTo>
                  <a:pt x="93078" y="536610"/>
                </a:lnTo>
                <a:lnTo>
                  <a:pt x="101540" y="507198"/>
                </a:lnTo>
                <a:lnTo>
                  <a:pt x="110360" y="477891"/>
                </a:lnTo>
                <a:lnTo>
                  <a:pt x="119538" y="448695"/>
                </a:lnTo>
                <a:lnTo>
                  <a:pt x="129072" y="419612"/>
                </a:lnTo>
                <a:lnTo>
                  <a:pt x="138960" y="390649"/>
                </a:lnTo>
                <a:lnTo>
                  <a:pt x="149201" y="361808"/>
                </a:lnTo>
                <a:lnTo>
                  <a:pt x="159794" y="333095"/>
                </a:lnTo>
                <a:lnTo>
                  <a:pt x="170737" y="304513"/>
                </a:lnTo>
                <a:lnTo>
                  <a:pt x="182028" y="276067"/>
                </a:lnTo>
                <a:lnTo>
                  <a:pt x="193666" y="247761"/>
                </a:lnTo>
                <a:lnTo>
                  <a:pt x="205649" y="219599"/>
                </a:lnTo>
                <a:lnTo>
                  <a:pt x="217975" y="191586"/>
                </a:lnTo>
                <a:lnTo>
                  <a:pt x="230643" y="163726"/>
                </a:lnTo>
                <a:lnTo>
                  <a:pt x="243650" y="136022"/>
                </a:lnTo>
                <a:lnTo>
                  <a:pt x="256994" y="108479"/>
                </a:lnTo>
                <a:lnTo>
                  <a:pt x="270674" y="81102"/>
                </a:lnTo>
                <a:lnTo>
                  <a:pt x="284687" y="53893"/>
                </a:lnTo>
                <a:lnTo>
                  <a:pt x="299032" y="26858"/>
                </a:lnTo>
                <a:lnTo>
                  <a:pt x="313706" y="0"/>
                </a:lnTo>
                <a:lnTo>
                  <a:pt x="1804910" y="826588"/>
                </a:lnTo>
                <a:lnTo>
                  <a:pt x="1800224" y="835166"/>
                </a:lnTo>
                <a:lnTo>
                  <a:pt x="1795642" y="843801"/>
                </a:lnTo>
                <a:lnTo>
                  <a:pt x="1791166" y="852491"/>
                </a:lnTo>
                <a:lnTo>
                  <a:pt x="1786797" y="861236"/>
                </a:lnTo>
                <a:lnTo>
                  <a:pt x="1782535" y="870033"/>
                </a:lnTo>
                <a:lnTo>
                  <a:pt x="1778381" y="878881"/>
                </a:lnTo>
                <a:lnTo>
                  <a:pt x="1774335" y="887779"/>
                </a:lnTo>
                <a:lnTo>
                  <a:pt x="1770398" y="896726"/>
                </a:lnTo>
                <a:lnTo>
                  <a:pt x="1766571" y="905721"/>
                </a:lnTo>
                <a:lnTo>
                  <a:pt x="1762854" y="914762"/>
                </a:lnTo>
                <a:lnTo>
                  <a:pt x="1759247" y="923847"/>
                </a:lnTo>
                <a:lnTo>
                  <a:pt x="1755752" y="932976"/>
                </a:lnTo>
                <a:lnTo>
                  <a:pt x="1752369" y="942147"/>
                </a:lnTo>
                <a:lnTo>
                  <a:pt x="1749098" y="951358"/>
                </a:lnTo>
                <a:lnTo>
                  <a:pt x="1745940" y="960609"/>
                </a:lnTo>
                <a:lnTo>
                  <a:pt x="1742895" y="969898"/>
                </a:lnTo>
                <a:lnTo>
                  <a:pt x="1739963" y="979223"/>
                </a:lnTo>
                <a:lnTo>
                  <a:pt x="1737146" y="988583"/>
                </a:lnTo>
                <a:lnTo>
                  <a:pt x="1734444" y="997977"/>
                </a:lnTo>
                <a:lnTo>
                  <a:pt x="1731856" y="1007403"/>
                </a:lnTo>
                <a:lnTo>
                  <a:pt x="1729384" y="1016861"/>
                </a:lnTo>
                <a:lnTo>
                  <a:pt x="1727027" y="1026347"/>
                </a:lnTo>
                <a:lnTo>
                  <a:pt x="1724787" y="1035862"/>
                </a:lnTo>
                <a:lnTo>
                  <a:pt x="1722663" y="1045403"/>
                </a:lnTo>
                <a:lnTo>
                  <a:pt x="1720656" y="1054970"/>
                </a:lnTo>
                <a:lnTo>
                  <a:pt x="1718765" y="1064561"/>
                </a:lnTo>
                <a:lnTo>
                  <a:pt x="1716992" y="1074174"/>
                </a:lnTo>
                <a:lnTo>
                  <a:pt x="1715337" y="1083807"/>
                </a:lnTo>
                <a:lnTo>
                  <a:pt x="1713800" y="1093461"/>
                </a:lnTo>
                <a:lnTo>
                  <a:pt x="1712380" y="1103132"/>
                </a:lnTo>
                <a:lnTo>
                  <a:pt x="1711079" y="1112820"/>
                </a:lnTo>
                <a:lnTo>
                  <a:pt x="1709896" y="1122523"/>
                </a:lnTo>
                <a:lnTo>
                  <a:pt x="1708832" y="1132240"/>
                </a:lnTo>
                <a:lnTo>
                  <a:pt x="1707886" y="1141969"/>
                </a:lnTo>
                <a:lnTo>
                  <a:pt x="1707060" y="1151709"/>
                </a:lnTo>
                <a:lnTo>
                  <a:pt x="1706353" y="1161459"/>
                </a:lnTo>
                <a:lnTo>
                  <a:pt x="1705764" y="1171216"/>
                </a:lnTo>
                <a:lnTo>
                  <a:pt x="1705295" y="1180980"/>
                </a:lnTo>
                <a:lnTo>
                  <a:pt x="1704946" y="1190748"/>
                </a:lnTo>
                <a:lnTo>
                  <a:pt x="1704715" y="1200521"/>
                </a:lnTo>
                <a:close/>
              </a:path>
            </a:pathLst>
          </a:custGeom>
          <a:solidFill xmlns:a="http://schemas.openxmlformats.org/drawingml/2006/main">
            <a:srgbClr val="FFE9F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8" name="Dataset count encoding">
            <a:extLst xmlns:a="http://schemas.openxmlformats.org/drawingml/2006/main">
              <a:ext uri="{FF2B5EF4-FFF2-40B4-BE49-F238E27FC236}">
                <a16:creationId xmlns:a16="http://schemas.microsoft.com/office/drawing/2014/main" id="{54E57E83-C9E3-49E3-B1FF-122EFC8AF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9172" y="5342260"/>
            <a:ext cx="530570" cy="582614"/>
          </a:xfrm>
          <a:custGeom xmlns:a="http://schemas.openxmlformats.org/drawingml/2006/main">
            <a:pathLst>
              <a:path w="530570" h="582614">
                <a:moveTo>
                  <a:pt x="0" y="575102"/>
                </a:moveTo>
                <a:lnTo>
                  <a:pt x="354" y="560072"/>
                </a:lnTo>
                <a:lnTo>
                  <a:pt x="892" y="545048"/>
                </a:lnTo>
                <a:lnTo>
                  <a:pt x="1613" y="530032"/>
                </a:lnTo>
                <a:lnTo>
                  <a:pt x="2518" y="515025"/>
                </a:lnTo>
                <a:lnTo>
                  <a:pt x="3606" y="500031"/>
                </a:lnTo>
                <a:lnTo>
                  <a:pt x="4877" y="485051"/>
                </a:lnTo>
                <a:lnTo>
                  <a:pt x="6331" y="470088"/>
                </a:lnTo>
                <a:lnTo>
                  <a:pt x="7968" y="455143"/>
                </a:lnTo>
                <a:lnTo>
                  <a:pt x="9787" y="440220"/>
                </a:lnTo>
                <a:lnTo>
                  <a:pt x="11788" y="425320"/>
                </a:lnTo>
                <a:lnTo>
                  <a:pt x="13971" y="410445"/>
                </a:lnTo>
                <a:lnTo>
                  <a:pt x="16336" y="395599"/>
                </a:lnTo>
                <a:lnTo>
                  <a:pt x="18882" y="380782"/>
                </a:lnTo>
                <a:lnTo>
                  <a:pt x="21609" y="365998"/>
                </a:lnTo>
                <a:lnTo>
                  <a:pt x="24516" y="351248"/>
                </a:lnTo>
                <a:lnTo>
                  <a:pt x="27603" y="336534"/>
                </a:lnTo>
                <a:lnTo>
                  <a:pt x="30870" y="321860"/>
                </a:lnTo>
                <a:lnTo>
                  <a:pt x="34316" y="307226"/>
                </a:lnTo>
                <a:lnTo>
                  <a:pt x="37940" y="292636"/>
                </a:lnTo>
                <a:lnTo>
                  <a:pt x="41742" y="278091"/>
                </a:lnTo>
                <a:lnTo>
                  <a:pt x="45722" y="263593"/>
                </a:lnTo>
                <a:lnTo>
                  <a:pt x="49878" y="249145"/>
                </a:lnTo>
                <a:lnTo>
                  <a:pt x="54211" y="234749"/>
                </a:lnTo>
                <a:lnTo>
                  <a:pt x="58719" y="220407"/>
                </a:lnTo>
                <a:lnTo>
                  <a:pt x="63402" y="206122"/>
                </a:lnTo>
                <a:lnTo>
                  <a:pt x="68260" y="191894"/>
                </a:lnTo>
                <a:lnTo>
                  <a:pt x="73290" y="177727"/>
                </a:lnTo>
                <a:lnTo>
                  <a:pt x="78494" y="163622"/>
                </a:lnTo>
                <a:lnTo>
                  <a:pt x="83869" y="149583"/>
                </a:lnTo>
                <a:lnTo>
                  <a:pt x="89416" y="135609"/>
                </a:lnTo>
                <a:lnTo>
                  <a:pt x="95133" y="121705"/>
                </a:lnTo>
                <a:lnTo>
                  <a:pt x="101019" y="107871"/>
                </a:lnTo>
                <a:lnTo>
                  <a:pt x="107074" y="94111"/>
                </a:lnTo>
                <a:lnTo>
                  <a:pt x="113296" y="80425"/>
                </a:lnTo>
                <a:lnTo>
                  <a:pt x="119685" y="66817"/>
                </a:lnTo>
                <a:lnTo>
                  <a:pt x="126240" y="53287"/>
                </a:lnTo>
                <a:lnTo>
                  <a:pt x="132960" y="39839"/>
                </a:lnTo>
                <a:lnTo>
                  <a:pt x="139844" y="26473"/>
                </a:lnTo>
                <a:lnTo>
                  <a:pt x="146890" y="13193"/>
                </a:lnTo>
                <a:lnTo>
                  <a:pt x="154098" y="0"/>
                </a:lnTo>
                <a:lnTo>
                  <a:pt x="530570" y="208682"/>
                </a:lnTo>
                <a:lnTo>
                  <a:pt x="525883" y="217260"/>
                </a:lnTo>
                <a:lnTo>
                  <a:pt x="521302" y="225895"/>
                </a:lnTo>
                <a:lnTo>
                  <a:pt x="516826" y="234585"/>
                </a:lnTo>
                <a:lnTo>
                  <a:pt x="512457" y="243329"/>
                </a:lnTo>
                <a:lnTo>
                  <a:pt x="508195" y="252126"/>
                </a:lnTo>
                <a:lnTo>
                  <a:pt x="504040" y="260974"/>
                </a:lnTo>
                <a:lnTo>
                  <a:pt x="499995" y="269873"/>
                </a:lnTo>
                <a:lnTo>
                  <a:pt x="496058" y="278820"/>
                </a:lnTo>
                <a:lnTo>
                  <a:pt x="492230" y="287814"/>
                </a:lnTo>
                <a:lnTo>
                  <a:pt x="488513" y="296855"/>
                </a:lnTo>
                <a:lnTo>
                  <a:pt x="484907" y="305941"/>
                </a:lnTo>
                <a:lnTo>
                  <a:pt x="481412" y="315069"/>
                </a:lnTo>
                <a:lnTo>
                  <a:pt x="478029" y="324240"/>
                </a:lnTo>
                <a:lnTo>
                  <a:pt x="474758" y="333452"/>
                </a:lnTo>
                <a:lnTo>
                  <a:pt x="471599" y="342702"/>
                </a:lnTo>
                <a:lnTo>
                  <a:pt x="468554" y="351991"/>
                </a:lnTo>
                <a:lnTo>
                  <a:pt x="465623" y="361316"/>
                </a:lnTo>
                <a:lnTo>
                  <a:pt x="462806" y="370677"/>
                </a:lnTo>
                <a:lnTo>
                  <a:pt x="460103" y="380070"/>
                </a:lnTo>
                <a:lnTo>
                  <a:pt x="457516" y="389497"/>
                </a:lnTo>
                <a:lnTo>
                  <a:pt x="455044" y="398954"/>
                </a:lnTo>
                <a:lnTo>
                  <a:pt x="452687" y="408441"/>
                </a:lnTo>
                <a:lnTo>
                  <a:pt x="450447" y="417955"/>
                </a:lnTo>
                <a:lnTo>
                  <a:pt x="448323" y="427497"/>
                </a:lnTo>
                <a:lnTo>
                  <a:pt x="446315" y="437064"/>
                </a:lnTo>
                <a:lnTo>
                  <a:pt x="444425" y="446654"/>
                </a:lnTo>
                <a:lnTo>
                  <a:pt x="442652" y="456267"/>
                </a:lnTo>
                <a:lnTo>
                  <a:pt x="440997" y="465901"/>
                </a:lnTo>
                <a:lnTo>
                  <a:pt x="439459" y="475554"/>
                </a:lnTo>
                <a:lnTo>
                  <a:pt x="438040" y="485226"/>
                </a:lnTo>
                <a:lnTo>
                  <a:pt x="436738" y="494914"/>
                </a:lnTo>
                <a:lnTo>
                  <a:pt x="435556" y="504617"/>
                </a:lnTo>
                <a:lnTo>
                  <a:pt x="434491" y="514334"/>
                </a:lnTo>
                <a:lnTo>
                  <a:pt x="433546" y="524063"/>
                </a:lnTo>
                <a:lnTo>
                  <a:pt x="432720" y="533803"/>
                </a:lnTo>
                <a:lnTo>
                  <a:pt x="432012" y="543552"/>
                </a:lnTo>
                <a:lnTo>
                  <a:pt x="431424" y="553309"/>
                </a:lnTo>
                <a:lnTo>
                  <a:pt x="430955" y="563073"/>
                </a:lnTo>
                <a:lnTo>
                  <a:pt x="430605" y="572842"/>
                </a:lnTo>
                <a:lnTo>
                  <a:pt x="430375" y="582614"/>
                </a:lnTo>
                <a:close/>
              </a:path>
            </a:pathLst>
          </a:custGeom>
          <a:solidFill xmlns:a="http://schemas.openxmlformats.org/drawingml/2006/main">
            <a:srgbClr val="FFB6C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9" name="Attribute Shift">
            <a:extLst xmlns:a="http://schemas.openxmlformats.org/drawingml/2006/main">
              <a:ext uri="{FF2B5EF4-FFF2-40B4-BE49-F238E27FC236}">
                <a16:creationId xmlns:a16="http://schemas.microsoft.com/office/drawing/2014/main" id="{D312F2F1-EEDB-4F3F-AE96-50A65D94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7100000">
            <a:off x="116629" y="4858605"/>
            <a:ext cx="133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Attribute Shift</a:t>
            </a:r>
          </a:p>
        </p:txBody>
      </p:sp>
      <p:sp>
        <p:nvSpPr>
          <p:cNvPr id="50" name="8282">
            <a:extLst xmlns:a="http://schemas.openxmlformats.org/drawingml/2006/main">
              <a:ext uri="{FF2B5EF4-FFF2-40B4-BE49-F238E27FC236}">
                <a16:creationId xmlns:a16="http://schemas.microsoft.com/office/drawing/2014/main" id="{7F4804E8-6D4C-45E5-831E-A9BD2FA8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7100000">
            <a:off x="1755493" y="5339891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0" i="0">
                <a:solidFill>
                  <a:srgbClr val="FF4F9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75" b="0" i="0">
                <a:solidFill>
                  <a:srgbClr val="FF4F91"/>
                </a:solidFill>
                <a:latin typeface="Comic Sans MS"/>
                <a:ea typeface="Comic Sans MS"/>
                <a:cs typeface="Comic Sans MS"/>
              </a:defRPr>
            </a:pPr>
            <a:r>
              <a:rPr sz="1575" b="0" i="0">
                <a:solidFill>
                  <a:srgbClr val="FF4F91"/>
                </a:solidFill>
                <a:latin typeface="Comic Sans MS"/>
                <a:ea typeface="Comic Sans MS"/>
                <a:cs typeface="Comic Sans MS"/>
              </a:rPr>
              <a:t>8282</a:t>
            </a:r>
          </a:p>
        </p:txBody>
      </p:sp>
      <p:sp>
        <p:nvSpPr>
          <p:cNvPr id="51" name="Dataset category Multi-Object">
            <a:extLst xmlns:a="http://schemas.openxmlformats.org/drawingml/2006/main">
              <a:ext uri="{FF2B5EF4-FFF2-40B4-BE49-F238E27FC236}">
                <a16:creationId xmlns:a16="http://schemas.microsoft.com/office/drawing/2014/main" id="{93F44BA2-1DE3-48A2-BDFA-0DA416FE4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502" y="2860814"/>
            <a:ext cx="1684794" cy="1684794"/>
          </a:xfrm>
          <a:custGeom xmlns:a="http://schemas.openxmlformats.org/drawingml/2006/main">
            <a:pathLst>
              <a:path w="1684794" h="1684794">
                <a:moveTo>
                  <a:pt x="0" y="1228560"/>
                </a:moveTo>
                <a:lnTo>
                  <a:pt x="22825" y="1191094"/>
                </a:lnTo>
                <a:lnTo>
                  <a:pt x="46105" y="1153910"/>
                </a:lnTo>
                <a:lnTo>
                  <a:pt x="69838" y="1117012"/>
                </a:lnTo>
                <a:lnTo>
                  <a:pt x="94021" y="1080408"/>
                </a:lnTo>
                <a:lnTo>
                  <a:pt x="118648" y="1044101"/>
                </a:lnTo>
                <a:lnTo>
                  <a:pt x="143717" y="1008098"/>
                </a:lnTo>
                <a:lnTo>
                  <a:pt x="169225" y="972404"/>
                </a:lnTo>
                <a:lnTo>
                  <a:pt x="195166" y="937025"/>
                </a:lnTo>
                <a:lnTo>
                  <a:pt x="221538" y="901965"/>
                </a:lnTo>
                <a:lnTo>
                  <a:pt x="248336" y="867229"/>
                </a:lnTo>
                <a:lnTo>
                  <a:pt x="275556" y="832824"/>
                </a:lnTo>
                <a:lnTo>
                  <a:pt x="303195" y="798754"/>
                </a:lnTo>
                <a:lnTo>
                  <a:pt x="331248" y="765024"/>
                </a:lnTo>
                <a:lnTo>
                  <a:pt x="359711" y="731639"/>
                </a:lnTo>
                <a:lnTo>
                  <a:pt x="388580" y="698605"/>
                </a:lnTo>
                <a:lnTo>
                  <a:pt x="417850" y="665925"/>
                </a:lnTo>
                <a:lnTo>
                  <a:pt x="447517" y="633606"/>
                </a:lnTo>
                <a:lnTo>
                  <a:pt x="477577" y="601651"/>
                </a:lnTo>
                <a:lnTo>
                  <a:pt x="508025" y="570067"/>
                </a:lnTo>
                <a:lnTo>
                  <a:pt x="538856" y="538856"/>
                </a:lnTo>
                <a:lnTo>
                  <a:pt x="570067" y="508025"/>
                </a:lnTo>
                <a:lnTo>
                  <a:pt x="601651" y="477577"/>
                </a:lnTo>
                <a:lnTo>
                  <a:pt x="633606" y="447517"/>
                </a:lnTo>
                <a:lnTo>
                  <a:pt x="665925" y="417850"/>
                </a:lnTo>
                <a:lnTo>
                  <a:pt x="698605" y="388580"/>
                </a:lnTo>
                <a:lnTo>
                  <a:pt x="731639" y="359711"/>
                </a:lnTo>
                <a:lnTo>
                  <a:pt x="765024" y="331248"/>
                </a:lnTo>
                <a:lnTo>
                  <a:pt x="798754" y="303195"/>
                </a:lnTo>
                <a:lnTo>
                  <a:pt x="832824" y="275556"/>
                </a:lnTo>
                <a:lnTo>
                  <a:pt x="867229" y="248336"/>
                </a:lnTo>
                <a:lnTo>
                  <a:pt x="901965" y="221538"/>
                </a:lnTo>
                <a:lnTo>
                  <a:pt x="937025" y="195166"/>
                </a:lnTo>
                <a:lnTo>
                  <a:pt x="972404" y="169225"/>
                </a:lnTo>
                <a:lnTo>
                  <a:pt x="1008098" y="143717"/>
                </a:lnTo>
                <a:lnTo>
                  <a:pt x="1044101" y="118648"/>
                </a:lnTo>
                <a:lnTo>
                  <a:pt x="1080408" y="94021"/>
                </a:lnTo>
                <a:lnTo>
                  <a:pt x="1117012" y="69838"/>
                </a:lnTo>
                <a:lnTo>
                  <a:pt x="1153910" y="46105"/>
                </a:lnTo>
                <a:lnTo>
                  <a:pt x="1191094" y="22825"/>
                </a:lnTo>
                <a:lnTo>
                  <a:pt x="1228560" y="0"/>
                </a:lnTo>
                <a:lnTo>
                  <a:pt x="1684794" y="759300"/>
                </a:lnTo>
                <a:lnTo>
                  <a:pt x="1656570" y="776494"/>
                </a:lnTo>
                <a:lnTo>
                  <a:pt x="1628558" y="794032"/>
                </a:lnTo>
                <a:lnTo>
                  <a:pt x="1600763" y="811911"/>
                </a:lnTo>
                <a:lnTo>
                  <a:pt x="1573188" y="830127"/>
                </a:lnTo>
                <a:lnTo>
                  <a:pt x="1545838" y="848680"/>
                </a:lnTo>
                <a:lnTo>
                  <a:pt x="1518716" y="867565"/>
                </a:lnTo>
                <a:lnTo>
                  <a:pt x="1491828" y="886780"/>
                </a:lnTo>
                <a:lnTo>
                  <a:pt x="1465176" y="906322"/>
                </a:lnTo>
                <a:lnTo>
                  <a:pt x="1438764" y="926188"/>
                </a:lnTo>
                <a:lnTo>
                  <a:pt x="1412598" y="946376"/>
                </a:lnTo>
                <a:lnTo>
                  <a:pt x="1386680" y="966881"/>
                </a:lnTo>
                <a:lnTo>
                  <a:pt x="1361014" y="987702"/>
                </a:lnTo>
                <a:lnTo>
                  <a:pt x="1335605" y="1008835"/>
                </a:lnTo>
                <a:lnTo>
                  <a:pt x="1310455" y="1030276"/>
                </a:lnTo>
                <a:lnTo>
                  <a:pt x="1285570" y="1052023"/>
                </a:lnTo>
                <a:lnTo>
                  <a:pt x="1260952" y="1074073"/>
                </a:lnTo>
                <a:lnTo>
                  <a:pt x="1236605" y="1096422"/>
                </a:lnTo>
                <a:lnTo>
                  <a:pt x="1212534" y="1119066"/>
                </a:lnTo>
                <a:lnTo>
                  <a:pt x="1188740" y="1142003"/>
                </a:lnTo>
                <a:lnTo>
                  <a:pt x="1165229" y="1165229"/>
                </a:lnTo>
                <a:lnTo>
                  <a:pt x="1142003" y="1188740"/>
                </a:lnTo>
                <a:lnTo>
                  <a:pt x="1119066" y="1212534"/>
                </a:lnTo>
                <a:lnTo>
                  <a:pt x="1096422" y="1236605"/>
                </a:lnTo>
                <a:lnTo>
                  <a:pt x="1074073" y="1260952"/>
                </a:lnTo>
                <a:lnTo>
                  <a:pt x="1052023" y="1285570"/>
                </a:lnTo>
                <a:lnTo>
                  <a:pt x="1030276" y="1310455"/>
                </a:lnTo>
                <a:lnTo>
                  <a:pt x="1008835" y="1335605"/>
                </a:lnTo>
                <a:lnTo>
                  <a:pt x="987702" y="1361014"/>
                </a:lnTo>
                <a:lnTo>
                  <a:pt x="966881" y="1386680"/>
                </a:lnTo>
                <a:lnTo>
                  <a:pt x="946376" y="1412598"/>
                </a:lnTo>
                <a:lnTo>
                  <a:pt x="926188" y="1438764"/>
                </a:lnTo>
                <a:lnTo>
                  <a:pt x="906322" y="1465176"/>
                </a:lnTo>
                <a:lnTo>
                  <a:pt x="886780" y="1491828"/>
                </a:lnTo>
                <a:lnTo>
                  <a:pt x="867565" y="1518716"/>
                </a:lnTo>
                <a:lnTo>
                  <a:pt x="848680" y="1545838"/>
                </a:lnTo>
                <a:lnTo>
                  <a:pt x="830127" y="1573188"/>
                </a:lnTo>
                <a:lnTo>
                  <a:pt x="811911" y="1600763"/>
                </a:lnTo>
                <a:lnTo>
                  <a:pt x="794032" y="1628558"/>
                </a:lnTo>
                <a:lnTo>
                  <a:pt x="776494" y="1656570"/>
                </a:lnTo>
                <a:lnTo>
                  <a:pt x="759300" y="1684794"/>
                </a:lnTo>
                <a:close/>
              </a:path>
            </a:pathLst>
          </a:custGeom>
          <a:solidFill xmlns:a="http://schemas.openxmlformats.org/drawingml/2006/main">
            <a:srgbClr val="FFA9CC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2" name="Dataset count 8881">
            <a:extLst xmlns:a="http://schemas.openxmlformats.org/drawingml/2006/main">
              <a:ext uri="{FF2B5EF4-FFF2-40B4-BE49-F238E27FC236}">
                <a16:creationId xmlns:a16="http://schemas.microsoft.com/office/drawing/2014/main" id="{F374387B-CABC-4F88-9862-D704B47F4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2257" y="3791569"/>
            <a:ext cx="1735186" cy="1735186"/>
          </a:xfrm>
          <a:custGeom xmlns:a="http://schemas.openxmlformats.org/drawingml/2006/main">
            <a:pathLst>
              <a:path w="1735186" h="1735186">
                <a:moveTo>
                  <a:pt x="0" y="857059"/>
                </a:moveTo>
                <a:lnTo>
                  <a:pt x="15923" y="830922"/>
                </a:lnTo>
                <a:lnTo>
                  <a:pt x="32164" y="804982"/>
                </a:lnTo>
                <a:lnTo>
                  <a:pt x="48720" y="779242"/>
                </a:lnTo>
                <a:lnTo>
                  <a:pt x="65590" y="753706"/>
                </a:lnTo>
                <a:lnTo>
                  <a:pt x="82770" y="728378"/>
                </a:lnTo>
                <a:lnTo>
                  <a:pt x="100259" y="703262"/>
                </a:lnTo>
                <a:lnTo>
                  <a:pt x="118053" y="678362"/>
                </a:lnTo>
                <a:lnTo>
                  <a:pt x="136150" y="653680"/>
                </a:lnTo>
                <a:lnTo>
                  <a:pt x="154548" y="629222"/>
                </a:lnTo>
                <a:lnTo>
                  <a:pt x="173242" y="604990"/>
                </a:lnTo>
                <a:lnTo>
                  <a:pt x="192232" y="580989"/>
                </a:lnTo>
                <a:lnTo>
                  <a:pt x="211513" y="557221"/>
                </a:lnTo>
                <a:lnTo>
                  <a:pt x="231083" y="533690"/>
                </a:lnTo>
                <a:lnTo>
                  <a:pt x="250939" y="510401"/>
                </a:lnTo>
                <a:lnTo>
                  <a:pt x="271078" y="487355"/>
                </a:lnTo>
                <a:lnTo>
                  <a:pt x="291497" y="464558"/>
                </a:lnTo>
                <a:lnTo>
                  <a:pt x="312193" y="442012"/>
                </a:lnTo>
                <a:lnTo>
                  <a:pt x="333164" y="419720"/>
                </a:lnTo>
                <a:lnTo>
                  <a:pt x="354404" y="397686"/>
                </a:lnTo>
                <a:lnTo>
                  <a:pt x="375913" y="375913"/>
                </a:lnTo>
                <a:lnTo>
                  <a:pt x="397686" y="354404"/>
                </a:lnTo>
                <a:lnTo>
                  <a:pt x="419720" y="333164"/>
                </a:lnTo>
                <a:lnTo>
                  <a:pt x="442012" y="312193"/>
                </a:lnTo>
                <a:lnTo>
                  <a:pt x="464558" y="291497"/>
                </a:lnTo>
                <a:lnTo>
                  <a:pt x="487355" y="271078"/>
                </a:lnTo>
                <a:lnTo>
                  <a:pt x="510401" y="250939"/>
                </a:lnTo>
                <a:lnTo>
                  <a:pt x="533690" y="231083"/>
                </a:lnTo>
                <a:lnTo>
                  <a:pt x="557221" y="211513"/>
                </a:lnTo>
                <a:lnTo>
                  <a:pt x="580989" y="192232"/>
                </a:lnTo>
                <a:lnTo>
                  <a:pt x="604990" y="173242"/>
                </a:lnTo>
                <a:lnTo>
                  <a:pt x="629222" y="154548"/>
                </a:lnTo>
                <a:lnTo>
                  <a:pt x="653680" y="136150"/>
                </a:lnTo>
                <a:lnTo>
                  <a:pt x="678362" y="118053"/>
                </a:lnTo>
                <a:lnTo>
                  <a:pt x="703262" y="100259"/>
                </a:lnTo>
                <a:lnTo>
                  <a:pt x="728378" y="82770"/>
                </a:lnTo>
                <a:lnTo>
                  <a:pt x="753706" y="65590"/>
                </a:lnTo>
                <a:lnTo>
                  <a:pt x="779242" y="48720"/>
                </a:lnTo>
                <a:lnTo>
                  <a:pt x="804982" y="32164"/>
                </a:lnTo>
                <a:lnTo>
                  <a:pt x="830922" y="15923"/>
                </a:lnTo>
                <a:lnTo>
                  <a:pt x="857059" y="0"/>
                </a:lnTo>
                <a:lnTo>
                  <a:pt x="1735186" y="1461449"/>
                </a:lnTo>
                <a:lnTo>
                  <a:pt x="1726839" y="1466534"/>
                </a:lnTo>
                <a:lnTo>
                  <a:pt x="1718553" y="1471722"/>
                </a:lnTo>
                <a:lnTo>
                  <a:pt x="1710332" y="1477010"/>
                </a:lnTo>
                <a:lnTo>
                  <a:pt x="1702176" y="1482398"/>
                </a:lnTo>
                <a:lnTo>
                  <a:pt x="1694087" y="1487885"/>
                </a:lnTo>
                <a:lnTo>
                  <a:pt x="1686065" y="1493471"/>
                </a:lnTo>
                <a:lnTo>
                  <a:pt x="1678112" y="1499154"/>
                </a:lnTo>
                <a:lnTo>
                  <a:pt x="1670229" y="1504934"/>
                </a:lnTo>
                <a:lnTo>
                  <a:pt x="1662417" y="1510810"/>
                </a:lnTo>
                <a:lnTo>
                  <a:pt x="1654678" y="1516781"/>
                </a:lnTo>
                <a:lnTo>
                  <a:pt x="1647012" y="1522846"/>
                </a:lnTo>
                <a:lnTo>
                  <a:pt x="1639420" y="1529004"/>
                </a:lnTo>
                <a:lnTo>
                  <a:pt x="1631905" y="1535255"/>
                </a:lnTo>
                <a:lnTo>
                  <a:pt x="1624467" y="1541597"/>
                </a:lnTo>
                <a:lnTo>
                  <a:pt x="1617106" y="1548029"/>
                </a:lnTo>
                <a:lnTo>
                  <a:pt x="1609825" y="1554551"/>
                </a:lnTo>
                <a:lnTo>
                  <a:pt x="1602624" y="1561161"/>
                </a:lnTo>
                <a:lnTo>
                  <a:pt x="1595504" y="1567858"/>
                </a:lnTo>
                <a:lnTo>
                  <a:pt x="1588466" y="1574643"/>
                </a:lnTo>
                <a:lnTo>
                  <a:pt x="1581512" y="1581512"/>
                </a:lnTo>
                <a:lnTo>
                  <a:pt x="1574643" y="1588466"/>
                </a:lnTo>
                <a:lnTo>
                  <a:pt x="1567858" y="1595504"/>
                </a:lnTo>
                <a:lnTo>
                  <a:pt x="1561161" y="1602624"/>
                </a:lnTo>
                <a:lnTo>
                  <a:pt x="1554551" y="1609825"/>
                </a:lnTo>
                <a:lnTo>
                  <a:pt x="1548029" y="1617106"/>
                </a:lnTo>
                <a:lnTo>
                  <a:pt x="1541597" y="1624467"/>
                </a:lnTo>
                <a:lnTo>
                  <a:pt x="1535255" y="1631905"/>
                </a:lnTo>
                <a:lnTo>
                  <a:pt x="1529004" y="1639420"/>
                </a:lnTo>
                <a:lnTo>
                  <a:pt x="1522846" y="1647012"/>
                </a:lnTo>
                <a:lnTo>
                  <a:pt x="1516781" y="1654678"/>
                </a:lnTo>
                <a:lnTo>
                  <a:pt x="1510810" y="1662417"/>
                </a:lnTo>
                <a:lnTo>
                  <a:pt x="1504934" y="1670229"/>
                </a:lnTo>
                <a:lnTo>
                  <a:pt x="1499154" y="1678112"/>
                </a:lnTo>
                <a:lnTo>
                  <a:pt x="1493471" y="1686065"/>
                </a:lnTo>
                <a:lnTo>
                  <a:pt x="1487885" y="1694087"/>
                </a:lnTo>
                <a:lnTo>
                  <a:pt x="1482398" y="1702176"/>
                </a:lnTo>
                <a:lnTo>
                  <a:pt x="1477010" y="1710332"/>
                </a:lnTo>
                <a:lnTo>
                  <a:pt x="1471722" y="1718553"/>
                </a:lnTo>
                <a:lnTo>
                  <a:pt x="1466534" y="1726839"/>
                </a:lnTo>
                <a:lnTo>
                  <a:pt x="1461449" y="1735186"/>
                </a:lnTo>
                <a:close/>
              </a:path>
            </a:pathLst>
          </a:custGeom>
          <a:solidFill xmlns:a="http://schemas.openxmlformats.org/drawingml/2006/main">
            <a:srgbClr val="FFE9F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3" name="Dataset count encoding">
            <a:extLst xmlns:a="http://schemas.openxmlformats.org/drawingml/2006/main">
              <a:ext uri="{FF2B5EF4-FFF2-40B4-BE49-F238E27FC236}">
                <a16:creationId xmlns:a16="http://schemas.microsoft.com/office/drawing/2014/main" id="{FCA8A23E-0D5F-41A1-938C-2E520A0E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8061" y="4857373"/>
            <a:ext cx="669382" cy="669382"/>
          </a:xfrm>
          <a:custGeom xmlns:a="http://schemas.openxmlformats.org/drawingml/2006/main">
            <a:pathLst>
              <a:path w="669382" h="669382">
                <a:moveTo>
                  <a:pt x="0" y="431655"/>
                </a:moveTo>
                <a:lnTo>
                  <a:pt x="8019" y="418491"/>
                </a:lnTo>
                <a:lnTo>
                  <a:pt x="16199" y="405426"/>
                </a:lnTo>
                <a:lnTo>
                  <a:pt x="24538" y="392463"/>
                </a:lnTo>
                <a:lnTo>
                  <a:pt x="33034" y="379602"/>
                </a:lnTo>
                <a:lnTo>
                  <a:pt x="41687" y="366845"/>
                </a:lnTo>
                <a:lnTo>
                  <a:pt x="50495" y="354196"/>
                </a:lnTo>
                <a:lnTo>
                  <a:pt x="59457" y="341655"/>
                </a:lnTo>
                <a:lnTo>
                  <a:pt x="68572" y="329224"/>
                </a:lnTo>
                <a:lnTo>
                  <a:pt x="77837" y="316905"/>
                </a:lnTo>
                <a:lnTo>
                  <a:pt x="87253" y="304701"/>
                </a:lnTo>
                <a:lnTo>
                  <a:pt x="96817" y="292613"/>
                </a:lnTo>
                <a:lnTo>
                  <a:pt x="106528" y="280642"/>
                </a:lnTo>
                <a:lnTo>
                  <a:pt x="116384" y="268791"/>
                </a:lnTo>
                <a:lnTo>
                  <a:pt x="126385" y="257062"/>
                </a:lnTo>
                <a:lnTo>
                  <a:pt x="136528" y="245455"/>
                </a:lnTo>
                <a:lnTo>
                  <a:pt x="146812" y="233973"/>
                </a:lnTo>
                <a:lnTo>
                  <a:pt x="157235" y="222618"/>
                </a:lnTo>
                <a:lnTo>
                  <a:pt x="167797" y="211390"/>
                </a:lnTo>
                <a:lnTo>
                  <a:pt x="178495" y="200293"/>
                </a:lnTo>
                <a:lnTo>
                  <a:pt x="189327" y="189327"/>
                </a:lnTo>
                <a:lnTo>
                  <a:pt x="200293" y="178495"/>
                </a:lnTo>
                <a:lnTo>
                  <a:pt x="211390" y="167797"/>
                </a:lnTo>
                <a:lnTo>
                  <a:pt x="222618" y="157235"/>
                </a:lnTo>
                <a:lnTo>
                  <a:pt x="233973" y="146812"/>
                </a:lnTo>
                <a:lnTo>
                  <a:pt x="245455" y="136528"/>
                </a:lnTo>
                <a:lnTo>
                  <a:pt x="257062" y="126385"/>
                </a:lnTo>
                <a:lnTo>
                  <a:pt x="268791" y="116384"/>
                </a:lnTo>
                <a:lnTo>
                  <a:pt x="280642" y="106528"/>
                </a:lnTo>
                <a:lnTo>
                  <a:pt x="292613" y="96817"/>
                </a:lnTo>
                <a:lnTo>
                  <a:pt x="304701" y="87253"/>
                </a:lnTo>
                <a:lnTo>
                  <a:pt x="316905" y="77837"/>
                </a:lnTo>
                <a:lnTo>
                  <a:pt x="329224" y="68572"/>
                </a:lnTo>
                <a:lnTo>
                  <a:pt x="341655" y="59457"/>
                </a:lnTo>
                <a:lnTo>
                  <a:pt x="354196" y="50495"/>
                </a:lnTo>
                <a:lnTo>
                  <a:pt x="366845" y="41687"/>
                </a:lnTo>
                <a:lnTo>
                  <a:pt x="379602" y="33034"/>
                </a:lnTo>
                <a:lnTo>
                  <a:pt x="392463" y="24538"/>
                </a:lnTo>
                <a:lnTo>
                  <a:pt x="405426" y="16199"/>
                </a:lnTo>
                <a:lnTo>
                  <a:pt x="418491" y="8019"/>
                </a:lnTo>
                <a:lnTo>
                  <a:pt x="431655" y="0"/>
                </a:lnTo>
                <a:lnTo>
                  <a:pt x="669382" y="395645"/>
                </a:lnTo>
                <a:lnTo>
                  <a:pt x="661034" y="400730"/>
                </a:lnTo>
                <a:lnTo>
                  <a:pt x="652749" y="405918"/>
                </a:lnTo>
                <a:lnTo>
                  <a:pt x="644528" y="411206"/>
                </a:lnTo>
                <a:lnTo>
                  <a:pt x="636372" y="416594"/>
                </a:lnTo>
                <a:lnTo>
                  <a:pt x="628283" y="422081"/>
                </a:lnTo>
                <a:lnTo>
                  <a:pt x="620261" y="427667"/>
                </a:lnTo>
                <a:lnTo>
                  <a:pt x="612308" y="433350"/>
                </a:lnTo>
                <a:lnTo>
                  <a:pt x="604425" y="439130"/>
                </a:lnTo>
                <a:lnTo>
                  <a:pt x="596613" y="445006"/>
                </a:lnTo>
                <a:lnTo>
                  <a:pt x="588874" y="450977"/>
                </a:lnTo>
                <a:lnTo>
                  <a:pt x="581208" y="457042"/>
                </a:lnTo>
                <a:lnTo>
                  <a:pt x="573616" y="463200"/>
                </a:lnTo>
                <a:lnTo>
                  <a:pt x="566101" y="469451"/>
                </a:lnTo>
                <a:lnTo>
                  <a:pt x="558663" y="475793"/>
                </a:lnTo>
                <a:lnTo>
                  <a:pt x="551302" y="482225"/>
                </a:lnTo>
                <a:lnTo>
                  <a:pt x="544021" y="488747"/>
                </a:lnTo>
                <a:lnTo>
                  <a:pt x="536820" y="495357"/>
                </a:lnTo>
                <a:lnTo>
                  <a:pt x="529700" y="502054"/>
                </a:lnTo>
                <a:lnTo>
                  <a:pt x="522662" y="508839"/>
                </a:lnTo>
                <a:lnTo>
                  <a:pt x="515708" y="515708"/>
                </a:lnTo>
                <a:lnTo>
                  <a:pt x="508839" y="522662"/>
                </a:lnTo>
                <a:lnTo>
                  <a:pt x="502054" y="529700"/>
                </a:lnTo>
                <a:lnTo>
                  <a:pt x="495357" y="536820"/>
                </a:lnTo>
                <a:lnTo>
                  <a:pt x="488747" y="544021"/>
                </a:lnTo>
                <a:lnTo>
                  <a:pt x="482225" y="551302"/>
                </a:lnTo>
                <a:lnTo>
                  <a:pt x="475793" y="558663"/>
                </a:lnTo>
                <a:lnTo>
                  <a:pt x="469451" y="566101"/>
                </a:lnTo>
                <a:lnTo>
                  <a:pt x="463200" y="573616"/>
                </a:lnTo>
                <a:lnTo>
                  <a:pt x="457042" y="581208"/>
                </a:lnTo>
                <a:lnTo>
                  <a:pt x="450977" y="588874"/>
                </a:lnTo>
                <a:lnTo>
                  <a:pt x="445006" y="596613"/>
                </a:lnTo>
                <a:lnTo>
                  <a:pt x="439130" y="604425"/>
                </a:lnTo>
                <a:lnTo>
                  <a:pt x="433350" y="612308"/>
                </a:lnTo>
                <a:lnTo>
                  <a:pt x="427667" y="620261"/>
                </a:lnTo>
                <a:lnTo>
                  <a:pt x="422081" y="628283"/>
                </a:lnTo>
                <a:lnTo>
                  <a:pt x="416594" y="636372"/>
                </a:lnTo>
                <a:lnTo>
                  <a:pt x="411206" y="644528"/>
                </a:lnTo>
                <a:lnTo>
                  <a:pt x="405918" y="652749"/>
                </a:lnTo>
                <a:lnTo>
                  <a:pt x="400730" y="661034"/>
                </a:lnTo>
                <a:lnTo>
                  <a:pt x="395645" y="669382"/>
                </a:lnTo>
                <a:close/>
              </a:path>
            </a:pathLst>
          </a:custGeom>
          <a:solidFill xmlns:a="http://schemas.openxmlformats.org/drawingml/2006/main">
            <a:srgbClr val="FFB6C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4" name="Multi-Object">
            <a:extLst xmlns:a="http://schemas.openxmlformats.org/drawingml/2006/main">
              <a:ext uri="{FF2B5EF4-FFF2-40B4-BE49-F238E27FC236}">
                <a16:creationId xmlns:a16="http://schemas.microsoft.com/office/drawing/2014/main" id="{BF7B517B-C3FB-4E47-A3C5-588F8755A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900000">
            <a:off x="930162" y="3449524"/>
            <a:ext cx="133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Multi-Object</a:t>
            </a:r>
          </a:p>
        </p:txBody>
      </p:sp>
      <p:sp>
        <p:nvSpPr>
          <p:cNvPr id="55" name="8881">
            <a:extLst xmlns:a="http://schemas.openxmlformats.org/drawingml/2006/main">
              <a:ext uri="{FF2B5EF4-FFF2-40B4-BE49-F238E27FC236}">
                <a16:creationId xmlns:a16="http://schemas.microsoft.com/office/drawing/2014/main" id="{D9F60F81-E59D-4813-8C60-65507986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900000">
            <a:off x="2211564" y="4549952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0" i="0">
                <a:solidFill>
                  <a:srgbClr val="FF4F9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75" b="0" i="0">
                <a:solidFill>
                  <a:srgbClr val="FF4F91"/>
                </a:solidFill>
                <a:latin typeface="Comic Sans MS"/>
                <a:ea typeface="Comic Sans MS"/>
                <a:cs typeface="Comic Sans MS"/>
              </a:defRPr>
            </a:pPr>
            <a:r>
              <a:rPr sz="1575" b="0" i="0">
                <a:solidFill>
                  <a:srgbClr val="FF4F91"/>
                </a:solidFill>
                <a:latin typeface="Comic Sans MS"/>
                <a:ea typeface="Comic Sans MS"/>
                <a:cs typeface="Comic Sans MS"/>
              </a:rPr>
              <a:t>8881</a:t>
            </a:r>
          </a:p>
        </p:txBody>
      </p:sp>
      <p:sp>
        <p:nvSpPr>
          <p:cNvPr id="56" name="Dataset category Spatiotemporal">
            <a:extLst xmlns:a="http://schemas.openxmlformats.org/drawingml/2006/main">
              <a:ext uri="{FF2B5EF4-FFF2-40B4-BE49-F238E27FC236}">
                <a16:creationId xmlns:a16="http://schemas.microsoft.com/office/drawing/2014/main" id="{8197F674-46EE-419D-B2B3-85FE15A9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610" y="2348459"/>
            <a:ext cx="1693704" cy="1224444"/>
          </a:xfrm>
          <a:custGeom xmlns:a="http://schemas.openxmlformats.org/drawingml/2006/main">
            <a:pathLst>
              <a:path w="1693704" h="1224444">
                <a:moveTo>
                  <a:pt x="0" y="449684"/>
                </a:moveTo>
                <a:lnTo>
                  <a:pt x="38500" y="428650"/>
                </a:lnTo>
                <a:lnTo>
                  <a:pt x="77254" y="408087"/>
                </a:lnTo>
                <a:lnTo>
                  <a:pt x="116256" y="388000"/>
                </a:lnTo>
                <a:lnTo>
                  <a:pt x="155501" y="368391"/>
                </a:lnTo>
                <a:lnTo>
                  <a:pt x="194982" y="349262"/>
                </a:lnTo>
                <a:lnTo>
                  <a:pt x="234694" y="330617"/>
                </a:lnTo>
                <a:lnTo>
                  <a:pt x="274631" y="312459"/>
                </a:lnTo>
                <a:lnTo>
                  <a:pt x="314787" y="294790"/>
                </a:lnTo>
                <a:lnTo>
                  <a:pt x="355155" y="277613"/>
                </a:lnTo>
                <a:lnTo>
                  <a:pt x="395731" y="260930"/>
                </a:lnTo>
                <a:lnTo>
                  <a:pt x="436507" y="244745"/>
                </a:lnTo>
                <a:lnTo>
                  <a:pt x="477478" y="229058"/>
                </a:lnTo>
                <a:lnTo>
                  <a:pt x="518638" y="213874"/>
                </a:lnTo>
                <a:lnTo>
                  <a:pt x="559980" y="199193"/>
                </a:lnTo>
                <a:lnTo>
                  <a:pt x="601498" y="185019"/>
                </a:lnTo>
                <a:lnTo>
                  <a:pt x="643186" y="171353"/>
                </a:lnTo>
                <a:lnTo>
                  <a:pt x="685038" y="158197"/>
                </a:lnTo>
                <a:lnTo>
                  <a:pt x="727048" y="145554"/>
                </a:lnTo>
                <a:lnTo>
                  <a:pt x="769209" y="133424"/>
                </a:lnTo>
                <a:lnTo>
                  <a:pt x="811515" y="121811"/>
                </a:lnTo>
                <a:lnTo>
                  <a:pt x="853960" y="110715"/>
                </a:lnTo>
                <a:lnTo>
                  <a:pt x="896537" y="100139"/>
                </a:lnTo>
                <a:lnTo>
                  <a:pt x="939241" y="90084"/>
                </a:lnTo>
                <a:lnTo>
                  <a:pt x="982063" y="80551"/>
                </a:lnTo>
                <a:lnTo>
                  <a:pt x="1025000" y="71542"/>
                </a:lnTo>
                <a:lnTo>
                  <a:pt x="1068043" y="63058"/>
                </a:lnTo>
                <a:lnTo>
                  <a:pt x="1111186" y="55101"/>
                </a:lnTo>
                <a:lnTo>
                  <a:pt x="1154424" y="47671"/>
                </a:lnTo>
                <a:lnTo>
                  <a:pt x="1197749" y="40771"/>
                </a:lnTo>
                <a:lnTo>
                  <a:pt x="1241155" y="34400"/>
                </a:lnTo>
                <a:lnTo>
                  <a:pt x="1284636" y="28560"/>
                </a:lnTo>
                <a:lnTo>
                  <a:pt x="1328184" y="23251"/>
                </a:lnTo>
                <a:lnTo>
                  <a:pt x="1371795" y="18475"/>
                </a:lnTo>
                <a:lnTo>
                  <a:pt x="1415460" y="14232"/>
                </a:lnTo>
                <a:lnTo>
                  <a:pt x="1459174" y="10523"/>
                </a:lnTo>
                <a:lnTo>
                  <a:pt x="1502930" y="7348"/>
                </a:lnTo>
                <a:lnTo>
                  <a:pt x="1546722" y="4708"/>
                </a:lnTo>
                <a:lnTo>
                  <a:pt x="1590543" y="2603"/>
                </a:lnTo>
                <a:lnTo>
                  <a:pt x="1634386" y="1034"/>
                </a:lnTo>
                <a:lnTo>
                  <a:pt x="1678245" y="0"/>
                </a:lnTo>
                <a:lnTo>
                  <a:pt x="1693704" y="885690"/>
                </a:lnTo>
                <a:lnTo>
                  <a:pt x="1660665" y="886469"/>
                </a:lnTo>
                <a:lnTo>
                  <a:pt x="1627637" y="887651"/>
                </a:lnTo>
                <a:lnTo>
                  <a:pt x="1594626" y="889237"/>
                </a:lnTo>
                <a:lnTo>
                  <a:pt x="1561637" y="891225"/>
                </a:lnTo>
                <a:lnTo>
                  <a:pt x="1528675" y="893617"/>
                </a:lnTo>
                <a:lnTo>
                  <a:pt x="1495745" y="896411"/>
                </a:lnTo>
                <a:lnTo>
                  <a:pt x="1462851" y="899607"/>
                </a:lnTo>
                <a:lnTo>
                  <a:pt x="1429998" y="903205"/>
                </a:lnTo>
                <a:lnTo>
                  <a:pt x="1397193" y="907204"/>
                </a:lnTo>
                <a:lnTo>
                  <a:pt x="1364438" y="911604"/>
                </a:lnTo>
                <a:lnTo>
                  <a:pt x="1331739" y="916403"/>
                </a:lnTo>
                <a:lnTo>
                  <a:pt x="1299102" y="921602"/>
                </a:lnTo>
                <a:lnTo>
                  <a:pt x="1266530" y="927199"/>
                </a:lnTo>
                <a:lnTo>
                  <a:pt x="1234030" y="933193"/>
                </a:lnTo>
                <a:lnTo>
                  <a:pt x="1201605" y="939584"/>
                </a:lnTo>
                <a:lnTo>
                  <a:pt x="1169260" y="946370"/>
                </a:lnTo>
                <a:lnTo>
                  <a:pt x="1137001" y="953552"/>
                </a:lnTo>
                <a:lnTo>
                  <a:pt x="1104832" y="961126"/>
                </a:lnTo>
                <a:lnTo>
                  <a:pt x="1072758" y="969094"/>
                </a:lnTo>
                <a:lnTo>
                  <a:pt x="1040784" y="977452"/>
                </a:lnTo>
                <a:lnTo>
                  <a:pt x="1008914" y="986201"/>
                </a:lnTo>
                <a:lnTo>
                  <a:pt x="977153" y="995338"/>
                </a:lnTo>
                <a:lnTo>
                  <a:pt x="945507" y="1004862"/>
                </a:lnTo>
                <a:lnTo>
                  <a:pt x="913979" y="1014773"/>
                </a:lnTo>
                <a:lnTo>
                  <a:pt x="882574" y="1025068"/>
                </a:lnTo>
                <a:lnTo>
                  <a:pt x="851298" y="1035746"/>
                </a:lnTo>
                <a:lnTo>
                  <a:pt x="820154" y="1046805"/>
                </a:lnTo>
                <a:lnTo>
                  <a:pt x="789148" y="1058243"/>
                </a:lnTo>
                <a:lnTo>
                  <a:pt x="758284" y="1070060"/>
                </a:lnTo>
                <a:lnTo>
                  <a:pt x="727567" y="1082253"/>
                </a:lnTo>
                <a:lnTo>
                  <a:pt x="697001" y="1094820"/>
                </a:lnTo>
                <a:lnTo>
                  <a:pt x="666590" y="1107760"/>
                </a:lnTo>
                <a:lnTo>
                  <a:pt x="636340" y="1121070"/>
                </a:lnTo>
                <a:lnTo>
                  <a:pt x="606255" y="1134749"/>
                </a:lnTo>
                <a:lnTo>
                  <a:pt x="576339" y="1148795"/>
                </a:lnTo>
                <a:lnTo>
                  <a:pt x="546598" y="1163204"/>
                </a:lnTo>
                <a:lnTo>
                  <a:pt x="517034" y="1177977"/>
                </a:lnTo>
                <a:lnTo>
                  <a:pt x="487653" y="1193109"/>
                </a:lnTo>
                <a:lnTo>
                  <a:pt x="458459" y="1208599"/>
                </a:lnTo>
                <a:lnTo>
                  <a:pt x="429456" y="1224444"/>
                </a:lnTo>
                <a:close/>
              </a:path>
            </a:pathLst>
          </a:custGeom>
          <a:solidFill xmlns:a="http://schemas.openxmlformats.org/drawingml/2006/main">
            <a:srgbClr val="FFA9CC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7" name="Dataset count 8401">
            <a:extLst xmlns:a="http://schemas.openxmlformats.org/drawingml/2006/main">
              <a:ext uri="{FF2B5EF4-FFF2-40B4-BE49-F238E27FC236}">
                <a16:creationId xmlns:a16="http://schemas.microsoft.com/office/drawing/2014/main" id="{3FEFB47E-732A-4D8D-8353-31845768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5041" y="3434144"/>
            <a:ext cx="1200521" cy="1804910"/>
          </a:xfrm>
          <a:custGeom xmlns:a="http://schemas.openxmlformats.org/drawingml/2006/main">
            <a:pathLst>
              <a:path w="1200521" h="1804910">
                <a:moveTo>
                  <a:pt x="0" y="313706"/>
                </a:moveTo>
                <a:lnTo>
                  <a:pt x="26858" y="299032"/>
                </a:lnTo>
                <a:lnTo>
                  <a:pt x="53893" y="284687"/>
                </a:lnTo>
                <a:lnTo>
                  <a:pt x="81102" y="270674"/>
                </a:lnTo>
                <a:lnTo>
                  <a:pt x="108479" y="256994"/>
                </a:lnTo>
                <a:lnTo>
                  <a:pt x="136022" y="243650"/>
                </a:lnTo>
                <a:lnTo>
                  <a:pt x="163726" y="230643"/>
                </a:lnTo>
                <a:lnTo>
                  <a:pt x="191586" y="217975"/>
                </a:lnTo>
                <a:lnTo>
                  <a:pt x="219599" y="205649"/>
                </a:lnTo>
                <a:lnTo>
                  <a:pt x="247761" y="193666"/>
                </a:lnTo>
                <a:lnTo>
                  <a:pt x="276067" y="182028"/>
                </a:lnTo>
                <a:lnTo>
                  <a:pt x="304513" y="170737"/>
                </a:lnTo>
                <a:lnTo>
                  <a:pt x="333095" y="159794"/>
                </a:lnTo>
                <a:lnTo>
                  <a:pt x="361808" y="149201"/>
                </a:lnTo>
                <a:lnTo>
                  <a:pt x="390649" y="138960"/>
                </a:lnTo>
                <a:lnTo>
                  <a:pt x="419612" y="129072"/>
                </a:lnTo>
                <a:lnTo>
                  <a:pt x="448695" y="119538"/>
                </a:lnTo>
                <a:lnTo>
                  <a:pt x="477891" y="110360"/>
                </a:lnTo>
                <a:lnTo>
                  <a:pt x="507198" y="101540"/>
                </a:lnTo>
                <a:lnTo>
                  <a:pt x="536610" y="93078"/>
                </a:lnTo>
                <a:lnTo>
                  <a:pt x="566123" y="84977"/>
                </a:lnTo>
                <a:lnTo>
                  <a:pt x="595733" y="77236"/>
                </a:lnTo>
                <a:lnTo>
                  <a:pt x="625436" y="69858"/>
                </a:lnTo>
                <a:lnTo>
                  <a:pt x="655226" y="62844"/>
                </a:lnTo>
                <a:lnTo>
                  <a:pt x="685100" y="56193"/>
                </a:lnTo>
                <a:lnTo>
                  <a:pt x="715053" y="49909"/>
                </a:lnTo>
                <a:lnTo>
                  <a:pt x="745080" y="43990"/>
                </a:lnTo>
                <a:lnTo>
                  <a:pt x="775178" y="38439"/>
                </a:lnTo>
                <a:lnTo>
                  <a:pt x="805341" y="33256"/>
                </a:lnTo>
                <a:lnTo>
                  <a:pt x="835565" y="28442"/>
                </a:lnTo>
                <a:lnTo>
                  <a:pt x="865845" y="23998"/>
                </a:lnTo>
                <a:lnTo>
                  <a:pt x="896178" y="19923"/>
                </a:lnTo>
                <a:lnTo>
                  <a:pt x="926558" y="16220"/>
                </a:lnTo>
                <a:lnTo>
                  <a:pt x="956981" y="12888"/>
                </a:lnTo>
                <a:lnTo>
                  <a:pt x="987443" y="9928"/>
                </a:lnTo>
                <a:lnTo>
                  <a:pt x="1017939" y="7341"/>
                </a:lnTo>
                <a:lnTo>
                  <a:pt x="1048463" y="5126"/>
                </a:lnTo>
                <a:lnTo>
                  <a:pt x="1079013" y="3284"/>
                </a:lnTo>
                <a:lnTo>
                  <a:pt x="1109583" y="1816"/>
                </a:lnTo>
                <a:lnTo>
                  <a:pt x="1140168" y="721"/>
                </a:lnTo>
                <a:lnTo>
                  <a:pt x="1170765" y="0"/>
                </a:lnTo>
                <a:lnTo>
                  <a:pt x="1200521" y="1704715"/>
                </a:lnTo>
                <a:lnTo>
                  <a:pt x="1190748" y="1704946"/>
                </a:lnTo>
                <a:lnTo>
                  <a:pt x="1180980" y="1705295"/>
                </a:lnTo>
                <a:lnTo>
                  <a:pt x="1171216" y="1705764"/>
                </a:lnTo>
                <a:lnTo>
                  <a:pt x="1161459" y="1706353"/>
                </a:lnTo>
                <a:lnTo>
                  <a:pt x="1151709" y="1707060"/>
                </a:lnTo>
                <a:lnTo>
                  <a:pt x="1141969" y="1707886"/>
                </a:lnTo>
                <a:lnTo>
                  <a:pt x="1132240" y="1708832"/>
                </a:lnTo>
                <a:lnTo>
                  <a:pt x="1122523" y="1709896"/>
                </a:lnTo>
                <a:lnTo>
                  <a:pt x="1112820" y="1711079"/>
                </a:lnTo>
                <a:lnTo>
                  <a:pt x="1103132" y="1712380"/>
                </a:lnTo>
                <a:lnTo>
                  <a:pt x="1093461" y="1713800"/>
                </a:lnTo>
                <a:lnTo>
                  <a:pt x="1083807" y="1715337"/>
                </a:lnTo>
                <a:lnTo>
                  <a:pt x="1074174" y="1716992"/>
                </a:lnTo>
                <a:lnTo>
                  <a:pt x="1064561" y="1718765"/>
                </a:lnTo>
                <a:lnTo>
                  <a:pt x="1054970" y="1720656"/>
                </a:lnTo>
                <a:lnTo>
                  <a:pt x="1045403" y="1722663"/>
                </a:lnTo>
                <a:lnTo>
                  <a:pt x="1035862" y="1724787"/>
                </a:lnTo>
                <a:lnTo>
                  <a:pt x="1026347" y="1727027"/>
                </a:lnTo>
                <a:lnTo>
                  <a:pt x="1016861" y="1729384"/>
                </a:lnTo>
                <a:lnTo>
                  <a:pt x="1007403" y="1731856"/>
                </a:lnTo>
                <a:lnTo>
                  <a:pt x="997977" y="1734444"/>
                </a:lnTo>
                <a:lnTo>
                  <a:pt x="988583" y="1737146"/>
                </a:lnTo>
                <a:lnTo>
                  <a:pt x="979223" y="1739963"/>
                </a:lnTo>
                <a:lnTo>
                  <a:pt x="969898" y="1742895"/>
                </a:lnTo>
                <a:lnTo>
                  <a:pt x="960609" y="1745940"/>
                </a:lnTo>
                <a:lnTo>
                  <a:pt x="951358" y="1749098"/>
                </a:lnTo>
                <a:lnTo>
                  <a:pt x="942147" y="1752369"/>
                </a:lnTo>
                <a:lnTo>
                  <a:pt x="932976" y="1755752"/>
                </a:lnTo>
                <a:lnTo>
                  <a:pt x="923847" y="1759247"/>
                </a:lnTo>
                <a:lnTo>
                  <a:pt x="914762" y="1762854"/>
                </a:lnTo>
                <a:lnTo>
                  <a:pt x="905721" y="1766571"/>
                </a:lnTo>
                <a:lnTo>
                  <a:pt x="896726" y="1770398"/>
                </a:lnTo>
                <a:lnTo>
                  <a:pt x="887779" y="1774335"/>
                </a:lnTo>
                <a:lnTo>
                  <a:pt x="878881" y="1778381"/>
                </a:lnTo>
                <a:lnTo>
                  <a:pt x="870033" y="1782535"/>
                </a:lnTo>
                <a:lnTo>
                  <a:pt x="861236" y="1786797"/>
                </a:lnTo>
                <a:lnTo>
                  <a:pt x="852491" y="1791166"/>
                </a:lnTo>
                <a:lnTo>
                  <a:pt x="843801" y="1795642"/>
                </a:lnTo>
                <a:lnTo>
                  <a:pt x="835166" y="1800224"/>
                </a:lnTo>
                <a:lnTo>
                  <a:pt x="826588" y="1804910"/>
                </a:lnTo>
                <a:close/>
              </a:path>
            </a:pathLst>
          </a:custGeom>
          <a:solidFill xmlns:a="http://schemas.openxmlformats.org/drawingml/2006/main">
            <a:srgbClr val="FFE9F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8" name="Dataset count encoding">
            <a:extLst xmlns:a="http://schemas.openxmlformats.org/drawingml/2006/main">
              <a:ext uri="{FF2B5EF4-FFF2-40B4-BE49-F238E27FC236}">
                <a16:creationId xmlns:a16="http://schemas.microsoft.com/office/drawing/2014/main" id="{3DB6652E-3217-4B87-8C87-4CEAE35B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949" y="4702300"/>
            <a:ext cx="585613" cy="536754"/>
          </a:xfrm>
          <a:custGeom xmlns:a="http://schemas.openxmlformats.org/drawingml/2006/main">
            <a:pathLst>
              <a:path w="585613" h="536754">
                <a:moveTo>
                  <a:pt x="0" y="154873"/>
                </a:moveTo>
                <a:lnTo>
                  <a:pt x="13259" y="147628"/>
                </a:lnTo>
                <a:lnTo>
                  <a:pt x="26606" y="140547"/>
                </a:lnTo>
                <a:lnTo>
                  <a:pt x="40039" y="133628"/>
                </a:lnTo>
                <a:lnTo>
                  <a:pt x="53555" y="126875"/>
                </a:lnTo>
                <a:lnTo>
                  <a:pt x="67152" y="120287"/>
                </a:lnTo>
                <a:lnTo>
                  <a:pt x="80829" y="113866"/>
                </a:lnTo>
                <a:lnTo>
                  <a:pt x="94584" y="107612"/>
                </a:lnTo>
                <a:lnTo>
                  <a:pt x="108413" y="101527"/>
                </a:lnTo>
                <a:lnTo>
                  <a:pt x="122317" y="95611"/>
                </a:lnTo>
                <a:lnTo>
                  <a:pt x="136291" y="89865"/>
                </a:lnTo>
                <a:lnTo>
                  <a:pt x="150334" y="84291"/>
                </a:lnTo>
                <a:lnTo>
                  <a:pt x="164445" y="78888"/>
                </a:lnTo>
                <a:lnTo>
                  <a:pt x="178620" y="73659"/>
                </a:lnTo>
                <a:lnTo>
                  <a:pt x="192859" y="68603"/>
                </a:lnTo>
                <a:lnTo>
                  <a:pt x="207158" y="63721"/>
                </a:lnTo>
                <a:lnTo>
                  <a:pt x="221515" y="59014"/>
                </a:lnTo>
                <a:lnTo>
                  <a:pt x="235929" y="54484"/>
                </a:lnTo>
                <a:lnTo>
                  <a:pt x="250398" y="50129"/>
                </a:lnTo>
                <a:lnTo>
                  <a:pt x="264918" y="45952"/>
                </a:lnTo>
                <a:lnTo>
                  <a:pt x="279488" y="41952"/>
                </a:lnTo>
                <a:lnTo>
                  <a:pt x="294106" y="38131"/>
                </a:lnTo>
                <a:lnTo>
                  <a:pt x="308770" y="34488"/>
                </a:lnTo>
                <a:lnTo>
                  <a:pt x="323477" y="31025"/>
                </a:lnTo>
                <a:lnTo>
                  <a:pt x="338226" y="27742"/>
                </a:lnTo>
                <a:lnTo>
                  <a:pt x="353013" y="24639"/>
                </a:lnTo>
                <a:lnTo>
                  <a:pt x="367837" y="21717"/>
                </a:lnTo>
                <a:lnTo>
                  <a:pt x="382696" y="18977"/>
                </a:lnTo>
                <a:lnTo>
                  <a:pt x="397587" y="16418"/>
                </a:lnTo>
                <a:lnTo>
                  <a:pt x="412508" y="14042"/>
                </a:lnTo>
                <a:lnTo>
                  <a:pt x="427457" y="11847"/>
                </a:lnTo>
                <a:lnTo>
                  <a:pt x="442432" y="9836"/>
                </a:lnTo>
                <a:lnTo>
                  <a:pt x="457431" y="8008"/>
                </a:lnTo>
                <a:lnTo>
                  <a:pt x="472450" y="6363"/>
                </a:lnTo>
                <a:lnTo>
                  <a:pt x="487489" y="4902"/>
                </a:lnTo>
                <a:lnTo>
                  <a:pt x="502544" y="3624"/>
                </a:lnTo>
                <a:lnTo>
                  <a:pt x="517614" y="2531"/>
                </a:lnTo>
                <a:lnTo>
                  <a:pt x="532696" y="1621"/>
                </a:lnTo>
                <a:lnTo>
                  <a:pt x="547788" y="896"/>
                </a:lnTo>
                <a:lnTo>
                  <a:pt x="562887" y="356"/>
                </a:lnTo>
                <a:lnTo>
                  <a:pt x="577993" y="0"/>
                </a:lnTo>
                <a:lnTo>
                  <a:pt x="585613" y="436559"/>
                </a:lnTo>
                <a:lnTo>
                  <a:pt x="575840" y="436789"/>
                </a:lnTo>
                <a:lnTo>
                  <a:pt x="566072" y="437139"/>
                </a:lnTo>
                <a:lnTo>
                  <a:pt x="556308" y="437608"/>
                </a:lnTo>
                <a:lnTo>
                  <a:pt x="546551" y="438196"/>
                </a:lnTo>
                <a:lnTo>
                  <a:pt x="536801" y="438903"/>
                </a:lnTo>
                <a:lnTo>
                  <a:pt x="527061" y="439730"/>
                </a:lnTo>
                <a:lnTo>
                  <a:pt x="517332" y="440675"/>
                </a:lnTo>
                <a:lnTo>
                  <a:pt x="507615" y="441739"/>
                </a:lnTo>
                <a:lnTo>
                  <a:pt x="497912" y="442922"/>
                </a:lnTo>
                <a:lnTo>
                  <a:pt x="488224" y="444224"/>
                </a:lnTo>
                <a:lnTo>
                  <a:pt x="478553" y="445643"/>
                </a:lnTo>
                <a:lnTo>
                  <a:pt x="468899" y="447181"/>
                </a:lnTo>
                <a:lnTo>
                  <a:pt x="459265" y="448836"/>
                </a:lnTo>
                <a:lnTo>
                  <a:pt x="449653" y="450609"/>
                </a:lnTo>
                <a:lnTo>
                  <a:pt x="440062" y="452499"/>
                </a:lnTo>
                <a:lnTo>
                  <a:pt x="430495" y="454507"/>
                </a:lnTo>
                <a:lnTo>
                  <a:pt x="420954" y="456631"/>
                </a:lnTo>
                <a:lnTo>
                  <a:pt x="411439" y="458871"/>
                </a:lnTo>
                <a:lnTo>
                  <a:pt x="401952" y="461228"/>
                </a:lnTo>
                <a:lnTo>
                  <a:pt x="392495" y="463700"/>
                </a:lnTo>
                <a:lnTo>
                  <a:pt x="383069" y="466287"/>
                </a:lnTo>
                <a:lnTo>
                  <a:pt x="373675" y="468990"/>
                </a:lnTo>
                <a:lnTo>
                  <a:pt x="364315" y="471807"/>
                </a:lnTo>
                <a:lnTo>
                  <a:pt x="354990" y="474738"/>
                </a:lnTo>
                <a:lnTo>
                  <a:pt x="345701" y="477783"/>
                </a:lnTo>
                <a:lnTo>
                  <a:pt x="336450" y="480941"/>
                </a:lnTo>
                <a:lnTo>
                  <a:pt x="327239" y="484212"/>
                </a:lnTo>
                <a:lnTo>
                  <a:pt x="318068" y="487596"/>
                </a:lnTo>
                <a:lnTo>
                  <a:pt x="308939" y="491091"/>
                </a:lnTo>
                <a:lnTo>
                  <a:pt x="299854" y="494697"/>
                </a:lnTo>
                <a:lnTo>
                  <a:pt x="290813" y="498414"/>
                </a:lnTo>
                <a:lnTo>
                  <a:pt x="281818" y="502242"/>
                </a:lnTo>
                <a:lnTo>
                  <a:pt x="272871" y="506178"/>
                </a:lnTo>
                <a:lnTo>
                  <a:pt x="263973" y="510224"/>
                </a:lnTo>
                <a:lnTo>
                  <a:pt x="255124" y="514379"/>
                </a:lnTo>
                <a:lnTo>
                  <a:pt x="246328" y="518641"/>
                </a:lnTo>
                <a:lnTo>
                  <a:pt x="237583" y="523010"/>
                </a:lnTo>
                <a:lnTo>
                  <a:pt x="228893" y="527486"/>
                </a:lnTo>
                <a:lnTo>
                  <a:pt x="220258" y="532067"/>
                </a:lnTo>
                <a:lnTo>
                  <a:pt x="211680" y="536754"/>
                </a:lnTo>
                <a:close/>
              </a:path>
            </a:pathLst>
          </a:custGeom>
          <a:solidFill xmlns:a="http://schemas.openxmlformats.org/drawingml/2006/main">
            <a:srgbClr val="FFB6C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9" name="Spatiotemporal">
            <a:extLst xmlns:a="http://schemas.openxmlformats.org/drawingml/2006/main">
              <a:ext uri="{FF2B5EF4-FFF2-40B4-BE49-F238E27FC236}">
                <a16:creationId xmlns:a16="http://schemas.microsoft.com/office/drawing/2014/main" id="{4F294B58-4980-4F4E-9974-5974655BF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0700000">
            <a:off x="2339242" y="2635991"/>
            <a:ext cx="133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Spatiotemporal</a:t>
            </a:r>
          </a:p>
        </p:txBody>
      </p:sp>
      <p:sp>
        <p:nvSpPr>
          <p:cNvPr id="60" name="8401">
            <a:extLst xmlns:a="http://schemas.openxmlformats.org/drawingml/2006/main">
              <a:ext uri="{FF2B5EF4-FFF2-40B4-BE49-F238E27FC236}">
                <a16:creationId xmlns:a16="http://schemas.microsoft.com/office/drawing/2014/main" id="{259E110B-0E24-41BF-8AD9-8C662BBE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0700000">
            <a:off x="3001503" y="409388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0" i="0">
                <a:solidFill>
                  <a:srgbClr val="FF4F9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75" b="0" i="0">
                <a:solidFill>
                  <a:srgbClr val="FF4F91"/>
                </a:solidFill>
                <a:latin typeface="Comic Sans MS"/>
                <a:ea typeface="Comic Sans MS"/>
                <a:cs typeface="Comic Sans MS"/>
              </a:defRPr>
            </a:pPr>
            <a:r>
              <a:rPr sz="1575" b="0" i="0">
                <a:solidFill>
                  <a:srgbClr val="FF4F91"/>
                </a:solidFill>
                <a:latin typeface="Comic Sans MS"/>
                <a:ea typeface="Comic Sans MS"/>
                <a:cs typeface="Comic Sans MS"/>
              </a:rPr>
              <a:t>8401</a:t>
            </a:r>
          </a:p>
        </p:txBody>
      </p:sp>
      <p:sp>
        <p:nvSpPr>
          <p:cNvPr id="61" name="Dataset center">
            <a:extLst xmlns:a="http://schemas.openxmlformats.org/drawingml/2006/main">
              <a:ext uri="{FF2B5EF4-FFF2-40B4-BE49-F238E27FC236}">
                <a16:creationId xmlns:a16="http://schemas.microsoft.com/office/drawing/2014/main" id="{E1736339-C95C-4B6D-BA11-69D353DB8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48263"/>
            <a:ext cx="1581150" cy="1581150"/>
          </a:xfrm>
          <a:custGeom xmlns:a="http://schemas.openxmlformats.org/drawingml/2006/main">
            <a:pathLst>
              <a:path w="1581150" h="1581150">
                <a:moveTo>
                  <a:pt x="1581150" y="790575"/>
                </a:moveTo>
                <a:cubicBezTo>
                  <a:pt x="1581150" y="1227198"/>
                  <a:pt x="1227198" y="1581150"/>
                  <a:pt x="790575" y="1581150"/>
                </a:cubicBezTo>
                <a:cubicBezTo>
                  <a:pt x="353952" y="1581150"/>
                  <a:pt x="0" y="1227198"/>
                  <a:pt x="0" y="790575"/>
                </a:cubicBezTo>
                <a:cubicBezTo>
                  <a:pt x="0" y="353952"/>
                  <a:pt x="353952" y="0"/>
                  <a:pt x="790575" y="0"/>
                </a:cubicBezTo>
                <a:cubicBezTo>
                  <a:pt x="1227198" y="0"/>
                  <a:pt x="1581150" y="353952"/>
                  <a:pt x="1581150" y="79057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62" name="ECHO-4o">
            <a:extLst xmlns:a="http://schemas.openxmlformats.org/drawingml/2006/main">
              <a:ext uri="{FF2B5EF4-FFF2-40B4-BE49-F238E27FC236}">
                <a16:creationId xmlns:a16="http://schemas.microsoft.com/office/drawing/2014/main" id="{3D154CE9-10FC-4125-8108-9A925D67D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67050" y="5719763"/>
            <a:ext cx="15144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5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5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ECHO-4o</a:t>
            </a:r>
          </a:p>
        </p:txBody>
      </p:sp>
      <p:sp>
        <p:nvSpPr>
          <p:cNvPr id="63" name="Multi-Reference Image outer arc">
            <a:extLst xmlns:a="http://schemas.openxmlformats.org/drawingml/2006/main">
              <a:ext uri="{FF2B5EF4-FFF2-40B4-BE49-F238E27FC236}">
                <a16:creationId xmlns:a16="http://schemas.microsoft.com/office/drawing/2014/main" id="{D47798CA-112C-4601-BE8A-CB1C7BAE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4190" y="2157988"/>
            <a:ext cx="3716737" cy="7022163"/>
          </a:xfrm>
          <a:custGeom xmlns:a="http://schemas.openxmlformats.org/drawingml/2006/main">
            <a:pathLst>
              <a:path w="3716737" h="7022163">
                <a:moveTo>
                  <a:pt x="1330" y="0"/>
                </a:moveTo>
                <a:lnTo>
                  <a:pt x="245179" y="12140"/>
                </a:lnTo>
                <a:lnTo>
                  <a:pt x="487737" y="39990"/>
                </a:lnTo>
                <a:lnTo>
                  <a:pt x="727992" y="83435"/>
                </a:lnTo>
                <a:lnTo>
                  <a:pt x="964942" y="142294"/>
                </a:lnTo>
                <a:lnTo>
                  <a:pt x="1197601" y="216321"/>
                </a:lnTo>
                <a:lnTo>
                  <a:pt x="1424997" y="305208"/>
                </a:lnTo>
                <a:lnTo>
                  <a:pt x="1646183" y="408584"/>
                </a:lnTo>
                <a:lnTo>
                  <a:pt x="1860237" y="526018"/>
                </a:lnTo>
                <a:lnTo>
                  <a:pt x="2066266" y="657020"/>
                </a:lnTo>
                <a:lnTo>
                  <a:pt x="2263413" y="801046"/>
                </a:lnTo>
                <a:lnTo>
                  <a:pt x="2450854" y="957493"/>
                </a:lnTo>
                <a:lnTo>
                  <a:pt x="2627808" y="1125710"/>
                </a:lnTo>
                <a:lnTo>
                  <a:pt x="2793538" y="1304996"/>
                </a:lnTo>
                <a:lnTo>
                  <a:pt x="2947353" y="1494603"/>
                </a:lnTo>
                <a:lnTo>
                  <a:pt x="3088612" y="1693741"/>
                </a:lnTo>
                <a:lnTo>
                  <a:pt x="3216725" y="1901579"/>
                </a:lnTo>
                <a:lnTo>
                  <a:pt x="3331159" y="2117252"/>
                </a:lnTo>
                <a:lnTo>
                  <a:pt x="3431436" y="2339860"/>
                </a:lnTo>
                <a:lnTo>
                  <a:pt x="3517140" y="2568475"/>
                </a:lnTo>
                <a:lnTo>
                  <a:pt x="3587911" y="2802144"/>
                </a:lnTo>
                <a:lnTo>
                  <a:pt x="3643456" y="3039893"/>
                </a:lnTo>
                <a:lnTo>
                  <a:pt x="3683542" y="3280731"/>
                </a:lnTo>
                <a:lnTo>
                  <a:pt x="3708003" y="3523654"/>
                </a:lnTo>
                <a:lnTo>
                  <a:pt x="3716737" y="3767649"/>
                </a:lnTo>
                <a:lnTo>
                  <a:pt x="3709707" y="4011700"/>
                </a:lnTo>
                <a:lnTo>
                  <a:pt x="3686942" y="4254787"/>
                </a:lnTo>
                <a:lnTo>
                  <a:pt x="3648538" y="4495899"/>
                </a:lnTo>
                <a:lnTo>
                  <a:pt x="3594655" y="4734030"/>
                </a:lnTo>
                <a:lnTo>
                  <a:pt x="3525516" y="4968188"/>
                </a:lnTo>
                <a:lnTo>
                  <a:pt x="3441411" y="5197396"/>
                </a:lnTo>
                <a:lnTo>
                  <a:pt x="3342690" y="5420698"/>
                </a:lnTo>
                <a:lnTo>
                  <a:pt x="3229765" y="5637165"/>
                </a:lnTo>
                <a:lnTo>
                  <a:pt x="3103105" y="5845893"/>
                </a:lnTo>
                <a:lnTo>
                  <a:pt x="2963241" y="6046012"/>
                </a:lnTo>
                <a:lnTo>
                  <a:pt x="2810753" y="6236688"/>
                </a:lnTo>
                <a:lnTo>
                  <a:pt x="2646279" y="6417127"/>
                </a:lnTo>
                <a:lnTo>
                  <a:pt x="2470503" y="6586575"/>
                </a:lnTo>
                <a:lnTo>
                  <a:pt x="2284159" y="6744327"/>
                </a:lnTo>
                <a:lnTo>
                  <a:pt x="2088023" y="6889725"/>
                </a:lnTo>
                <a:lnTo>
                  <a:pt x="1882913" y="7022163"/>
                </a:lnTo>
                <a:lnTo>
                  <a:pt x="1843667" y="6956847"/>
                </a:lnTo>
                <a:lnTo>
                  <a:pt x="2044644" y="6827078"/>
                </a:lnTo>
                <a:lnTo>
                  <a:pt x="2236827" y="6684610"/>
                </a:lnTo>
                <a:lnTo>
                  <a:pt x="2419416" y="6530037"/>
                </a:lnTo>
                <a:lnTo>
                  <a:pt x="2591650" y="6364003"/>
                </a:lnTo>
                <a:lnTo>
                  <a:pt x="2752810" y="6187200"/>
                </a:lnTo>
                <a:lnTo>
                  <a:pt x="2902225" y="6000366"/>
                </a:lnTo>
                <a:lnTo>
                  <a:pt x="3039271" y="5804280"/>
                </a:lnTo>
                <a:lnTo>
                  <a:pt x="3163378" y="5599758"/>
                </a:lnTo>
                <a:lnTo>
                  <a:pt x="3274028" y="5387654"/>
                </a:lnTo>
                <a:lnTo>
                  <a:pt x="3370760" y="5168851"/>
                </a:lnTo>
                <a:lnTo>
                  <a:pt x="3453170" y="4944262"/>
                </a:lnTo>
                <a:lnTo>
                  <a:pt x="3520915" y="4714823"/>
                </a:lnTo>
                <a:lnTo>
                  <a:pt x="3573713" y="4481490"/>
                </a:lnTo>
                <a:lnTo>
                  <a:pt x="3611343" y="4245237"/>
                </a:lnTo>
                <a:lnTo>
                  <a:pt x="3633649" y="4007048"/>
                </a:lnTo>
                <a:lnTo>
                  <a:pt x="3640537" y="3767915"/>
                </a:lnTo>
                <a:lnTo>
                  <a:pt x="3631980" y="3528837"/>
                </a:lnTo>
                <a:lnTo>
                  <a:pt x="3608012" y="3290809"/>
                </a:lnTo>
                <a:lnTo>
                  <a:pt x="3568733" y="3054825"/>
                </a:lnTo>
                <a:lnTo>
                  <a:pt x="3514307" y="2821866"/>
                </a:lnTo>
                <a:lnTo>
                  <a:pt x="3444962" y="2592906"/>
                </a:lnTo>
                <a:lnTo>
                  <a:pt x="3360986" y="2368898"/>
                </a:lnTo>
                <a:lnTo>
                  <a:pt x="3262729" y="2150775"/>
                </a:lnTo>
                <a:lnTo>
                  <a:pt x="3150601" y="1939449"/>
                </a:lnTo>
                <a:lnTo>
                  <a:pt x="3025070" y="1735798"/>
                </a:lnTo>
                <a:lnTo>
                  <a:pt x="2886657" y="1540673"/>
                </a:lnTo>
                <a:lnTo>
                  <a:pt x="2735942" y="1354887"/>
                </a:lnTo>
                <a:lnTo>
                  <a:pt x="2573552" y="1179214"/>
                </a:lnTo>
                <a:lnTo>
                  <a:pt x="2400163" y="1014387"/>
                </a:lnTo>
                <a:lnTo>
                  <a:pt x="2216499" y="861092"/>
                </a:lnTo>
                <a:lnTo>
                  <a:pt x="2023326" y="719969"/>
                </a:lnTo>
                <a:lnTo>
                  <a:pt x="1821448" y="591606"/>
                </a:lnTo>
                <a:lnTo>
                  <a:pt x="1611707" y="476539"/>
                </a:lnTo>
                <a:lnTo>
                  <a:pt x="1394978" y="375246"/>
                </a:lnTo>
                <a:lnTo>
                  <a:pt x="1172164" y="288150"/>
                </a:lnTo>
                <a:lnTo>
                  <a:pt x="944194" y="215615"/>
                </a:lnTo>
                <a:lnTo>
                  <a:pt x="712019" y="157942"/>
                </a:lnTo>
                <a:lnTo>
                  <a:pt x="476605" y="115372"/>
                </a:lnTo>
                <a:lnTo>
                  <a:pt x="238936" y="88083"/>
                </a:lnTo>
                <a:lnTo>
                  <a:pt x="0" y="76188"/>
                </a:lnTo>
                <a:close/>
              </a:path>
            </a:pathLst>
          </a:custGeom>
          <a:solidFill xmlns:a="http://schemas.openxmlformats.org/drawingml/2006/main">
            <a:srgbClr val="00ADE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4" name="Instruction Following outer arc">
            <a:extLst xmlns:a="http://schemas.openxmlformats.org/drawingml/2006/main">
              <a:ext uri="{FF2B5EF4-FFF2-40B4-BE49-F238E27FC236}">
                <a16:creationId xmlns:a16="http://schemas.microsoft.com/office/drawing/2014/main" id="{6F04C774-7BA3-402A-BB73-2EB2DB573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211" y="7847169"/>
            <a:ext cx="5074585" cy="1873001"/>
          </a:xfrm>
          <a:custGeom xmlns:a="http://schemas.openxmlformats.org/drawingml/2006/main">
            <a:pathLst>
              <a:path w="5074585" h="1873001">
                <a:moveTo>
                  <a:pt x="5074585" y="1398977"/>
                </a:moveTo>
                <a:lnTo>
                  <a:pt x="4946273" y="1466914"/>
                </a:lnTo>
                <a:lnTo>
                  <a:pt x="4815448" y="1529876"/>
                </a:lnTo>
                <a:lnTo>
                  <a:pt x="4682303" y="1587770"/>
                </a:lnTo>
                <a:lnTo>
                  <a:pt x="4547033" y="1640509"/>
                </a:lnTo>
                <a:lnTo>
                  <a:pt x="4409838" y="1688017"/>
                </a:lnTo>
                <a:lnTo>
                  <a:pt x="4270921" y="1730223"/>
                </a:lnTo>
                <a:lnTo>
                  <a:pt x="4130486" y="1767066"/>
                </a:lnTo>
                <a:lnTo>
                  <a:pt x="3988740" y="1798490"/>
                </a:lnTo>
                <a:lnTo>
                  <a:pt x="3845893" y="1824450"/>
                </a:lnTo>
                <a:lnTo>
                  <a:pt x="3702154" y="1844907"/>
                </a:lnTo>
                <a:lnTo>
                  <a:pt x="3557735" y="1859831"/>
                </a:lnTo>
                <a:lnTo>
                  <a:pt x="3412851" y="1869200"/>
                </a:lnTo>
                <a:lnTo>
                  <a:pt x="3267713" y="1873001"/>
                </a:lnTo>
                <a:lnTo>
                  <a:pt x="3122536" y="1871227"/>
                </a:lnTo>
                <a:lnTo>
                  <a:pt x="2977535" y="1863882"/>
                </a:lnTo>
                <a:lnTo>
                  <a:pt x="2832922" y="1850975"/>
                </a:lnTo>
                <a:lnTo>
                  <a:pt x="2688912" y="1832527"/>
                </a:lnTo>
                <a:lnTo>
                  <a:pt x="2545716" y="1808564"/>
                </a:lnTo>
                <a:lnTo>
                  <a:pt x="2403545" y="1779122"/>
                </a:lnTo>
                <a:lnTo>
                  <a:pt x="2262609" y="1744244"/>
                </a:lnTo>
                <a:lnTo>
                  <a:pt x="2123116" y="1703982"/>
                </a:lnTo>
                <a:lnTo>
                  <a:pt x="1985271" y="1658394"/>
                </a:lnTo>
                <a:lnTo>
                  <a:pt x="1849278" y="1607548"/>
                </a:lnTo>
                <a:lnTo>
                  <a:pt x="1715338" y="1551519"/>
                </a:lnTo>
                <a:lnTo>
                  <a:pt x="1583646" y="1490390"/>
                </a:lnTo>
                <a:lnTo>
                  <a:pt x="1454399" y="1424251"/>
                </a:lnTo>
                <a:lnTo>
                  <a:pt x="1327785" y="1353199"/>
                </a:lnTo>
                <a:lnTo>
                  <a:pt x="1203993" y="1277339"/>
                </a:lnTo>
                <a:lnTo>
                  <a:pt x="1083203" y="1196782"/>
                </a:lnTo>
                <a:lnTo>
                  <a:pt x="965595" y="1111648"/>
                </a:lnTo>
                <a:lnTo>
                  <a:pt x="851342" y="1022063"/>
                </a:lnTo>
                <a:lnTo>
                  <a:pt x="740613" y="928157"/>
                </a:lnTo>
                <a:lnTo>
                  <a:pt x="633569" y="830070"/>
                </a:lnTo>
                <a:lnTo>
                  <a:pt x="530370" y="727946"/>
                </a:lnTo>
                <a:lnTo>
                  <a:pt x="431167" y="621935"/>
                </a:lnTo>
                <a:lnTo>
                  <a:pt x="336107" y="512195"/>
                </a:lnTo>
                <a:lnTo>
                  <a:pt x="245330" y="398886"/>
                </a:lnTo>
                <a:lnTo>
                  <a:pt x="158969" y="282176"/>
                </a:lnTo>
                <a:lnTo>
                  <a:pt x="77152" y="162237"/>
                </a:lnTo>
                <a:lnTo>
                  <a:pt x="0" y="39246"/>
                </a:lnTo>
                <a:lnTo>
                  <a:pt x="65316" y="0"/>
                </a:lnTo>
                <a:lnTo>
                  <a:pt x="140914" y="120513"/>
                </a:lnTo>
                <a:lnTo>
                  <a:pt x="221082" y="238035"/>
                </a:lnTo>
                <a:lnTo>
                  <a:pt x="305702" y="352393"/>
                </a:lnTo>
                <a:lnTo>
                  <a:pt x="394651" y="463419"/>
                </a:lnTo>
                <a:lnTo>
                  <a:pt x="487795" y="570947"/>
                </a:lnTo>
                <a:lnTo>
                  <a:pt x="584999" y="674822"/>
                </a:lnTo>
                <a:lnTo>
                  <a:pt x="686118" y="774888"/>
                </a:lnTo>
                <a:lnTo>
                  <a:pt x="791005" y="870998"/>
                </a:lnTo>
                <a:lnTo>
                  <a:pt x="899503" y="963012"/>
                </a:lnTo>
                <a:lnTo>
                  <a:pt x="1011454" y="1050792"/>
                </a:lnTo>
                <a:lnTo>
                  <a:pt x="1126692" y="1134211"/>
                </a:lnTo>
                <a:lnTo>
                  <a:pt x="1245047" y="1213144"/>
                </a:lnTo>
                <a:lnTo>
                  <a:pt x="1366345" y="1287475"/>
                </a:lnTo>
                <a:lnTo>
                  <a:pt x="1490407" y="1357096"/>
                </a:lnTo>
                <a:lnTo>
                  <a:pt x="1617050" y="1421902"/>
                </a:lnTo>
                <a:lnTo>
                  <a:pt x="1746088" y="1481799"/>
                </a:lnTo>
                <a:lnTo>
                  <a:pt x="1877330" y="1536699"/>
                </a:lnTo>
                <a:lnTo>
                  <a:pt x="2010582" y="1586520"/>
                </a:lnTo>
                <a:lnTo>
                  <a:pt x="2145649" y="1631189"/>
                </a:lnTo>
                <a:lnTo>
                  <a:pt x="2282331" y="1670641"/>
                </a:lnTo>
                <a:lnTo>
                  <a:pt x="2420427" y="1704816"/>
                </a:lnTo>
                <a:lnTo>
                  <a:pt x="2559733" y="1733665"/>
                </a:lnTo>
                <a:lnTo>
                  <a:pt x="2700043" y="1757145"/>
                </a:lnTo>
                <a:lnTo>
                  <a:pt x="2841152" y="1775221"/>
                </a:lnTo>
                <a:lnTo>
                  <a:pt x="2982850" y="1787867"/>
                </a:lnTo>
                <a:lnTo>
                  <a:pt x="3124930" y="1795065"/>
                </a:lnTo>
                <a:lnTo>
                  <a:pt x="3267181" y="1796803"/>
                </a:lnTo>
                <a:lnTo>
                  <a:pt x="3409394" y="1793079"/>
                </a:lnTo>
                <a:lnTo>
                  <a:pt x="3551359" y="1783898"/>
                </a:lnTo>
                <a:lnTo>
                  <a:pt x="3692867" y="1769275"/>
                </a:lnTo>
                <a:lnTo>
                  <a:pt x="3833710" y="1749230"/>
                </a:lnTo>
                <a:lnTo>
                  <a:pt x="3973679" y="1723793"/>
                </a:lnTo>
                <a:lnTo>
                  <a:pt x="4112568" y="1693002"/>
                </a:lnTo>
                <a:lnTo>
                  <a:pt x="4250173" y="1656902"/>
                </a:lnTo>
                <a:lnTo>
                  <a:pt x="4386291" y="1615546"/>
                </a:lnTo>
                <a:lnTo>
                  <a:pt x="4520721" y="1568996"/>
                </a:lnTo>
                <a:lnTo>
                  <a:pt x="4653265" y="1517319"/>
                </a:lnTo>
                <a:lnTo>
                  <a:pt x="4783728" y="1460592"/>
                </a:lnTo>
                <a:lnTo>
                  <a:pt x="4911917" y="1398899"/>
                </a:lnTo>
                <a:lnTo>
                  <a:pt x="5037643" y="1332331"/>
                </a:lnTo>
                <a:close/>
              </a:path>
            </a:pathLst>
          </a:custGeom>
          <a:solidFill xmlns:a="http://schemas.openxmlformats.org/drawingml/2006/main">
            <a:srgbClr val="9163C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5" name="Imagination outer arc">
            <a:extLst xmlns:a="http://schemas.openxmlformats.org/drawingml/2006/main">
              <a:ext uri="{FF2B5EF4-FFF2-40B4-BE49-F238E27FC236}">
                <a16:creationId xmlns:a16="http://schemas.microsoft.com/office/drawing/2014/main" id="{37FC90DB-2004-41E6-8614-E28EF293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44" y="2157988"/>
            <a:ext cx="3716616" cy="5614120"/>
          </a:xfrm>
          <a:custGeom xmlns:a="http://schemas.openxmlformats.org/drawingml/2006/main">
            <a:pathLst>
              <a:path w="3716616" h="5614120">
                <a:moveTo>
                  <a:pt x="473972" y="5614120"/>
                </a:moveTo>
                <a:lnTo>
                  <a:pt x="384007" y="5441482"/>
                </a:lnTo>
                <a:lnTo>
                  <a:pt x="303045" y="5264442"/>
                </a:lnTo>
                <a:lnTo>
                  <a:pt x="231302" y="5083471"/>
                </a:lnTo>
                <a:lnTo>
                  <a:pt x="168968" y="4899047"/>
                </a:lnTo>
                <a:lnTo>
                  <a:pt x="116207" y="4711659"/>
                </a:lnTo>
                <a:lnTo>
                  <a:pt x="73160" y="4521805"/>
                </a:lnTo>
                <a:lnTo>
                  <a:pt x="39941" y="4329986"/>
                </a:lnTo>
                <a:lnTo>
                  <a:pt x="16638" y="4136713"/>
                </a:lnTo>
                <a:lnTo>
                  <a:pt x="3313" y="3942496"/>
                </a:lnTo>
                <a:lnTo>
                  <a:pt x="0" y="3747850"/>
                </a:lnTo>
                <a:lnTo>
                  <a:pt x="6709" y="3553292"/>
                </a:lnTo>
                <a:lnTo>
                  <a:pt x="23422" y="3359338"/>
                </a:lnTo>
                <a:lnTo>
                  <a:pt x="50095" y="3166500"/>
                </a:lnTo>
                <a:lnTo>
                  <a:pt x="86656" y="2975291"/>
                </a:lnTo>
                <a:lnTo>
                  <a:pt x="133010" y="2786216"/>
                </a:lnTo>
                <a:lnTo>
                  <a:pt x="189033" y="2599778"/>
                </a:lnTo>
                <a:lnTo>
                  <a:pt x="254576" y="2416470"/>
                </a:lnTo>
                <a:lnTo>
                  <a:pt x="329467" y="2236778"/>
                </a:lnTo>
                <a:lnTo>
                  <a:pt x="413506" y="2061178"/>
                </a:lnTo>
                <a:lnTo>
                  <a:pt x="506471" y="1890137"/>
                </a:lnTo>
                <a:lnTo>
                  <a:pt x="608115" y="1724106"/>
                </a:lnTo>
                <a:lnTo>
                  <a:pt x="718169" y="1563526"/>
                </a:lnTo>
                <a:lnTo>
                  <a:pt x="836342" y="1408823"/>
                </a:lnTo>
                <a:lnTo>
                  <a:pt x="962319" y="1260407"/>
                </a:lnTo>
                <a:lnTo>
                  <a:pt x="1095768" y="1118670"/>
                </a:lnTo>
                <a:lnTo>
                  <a:pt x="1236335" y="983990"/>
                </a:lnTo>
                <a:lnTo>
                  <a:pt x="1383646" y="856722"/>
                </a:lnTo>
                <a:lnTo>
                  <a:pt x="1537312" y="737204"/>
                </a:lnTo>
                <a:lnTo>
                  <a:pt x="1696925" y="625752"/>
                </a:lnTo>
                <a:lnTo>
                  <a:pt x="1862063" y="522663"/>
                </a:lnTo>
                <a:lnTo>
                  <a:pt x="2032287" y="428209"/>
                </a:lnTo>
                <a:lnTo>
                  <a:pt x="2207146" y="342641"/>
                </a:lnTo>
                <a:lnTo>
                  <a:pt x="2386178" y="266185"/>
                </a:lnTo>
                <a:lnTo>
                  <a:pt x="2568907" y="199044"/>
                </a:lnTo>
                <a:lnTo>
                  <a:pt x="2754849" y="141397"/>
                </a:lnTo>
                <a:lnTo>
                  <a:pt x="2943512" y="93395"/>
                </a:lnTo>
                <a:lnTo>
                  <a:pt x="3134395" y="55166"/>
                </a:lnTo>
                <a:lnTo>
                  <a:pt x="3326993" y="26812"/>
                </a:lnTo>
                <a:lnTo>
                  <a:pt x="3520794" y="8407"/>
                </a:lnTo>
                <a:lnTo>
                  <a:pt x="3715286" y="0"/>
                </a:lnTo>
                <a:lnTo>
                  <a:pt x="3716616" y="76188"/>
                </a:lnTo>
                <a:lnTo>
                  <a:pt x="3526043" y="84426"/>
                </a:lnTo>
                <a:lnTo>
                  <a:pt x="3336147" y="102460"/>
                </a:lnTo>
                <a:lnTo>
                  <a:pt x="3147431" y="130243"/>
                </a:lnTo>
                <a:lnTo>
                  <a:pt x="2960394" y="167701"/>
                </a:lnTo>
                <a:lnTo>
                  <a:pt x="2775533" y="214736"/>
                </a:lnTo>
                <a:lnTo>
                  <a:pt x="2593338" y="271222"/>
                </a:lnTo>
                <a:lnTo>
                  <a:pt x="2414291" y="337010"/>
                </a:lnTo>
                <a:lnTo>
                  <a:pt x="2238867" y="411925"/>
                </a:lnTo>
                <a:lnTo>
                  <a:pt x="2067531" y="495769"/>
                </a:lnTo>
                <a:lnTo>
                  <a:pt x="1900737" y="588319"/>
                </a:lnTo>
                <a:lnTo>
                  <a:pt x="1738927" y="689331"/>
                </a:lnTo>
                <a:lnTo>
                  <a:pt x="1582531" y="798536"/>
                </a:lnTo>
                <a:lnTo>
                  <a:pt x="1431961" y="915646"/>
                </a:lnTo>
                <a:lnTo>
                  <a:pt x="1287618" y="1040349"/>
                </a:lnTo>
                <a:lnTo>
                  <a:pt x="1149884" y="1172316"/>
                </a:lnTo>
                <a:lnTo>
                  <a:pt x="1019125" y="1311196"/>
                </a:lnTo>
                <a:lnTo>
                  <a:pt x="895686" y="1456622"/>
                </a:lnTo>
                <a:lnTo>
                  <a:pt x="779894" y="1608208"/>
                </a:lnTo>
                <a:lnTo>
                  <a:pt x="672058" y="1765551"/>
                </a:lnTo>
                <a:lnTo>
                  <a:pt x="572462" y="1928237"/>
                </a:lnTo>
                <a:lnTo>
                  <a:pt x="481371" y="2095832"/>
                </a:lnTo>
                <a:lnTo>
                  <a:pt x="399025" y="2267893"/>
                </a:lnTo>
                <a:lnTo>
                  <a:pt x="325644" y="2443964"/>
                </a:lnTo>
                <a:lnTo>
                  <a:pt x="261421" y="2623578"/>
                </a:lnTo>
                <a:lnTo>
                  <a:pt x="206527" y="2806259"/>
                </a:lnTo>
                <a:lnTo>
                  <a:pt x="161107" y="2991524"/>
                </a:lnTo>
                <a:lnTo>
                  <a:pt x="125282" y="3178880"/>
                </a:lnTo>
                <a:lnTo>
                  <a:pt x="99147" y="3367832"/>
                </a:lnTo>
                <a:lnTo>
                  <a:pt x="82771" y="3557878"/>
                </a:lnTo>
                <a:lnTo>
                  <a:pt x="76197" y="3748515"/>
                </a:lnTo>
                <a:lnTo>
                  <a:pt x="79443" y="3939238"/>
                </a:lnTo>
                <a:lnTo>
                  <a:pt x="92500" y="4129542"/>
                </a:lnTo>
                <a:lnTo>
                  <a:pt x="115333" y="4318921"/>
                </a:lnTo>
                <a:lnTo>
                  <a:pt x="147883" y="4506874"/>
                </a:lnTo>
                <a:lnTo>
                  <a:pt x="190062" y="4692902"/>
                </a:lnTo>
                <a:lnTo>
                  <a:pt x="241760" y="4876514"/>
                </a:lnTo>
                <a:lnTo>
                  <a:pt x="302838" y="5057222"/>
                </a:lnTo>
                <a:lnTo>
                  <a:pt x="373135" y="5234546"/>
                </a:lnTo>
                <a:lnTo>
                  <a:pt x="452466" y="5408018"/>
                </a:lnTo>
                <a:lnTo>
                  <a:pt x="540618" y="5577178"/>
                </a:lnTo>
                <a:close/>
              </a:path>
            </a:pathLst>
          </a:custGeom>
          <a:solidFill xmlns:a="http://schemas.openxmlformats.org/drawingml/2006/main">
            <a:srgbClr val="FF438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6" name="M">
            <a:extLst xmlns:a="http://schemas.openxmlformats.org/drawingml/2006/main">
              <a:ext uri="{FF2B5EF4-FFF2-40B4-BE49-F238E27FC236}">
                <a16:creationId xmlns:a16="http://schemas.microsoft.com/office/drawing/2014/main" id="{1CFE7324-1FBA-433C-87D3-0DCC198A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028571">
            <a:off x="7324366" y="4276902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rPr>
              <a:t>M</a:t>
            </a:r>
          </a:p>
        </p:txBody>
      </p:sp>
      <p:sp>
        <p:nvSpPr>
          <p:cNvPr id="67" name="u">
            <a:extLst xmlns:a="http://schemas.openxmlformats.org/drawingml/2006/main">
              <a:ext uri="{FF2B5EF4-FFF2-40B4-BE49-F238E27FC236}">
                <a16:creationId xmlns:a16="http://schemas.microsoft.com/office/drawing/2014/main" id="{86056394-494E-47DF-B61E-EBFC89898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165714">
            <a:off x="7381721" y="4420925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rPr>
              <a:t>u</a:t>
            </a:r>
          </a:p>
        </p:txBody>
      </p:sp>
      <p:sp>
        <p:nvSpPr>
          <p:cNvPr id="68" name="l">
            <a:extLst xmlns:a="http://schemas.openxmlformats.org/drawingml/2006/main">
              <a:ext uri="{FF2B5EF4-FFF2-40B4-BE49-F238E27FC236}">
                <a16:creationId xmlns:a16="http://schemas.microsoft.com/office/drawing/2014/main" id="{13B8F4A8-2A45-4EE7-9655-C83A7E72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302857">
            <a:off x="7433286" y="4567120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rPr>
              <a:t>l</a:t>
            </a:r>
          </a:p>
        </p:txBody>
      </p:sp>
      <p:sp>
        <p:nvSpPr>
          <p:cNvPr id="69" name="t">
            <a:extLst xmlns:a="http://schemas.openxmlformats.org/drawingml/2006/main">
              <a:ext uri="{FF2B5EF4-FFF2-40B4-BE49-F238E27FC236}">
                <a16:creationId xmlns:a16="http://schemas.microsoft.com/office/drawing/2014/main" id="{2E5DF6A2-089C-4234-A722-C790470C6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440000">
            <a:off x="7478980" y="4715256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70" name="i">
            <a:extLst xmlns:a="http://schemas.openxmlformats.org/drawingml/2006/main">
              <a:ext uri="{FF2B5EF4-FFF2-40B4-BE49-F238E27FC236}">
                <a16:creationId xmlns:a16="http://schemas.microsoft.com/office/drawing/2014/main" id="{4A01FFF0-2546-4AD6-859D-B54052D4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577143">
            <a:off x="7518730" y="4865096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71" name="-">
            <a:extLst xmlns:a="http://schemas.openxmlformats.org/drawingml/2006/main">
              <a:ext uri="{FF2B5EF4-FFF2-40B4-BE49-F238E27FC236}">
                <a16:creationId xmlns:a16="http://schemas.microsoft.com/office/drawing/2014/main" id="{50A50256-15AD-4CEA-A0A4-48F7BF6E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714286">
            <a:off x="7552471" y="5016402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rPr>
              <a:t>-</a:t>
            </a:r>
          </a:p>
        </p:txBody>
      </p:sp>
      <p:sp>
        <p:nvSpPr>
          <p:cNvPr id="72" name="R">
            <a:extLst xmlns:a="http://schemas.openxmlformats.org/drawingml/2006/main">
              <a:ext uri="{FF2B5EF4-FFF2-40B4-BE49-F238E27FC236}">
                <a16:creationId xmlns:a16="http://schemas.microsoft.com/office/drawing/2014/main" id="{59619FFE-692E-4073-9D4A-CE34DECB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851429">
            <a:off x="7580152" y="5168934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  <p:sp>
        <p:nvSpPr>
          <p:cNvPr id="73" name="e">
            <a:extLst xmlns:a="http://schemas.openxmlformats.org/drawingml/2006/main">
              <a:ext uri="{FF2B5EF4-FFF2-40B4-BE49-F238E27FC236}">
                <a16:creationId xmlns:a16="http://schemas.microsoft.com/office/drawing/2014/main" id="{F7B4A90F-54AE-4ED7-8A52-69972E90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988571">
            <a:off x="7601727" y="5322448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rPr>
              <a:t>e</a:t>
            </a:r>
          </a:p>
        </p:txBody>
      </p:sp>
      <p:sp>
        <p:nvSpPr>
          <p:cNvPr id="74" name="f">
            <a:extLst xmlns:a="http://schemas.openxmlformats.org/drawingml/2006/main">
              <a:ext uri="{FF2B5EF4-FFF2-40B4-BE49-F238E27FC236}">
                <a16:creationId xmlns:a16="http://schemas.microsoft.com/office/drawing/2014/main" id="{2D5544EC-C4D2-4582-98B4-32588B17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125714">
            <a:off x="7617162" y="5476700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rPr>
              <a:t>f</a:t>
            </a:r>
          </a:p>
        </p:txBody>
      </p:sp>
      <p:sp>
        <p:nvSpPr>
          <p:cNvPr id="75" name="e">
            <a:extLst xmlns:a="http://schemas.openxmlformats.org/drawingml/2006/main">
              <a:ext uri="{FF2B5EF4-FFF2-40B4-BE49-F238E27FC236}">
                <a16:creationId xmlns:a16="http://schemas.microsoft.com/office/drawing/2014/main" id="{D57BF08F-DFBC-4419-8AFE-E997242A3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262857">
            <a:off x="7626433" y="5631446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rPr>
              <a:t>e</a:t>
            </a:r>
          </a:p>
        </p:txBody>
      </p:sp>
      <p:sp>
        <p:nvSpPr>
          <p:cNvPr id="76" name="r">
            <a:extLst xmlns:a="http://schemas.openxmlformats.org/drawingml/2006/main">
              <a:ext uri="{FF2B5EF4-FFF2-40B4-BE49-F238E27FC236}">
                <a16:creationId xmlns:a16="http://schemas.microsoft.com/office/drawing/2014/main" id="{F0F7E7EA-0B78-4347-9499-012BCAE0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629525" y="5786438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  <p:sp>
        <p:nvSpPr>
          <p:cNvPr id="77" name="e">
            <a:extLst xmlns:a="http://schemas.openxmlformats.org/drawingml/2006/main">
              <a:ext uri="{FF2B5EF4-FFF2-40B4-BE49-F238E27FC236}">
                <a16:creationId xmlns:a16="http://schemas.microsoft.com/office/drawing/2014/main" id="{DEA5DDE9-7919-4CF2-9645-FAE6691CA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537143">
            <a:off x="7626433" y="5941429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rPr>
              <a:t>e</a:t>
            </a:r>
          </a:p>
        </p:txBody>
      </p:sp>
      <p:sp>
        <p:nvSpPr>
          <p:cNvPr id="78" name="n">
            <a:extLst xmlns:a="http://schemas.openxmlformats.org/drawingml/2006/main">
              <a:ext uri="{FF2B5EF4-FFF2-40B4-BE49-F238E27FC236}">
                <a16:creationId xmlns:a16="http://schemas.microsoft.com/office/drawing/2014/main" id="{9DA833B0-6628-4D21-9D81-83CD98E90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674286">
            <a:off x="7617162" y="6096175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rPr>
              <a:t>n</a:t>
            </a:r>
          </a:p>
        </p:txBody>
      </p:sp>
      <p:sp>
        <p:nvSpPr>
          <p:cNvPr id="79" name="c">
            <a:extLst xmlns:a="http://schemas.openxmlformats.org/drawingml/2006/main">
              <a:ext uri="{FF2B5EF4-FFF2-40B4-BE49-F238E27FC236}">
                <a16:creationId xmlns:a16="http://schemas.microsoft.com/office/drawing/2014/main" id="{46345911-FA95-49E2-994E-214474CE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811429">
            <a:off x="7601727" y="6250427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80" name="e">
            <a:extLst xmlns:a="http://schemas.openxmlformats.org/drawingml/2006/main">
              <a:ext uri="{FF2B5EF4-FFF2-40B4-BE49-F238E27FC236}">
                <a16:creationId xmlns:a16="http://schemas.microsoft.com/office/drawing/2014/main" id="{2FBA8FCF-CAA3-4B0D-8CF3-29E89B9E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948571">
            <a:off x="7580152" y="6403941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rPr>
              <a:t>e</a:t>
            </a:r>
          </a:p>
        </p:txBody>
      </p:sp>
      <p:sp>
        <p:nvSpPr>
          <p:cNvPr id="81" name="I">
            <a:extLst xmlns:a="http://schemas.openxmlformats.org/drawingml/2006/main">
              <a:ext uri="{FF2B5EF4-FFF2-40B4-BE49-F238E27FC236}">
                <a16:creationId xmlns:a16="http://schemas.microsoft.com/office/drawing/2014/main" id="{DFC7625D-11FF-488C-96C5-07BFCD1B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222857">
            <a:off x="7518730" y="6707779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82" name="m">
            <a:extLst xmlns:a="http://schemas.openxmlformats.org/drawingml/2006/main">
              <a:ext uri="{FF2B5EF4-FFF2-40B4-BE49-F238E27FC236}">
                <a16:creationId xmlns:a16="http://schemas.microsoft.com/office/drawing/2014/main" id="{E8ED76B7-4C5E-490D-88E9-3EC227F14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360000">
            <a:off x="7478980" y="6857619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rPr>
              <a:t>m</a:t>
            </a:r>
          </a:p>
        </p:txBody>
      </p:sp>
      <p:sp>
        <p:nvSpPr>
          <p:cNvPr id="83" name="a">
            <a:extLst xmlns:a="http://schemas.openxmlformats.org/drawingml/2006/main">
              <a:ext uri="{FF2B5EF4-FFF2-40B4-BE49-F238E27FC236}">
                <a16:creationId xmlns:a16="http://schemas.microsoft.com/office/drawing/2014/main" id="{623C5670-4474-43D2-97BA-55AC6965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497143">
            <a:off x="7433286" y="7005755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84" name="g">
            <a:extLst xmlns:a="http://schemas.openxmlformats.org/drawingml/2006/main">
              <a:ext uri="{FF2B5EF4-FFF2-40B4-BE49-F238E27FC236}">
                <a16:creationId xmlns:a16="http://schemas.microsoft.com/office/drawing/2014/main" id="{1FFC80A6-0280-4BE6-AD14-3EC7179A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634286">
            <a:off x="7381721" y="7151950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rPr>
              <a:t>g</a:t>
            </a:r>
          </a:p>
        </p:txBody>
      </p:sp>
      <p:sp>
        <p:nvSpPr>
          <p:cNvPr id="85" name="e">
            <a:extLst xmlns:a="http://schemas.openxmlformats.org/drawingml/2006/main">
              <a:ext uri="{FF2B5EF4-FFF2-40B4-BE49-F238E27FC236}">
                <a16:creationId xmlns:a16="http://schemas.microsoft.com/office/drawing/2014/main" id="{592345FC-F2E8-4DB8-9F51-9EF8FBA52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71429">
            <a:off x="7324366" y="7295973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rPr>
              <a:t>e</a:t>
            </a:r>
          </a:p>
        </p:txBody>
      </p:sp>
      <p:sp>
        <p:nvSpPr>
          <p:cNvPr id="86" name="I">
            <a:extLst xmlns:a="http://schemas.openxmlformats.org/drawingml/2006/main">
              <a:ext uri="{FF2B5EF4-FFF2-40B4-BE49-F238E27FC236}">
                <a16:creationId xmlns:a16="http://schemas.microsoft.com/office/drawing/2014/main" id="{038CBEE4-7B11-4C9F-BB10-FF828B7D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902857">
            <a:off x="838090" y="8367554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87" name="n">
            <a:extLst xmlns:a="http://schemas.openxmlformats.org/drawingml/2006/main">
              <a:ext uri="{FF2B5EF4-FFF2-40B4-BE49-F238E27FC236}">
                <a16:creationId xmlns:a16="http://schemas.microsoft.com/office/drawing/2014/main" id="{40BE3D0A-0A3E-4195-A564-8B3F9AA41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8571">
            <a:off x="988524" y="8527536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rPr>
              <a:t>n</a:t>
            </a:r>
          </a:p>
        </p:txBody>
      </p:sp>
      <p:sp>
        <p:nvSpPr>
          <p:cNvPr id="88" name="s">
            <a:extLst xmlns:a="http://schemas.openxmlformats.org/drawingml/2006/main">
              <a:ext uri="{FF2B5EF4-FFF2-40B4-BE49-F238E27FC236}">
                <a16:creationId xmlns:a16="http://schemas.microsoft.com/office/drawing/2014/main" id="{A6649812-064D-4415-A98B-6D3DAE6A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514286">
            <a:off x="1147754" y="8678765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89" name="t">
            <a:extLst xmlns:a="http://schemas.openxmlformats.org/drawingml/2006/main">
              <a:ext uri="{FF2B5EF4-FFF2-40B4-BE49-F238E27FC236}">
                <a16:creationId xmlns:a16="http://schemas.microsoft.com/office/drawing/2014/main" id="{464D06A5-792B-4A60-BD16-347BC976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320000">
            <a:off x="1315272" y="8820759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90" name="r">
            <a:extLst xmlns:a="http://schemas.openxmlformats.org/drawingml/2006/main">
              <a:ext uri="{FF2B5EF4-FFF2-40B4-BE49-F238E27FC236}">
                <a16:creationId xmlns:a16="http://schemas.microsoft.com/office/drawing/2014/main" id="{07921298-7A22-482C-B61E-82EFFC8F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125714">
            <a:off x="1490543" y="8953064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  <p:sp>
        <p:nvSpPr>
          <p:cNvPr id="91" name="u">
            <a:extLst xmlns:a="http://schemas.openxmlformats.org/drawingml/2006/main">
              <a:ext uri="{FF2B5EF4-FFF2-40B4-BE49-F238E27FC236}">
                <a16:creationId xmlns:a16="http://schemas.microsoft.com/office/drawing/2014/main" id="{79148A21-A602-47FA-8A17-8C72AB72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31429">
            <a:off x="1673008" y="9075258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rPr>
              <a:t>u</a:t>
            </a:r>
          </a:p>
        </p:txBody>
      </p:sp>
      <p:sp>
        <p:nvSpPr>
          <p:cNvPr id="92" name="c">
            <a:extLst xmlns:a="http://schemas.openxmlformats.org/drawingml/2006/main">
              <a:ext uri="{FF2B5EF4-FFF2-40B4-BE49-F238E27FC236}">
                <a16:creationId xmlns:a16="http://schemas.microsoft.com/office/drawing/2014/main" id="{9F636533-50F1-4B7E-A167-C3B14408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737143">
            <a:off x="1862083" y="9186949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93" name="t">
            <a:extLst xmlns:a="http://schemas.openxmlformats.org/drawingml/2006/main">
              <a:ext uri="{FF2B5EF4-FFF2-40B4-BE49-F238E27FC236}">
                <a16:creationId xmlns:a16="http://schemas.microsoft.com/office/drawing/2014/main" id="{8785FD13-54EE-40C3-A28A-E4214D226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42857">
            <a:off x="2057166" y="9287783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94" name="i">
            <a:extLst xmlns:a="http://schemas.openxmlformats.org/drawingml/2006/main">
              <a:ext uri="{FF2B5EF4-FFF2-40B4-BE49-F238E27FC236}">
                <a16:creationId xmlns:a16="http://schemas.microsoft.com/office/drawing/2014/main" id="{55725BCE-3981-4DC5-835A-9A98F57A6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48571">
            <a:off x="2257633" y="9377436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95" name="o">
            <a:extLst xmlns:a="http://schemas.openxmlformats.org/drawingml/2006/main">
              <a:ext uri="{FF2B5EF4-FFF2-40B4-BE49-F238E27FC236}">
                <a16:creationId xmlns:a16="http://schemas.microsoft.com/office/drawing/2014/main" id="{3AEB695E-36FD-4361-B414-40E76E15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54286">
            <a:off x="2462844" y="9455622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rPr>
              <a:t>o</a:t>
            </a:r>
          </a:p>
        </p:txBody>
      </p:sp>
      <p:sp>
        <p:nvSpPr>
          <p:cNvPr id="96" name="n">
            <a:extLst xmlns:a="http://schemas.openxmlformats.org/drawingml/2006/main">
              <a:ext uri="{FF2B5EF4-FFF2-40B4-BE49-F238E27FC236}">
                <a16:creationId xmlns:a16="http://schemas.microsoft.com/office/drawing/2014/main" id="{26531540-41D0-46A3-AC60-FB10E284D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60000">
            <a:off x="2672143" y="9522093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rPr>
              <a:t>n</a:t>
            </a:r>
          </a:p>
        </p:txBody>
      </p:sp>
      <p:sp>
        <p:nvSpPr>
          <p:cNvPr id="97" name="F">
            <a:extLst xmlns:a="http://schemas.openxmlformats.org/drawingml/2006/main">
              <a:ext uri="{FF2B5EF4-FFF2-40B4-BE49-F238E27FC236}">
                <a16:creationId xmlns:a16="http://schemas.microsoft.com/office/drawing/2014/main" id="{FDA288A0-03D7-470A-824C-9912819E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71429">
            <a:off x="3100324" y="9619074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rPr>
              <a:t>F</a:t>
            </a:r>
          </a:p>
        </p:txBody>
      </p:sp>
      <p:sp>
        <p:nvSpPr>
          <p:cNvPr id="98" name="o">
            <a:extLst xmlns:a="http://schemas.openxmlformats.org/drawingml/2006/main">
              <a:ext uri="{FF2B5EF4-FFF2-40B4-BE49-F238E27FC236}">
                <a16:creationId xmlns:a16="http://schemas.microsoft.com/office/drawing/2014/main" id="{D984A4DC-7275-49D5-8DCC-BEE7E47C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77143">
            <a:off x="3317839" y="9649275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rPr>
              <a:t>o</a:t>
            </a:r>
          </a:p>
        </p:txBody>
      </p:sp>
      <p:sp>
        <p:nvSpPr>
          <p:cNvPr id="99" name="l">
            <a:extLst xmlns:a="http://schemas.openxmlformats.org/drawingml/2006/main">
              <a:ext uri="{FF2B5EF4-FFF2-40B4-BE49-F238E27FC236}">
                <a16:creationId xmlns:a16="http://schemas.microsoft.com/office/drawing/2014/main" id="{52390EB0-AD3A-4F6F-8AA1-985E61A7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2857">
            <a:off x="3536712" y="9667141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rPr>
              <a:t>l</a:t>
            </a:r>
          </a:p>
        </p:txBody>
      </p:sp>
      <p:sp>
        <p:nvSpPr>
          <p:cNvPr id="100" name="l">
            <a:extLst xmlns:a="http://schemas.openxmlformats.org/drawingml/2006/main">
              <a:ext uri="{FF2B5EF4-FFF2-40B4-BE49-F238E27FC236}">
                <a16:creationId xmlns:a16="http://schemas.microsoft.com/office/drawing/2014/main" id="{1629A181-EA2C-4D5A-8186-464143D1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1429">
            <a:off x="3756244" y="9672616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rPr>
              <a:t>l</a:t>
            </a:r>
          </a:p>
        </p:txBody>
      </p:sp>
      <p:sp>
        <p:nvSpPr>
          <p:cNvPr id="101" name="o">
            <a:extLst xmlns:a="http://schemas.openxmlformats.org/drawingml/2006/main">
              <a:ext uri="{FF2B5EF4-FFF2-40B4-BE49-F238E27FC236}">
                <a16:creationId xmlns:a16="http://schemas.microsoft.com/office/drawing/2014/main" id="{BA3BE323-2B5A-4C3C-B5E5-4F5EF59F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05714">
            <a:off x="3975736" y="9665682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rPr>
              <a:t>o</a:t>
            </a:r>
          </a:p>
        </p:txBody>
      </p:sp>
      <p:sp>
        <p:nvSpPr>
          <p:cNvPr id="102" name="w">
            <a:extLst xmlns:a="http://schemas.openxmlformats.org/drawingml/2006/main">
              <a:ext uri="{FF2B5EF4-FFF2-40B4-BE49-F238E27FC236}">
                <a16:creationId xmlns:a16="http://schemas.microsoft.com/office/drawing/2014/main" id="{9A21D349-7D65-46ED-9244-B82FAB04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00000">
            <a:off x="4194485" y="9646360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rPr>
              <a:t>w</a:t>
            </a:r>
          </a:p>
        </p:txBody>
      </p:sp>
      <p:sp>
        <p:nvSpPr>
          <p:cNvPr id="103" name="i">
            <a:extLst xmlns:a="http://schemas.openxmlformats.org/drawingml/2006/main">
              <a:ext uri="{FF2B5EF4-FFF2-40B4-BE49-F238E27FC236}">
                <a16:creationId xmlns:a16="http://schemas.microsoft.com/office/drawing/2014/main" id="{A235CD37-0EFC-4C84-BDAD-403CCC37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94286">
            <a:off x="4411794" y="9614714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104" name="n">
            <a:extLst xmlns:a="http://schemas.openxmlformats.org/drawingml/2006/main">
              <a:ext uri="{FF2B5EF4-FFF2-40B4-BE49-F238E27FC236}">
                <a16:creationId xmlns:a16="http://schemas.microsoft.com/office/drawing/2014/main" id="{5DB2F364-8854-40AF-B7BC-9DF121BA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88571">
            <a:off x="4626968" y="9570843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rPr>
              <a:t>n</a:t>
            </a:r>
          </a:p>
        </p:txBody>
      </p:sp>
      <p:sp>
        <p:nvSpPr>
          <p:cNvPr id="105" name="g">
            <a:extLst xmlns:a="http://schemas.openxmlformats.org/drawingml/2006/main">
              <a:ext uri="{FF2B5EF4-FFF2-40B4-BE49-F238E27FC236}">
                <a16:creationId xmlns:a16="http://schemas.microsoft.com/office/drawing/2014/main" id="{C5193AB0-E402-4030-B382-2F331BCB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82857">
            <a:off x="4839321" y="9514888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rPr>
              <a:t>g</a:t>
            </a:r>
          </a:p>
        </p:txBody>
      </p:sp>
      <p:sp>
        <p:nvSpPr>
          <p:cNvPr id="106" name="I">
            <a:extLst xmlns:a="http://schemas.openxmlformats.org/drawingml/2006/main">
              <a:ext uri="{FF2B5EF4-FFF2-40B4-BE49-F238E27FC236}">
                <a16:creationId xmlns:a16="http://schemas.microsoft.com/office/drawing/2014/main" id="{13481134-B907-4CD5-B966-9E7CC933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387273">
            <a:off x="617544" y="3477316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FF438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FF438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FF438D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107" name="m">
            <a:extLst xmlns:a="http://schemas.openxmlformats.org/drawingml/2006/main">
              <a:ext uri="{FF2B5EF4-FFF2-40B4-BE49-F238E27FC236}">
                <a16:creationId xmlns:a16="http://schemas.microsoft.com/office/drawing/2014/main" id="{6876B611-DA82-4AF9-A652-78432577E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561818">
            <a:off x="738763" y="3321654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FF438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FF438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FF438D"/>
                </a:solidFill>
                <a:latin typeface="Times New Roman"/>
                <a:ea typeface="Times New Roman"/>
                <a:cs typeface="Times New Roman"/>
              </a:rPr>
              <a:t>m</a:t>
            </a:r>
          </a:p>
        </p:txBody>
      </p:sp>
      <p:sp>
        <p:nvSpPr>
          <p:cNvPr id="108" name="a">
            <a:extLst xmlns:a="http://schemas.openxmlformats.org/drawingml/2006/main">
              <a:ext uri="{FF2B5EF4-FFF2-40B4-BE49-F238E27FC236}">
                <a16:creationId xmlns:a16="http://schemas.microsoft.com/office/drawing/2014/main" id="{0B9140C2-4A24-4487-BF22-7386FC34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736364">
            <a:off x="867726" y="3172345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FF438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FF438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FF438D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109" name="g">
            <a:extLst xmlns:a="http://schemas.openxmlformats.org/drawingml/2006/main">
              <a:ext uri="{FF2B5EF4-FFF2-40B4-BE49-F238E27FC236}">
                <a16:creationId xmlns:a16="http://schemas.microsoft.com/office/drawing/2014/main" id="{897B21AC-46A9-4E79-A39B-3DA09E386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910909">
            <a:off x="1004101" y="3029773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FF438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FF438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FF438D"/>
                </a:solidFill>
                <a:latin typeface="Times New Roman"/>
                <a:ea typeface="Times New Roman"/>
                <a:cs typeface="Times New Roman"/>
              </a:rPr>
              <a:t>g</a:t>
            </a:r>
          </a:p>
        </p:txBody>
      </p:sp>
      <p:sp>
        <p:nvSpPr>
          <p:cNvPr id="110" name="i">
            <a:extLst xmlns:a="http://schemas.openxmlformats.org/drawingml/2006/main">
              <a:ext uri="{FF2B5EF4-FFF2-40B4-BE49-F238E27FC236}">
                <a16:creationId xmlns:a16="http://schemas.microsoft.com/office/drawing/2014/main" id="{A584AE94-4A0D-4E63-8186-81927616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085455">
            <a:off x="1147535" y="2894306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FF438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FF438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FF438D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111" name="n">
            <a:extLst xmlns:a="http://schemas.openxmlformats.org/drawingml/2006/main">
              <a:ext uri="{FF2B5EF4-FFF2-40B4-BE49-F238E27FC236}">
                <a16:creationId xmlns:a16="http://schemas.microsoft.com/office/drawing/2014/main" id="{7361A6DF-EEF1-45E2-8408-36C832680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260000">
            <a:off x="1297660" y="2766293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FF438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FF438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FF438D"/>
                </a:solidFill>
                <a:latin typeface="Times New Roman"/>
                <a:ea typeface="Times New Roman"/>
                <a:cs typeface="Times New Roman"/>
              </a:rPr>
              <a:t>n</a:t>
            </a:r>
          </a:p>
        </p:txBody>
      </p:sp>
      <p:sp>
        <p:nvSpPr>
          <p:cNvPr id="112" name="a">
            <a:extLst xmlns:a="http://schemas.openxmlformats.org/drawingml/2006/main">
              <a:ext uri="{FF2B5EF4-FFF2-40B4-BE49-F238E27FC236}">
                <a16:creationId xmlns:a16="http://schemas.microsoft.com/office/drawing/2014/main" id="{5CE9F8F0-9111-4892-9310-EC56F4841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434545">
            <a:off x="1454088" y="2646064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FF438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FF438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FF438D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113" name="t">
            <a:extLst xmlns:a="http://schemas.openxmlformats.org/drawingml/2006/main">
              <a:ext uri="{FF2B5EF4-FFF2-40B4-BE49-F238E27FC236}">
                <a16:creationId xmlns:a16="http://schemas.microsoft.com/office/drawing/2014/main" id="{C6B5FDCD-2E14-4D59-A619-AA84050A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609091">
            <a:off x="1616417" y="2533929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FF438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FF438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FF438D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114" name="i">
            <a:extLst xmlns:a="http://schemas.openxmlformats.org/drawingml/2006/main">
              <a:ext uri="{FF2B5EF4-FFF2-40B4-BE49-F238E27FC236}">
                <a16:creationId xmlns:a16="http://schemas.microsoft.com/office/drawing/2014/main" id="{F1FDED85-D647-4869-93C6-829E070A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783636">
            <a:off x="1784227" y="2430177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FF438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FF438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FF438D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115" name="o">
            <a:extLst xmlns:a="http://schemas.openxmlformats.org/drawingml/2006/main">
              <a:ext uri="{FF2B5EF4-FFF2-40B4-BE49-F238E27FC236}">
                <a16:creationId xmlns:a16="http://schemas.microsoft.com/office/drawing/2014/main" id="{6458EF9D-B776-4376-8E9E-E61ECD14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958182">
            <a:off x="1957087" y="2335075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FF438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FF438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FF438D"/>
                </a:solidFill>
                <a:latin typeface="Times New Roman"/>
                <a:ea typeface="Times New Roman"/>
                <a:cs typeface="Times New Roman"/>
              </a:rPr>
              <a:t>o</a:t>
            </a:r>
          </a:p>
        </p:txBody>
      </p:sp>
      <p:sp>
        <p:nvSpPr>
          <p:cNvPr id="116" name="n">
            <a:extLst xmlns:a="http://schemas.openxmlformats.org/drawingml/2006/main">
              <a:ext uri="{FF2B5EF4-FFF2-40B4-BE49-F238E27FC236}">
                <a16:creationId xmlns:a16="http://schemas.microsoft.com/office/drawing/2014/main" id="{437CFBD4-94C0-4234-B8DD-0D2F0B75A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0132727">
            <a:off x="2134550" y="2248869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FF438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FF438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FF438D"/>
                </a:solidFill>
                <a:latin typeface="Times New Roman"/>
                <a:ea typeface="Times New Roman"/>
                <a:cs typeface="Times New Roman"/>
              </a:rPr>
              <a:t>n</a:t>
            </a:r>
          </a:p>
        </p:txBody>
      </p:sp>
      <p:sp>
        <p:nvSpPr>
          <p:cNvPr id="117" name="Surreal construction native soft shadow">
            <a:extLst xmlns:a="http://schemas.openxmlformats.org/drawingml/2006/main">
              <a:ext uri="{FF2B5EF4-FFF2-40B4-BE49-F238E27FC236}">
                <a16:creationId xmlns:a16="http://schemas.microsoft.com/office/drawing/2014/main" id="{994AE184-3423-48DB-8753-07CA37C2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2128838"/>
            <a:ext cx="7943850" cy="2886075"/>
          </a:xfrm>
          <a:custGeom xmlns:a="http://schemas.openxmlformats.org/drawingml/2006/main">
            <a:pathLst>
              <a:path w="7943850" h="2886075">
                <a:moveTo>
                  <a:pt x="171450" y="0"/>
                </a:moveTo>
                <a:lnTo>
                  <a:pt x="7772400" y="0"/>
                </a:lnTo>
                <a:cubicBezTo>
                  <a:pt x="7867089" y="0"/>
                  <a:pt x="7943850" y="76761"/>
                  <a:pt x="7943850" y="171450"/>
                </a:cubicBezTo>
                <a:lnTo>
                  <a:pt x="7943850" y="2714625"/>
                </a:lnTo>
                <a:cubicBezTo>
                  <a:pt x="7943850" y="2809314"/>
                  <a:pt x="7867089" y="2886075"/>
                  <a:pt x="7772400" y="2886075"/>
                </a:cubicBezTo>
                <a:lnTo>
                  <a:pt x="171450" y="2886075"/>
                </a:lnTo>
                <a:cubicBezTo>
                  <a:pt x="76761" y="2886075"/>
                  <a:pt x="0" y="2809314"/>
                  <a:pt x="0" y="2714625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 xmlns:a="http://schemas.openxmlformats.org/drawingml/2006/main">
            <a:srgbClr val="D6D6D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18" name="Surreal construction">
            <a:extLst xmlns:a="http://schemas.openxmlformats.org/drawingml/2006/main">
              <a:ext uri="{FF2B5EF4-FFF2-40B4-BE49-F238E27FC236}">
                <a16:creationId xmlns:a16="http://schemas.microsoft.com/office/drawing/2014/main" id="{18C6FC99-1B99-4D6A-A36C-FA5E75D2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081213"/>
            <a:ext cx="7943850" cy="2886075"/>
          </a:xfrm>
          <a:custGeom xmlns:a="http://schemas.openxmlformats.org/drawingml/2006/main">
            <a:pathLst>
              <a:path w="7943850" h="2886075">
                <a:moveTo>
                  <a:pt x="171450" y="0"/>
                </a:moveTo>
                <a:lnTo>
                  <a:pt x="7772400" y="0"/>
                </a:lnTo>
                <a:cubicBezTo>
                  <a:pt x="7867089" y="0"/>
                  <a:pt x="7943850" y="76761"/>
                  <a:pt x="7943850" y="171450"/>
                </a:cubicBezTo>
                <a:lnTo>
                  <a:pt x="7943850" y="2714625"/>
                </a:lnTo>
                <a:cubicBezTo>
                  <a:pt x="7943850" y="2809314"/>
                  <a:pt x="7867089" y="2886075"/>
                  <a:pt x="7772400" y="2886075"/>
                </a:cubicBezTo>
                <a:lnTo>
                  <a:pt x="171450" y="2886075"/>
                </a:lnTo>
                <a:cubicBezTo>
                  <a:pt x="76761" y="2886075"/>
                  <a:pt x="0" y="2809314"/>
                  <a:pt x="0" y="2714625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5790"/>
            </a:solidFill>
            <a:prstDash val="solid"/>
          </a:ln>
        </p:spPr>
      </p:sp>
      <p:sp>
        <p:nvSpPr>
          <p:cNvPr id="119" name="Multi-reference construction native soft shadow">
            <a:extLst xmlns:a="http://schemas.openxmlformats.org/drawingml/2006/main">
              <a:ext uri="{FF2B5EF4-FFF2-40B4-BE49-F238E27FC236}">
                <a16:creationId xmlns:a16="http://schemas.microsoft.com/office/drawing/2014/main" id="{2BB3CBC5-397C-4D7E-83DB-523D78A38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119688"/>
            <a:ext cx="11496675" cy="2305050"/>
          </a:xfrm>
          <a:custGeom xmlns:a="http://schemas.openxmlformats.org/drawingml/2006/main">
            <a:pathLst>
              <a:path w="11496675" h="2305050">
                <a:moveTo>
                  <a:pt x="171450" y="0"/>
                </a:moveTo>
                <a:lnTo>
                  <a:pt x="11325225" y="0"/>
                </a:lnTo>
                <a:cubicBezTo>
                  <a:pt x="11419914" y="0"/>
                  <a:pt x="11496675" y="76761"/>
                  <a:pt x="11496675" y="171450"/>
                </a:cubicBezTo>
                <a:lnTo>
                  <a:pt x="11496675" y="2133600"/>
                </a:lnTo>
                <a:cubicBezTo>
                  <a:pt x="11496675" y="2228289"/>
                  <a:pt x="11419914" y="2305050"/>
                  <a:pt x="11325225" y="2305050"/>
                </a:cubicBezTo>
                <a:lnTo>
                  <a:pt x="171450" y="2305050"/>
                </a:lnTo>
                <a:cubicBezTo>
                  <a:pt x="76761" y="2305050"/>
                  <a:pt x="0" y="2228289"/>
                  <a:pt x="0" y="21336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 xmlns:a="http://schemas.openxmlformats.org/drawingml/2006/main">
            <a:srgbClr val="D6D6D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20" name="Multi-reference construction">
            <a:extLst xmlns:a="http://schemas.openxmlformats.org/drawingml/2006/main">
              <a:ext uri="{FF2B5EF4-FFF2-40B4-BE49-F238E27FC236}">
                <a16:creationId xmlns:a16="http://schemas.microsoft.com/office/drawing/2014/main" id="{F09B0355-E5D5-4936-9414-B1086A8B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5072063"/>
            <a:ext cx="11496675" cy="2305050"/>
          </a:xfrm>
          <a:custGeom xmlns:a="http://schemas.openxmlformats.org/drawingml/2006/main">
            <a:pathLst>
              <a:path w="11496675" h="2305050">
                <a:moveTo>
                  <a:pt x="171450" y="0"/>
                </a:moveTo>
                <a:lnTo>
                  <a:pt x="11325225" y="0"/>
                </a:lnTo>
                <a:cubicBezTo>
                  <a:pt x="11419914" y="0"/>
                  <a:pt x="11496675" y="76761"/>
                  <a:pt x="11496675" y="171450"/>
                </a:cubicBezTo>
                <a:lnTo>
                  <a:pt x="11496675" y="2133600"/>
                </a:lnTo>
                <a:cubicBezTo>
                  <a:pt x="11496675" y="2228289"/>
                  <a:pt x="11419914" y="2305050"/>
                  <a:pt x="11325225" y="2305050"/>
                </a:cubicBezTo>
                <a:lnTo>
                  <a:pt x="171450" y="2305050"/>
                </a:lnTo>
                <a:cubicBezTo>
                  <a:pt x="76761" y="2305050"/>
                  <a:pt x="0" y="2228289"/>
                  <a:pt x="0" y="21336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7BE"/>
            </a:solidFill>
            <a:prstDash val="solid"/>
          </a:ln>
        </p:spPr>
      </p:sp>
      <p:sp>
        <p:nvSpPr>
          <p:cNvPr id="121" name="Instruction alignment construction native soft shadow">
            <a:extLst xmlns:a="http://schemas.openxmlformats.org/drawingml/2006/main">
              <a:ext uri="{FF2B5EF4-FFF2-40B4-BE49-F238E27FC236}">
                <a16:creationId xmlns:a16="http://schemas.microsoft.com/office/drawing/2014/main" id="{5A51DF70-8B20-4D09-A9AF-E1F0C76E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7605713"/>
            <a:ext cx="11487150" cy="2305050"/>
          </a:xfrm>
          <a:custGeom xmlns:a="http://schemas.openxmlformats.org/drawingml/2006/main">
            <a:pathLst>
              <a:path w="11487150" h="2305050">
                <a:moveTo>
                  <a:pt x="171450" y="0"/>
                </a:moveTo>
                <a:lnTo>
                  <a:pt x="11315700" y="0"/>
                </a:lnTo>
                <a:cubicBezTo>
                  <a:pt x="11410389" y="0"/>
                  <a:pt x="11487150" y="76761"/>
                  <a:pt x="11487150" y="171450"/>
                </a:cubicBezTo>
                <a:lnTo>
                  <a:pt x="11487150" y="2133600"/>
                </a:lnTo>
                <a:cubicBezTo>
                  <a:pt x="11487150" y="2228289"/>
                  <a:pt x="11410389" y="2305050"/>
                  <a:pt x="11315700" y="2305050"/>
                </a:cubicBezTo>
                <a:lnTo>
                  <a:pt x="171450" y="2305050"/>
                </a:lnTo>
                <a:cubicBezTo>
                  <a:pt x="76761" y="2305050"/>
                  <a:pt x="0" y="2228289"/>
                  <a:pt x="0" y="21336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 xmlns:a="http://schemas.openxmlformats.org/drawingml/2006/main">
            <a:srgbClr val="D6D6D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22" name="Instruction alignment construction">
            <a:extLst xmlns:a="http://schemas.openxmlformats.org/drawingml/2006/main">
              <a:ext uri="{FF2B5EF4-FFF2-40B4-BE49-F238E27FC236}">
                <a16:creationId xmlns:a16="http://schemas.microsoft.com/office/drawing/2014/main" id="{A3D017AD-D355-4EB8-9A45-34B38CF31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7558088"/>
            <a:ext cx="11487150" cy="2305050"/>
          </a:xfrm>
          <a:custGeom xmlns:a="http://schemas.openxmlformats.org/drawingml/2006/main">
            <a:pathLst>
              <a:path w="11487150" h="2305050">
                <a:moveTo>
                  <a:pt x="171450" y="0"/>
                </a:moveTo>
                <a:lnTo>
                  <a:pt x="11315700" y="0"/>
                </a:lnTo>
                <a:cubicBezTo>
                  <a:pt x="11410389" y="0"/>
                  <a:pt x="11487150" y="76761"/>
                  <a:pt x="11487150" y="171450"/>
                </a:cubicBezTo>
                <a:lnTo>
                  <a:pt x="11487150" y="2133600"/>
                </a:lnTo>
                <a:cubicBezTo>
                  <a:pt x="11487150" y="2228289"/>
                  <a:pt x="11410389" y="2305050"/>
                  <a:pt x="11315700" y="2305050"/>
                </a:cubicBezTo>
                <a:lnTo>
                  <a:pt x="171450" y="2305050"/>
                </a:lnTo>
                <a:cubicBezTo>
                  <a:pt x="76761" y="2305050"/>
                  <a:pt x="0" y="2228289"/>
                  <a:pt x="0" y="21336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561CF"/>
            </a:solidFill>
            <a:prstDash val="solid"/>
          </a:ln>
        </p:spPr>
      </p:sp>
      <p:sp>
        <p:nvSpPr>
          <p:cNvPr id="123" name="Common&#10;Objects">
            <a:extLst xmlns:a="http://schemas.openxmlformats.org/drawingml/2006/main">
              <a:ext uri="{FF2B5EF4-FFF2-40B4-BE49-F238E27FC236}">
                <a16:creationId xmlns:a16="http://schemas.microsoft.com/office/drawing/2014/main" id="{C7F50CCB-1367-4516-BAE3-F15498EC6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0" y="2290763"/>
            <a:ext cx="12668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7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Common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7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Objects</a:t>
            </a:r>
          </a:p>
        </p:txBody>
      </p:sp>
      <p:pic>
        <p:nvPic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4C82DE0D-4DFE-40F3-B73B-DAEBF0761C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d34b1afe0e46b3"/>
          <a:stretch xmlns:a="http://schemas.openxmlformats.org/drawingml/2006/main"/>
        </p:blipFill>
        <p:spPr>
          <a:xfrm xmlns:a="http://schemas.openxmlformats.org/drawingml/2006/main">
            <a:off x="9201150" y="2379071"/>
            <a:ext cx="733425" cy="756832"/>
          </a:xfrm>
          <a:prstGeom xmlns:a="http://schemas.openxmlformats.org/drawingml/2006/main" prst="rect">
            <a:avLst/>
          </a:prstGeom>
        </p:spPr>
      </p:pic>
      <p:pic>
        <p:nvPic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6DAE144B-D266-48E5-B8D2-A938EC25B1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05a19e7a0347fb"/>
          <a:stretch xmlns:a="http://schemas.openxmlformats.org/drawingml/2006/main"/>
        </p:blipFill>
        <p:spPr>
          <a:xfrm xmlns:a="http://schemas.openxmlformats.org/drawingml/2006/main">
            <a:off x="10507939" y="2243138"/>
            <a:ext cx="424898" cy="361950"/>
          </a:xfrm>
          <a:prstGeom xmlns:a="http://schemas.openxmlformats.org/drawingml/2006/main" prst="rect">
            <a:avLst/>
          </a:prstGeom>
        </p:spPr>
      </p:pic>
      <p:pic>
        <p:nvPic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CD8074AE-2AAE-40D1-A5AA-B0D557A0B2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56cf15c2c04e8b"/>
          <a:stretch xmlns:a="http://schemas.openxmlformats.org/drawingml/2006/main"/>
        </p:blipFill>
        <p:spPr>
          <a:xfrm xmlns:a="http://schemas.openxmlformats.org/drawingml/2006/main">
            <a:off x="9860015" y="2662238"/>
            <a:ext cx="577746" cy="476250"/>
          </a:xfrm>
          <a:prstGeom xmlns:a="http://schemas.openxmlformats.org/drawingml/2006/main" prst="rect">
            <a:avLst/>
          </a:prstGeom>
        </p:spPr>
      </p:pic>
      <p:pic>
        <p:nvPic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1201D551-961D-42F8-A65C-9C561201F0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7fef35aee04d08"/>
          <a:stretch xmlns:a="http://schemas.openxmlformats.org/drawingml/2006/main"/>
        </p:blipFill>
        <p:spPr>
          <a:xfrm xmlns:a="http://schemas.openxmlformats.org/drawingml/2006/main">
            <a:off x="10487025" y="2770381"/>
            <a:ext cx="638175" cy="498088"/>
          </a:xfrm>
          <a:prstGeom xmlns:a="http://schemas.openxmlformats.org/drawingml/2006/main" prst="rect">
            <a:avLst/>
          </a:prstGeom>
        </p:spPr>
      </p:pic>
      <p:pic>
        <p:nvPic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863460A3-156D-4EDC-8AF8-C92043F97A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6454478b0a4a00"/>
          <a:stretch xmlns:a="http://schemas.openxmlformats.org/drawingml/2006/main"/>
        </p:blipFill>
        <p:spPr>
          <a:xfrm xmlns:a="http://schemas.openxmlformats.org/drawingml/2006/main">
            <a:off x="7868210" y="3167063"/>
            <a:ext cx="1027579" cy="800100"/>
          </a:xfrm>
          <a:prstGeom xmlns:a="http://schemas.openxmlformats.org/drawingml/2006/main" prst="rect">
            <a:avLst/>
          </a:prstGeom>
        </p:spPr>
      </p:pic>
      <p:pic>
        <p:nvPic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66469871-900B-4E0B-8132-F39888AEE1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f337ce18344632"/>
          <a:stretch xmlns:a="http://schemas.openxmlformats.org/drawingml/2006/main"/>
        </p:blipFill>
        <p:spPr>
          <a:xfrm xmlns:a="http://schemas.openxmlformats.org/drawingml/2006/main">
            <a:off x="8867775" y="3162300"/>
            <a:ext cx="514350" cy="514350"/>
          </a:xfrm>
          <a:prstGeom xmlns:a="http://schemas.openxmlformats.org/drawingml/2006/main" prst="rect">
            <a:avLst/>
          </a:prstGeom>
        </p:spPr>
      </p:pic>
      <p:pic>
        <p:nvPic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766BE479-9607-44E7-BA32-1CF167014D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924ffe4f2e4f8d"/>
          <a:stretch xmlns:a="http://schemas.openxmlformats.org/drawingml/2006/main"/>
        </p:blipFill>
        <p:spPr>
          <a:xfrm xmlns:a="http://schemas.openxmlformats.org/drawingml/2006/main">
            <a:off x="8143875" y="4073647"/>
            <a:ext cx="609600" cy="625231"/>
          </a:xfrm>
          <a:prstGeom xmlns:a="http://schemas.openxmlformats.org/drawingml/2006/main" prst="rect">
            <a:avLst/>
          </a:prstGeom>
        </p:spPr>
      </p:pic>
      <p:pic>
        <p:nvPic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3AD37C66-0DA5-4978-A691-59CA7A7273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6a19750fe54a56"/>
          <a:stretch xmlns:a="http://schemas.openxmlformats.org/drawingml/2006/main"/>
        </p:blipFill>
        <p:spPr>
          <a:xfrm xmlns:a="http://schemas.openxmlformats.org/drawingml/2006/main">
            <a:off x="8842231" y="3757613"/>
            <a:ext cx="584489" cy="771525"/>
          </a:xfrm>
          <a:prstGeom xmlns:a="http://schemas.openxmlformats.org/drawingml/2006/main" prst="rect">
            <a:avLst/>
          </a:prstGeom>
        </p:spPr>
      </p:pic>
      <p:pic>
        <p:nvPic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C792FF7F-55A4-45E1-99E6-FCEC53BA23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da7ae990b34ec3"/>
          <a:stretch xmlns:a="http://schemas.openxmlformats.org/drawingml/2006/main"/>
        </p:blipFill>
        <p:spPr>
          <a:xfrm xmlns:a="http://schemas.openxmlformats.org/drawingml/2006/main">
            <a:off x="9717061" y="3376613"/>
            <a:ext cx="473127" cy="962025"/>
          </a:xfrm>
          <a:prstGeom xmlns:a="http://schemas.openxmlformats.org/drawingml/2006/main" prst="rect">
            <a:avLst/>
          </a:prstGeom>
        </p:spPr>
      </p:pic>
      <p:pic>
        <p:nvPic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BBD92598-98F5-415B-84AC-3222006EC2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3f1c20a3b9454a"/>
          <a:stretch xmlns:a="http://schemas.openxmlformats.org/drawingml/2006/main"/>
        </p:blipFill>
        <p:spPr>
          <a:xfrm xmlns:a="http://schemas.openxmlformats.org/drawingml/2006/main">
            <a:off x="10015717" y="4205288"/>
            <a:ext cx="656866" cy="409575"/>
          </a:xfrm>
          <a:prstGeom xmlns:a="http://schemas.openxmlformats.org/drawingml/2006/main" prst="rect">
            <a:avLst/>
          </a:prstGeom>
        </p:spPr>
      </p:pic>
      <p:pic>
        <p:nvPic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6EAFDB0F-9F11-47CD-ADBC-D21A48F311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6f2376eb29406f"/>
          <a:stretch xmlns:a="http://schemas.openxmlformats.org/drawingml/2006/main"/>
        </p:blipFill>
        <p:spPr>
          <a:xfrm xmlns:a="http://schemas.openxmlformats.org/drawingml/2006/main">
            <a:off x="10353675" y="3692440"/>
            <a:ext cx="1019175" cy="368471"/>
          </a:xfrm>
          <a:prstGeom xmlns:a="http://schemas.openxmlformats.org/drawingml/2006/main" prst="rect">
            <a:avLst/>
          </a:prstGeom>
        </p:spPr>
      </p:pic>
      <p:sp>
        <p:nvSpPr>
          <p:cNvPr id="135" name="a. Surreal fantasy data label background">
            <a:extLst xmlns:a="http://schemas.openxmlformats.org/drawingml/2006/main">
              <a:ext uri="{FF2B5EF4-FFF2-40B4-BE49-F238E27FC236}">
                <a16:creationId xmlns:a16="http://schemas.microsoft.com/office/drawing/2014/main" id="{75E2265B-A420-419A-9520-8651CCF9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2147888"/>
            <a:ext cx="3543300" cy="390525"/>
          </a:xfrm>
          <a:custGeom xmlns:a="http://schemas.openxmlformats.org/drawingml/2006/main">
            <a:pathLst>
              <a:path w="3543300" h="390525">
                <a:moveTo>
                  <a:pt x="195263" y="0"/>
                </a:moveTo>
                <a:lnTo>
                  <a:pt x="3348038" y="0"/>
                </a:lnTo>
                <a:cubicBezTo>
                  <a:pt x="3455878" y="0"/>
                  <a:pt x="3543300" y="87422"/>
                  <a:pt x="3543300" y="195263"/>
                </a:cubicBezTo>
                <a:lnTo>
                  <a:pt x="3543300" y="195263"/>
                </a:lnTo>
                <a:cubicBezTo>
                  <a:pt x="3543300" y="303103"/>
                  <a:pt x="3455878" y="390525"/>
                  <a:pt x="3348038" y="390525"/>
                </a:cubicBezTo>
                <a:lnTo>
                  <a:pt x="195263" y="390525"/>
                </a:lnTo>
                <a:cubicBezTo>
                  <a:pt x="87422" y="390525"/>
                  <a:pt x="0" y="303103"/>
                  <a:pt x="0" y="195263"/>
                </a:cubicBezTo>
                <a:lnTo>
                  <a:pt x="0" y="195263"/>
                </a:lnTo>
                <a:cubicBezTo>
                  <a:pt x="0" y="87422"/>
                  <a:pt x="87422" y="0"/>
                  <a:pt x="195263" y="0"/>
                </a:cubicBezTo>
                <a:close/>
              </a:path>
            </a:pathLst>
          </a:custGeom>
          <a:solidFill xmlns:a="http://schemas.openxmlformats.org/drawingml/2006/main">
            <a:srgbClr val="FFE4E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36" name="a. Surreal fantasy data">
            <a:extLst xmlns:a="http://schemas.openxmlformats.org/drawingml/2006/main">
              <a:ext uri="{FF2B5EF4-FFF2-40B4-BE49-F238E27FC236}">
                <a16:creationId xmlns:a16="http://schemas.microsoft.com/office/drawing/2014/main" id="{E2BCFD49-7E78-43CB-810F-F49D7DC5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15750" y="2166938"/>
            <a:ext cx="33147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75" b="1" i="0">
                <a:solidFill>
                  <a:srgbClr val="C60B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75" b="1" i="0">
                <a:solidFill>
                  <a:srgbClr val="C60B51"/>
                </a:solidFill>
                <a:latin typeface="Comic Sans MS"/>
                <a:ea typeface="Comic Sans MS"/>
                <a:cs typeface="Comic Sans MS"/>
              </a:defRPr>
            </a:pPr>
            <a:r>
              <a:rPr sz="1875" b="1" i="0">
                <a:solidFill>
                  <a:srgbClr val="C60B51"/>
                </a:solidFill>
                <a:latin typeface="Comic Sans MS"/>
                <a:ea typeface="Comic Sans MS"/>
                <a:cs typeface="Comic Sans MS"/>
              </a:rPr>
              <a:t>a. Surreal fantasy data</a:t>
            </a:r>
          </a:p>
        </p:txBody>
      </p:sp>
      <p:sp>
        <p:nvSpPr>
          <p:cNvPr id="137" name="Regular attributes module native soft shadow">
            <a:extLst xmlns:a="http://schemas.openxmlformats.org/drawingml/2006/main">
              <a:ext uri="{FF2B5EF4-FFF2-40B4-BE49-F238E27FC236}">
                <a16:creationId xmlns:a16="http://schemas.microsoft.com/office/drawing/2014/main" id="{3FB2C12C-EE73-4D94-8E79-34EB46FD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2862263"/>
            <a:ext cx="2009775" cy="1724025"/>
          </a:xfrm>
          <a:custGeom xmlns:a="http://schemas.openxmlformats.org/drawingml/2006/main">
            <a:pathLst>
              <a:path w="2009775" h="1724025">
                <a:moveTo>
                  <a:pt x="152400" y="0"/>
                </a:moveTo>
                <a:lnTo>
                  <a:pt x="1857375" y="0"/>
                </a:lnTo>
                <a:cubicBezTo>
                  <a:pt x="1941543" y="0"/>
                  <a:pt x="2009775" y="68232"/>
                  <a:pt x="2009775" y="152400"/>
                </a:cubicBezTo>
                <a:lnTo>
                  <a:pt x="2009775" y="1571625"/>
                </a:lnTo>
                <a:cubicBezTo>
                  <a:pt x="2009775" y="1655793"/>
                  <a:pt x="1941543" y="1724025"/>
                  <a:pt x="1857375" y="1724025"/>
                </a:cubicBezTo>
                <a:lnTo>
                  <a:pt x="152400" y="1724025"/>
                </a:lnTo>
                <a:cubicBezTo>
                  <a:pt x="68232" y="1724025"/>
                  <a:pt x="0" y="1655793"/>
                  <a:pt x="0" y="1571625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 xmlns:a="http://schemas.openxmlformats.org/drawingml/2006/main">
            <a:srgbClr val="D6D6D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38" name="Regular attributes module">
            <a:extLst xmlns:a="http://schemas.openxmlformats.org/drawingml/2006/main">
              <a:ext uri="{FF2B5EF4-FFF2-40B4-BE49-F238E27FC236}">
                <a16:creationId xmlns:a16="http://schemas.microsoft.com/office/drawing/2014/main" id="{E107FC3D-5727-4F7E-9A4E-AB55D8C1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2814638"/>
            <a:ext cx="2009775" cy="1724025"/>
          </a:xfrm>
          <a:custGeom xmlns:a="http://schemas.openxmlformats.org/drawingml/2006/main">
            <a:pathLst>
              <a:path w="2009775" h="1724025">
                <a:moveTo>
                  <a:pt x="152400" y="0"/>
                </a:moveTo>
                <a:lnTo>
                  <a:pt x="1857375" y="0"/>
                </a:lnTo>
                <a:cubicBezTo>
                  <a:pt x="1941543" y="0"/>
                  <a:pt x="2009775" y="68232"/>
                  <a:pt x="2009775" y="152400"/>
                </a:cubicBezTo>
                <a:lnTo>
                  <a:pt x="2009775" y="1571625"/>
                </a:lnTo>
                <a:cubicBezTo>
                  <a:pt x="2009775" y="1655793"/>
                  <a:pt x="1941543" y="1724025"/>
                  <a:pt x="1857375" y="1724025"/>
                </a:cubicBezTo>
                <a:lnTo>
                  <a:pt x="152400" y="1724025"/>
                </a:lnTo>
                <a:cubicBezTo>
                  <a:pt x="68232" y="1724025"/>
                  <a:pt x="0" y="1655793"/>
                  <a:pt x="0" y="1571625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pic>
        <p:nvPic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D87FBDBA-4732-4E23-A6E2-88B60E94B3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ebf3166e874072"/>
          <a:stretch xmlns:a="http://schemas.openxmlformats.org/drawingml/2006/main"/>
        </p:blipFill>
        <p:spPr>
          <a:xfrm xmlns:a="http://schemas.openxmlformats.org/drawingml/2006/main">
            <a:off x="12182475" y="2596938"/>
            <a:ext cx="352425" cy="321098"/>
          </a:xfrm>
          <a:prstGeom xmlns:a="http://schemas.openxmlformats.org/drawingml/2006/main" prst="rect">
            <a:avLst/>
          </a:prstGeom>
        </p:spPr>
      </p:pic>
      <p:sp>
        <p:nvSpPr>
          <p:cNvPr id="140" name="GPT-4o">
            <a:extLst xmlns:a="http://schemas.openxmlformats.org/drawingml/2006/main">
              <a:ext uri="{FF2B5EF4-FFF2-40B4-BE49-F238E27FC236}">
                <a16:creationId xmlns:a16="http://schemas.microsoft.com/office/drawing/2014/main" id="{953CD3A3-2698-450B-A74A-854DE9372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82475" y="2947988"/>
            <a:ext cx="876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GPT-4o</a:t>
            </a:r>
          </a:p>
        </p:txBody>
      </p:sp>
      <p:pic>
        <p:nvPic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02D94C6E-0B92-416B-8C02-214AF789EA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4f7b40daa54737"/>
          <a:stretch xmlns:a="http://schemas.openxmlformats.org/drawingml/2006/main"/>
        </p:blipFill>
        <p:spPr>
          <a:xfrm xmlns:a="http://schemas.openxmlformats.org/drawingml/2006/main">
            <a:off x="11953875" y="3197863"/>
            <a:ext cx="838200" cy="814699"/>
          </a:xfrm>
          <a:prstGeom xmlns:a="http://schemas.openxmlformats.org/drawingml/2006/main" prst="rect">
            <a:avLst/>
          </a:prstGeom>
        </p:spPr>
      </p:pic>
      <p:sp>
        <p:nvSpPr>
          <p:cNvPr id="142" name="color tag native soft shadow">
            <a:extLst xmlns:a="http://schemas.openxmlformats.org/drawingml/2006/main">
              <a:ext uri="{FF2B5EF4-FFF2-40B4-BE49-F238E27FC236}">
                <a16:creationId xmlns:a16="http://schemas.microsoft.com/office/drawing/2014/main" id="{F802F881-9E60-40FA-8AEA-1626EEEB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0650" y="3148013"/>
            <a:ext cx="952500" cy="323850"/>
          </a:xfrm>
          <a:custGeom xmlns:a="http://schemas.openxmlformats.org/drawingml/2006/main">
            <a:pathLst>
              <a:path w="952500" h="323850">
                <a:moveTo>
                  <a:pt x="38100" y="0"/>
                </a:moveTo>
                <a:lnTo>
                  <a:pt x="914400" y="0"/>
                </a:lnTo>
                <a:cubicBezTo>
                  <a:pt x="935442" y="0"/>
                  <a:pt x="952500" y="17058"/>
                  <a:pt x="952500" y="38100"/>
                </a:cubicBezTo>
                <a:lnTo>
                  <a:pt x="952500" y="285750"/>
                </a:lnTo>
                <a:cubicBezTo>
                  <a:pt x="952500" y="306792"/>
                  <a:pt x="935442" y="323850"/>
                  <a:pt x="914400" y="323850"/>
                </a:cubicBezTo>
                <a:lnTo>
                  <a:pt x="38100" y="323850"/>
                </a:lnTo>
                <a:cubicBezTo>
                  <a:pt x="17058" y="323850"/>
                  <a:pt x="0" y="306792"/>
                  <a:pt x="0" y="2857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D6D6D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43" name="color tag">
            <a:extLst xmlns:a="http://schemas.openxmlformats.org/drawingml/2006/main">
              <a:ext uri="{FF2B5EF4-FFF2-40B4-BE49-F238E27FC236}">
                <a16:creationId xmlns:a16="http://schemas.microsoft.com/office/drawing/2014/main" id="{9B4C9FB9-7523-43BD-AAFB-99409C03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3100388"/>
            <a:ext cx="952500" cy="323850"/>
          </a:xfrm>
          <a:custGeom xmlns:a="http://schemas.openxmlformats.org/drawingml/2006/main">
            <a:pathLst>
              <a:path w="952500" h="323850">
                <a:moveTo>
                  <a:pt x="38100" y="0"/>
                </a:moveTo>
                <a:lnTo>
                  <a:pt x="914400" y="0"/>
                </a:lnTo>
                <a:cubicBezTo>
                  <a:pt x="935442" y="0"/>
                  <a:pt x="952500" y="17058"/>
                  <a:pt x="952500" y="38100"/>
                </a:cubicBezTo>
                <a:lnTo>
                  <a:pt x="952500" y="285750"/>
                </a:lnTo>
                <a:cubicBezTo>
                  <a:pt x="952500" y="306792"/>
                  <a:pt x="935442" y="323850"/>
                  <a:pt x="914400" y="323850"/>
                </a:cubicBezTo>
                <a:lnTo>
                  <a:pt x="38100" y="323850"/>
                </a:lnTo>
                <a:cubicBezTo>
                  <a:pt x="17058" y="323850"/>
                  <a:pt x="0" y="306792"/>
                  <a:pt x="0" y="2857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7A7A7"/>
            </a:solidFill>
            <a:prstDash val="solid"/>
          </a:ln>
        </p:spPr>
      </p:sp>
      <p:sp>
        <p:nvSpPr>
          <p:cNvPr id="144" name="color">
            <a:extLst xmlns:a="http://schemas.openxmlformats.org/drawingml/2006/main">
              <a:ext uri="{FF2B5EF4-FFF2-40B4-BE49-F238E27FC236}">
                <a16:creationId xmlns:a16="http://schemas.microsoft.com/office/drawing/2014/main" id="{7C5B3411-D57A-4AC6-8C36-C0F74614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80000">
            <a:off x="12877800" y="3138488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color</a:t>
            </a:r>
          </a:p>
        </p:txBody>
      </p:sp>
      <p:sp>
        <p:nvSpPr>
          <p:cNvPr id="145" name="size tag native soft shadow">
            <a:extLst xmlns:a="http://schemas.openxmlformats.org/drawingml/2006/main">
              <a:ext uri="{FF2B5EF4-FFF2-40B4-BE49-F238E27FC236}">
                <a16:creationId xmlns:a16="http://schemas.microsoft.com/office/drawing/2014/main" id="{6B32E4D3-56D4-46AB-B90A-A9FA28480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3538538"/>
            <a:ext cx="952500" cy="323850"/>
          </a:xfrm>
          <a:custGeom xmlns:a="http://schemas.openxmlformats.org/drawingml/2006/main">
            <a:pathLst>
              <a:path w="952500" h="323850">
                <a:moveTo>
                  <a:pt x="38100" y="0"/>
                </a:moveTo>
                <a:lnTo>
                  <a:pt x="914400" y="0"/>
                </a:lnTo>
                <a:cubicBezTo>
                  <a:pt x="935442" y="0"/>
                  <a:pt x="952500" y="17058"/>
                  <a:pt x="952500" y="38100"/>
                </a:cubicBezTo>
                <a:lnTo>
                  <a:pt x="952500" y="285750"/>
                </a:lnTo>
                <a:cubicBezTo>
                  <a:pt x="952500" y="306792"/>
                  <a:pt x="935442" y="323850"/>
                  <a:pt x="914400" y="323850"/>
                </a:cubicBezTo>
                <a:lnTo>
                  <a:pt x="38100" y="323850"/>
                </a:lnTo>
                <a:cubicBezTo>
                  <a:pt x="17058" y="323850"/>
                  <a:pt x="0" y="306792"/>
                  <a:pt x="0" y="2857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D6D6D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46" name="size tag">
            <a:extLst xmlns:a="http://schemas.openxmlformats.org/drawingml/2006/main">
              <a:ext uri="{FF2B5EF4-FFF2-40B4-BE49-F238E27FC236}">
                <a16:creationId xmlns:a16="http://schemas.microsoft.com/office/drawing/2014/main" id="{B166A9DA-9752-4F11-85F6-E9E4365BF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0650" y="3490913"/>
            <a:ext cx="952500" cy="323850"/>
          </a:xfrm>
          <a:custGeom xmlns:a="http://schemas.openxmlformats.org/drawingml/2006/main">
            <a:pathLst>
              <a:path w="952500" h="323850">
                <a:moveTo>
                  <a:pt x="38100" y="0"/>
                </a:moveTo>
                <a:lnTo>
                  <a:pt x="914400" y="0"/>
                </a:lnTo>
                <a:cubicBezTo>
                  <a:pt x="935442" y="0"/>
                  <a:pt x="952500" y="17058"/>
                  <a:pt x="952500" y="38100"/>
                </a:cubicBezTo>
                <a:lnTo>
                  <a:pt x="952500" y="285750"/>
                </a:lnTo>
                <a:cubicBezTo>
                  <a:pt x="952500" y="306792"/>
                  <a:pt x="935442" y="323850"/>
                  <a:pt x="914400" y="323850"/>
                </a:cubicBezTo>
                <a:lnTo>
                  <a:pt x="38100" y="323850"/>
                </a:lnTo>
                <a:cubicBezTo>
                  <a:pt x="17058" y="323850"/>
                  <a:pt x="0" y="306792"/>
                  <a:pt x="0" y="2857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7A7A7"/>
            </a:solidFill>
            <a:prstDash val="solid"/>
          </a:ln>
        </p:spPr>
      </p:sp>
      <p:sp>
        <p:nvSpPr>
          <p:cNvPr id="147" name="size">
            <a:extLst xmlns:a="http://schemas.openxmlformats.org/drawingml/2006/main">
              <a:ext uri="{FF2B5EF4-FFF2-40B4-BE49-F238E27FC236}">
                <a16:creationId xmlns:a16="http://schemas.microsoft.com/office/drawing/2014/main" id="{82332AB1-5F96-4363-9D81-481C33A7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0000">
            <a:off x="12915900" y="3529013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size</a:t>
            </a:r>
          </a:p>
        </p:txBody>
      </p:sp>
      <p:sp>
        <p:nvSpPr>
          <p:cNvPr id="148" name="structure tag native soft shadow">
            <a:extLst xmlns:a="http://schemas.openxmlformats.org/drawingml/2006/main">
              <a:ext uri="{FF2B5EF4-FFF2-40B4-BE49-F238E27FC236}">
                <a16:creationId xmlns:a16="http://schemas.microsoft.com/office/drawing/2014/main" id="{8B1570A7-CC9E-443C-B17C-7D56B151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1125" y="3948113"/>
            <a:ext cx="1095375" cy="323850"/>
          </a:xfrm>
          <a:custGeom xmlns:a="http://schemas.openxmlformats.org/drawingml/2006/main">
            <a:pathLst>
              <a:path w="1095375" h="323850">
                <a:moveTo>
                  <a:pt x="38100" y="0"/>
                </a:moveTo>
                <a:lnTo>
                  <a:pt x="1057275" y="0"/>
                </a:lnTo>
                <a:cubicBezTo>
                  <a:pt x="1078317" y="0"/>
                  <a:pt x="1095375" y="17058"/>
                  <a:pt x="1095375" y="38100"/>
                </a:cubicBezTo>
                <a:lnTo>
                  <a:pt x="1095375" y="285750"/>
                </a:lnTo>
                <a:cubicBezTo>
                  <a:pt x="1095375" y="306792"/>
                  <a:pt x="1078317" y="323850"/>
                  <a:pt x="1057275" y="323850"/>
                </a:cubicBezTo>
                <a:lnTo>
                  <a:pt x="38100" y="323850"/>
                </a:lnTo>
                <a:cubicBezTo>
                  <a:pt x="17058" y="323850"/>
                  <a:pt x="0" y="306792"/>
                  <a:pt x="0" y="2857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D6D6D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49" name="structure tag">
            <a:extLst xmlns:a="http://schemas.openxmlformats.org/drawingml/2006/main">
              <a:ext uri="{FF2B5EF4-FFF2-40B4-BE49-F238E27FC236}">
                <a16:creationId xmlns:a16="http://schemas.microsoft.com/office/drawing/2014/main" id="{952DB1AA-D7EE-443C-B3ED-D780C052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3025" y="3900488"/>
            <a:ext cx="1095375" cy="323850"/>
          </a:xfrm>
          <a:custGeom xmlns:a="http://schemas.openxmlformats.org/drawingml/2006/main">
            <a:pathLst>
              <a:path w="1095375" h="323850">
                <a:moveTo>
                  <a:pt x="38100" y="0"/>
                </a:moveTo>
                <a:lnTo>
                  <a:pt x="1057275" y="0"/>
                </a:lnTo>
                <a:cubicBezTo>
                  <a:pt x="1078317" y="0"/>
                  <a:pt x="1095375" y="17058"/>
                  <a:pt x="1095375" y="38100"/>
                </a:cubicBezTo>
                <a:lnTo>
                  <a:pt x="1095375" y="285750"/>
                </a:lnTo>
                <a:cubicBezTo>
                  <a:pt x="1095375" y="306792"/>
                  <a:pt x="1078317" y="323850"/>
                  <a:pt x="1057275" y="323850"/>
                </a:cubicBezTo>
                <a:lnTo>
                  <a:pt x="38100" y="323850"/>
                </a:lnTo>
                <a:cubicBezTo>
                  <a:pt x="17058" y="323850"/>
                  <a:pt x="0" y="306792"/>
                  <a:pt x="0" y="2857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7A7A7"/>
            </a:solidFill>
            <a:prstDash val="solid"/>
          </a:ln>
        </p:spPr>
      </p:sp>
      <p:sp>
        <p:nvSpPr>
          <p:cNvPr id="150" name="structure">
            <a:extLst xmlns:a="http://schemas.openxmlformats.org/drawingml/2006/main">
              <a:ext uri="{FF2B5EF4-FFF2-40B4-BE49-F238E27FC236}">
                <a16:creationId xmlns:a16="http://schemas.microsoft.com/office/drawing/2014/main" id="{6FF906CD-3DA7-4672-8224-16835448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60000">
            <a:off x="12868275" y="3938588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structure</a:t>
            </a:r>
          </a:p>
        </p:txBody>
      </p:sp>
      <p:sp>
        <p:nvSpPr>
          <p:cNvPr id="151" name="Regular&#10;attributes">
            <a:extLst xmlns:a="http://schemas.openxmlformats.org/drawingml/2006/main">
              <a:ext uri="{FF2B5EF4-FFF2-40B4-BE49-F238E27FC236}">
                <a16:creationId xmlns:a16="http://schemas.microsoft.com/office/drawing/2014/main" id="{418E8677-E707-47C6-9AA7-83FA75EF7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44350" y="4033838"/>
            <a:ext cx="1219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Regular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attributes</a:t>
            </a:r>
          </a:p>
        </p:txBody>
      </p:sp>
      <p:sp>
        <p:nvSpPr>
          <p:cNvPr id="152" name="Attribute Construction">
            <a:extLst xmlns:a="http://schemas.openxmlformats.org/drawingml/2006/main">
              <a:ext uri="{FF2B5EF4-FFF2-40B4-BE49-F238E27FC236}">
                <a16:creationId xmlns:a16="http://schemas.microsoft.com/office/drawing/2014/main" id="{01D8B1C3-199F-4ADC-84DA-1C7308828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20500" y="4652963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5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Attribute Construction</a:t>
            </a:r>
          </a:p>
        </p:txBody>
      </p:sp>
      <p:sp>
        <p:nvSpPr>
          <p:cNvPr id="153" name="Conceptual deflection module native soft shadow">
            <a:extLst xmlns:a="http://schemas.openxmlformats.org/drawingml/2006/main">
              <a:ext uri="{FF2B5EF4-FFF2-40B4-BE49-F238E27FC236}">
                <a16:creationId xmlns:a16="http://schemas.microsoft.com/office/drawing/2014/main" id="{DF8E716A-2C2F-4F23-8443-12F9338E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1350" y="2871788"/>
            <a:ext cx="1933575" cy="1714500"/>
          </a:xfrm>
          <a:custGeom xmlns:a="http://schemas.openxmlformats.org/drawingml/2006/main">
            <a:pathLst>
              <a:path w="1933575" h="1714500">
                <a:moveTo>
                  <a:pt x="142875" y="0"/>
                </a:moveTo>
                <a:lnTo>
                  <a:pt x="1790700" y="0"/>
                </a:lnTo>
                <a:cubicBezTo>
                  <a:pt x="1869608" y="0"/>
                  <a:pt x="1933575" y="63967"/>
                  <a:pt x="1933575" y="142875"/>
                </a:cubicBezTo>
                <a:lnTo>
                  <a:pt x="1933575" y="1571625"/>
                </a:lnTo>
                <a:cubicBezTo>
                  <a:pt x="1933575" y="1650533"/>
                  <a:pt x="1869608" y="1714500"/>
                  <a:pt x="1790700" y="1714500"/>
                </a:cubicBezTo>
                <a:lnTo>
                  <a:pt x="142875" y="1714500"/>
                </a:lnTo>
                <a:cubicBezTo>
                  <a:pt x="63967" y="1714500"/>
                  <a:pt x="0" y="1650533"/>
                  <a:pt x="0" y="1571625"/>
                </a:cubicBezTo>
                <a:lnTo>
                  <a:pt x="0" y="142875"/>
                </a:lnTo>
                <a:cubicBezTo>
                  <a:pt x="0" y="63967"/>
                  <a:pt x="63967" y="0"/>
                  <a:pt x="142875" y="0"/>
                </a:cubicBezTo>
                <a:close/>
              </a:path>
            </a:pathLst>
          </a:custGeom>
          <a:solidFill xmlns:a="http://schemas.openxmlformats.org/drawingml/2006/main">
            <a:srgbClr val="D6D6D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54" name="Conceptual deflection module">
            <a:extLst xmlns:a="http://schemas.openxmlformats.org/drawingml/2006/main">
              <a:ext uri="{FF2B5EF4-FFF2-40B4-BE49-F238E27FC236}">
                <a16:creationId xmlns:a16="http://schemas.microsoft.com/office/drawing/2014/main" id="{3BE752C6-8401-44FC-A91B-52922231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2824163"/>
            <a:ext cx="1933575" cy="1714500"/>
          </a:xfrm>
          <a:custGeom xmlns:a="http://schemas.openxmlformats.org/drawingml/2006/main">
            <a:pathLst>
              <a:path w="1933575" h="1714500">
                <a:moveTo>
                  <a:pt x="142875" y="0"/>
                </a:moveTo>
                <a:lnTo>
                  <a:pt x="1790700" y="0"/>
                </a:lnTo>
                <a:cubicBezTo>
                  <a:pt x="1869608" y="0"/>
                  <a:pt x="1933575" y="63967"/>
                  <a:pt x="1933575" y="142875"/>
                </a:cubicBezTo>
                <a:lnTo>
                  <a:pt x="1933575" y="1571625"/>
                </a:lnTo>
                <a:cubicBezTo>
                  <a:pt x="1933575" y="1650533"/>
                  <a:pt x="1869608" y="1714500"/>
                  <a:pt x="1790700" y="1714500"/>
                </a:cubicBezTo>
                <a:lnTo>
                  <a:pt x="142875" y="1714500"/>
                </a:lnTo>
                <a:cubicBezTo>
                  <a:pt x="63967" y="1714500"/>
                  <a:pt x="0" y="1650533"/>
                  <a:pt x="0" y="1571625"/>
                </a:cubicBezTo>
                <a:lnTo>
                  <a:pt x="0" y="142875"/>
                </a:lnTo>
                <a:cubicBezTo>
                  <a:pt x="0" y="63967"/>
                  <a:pt x="63967" y="0"/>
                  <a:pt x="14287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pic>
        <p:nvPic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C8FE2D9E-2CD4-421F-B7BE-695E9E85C9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dd53970c8e407c"/>
          <a:stretch xmlns:a="http://schemas.openxmlformats.org/drawingml/2006/main"/>
        </p:blipFill>
        <p:spPr>
          <a:xfrm xmlns:a="http://schemas.openxmlformats.org/drawingml/2006/main">
            <a:off x="14649450" y="2873086"/>
            <a:ext cx="600075" cy="568902"/>
          </a:xfrm>
          <a:prstGeom xmlns:a="http://schemas.openxmlformats.org/drawingml/2006/main" prst="rect">
            <a:avLst/>
          </a:prstGeom>
        </p:spPr>
      </p:pic>
      <p:pic>
        <p:nvPic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B798B825-BD38-4E49-9729-A68219EA2B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bcb2596a9b40a9"/>
          <a:stretch xmlns:a="http://schemas.openxmlformats.org/drawingml/2006/main"/>
        </p:blipFill>
        <p:spPr>
          <a:xfrm xmlns:a="http://schemas.openxmlformats.org/drawingml/2006/main">
            <a:off x="14649920" y="3414713"/>
            <a:ext cx="599136" cy="552450"/>
          </a:xfrm>
          <a:prstGeom xmlns:a="http://schemas.openxmlformats.org/drawingml/2006/main" prst="rect">
            <a:avLst/>
          </a:prstGeom>
        </p:spPr>
      </p:pic>
      <p:pic>
        <p:nvPic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CC2DBB6C-9D07-43CA-9D28-5BC147CA99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3428566a094072"/>
          <a:stretch xmlns:a="http://schemas.openxmlformats.org/drawingml/2006/main"/>
        </p:blipFill>
        <p:spPr>
          <a:xfrm xmlns:a="http://schemas.openxmlformats.org/drawingml/2006/main">
            <a:off x="14651534" y="3986213"/>
            <a:ext cx="595908" cy="495300"/>
          </a:xfrm>
          <a:prstGeom xmlns:a="http://schemas.openxmlformats.org/drawingml/2006/main" prst="rect">
            <a:avLst/>
          </a:prstGeom>
        </p:spPr>
      </p:pic>
      <p:sp>
        <p:nvSpPr>
          <p:cNvPr id="158" name="Attribute&#10;Deflection">
            <a:extLst xmlns:a="http://schemas.openxmlformats.org/drawingml/2006/main">
              <a:ext uri="{FF2B5EF4-FFF2-40B4-BE49-F238E27FC236}">
                <a16:creationId xmlns:a16="http://schemas.microsoft.com/office/drawing/2014/main" id="{F93423DF-1CAF-4081-9FFE-F0522BA5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06675" y="2947988"/>
            <a:ext cx="1181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Attribute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Deflection</a:t>
            </a:r>
          </a:p>
        </p:txBody>
      </p:sp>
      <p:sp>
        <p:nvSpPr>
          <p:cNvPr id="159" name="Compositional&#10;Content">
            <a:extLst xmlns:a="http://schemas.openxmlformats.org/drawingml/2006/main">
              <a:ext uri="{FF2B5EF4-FFF2-40B4-BE49-F238E27FC236}">
                <a16:creationId xmlns:a16="http://schemas.microsoft.com/office/drawing/2014/main" id="{30E5060A-7232-43EE-B4F8-EB2B707F3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06675" y="3490913"/>
            <a:ext cx="1181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Compositional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Content</a:t>
            </a:r>
          </a:p>
        </p:txBody>
      </p:sp>
      <p:sp>
        <p:nvSpPr>
          <p:cNvPr id="160" name="Spatiotemporal&#10;Anomaly">
            <a:extLst xmlns:a="http://schemas.openxmlformats.org/drawingml/2006/main">
              <a:ext uri="{FF2B5EF4-FFF2-40B4-BE49-F238E27FC236}">
                <a16:creationId xmlns:a16="http://schemas.microsoft.com/office/drawing/2014/main" id="{5D356E12-5654-4028-8F25-3324B4E3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06675" y="4043363"/>
            <a:ext cx="1181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Spatiotemporal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Anomaly</a:t>
            </a:r>
          </a:p>
        </p:txBody>
      </p:sp>
      <p:sp>
        <p:nvSpPr>
          <p:cNvPr id="161" name="Conceptual Deflection">
            <a:extLst xmlns:a="http://schemas.openxmlformats.org/drawingml/2006/main">
              <a:ext uri="{FF2B5EF4-FFF2-40B4-BE49-F238E27FC236}">
                <a16:creationId xmlns:a16="http://schemas.microsoft.com/office/drawing/2014/main" id="{D5CFE131-987F-411D-BB25-9D6D42FE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39900" y="4643438"/>
            <a:ext cx="2562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5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Conceptual Deflection</a:t>
            </a:r>
          </a:p>
        </p:txBody>
      </p:sp>
      <p:sp>
        <p:nvSpPr>
          <p:cNvPr id="162" name="Deflection to regular attributes">
            <a:extLst xmlns:a="http://schemas.openxmlformats.org/drawingml/2006/main">
              <a:ext uri="{FF2B5EF4-FFF2-40B4-BE49-F238E27FC236}">
                <a16:creationId xmlns:a16="http://schemas.microsoft.com/office/drawing/2014/main" id="{02E6F9DA-2900-42AC-97D8-FA8E66871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3586163"/>
            <a:ext cx="628650" cy="190500"/>
          </a:xfrm>
          <a:custGeom xmlns:a="http://schemas.openxmlformats.org/drawingml/2006/main">
            <a:pathLst>
              <a:path w="628650" h="190500">
                <a:moveTo>
                  <a:pt x="628650" y="61913"/>
                </a:moveTo>
                <a:lnTo>
                  <a:pt x="95250" y="61913"/>
                </a:lnTo>
                <a:lnTo>
                  <a:pt x="95250" y="0"/>
                </a:lnTo>
                <a:lnTo>
                  <a:pt x="0" y="95250"/>
                </a:lnTo>
                <a:lnTo>
                  <a:pt x="95250" y="190500"/>
                </a:lnTo>
                <a:lnTo>
                  <a:pt x="95250" y="128588"/>
                </a:lnTo>
                <a:lnTo>
                  <a:pt x="628650" y="128588"/>
                </a:lnTo>
                <a:close/>
              </a:path>
            </a:pathLst>
          </a:custGeom>
          <a:solidFill xmlns:a="http://schemas.openxmlformats.org/drawingml/2006/main">
            <a:srgbClr val="FFB5C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3" name="Regular input to attributes">
            <a:extLst xmlns:a="http://schemas.openxmlformats.org/drawingml/2006/main">
              <a:ext uri="{FF2B5EF4-FFF2-40B4-BE49-F238E27FC236}">
                <a16:creationId xmlns:a16="http://schemas.microsoft.com/office/drawing/2014/main" id="{900E6504-0737-4681-8AF3-AF6F024BD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3270" y="2701487"/>
            <a:ext cx="782530" cy="603192"/>
          </a:xfrm>
          <a:custGeom xmlns:a="http://schemas.openxmlformats.org/drawingml/2006/main">
            <a:pathLst>
              <a:path w="782530" h="603192">
                <a:moveTo>
                  <a:pt x="0" y="207252"/>
                </a:moveTo>
                <a:lnTo>
                  <a:pt x="516648" y="499566"/>
                </a:lnTo>
                <a:lnTo>
                  <a:pt x="458018" y="603192"/>
                </a:lnTo>
                <a:lnTo>
                  <a:pt x="782530" y="513201"/>
                </a:lnTo>
                <a:lnTo>
                  <a:pt x="692540" y="188688"/>
                </a:lnTo>
                <a:lnTo>
                  <a:pt x="633909" y="292314"/>
                </a:lnTo>
                <a:lnTo>
                  <a:pt x="117261" y="0"/>
                </a:lnTo>
                <a:close/>
              </a:path>
            </a:pathLst>
          </a:custGeom>
          <a:solidFill xmlns:a="http://schemas.openxmlformats.org/drawingml/2006/main">
            <a:srgbClr val="FF5594"/>
          </a:solidFill>
          <a:ln xmlns:a="http://schemas.openxmlformats.org/drawingml/2006/main" w="9525">
            <a:noFill/>
            <a:prstDash val="solid"/>
          </a:ln>
        </p:spPr>
      </p:sp>
      <p:pic>
        <p:nvPic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1DF13DBD-987A-44D9-9C76-8DB2049B16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53ba459a114964"/>
          <a:stretch xmlns:a="http://schemas.openxmlformats.org/drawingml/2006/main"/>
        </p:blipFill>
        <p:spPr>
          <a:xfrm xmlns:a="http://schemas.openxmlformats.org/drawingml/2006/main">
            <a:off x="11506200" y="3114242"/>
            <a:ext cx="342900" cy="296141"/>
          </a:xfrm>
          <a:prstGeom xmlns:a="http://schemas.openxmlformats.org/drawingml/2006/main" prst="rect">
            <a:avLst/>
          </a:prstGeom>
        </p:spPr>
      </p:pic>
      <p:sp>
        <p:nvSpPr>
          <p:cNvPr id="165" name="Generate">
            <a:extLst xmlns:a="http://schemas.openxmlformats.org/drawingml/2006/main">
              <a:ext uri="{FF2B5EF4-FFF2-40B4-BE49-F238E27FC236}">
                <a16:creationId xmlns:a16="http://schemas.microsoft.com/office/drawing/2014/main" id="{BF69B92E-ABB8-4A3F-8969-CFA63CC26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21075" y="2471738"/>
            <a:ext cx="11525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Generate</a:t>
            </a:r>
          </a:p>
        </p:txBody>
      </p:sp>
      <p:sp>
        <p:nvSpPr>
          <p:cNvPr id="166" name="Generate branch">
            <a:extLst xmlns:a="http://schemas.openxmlformats.org/drawingml/2006/main">
              <a:ext uri="{FF2B5EF4-FFF2-40B4-BE49-F238E27FC236}">
                <a16:creationId xmlns:a16="http://schemas.microsoft.com/office/drawing/2014/main" id="{1C4BDFD3-B5C9-4E32-A917-B5D3A77F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6350" y="2614613"/>
            <a:ext cx="876300" cy="1076325"/>
          </a:xfrm>
          <a:custGeom xmlns:a="http://schemas.openxmlformats.org/drawingml/2006/main">
            <a:pathLst>
              <a:path w="876300" h="1076325">
                <a:moveTo>
                  <a:pt x="0" y="1066800"/>
                </a:moveTo>
                <a:cubicBezTo>
                  <a:pt x="381000" y="1076325"/>
                  <a:pt x="304800" y="0"/>
                  <a:pt x="87630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6098"/>
            </a:solidFill>
            <a:prstDash val="solid"/>
          </a:ln>
        </p:spPr>
      </p:sp>
      <p:sp>
        <p:nvSpPr>
          <p:cNvPr id="167" name="Generate branch endpoint">
            <a:extLst xmlns:a="http://schemas.openxmlformats.org/drawingml/2006/main">
              <a:ext uri="{FF2B5EF4-FFF2-40B4-BE49-F238E27FC236}">
                <a16:creationId xmlns:a16="http://schemas.microsoft.com/office/drawing/2014/main" id="{103FCBED-7400-4DEB-A354-04F6BD03A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45025" y="2566988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cubicBezTo>
                  <a:pt x="95250" y="73928"/>
                  <a:pt x="73928" y="95250"/>
                  <a:pt x="47625" y="95250"/>
                </a:cubicBezTo>
                <a:cubicBezTo>
                  <a:pt x="21322" y="95250"/>
                  <a:pt x="0" y="73928"/>
                  <a:pt x="0" y="47625"/>
                </a:cubicBezTo>
                <a:cubicBezTo>
                  <a:pt x="0" y="21322"/>
                  <a:pt x="21322" y="0"/>
                  <a:pt x="47625" y="0"/>
                </a:cubicBezTo>
                <a:cubicBezTo>
                  <a:pt x="73928" y="0"/>
                  <a:pt x="95250" y="21322"/>
                  <a:pt x="95250" y="47625"/>
                </a:cubicBezTo>
                <a:close/>
              </a:path>
            </a:pathLst>
          </a:custGeom>
          <a:solidFill xmlns:a="http://schemas.openxmlformats.org/drawingml/2006/main">
            <a:srgbClr val="E6377D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68" name="Generate branch">
            <a:extLst xmlns:a="http://schemas.openxmlformats.org/drawingml/2006/main">
              <a:ext uri="{FF2B5EF4-FFF2-40B4-BE49-F238E27FC236}">
                <a16:creationId xmlns:a16="http://schemas.microsoft.com/office/drawing/2014/main" id="{2A0A9EA0-E8F4-4751-A6D1-4E2CA31E7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6350" y="3681413"/>
            <a:ext cx="876300" cy="9525"/>
          </a:xfrm>
          <a:custGeom xmlns:a="http://schemas.openxmlformats.org/drawingml/2006/main">
            <a:pathLst>
              <a:path w="876300" h="9525">
                <a:moveTo>
                  <a:pt x="0" y="0"/>
                </a:moveTo>
                <a:cubicBezTo>
                  <a:pt x="381000" y="9525"/>
                  <a:pt x="304800" y="0"/>
                  <a:pt x="87630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6098"/>
            </a:solidFill>
            <a:prstDash val="solid"/>
          </a:ln>
        </p:spPr>
      </p:sp>
      <p:sp>
        <p:nvSpPr>
          <p:cNvPr id="169" name="Generate branch endpoint">
            <a:extLst xmlns:a="http://schemas.openxmlformats.org/drawingml/2006/main">
              <a:ext uri="{FF2B5EF4-FFF2-40B4-BE49-F238E27FC236}">
                <a16:creationId xmlns:a16="http://schemas.microsoft.com/office/drawing/2014/main" id="{87346BA4-50D4-46BF-82D2-2A0BE6076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45025" y="3633788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cubicBezTo>
                  <a:pt x="95250" y="73928"/>
                  <a:pt x="73928" y="95250"/>
                  <a:pt x="47625" y="95250"/>
                </a:cubicBezTo>
                <a:cubicBezTo>
                  <a:pt x="21322" y="95250"/>
                  <a:pt x="0" y="73928"/>
                  <a:pt x="0" y="47625"/>
                </a:cubicBezTo>
                <a:cubicBezTo>
                  <a:pt x="0" y="21322"/>
                  <a:pt x="21322" y="0"/>
                  <a:pt x="47625" y="0"/>
                </a:cubicBezTo>
                <a:cubicBezTo>
                  <a:pt x="73928" y="0"/>
                  <a:pt x="95250" y="21322"/>
                  <a:pt x="95250" y="47625"/>
                </a:cubicBezTo>
                <a:close/>
              </a:path>
            </a:pathLst>
          </a:custGeom>
          <a:solidFill xmlns:a="http://schemas.openxmlformats.org/drawingml/2006/main">
            <a:srgbClr val="E6377D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70" name="Generate branch">
            <a:extLst xmlns:a="http://schemas.openxmlformats.org/drawingml/2006/main">
              <a:ext uri="{FF2B5EF4-FFF2-40B4-BE49-F238E27FC236}">
                <a16:creationId xmlns:a16="http://schemas.microsoft.com/office/drawing/2014/main" id="{37E9586B-D670-4A31-808B-92186A91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6350" y="3681413"/>
            <a:ext cx="876300" cy="723900"/>
          </a:xfrm>
          <a:custGeom xmlns:a="http://schemas.openxmlformats.org/drawingml/2006/main">
            <a:pathLst>
              <a:path w="876300" h="723900">
                <a:moveTo>
                  <a:pt x="0" y="0"/>
                </a:moveTo>
                <a:cubicBezTo>
                  <a:pt x="381000" y="9525"/>
                  <a:pt x="304800" y="723900"/>
                  <a:pt x="876300" y="7239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6098"/>
            </a:solidFill>
            <a:prstDash val="solid"/>
          </a:ln>
        </p:spPr>
      </p:sp>
      <p:sp>
        <p:nvSpPr>
          <p:cNvPr id="171" name="Generate branch endpoint">
            <a:extLst xmlns:a="http://schemas.openxmlformats.org/drawingml/2006/main">
              <a:ext uri="{FF2B5EF4-FFF2-40B4-BE49-F238E27FC236}">
                <a16:creationId xmlns:a16="http://schemas.microsoft.com/office/drawing/2014/main" id="{B65DBFDA-9046-42B8-9E39-F4FADFA61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45025" y="4357688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cubicBezTo>
                  <a:pt x="95250" y="73928"/>
                  <a:pt x="73928" y="95250"/>
                  <a:pt x="47625" y="95250"/>
                </a:cubicBezTo>
                <a:cubicBezTo>
                  <a:pt x="21322" y="95250"/>
                  <a:pt x="0" y="73928"/>
                  <a:pt x="0" y="47625"/>
                </a:cubicBezTo>
                <a:cubicBezTo>
                  <a:pt x="0" y="21322"/>
                  <a:pt x="21322" y="0"/>
                  <a:pt x="47625" y="0"/>
                </a:cubicBezTo>
                <a:cubicBezTo>
                  <a:pt x="73928" y="0"/>
                  <a:pt x="95250" y="21322"/>
                  <a:pt x="95250" y="47625"/>
                </a:cubicBezTo>
                <a:close/>
              </a:path>
            </a:pathLst>
          </a:custGeom>
          <a:solidFill xmlns:a="http://schemas.openxmlformats.org/drawingml/2006/main">
            <a:srgbClr val="E6377D"/>
          </a:solidFill>
          <a:ln xmlns:a="http://schemas.openxmlformats.org/drawingml/2006/main" w="19050">
            <a:noFill/>
            <a:prstDash val="solid"/>
          </a:ln>
        </p:spPr>
      </p:sp>
      <p:pic>
        <p:nvPic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04AA2329-8A26-4FFC-B7D8-ED12C0BDF0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d02e2032614c38"/>
          <a:stretch xmlns:a="http://schemas.openxmlformats.org/drawingml/2006/main"/>
        </p:blipFill>
        <p:spPr>
          <a:xfrm xmlns:a="http://schemas.openxmlformats.org/drawingml/2006/main">
            <a:off x="17586763" y="2128838"/>
            <a:ext cx="1497724" cy="904875"/>
          </a:xfrm>
          <a:prstGeom xmlns:a="http://schemas.openxmlformats.org/drawingml/2006/main" prst="rect">
            <a:avLst/>
          </a:prstGeom>
        </p:spPr>
      </p:pic>
      <p:pic>
        <p:nvPic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CF56B004-F3AC-48B1-B48D-CE166D51B4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3c642563bd4755"/>
          <a:stretch xmlns:a="http://schemas.openxmlformats.org/drawingml/2006/main"/>
        </p:blipFill>
        <p:spPr>
          <a:xfrm xmlns:a="http://schemas.openxmlformats.org/drawingml/2006/main">
            <a:off x="17583957" y="3043238"/>
            <a:ext cx="1503336" cy="923925"/>
          </a:xfrm>
          <a:prstGeom xmlns:a="http://schemas.openxmlformats.org/drawingml/2006/main" prst="rect">
            <a:avLst/>
          </a:prstGeom>
        </p:spPr>
      </p:pic>
      <p:pic>
        <p:nvPic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A9D49A60-8ADD-4D09-995C-5F791556EA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58d87270fb42d2"/>
          <a:stretch xmlns:a="http://schemas.openxmlformats.org/drawingml/2006/main"/>
        </p:blipFill>
        <p:spPr>
          <a:xfrm xmlns:a="http://schemas.openxmlformats.org/drawingml/2006/main">
            <a:off x="17585104" y="3986213"/>
            <a:ext cx="758092" cy="914400"/>
          </a:xfrm>
          <a:prstGeom xmlns:a="http://schemas.openxmlformats.org/drawingml/2006/main" prst="rect">
            <a:avLst/>
          </a:prstGeom>
        </p:spPr>
      </p:pic>
      <p:pic>
        <p:nvPic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588474A6-27F6-4358-8CBF-917C209967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e8709157844423"/>
          <a:stretch xmlns:a="http://schemas.openxmlformats.org/drawingml/2006/main"/>
        </p:blipFill>
        <p:spPr>
          <a:xfrm xmlns:a="http://schemas.openxmlformats.org/drawingml/2006/main">
            <a:off x="18354675" y="3986972"/>
            <a:ext cx="733425" cy="912880"/>
          </a:xfrm>
          <a:prstGeom xmlns:a="http://schemas.openxmlformats.org/drawingml/2006/main" prst="rect">
            <a:avLst/>
          </a:prstGeom>
        </p:spPr>
      </p:pic>
      <p:pic>
        <p:nvPic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DA704FEA-D03B-4C6A-B272-4EA786F072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7e189bde0a4d0e"/>
          <a:stretch xmlns:a="http://schemas.openxmlformats.org/drawingml/2006/main"/>
        </p:blipFill>
        <p:spPr>
          <a:xfrm xmlns:a="http://schemas.openxmlformats.org/drawingml/2006/main">
            <a:off x="16821150" y="2863109"/>
            <a:ext cx="352425" cy="360257"/>
          </a:xfrm>
          <a:prstGeom xmlns:a="http://schemas.openxmlformats.org/drawingml/2006/main" prst="rect">
            <a:avLst/>
          </a:prstGeom>
        </p:spPr>
      </p:pic>
      <p:sp>
        <p:nvSpPr>
          <p:cNvPr id="177" name="b. Multi-reference image generation label background">
            <a:extLst xmlns:a="http://schemas.openxmlformats.org/drawingml/2006/main">
              <a:ext uri="{FF2B5EF4-FFF2-40B4-BE49-F238E27FC236}">
                <a16:creationId xmlns:a16="http://schemas.microsoft.com/office/drawing/2014/main" id="{414560C3-E306-4E0F-AAE9-261F02F38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167313"/>
            <a:ext cx="4867275" cy="381000"/>
          </a:xfrm>
          <a:custGeom xmlns:a="http://schemas.openxmlformats.org/drawingml/2006/main">
            <a:pathLst>
              <a:path w="4867275" h="381000">
                <a:moveTo>
                  <a:pt x="190500" y="0"/>
                </a:moveTo>
                <a:lnTo>
                  <a:pt x="4676775" y="0"/>
                </a:lnTo>
                <a:cubicBezTo>
                  <a:pt x="4781985" y="0"/>
                  <a:pt x="4867275" y="85290"/>
                  <a:pt x="4867275" y="190500"/>
                </a:cubicBezTo>
                <a:lnTo>
                  <a:pt x="4867275" y="190500"/>
                </a:lnTo>
                <a:cubicBezTo>
                  <a:pt x="4867275" y="295710"/>
                  <a:pt x="4781985" y="381000"/>
                  <a:pt x="4676775" y="381000"/>
                </a:cubicBezTo>
                <a:lnTo>
                  <a:pt x="190500" y="381000"/>
                </a:lnTo>
                <a:cubicBezTo>
                  <a:pt x="85290" y="381000"/>
                  <a:pt x="0" y="295710"/>
                  <a:pt x="0" y="190500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 xmlns:a="http://schemas.openxmlformats.org/drawingml/2006/main">
            <a:srgbClr val="D8EC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78" name="b. Multi-reference image generation">
            <a:extLst xmlns:a="http://schemas.openxmlformats.org/drawingml/2006/main">
              <a:ext uri="{FF2B5EF4-FFF2-40B4-BE49-F238E27FC236}">
                <a16:creationId xmlns:a16="http://schemas.microsoft.com/office/drawing/2014/main" id="{4C7D8A48-4530-44B8-9BED-45AB9DD7B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0" y="5186363"/>
            <a:ext cx="4638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1" i="0">
                <a:solidFill>
                  <a:srgbClr val="0877B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0877BE"/>
                </a:solidFill>
                <a:latin typeface="Comic Sans MS"/>
                <a:ea typeface="Comic Sans MS"/>
                <a:cs typeface="Comic Sans MS"/>
              </a:defRPr>
            </a:pPr>
            <a:r>
              <a:rPr sz="1800" b="1" i="0">
                <a:solidFill>
                  <a:srgbClr val="0877BE"/>
                </a:solidFill>
                <a:latin typeface="Comic Sans MS"/>
                <a:ea typeface="Comic Sans MS"/>
                <a:cs typeface="Comic Sans MS"/>
              </a:rPr>
              <a:t>b. Multi-reference image generation</a:t>
            </a:r>
          </a:p>
        </p:txBody>
      </p:sp>
      <p:pic>
        <p:nvPic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D318A59E-2601-44DD-8200-A007184A2D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527f364f0e4b69"/>
          <a:stretch xmlns:a="http://schemas.openxmlformats.org/drawingml/2006/main"/>
        </p:blipFill>
        <p:spPr>
          <a:xfrm xmlns:a="http://schemas.openxmlformats.org/drawingml/2006/main">
            <a:off x="8176816" y="5786438"/>
            <a:ext cx="1077119" cy="561975"/>
          </a:xfrm>
          <a:prstGeom xmlns:a="http://schemas.openxmlformats.org/drawingml/2006/main" prst="rect">
            <a:avLst/>
          </a:prstGeom>
        </p:spPr>
      </p:pic>
      <p:pic>
        <p:nvPic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5F8DF7EB-0043-4640-84B5-C1076CBACD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36d232b6af41bd"/>
          <a:stretch xmlns:a="http://schemas.openxmlformats.org/drawingml/2006/main"/>
        </p:blipFill>
        <p:spPr>
          <a:xfrm xmlns:a="http://schemas.openxmlformats.org/drawingml/2006/main">
            <a:off x="8925910" y="5643563"/>
            <a:ext cx="512379" cy="685800"/>
          </a:xfrm>
          <a:prstGeom xmlns:a="http://schemas.openxmlformats.org/drawingml/2006/main" prst="rect">
            <a:avLst/>
          </a:prstGeom>
        </p:spPr>
      </p:pic>
      <p:pic>
        <p:nvPic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2523C6FC-D858-42B1-AA44-AFC8934B76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cc0dc9ce5b4c41"/>
          <a:stretch xmlns:a="http://schemas.openxmlformats.org/drawingml/2006/main"/>
        </p:blipFill>
        <p:spPr>
          <a:xfrm xmlns:a="http://schemas.openxmlformats.org/drawingml/2006/main">
            <a:off x="9344025" y="5913573"/>
            <a:ext cx="638175" cy="412479"/>
          </a:xfrm>
          <a:prstGeom xmlns:a="http://schemas.openxmlformats.org/drawingml/2006/main" prst="rect">
            <a:avLst/>
          </a:prstGeom>
        </p:spPr>
      </p:pic>
      <p:pic>
        <p:nvPic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00132217-90CA-4513-8AE6-AC390EA7AE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88b7a8a14a48de"/>
          <a:stretch xmlns:a="http://schemas.openxmlformats.org/drawingml/2006/main"/>
        </p:blipFill>
        <p:spPr>
          <a:xfrm xmlns:a="http://schemas.openxmlformats.org/drawingml/2006/main">
            <a:off x="8132618" y="6681788"/>
            <a:ext cx="2041814" cy="514350"/>
          </a:xfrm>
          <a:prstGeom xmlns:a="http://schemas.openxmlformats.org/drawingml/2006/main" prst="rect">
            <a:avLst/>
          </a:prstGeom>
        </p:spPr>
      </p:pic>
      <p:sp>
        <p:nvSpPr>
          <p:cNvPr id="183" name="Image collection label native soft shadow">
            <a:extLst xmlns:a="http://schemas.openxmlformats.org/drawingml/2006/main">
              <a:ext uri="{FF2B5EF4-FFF2-40B4-BE49-F238E27FC236}">
                <a16:creationId xmlns:a16="http://schemas.microsoft.com/office/drawing/2014/main" id="{F69BD3CF-2B80-44E2-8A68-A5D3A91C9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6300788"/>
            <a:ext cx="2114550" cy="381000"/>
          </a:xfrm>
          <a:custGeom xmlns:a="http://schemas.openxmlformats.org/drawingml/2006/main">
            <a:pathLst>
              <a:path w="2114550" h="381000">
                <a:moveTo>
                  <a:pt x="38100" y="0"/>
                </a:moveTo>
                <a:lnTo>
                  <a:pt x="2076450" y="0"/>
                </a:lnTo>
                <a:cubicBezTo>
                  <a:pt x="2097492" y="0"/>
                  <a:pt x="2114550" y="17058"/>
                  <a:pt x="2114550" y="38100"/>
                </a:cubicBezTo>
                <a:lnTo>
                  <a:pt x="2114550" y="342900"/>
                </a:lnTo>
                <a:cubicBezTo>
                  <a:pt x="2114550" y="363942"/>
                  <a:pt x="2097492" y="381000"/>
                  <a:pt x="207645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D6D6D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84" name="Image collection label">
            <a:extLst xmlns:a="http://schemas.openxmlformats.org/drawingml/2006/main">
              <a:ext uri="{FF2B5EF4-FFF2-40B4-BE49-F238E27FC236}">
                <a16:creationId xmlns:a16="http://schemas.microsoft.com/office/drawing/2014/main" id="{7AA8990D-4D0D-4100-8EFE-F6955D18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6253163"/>
            <a:ext cx="2114550" cy="381000"/>
          </a:xfrm>
          <a:custGeom xmlns:a="http://schemas.openxmlformats.org/drawingml/2006/main">
            <a:pathLst>
              <a:path w="2114550" h="381000">
                <a:moveTo>
                  <a:pt x="38100" y="0"/>
                </a:moveTo>
                <a:lnTo>
                  <a:pt x="2076450" y="0"/>
                </a:lnTo>
                <a:cubicBezTo>
                  <a:pt x="2097492" y="0"/>
                  <a:pt x="2114550" y="17058"/>
                  <a:pt x="2114550" y="38100"/>
                </a:cubicBezTo>
                <a:lnTo>
                  <a:pt x="2114550" y="342900"/>
                </a:lnTo>
                <a:cubicBezTo>
                  <a:pt x="2114550" y="363942"/>
                  <a:pt x="2097492" y="381000"/>
                  <a:pt x="207645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E5F7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85" name="Image Collection">
            <a:extLst xmlns:a="http://schemas.openxmlformats.org/drawingml/2006/main">
              <a:ext uri="{FF2B5EF4-FFF2-40B4-BE49-F238E27FC236}">
                <a16:creationId xmlns:a16="http://schemas.microsoft.com/office/drawing/2014/main" id="{35350756-5BFF-4390-97C8-B0586B38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9600" y="6300788"/>
            <a:ext cx="1866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Image Collection</a:t>
            </a:r>
          </a:p>
        </p:txBody>
      </p:sp>
      <p:sp>
        <p:nvSpPr>
          <p:cNvPr id="186" name="Collection to classification">
            <a:extLst xmlns:a="http://schemas.openxmlformats.org/drawingml/2006/main">
              <a:ext uri="{FF2B5EF4-FFF2-40B4-BE49-F238E27FC236}">
                <a16:creationId xmlns:a16="http://schemas.microsoft.com/office/drawing/2014/main" id="{108D0FEB-C976-42DF-93EC-7D76AFD4B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6557963"/>
            <a:ext cx="428625" cy="476250"/>
          </a:xfrm>
          <a:custGeom xmlns:a="http://schemas.openxmlformats.org/drawingml/2006/main">
            <a:pathLst>
              <a:path w="428625" h="476250">
                <a:moveTo>
                  <a:pt x="0" y="342900"/>
                </a:moveTo>
                <a:lnTo>
                  <a:pt x="190500" y="342900"/>
                </a:lnTo>
                <a:lnTo>
                  <a:pt x="190500" y="476250"/>
                </a:lnTo>
                <a:lnTo>
                  <a:pt x="428625" y="238125"/>
                </a:lnTo>
                <a:lnTo>
                  <a:pt x="190500" y="0"/>
                </a:lnTo>
                <a:lnTo>
                  <a:pt x="190500" y="133350"/>
                </a:lnTo>
                <a:lnTo>
                  <a:pt x="0" y="133350"/>
                </a:lnTo>
                <a:close/>
              </a:path>
            </a:pathLst>
          </a:custGeom>
          <a:solidFill xmlns:a="http://schemas.openxmlformats.org/drawingml/2006/main">
            <a:srgbClr val="8EC9F1"/>
          </a:solidFill>
          <a:ln xmlns:a="http://schemas.openxmlformats.org/drawingml/2006/main" w="9525">
            <a:noFill/>
            <a:prstDash val="solid"/>
          </a:ln>
        </p:spPr>
      </p:sp>
      <p:pic>
        <p:nvPic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4ECACEC0-A5FB-44A4-8F5A-3EDEC1E8AE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69438d2e484787"/>
          <a:stretch xmlns:a="http://schemas.openxmlformats.org/drawingml/2006/main"/>
        </p:blipFill>
        <p:spPr>
          <a:xfrm xmlns:a="http://schemas.openxmlformats.org/drawingml/2006/main">
            <a:off x="10707461" y="6529388"/>
            <a:ext cx="1064079" cy="438150"/>
          </a:xfrm>
          <a:prstGeom xmlns:a="http://schemas.openxmlformats.org/drawingml/2006/main" prst="rect">
            <a:avLst/>
          </a:prstGeom>
        </p:spPr>
      </p:pic>
      <p:sp>
        <p:nvSpPr>
          <p:cNvPr id="188" name="Classification">
            <a:extLst xmlns:a="http://schemas.openxmlformats.org/drawingml/2006/main">
              <a:ext uri="{FF2B5EF4-FFF2-40B4-BE49-F238E27FC236}">
                <a16:creationId xmlns:a16="http://schemas.microsoft.com/office/drawing/2014/main" id="{74AC02EA-2518-43B3-BECE-E6928B1C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06100" y="7053263"/>
            <a:ext cx="16859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5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Classification</a:t>
            </a:r>
          </a:p>
        </p:txBody>
      </p:sp>
      <p:pic>
        <p:nvPic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1A5CDEB8-7A43-4DE2-B983-C25CE55F1F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501c490a2246f6"/>
          <a:stretch xmlns:a="http://schemas.openxmlformats.org/drawingml/2006/main"/>
        </p:blipFill>
        <p:spPr>
          <a:xfrm xmlns:a="http://schemas.openxmlformats.org/drawingml/2006/main">
            <a:off x="10915650" y="5724213"/>
            <a:ext cx="476250" cy="343525"/>
          </a:xfrm>
          <a:prstGeom xmlns:a="http://schemas.openxmlformats.org/drawingml/2006/main" prst="rect">
            <a:avLst/>
          </a:prstGeom>
        </p:spPr>
      </p:pic>
      <p:sp>
        <p:nvSpPr>
          <p:cNvPr id="190" name="human classification tag native soft shadow">
            <a:extLst xmlns:a="http://schemas.openxmlformats.org/drawingml/2006/main">
              <a:ext uri="{FF2B5EF4-FFF2-40B4-BE49-F238E27FC236}">
                <a16:creationId xmlns:a16="http://schemas.microsoft.com/office/drawing/2014/main" id="{59C473EC-657E-4C1E-9215-C0BF3C48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5891213"/>
            <a:ext cx="866775" cy="276225"/>
          </a:xfrm>
          <a:custGeom xmlns:a="http://schemas.openxmlformats.org/drawingml/2006/main">
            <a:pathLst>
              <a:path w="866775" h="276225">
                <a:moveTo>
                  <a:pt x="28575" y="0"/>
                </a:moveTo>
                <a:lnTo>
                  <a:pt x="838200" y="0"/>
                </a:lnTo>
                <a:cubicBezTo>
                  <a:pt x="853982" y="0"/>
                  <a:pt x="866775" y="12793"/>
                  <a:pt x="866775" y="28575"/>
                </a:cubicBezTo>
                <a:lnTo>
                  <a:pt x="866775" y="247650"/>
                </a:lnTo>
                <a:cubicBezTo>
                  <a:pt x="866775" y="263432"/>
                  <a:pt x="853982" y="276225"/>
                  <a:pt x="838200" y="276225"/>
                </a:cubicBezTo>
                <a:lnTo>
                  <a:pt x="28575" y="276225"/>
                </a:lnTo>
                <a:cubicBezTo>
                  <a:pt x="12793" y="276225"/>
                  <a:pt x="0" y="263432"/>
                  <a:pt x="0" y="247650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 xmlns:a="http://schemas.openxmlformats.org/drawingml/2006/main">
            <a:srgbClr val="D6D6D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91" name="human classification tag">
            <a:extLst xmlns:a="http://schemas.openxmlformats.org/drawingml/2006/main">
              <a:ext uri="{FF2B5EF4-FFF2-40B4-BE49-F238E27FC236}">
                <a16:creationId xmlns:a16="http://schemas.microsoft.com/office/drawing/2014/main" id="{C1CA6D19-E81F-42CB-A43F-08523362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225" y="5843588"/>
            <a:ext cx="866775" cy="276225"/>
          </a:xfrm>
          <a:custGeom xmlns:a="http://schemas.openxmlformats.org/drawingml/2006/main">
            <a:pathLst>
              <a:path w="866775" h="276225">
                <a:moveTo>
                  <a:pt x="28575" y="0"/>
                </a:moveTo>
                <a:lnTo>
                  <a:pt x="838200" y="0"/>
                </a:lnTo>
                <a:cubicBezTo>
                  <a:pt x="853982" y="0"/>
                  <a:pt x="866775" y="12793"/>
                  <a:pt x="866775" y="28575"/>
                </a:cubicBezTo>
                <a:lnTo>
                  <a:pt x="866775" y="247650"/>
                </a:lnTo>
                <a:cubicBezTo>
                  <a:pt x="866775" y="263432"/>
                  <a:pt x="853982" y="276225"/>
                  <a:pt x="838200" y="276225"/>
                </a:cubicBezTo>
                <a:lnTo>
                  <a:pt x="28575" y="276225"/>
                </a:lnTo>
                <a:cubicBezTo>
                  <a:pt x="12793" y="276225"/>
                  <a:pt x="0" y="263432"/>
                  <a:pt x="0" y="247650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 xmlns:a="http://schemas.openxmlformats.org/drawingml/2006/main">
            <a:srgbClr val="F8F8F8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92" name="human">
            <a:extLst xmlns:a="http://schemas.openxmlformats.org/drawingml/2006/main">
              <a:ext uri="{FF2B5EF4-FFF2-40B4-BE49-F238E27FC236}">
                <a16:creationId xmlns:a16="http://schemas.microsoft.com/office/drawing/2014/main" id="{A4CF3A63-3E13-4D93-9F9F-B6B0BC5C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10950" y="5843588"/>
            <a:ext cx="838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human</a:t>
            </a:r>
          </a:p>
        </p:txBody>
      </p:sp>
      <p:pic>
        <p:nvPic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76B875BD-C779-466C-8946-C983B639E3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26ae0bf4a244f9"/>
          <a:stretch xmlns:a="http://schemas.openxmlformats.org/drawingml/2006/main"/>
        </p:blipFill>
        <p:spPr>
          <a:xfrm xmlns:a="http://schemas.openxmlformats.org/drawingml/2006/main">
            <a:off x="11801475" y="5996534"/>
            <a:ext cx="476250" cy="351332"/>
          </a:xfrm>
          <a:prstGeom xmlns:a="http://schemas.openxmlformats.org/drawingml/2006/main" prst="rect">
            <a:avLst/>
          </a:prstGeom>
        </p:spPr>
      </p:pic>
      <p:sp>
        <p:nvSpPr>
          <p:cNvPr id="194" name="scene classification tag native soft shadow">
            <a:extLst xmlns:a="http://schemas.openxmlformats.org/drawingml/2006/main">
              <a:ext uri="{FF2B5EF4-FFF2-40B4-BE49-F238E27FC236}">
                <a16:creationId xmlns:a16="http://schemas.microsoft.com/office/drawing/2014/main" id="{C3EA0589-C5A7-41E7-9AA4-87B11CB2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6167438"/>
            <a:ext cx="866775" cy="276225"/>
          </a:xfrm>
          <a:custGeom xmlns:a="http://schemas.openxmlformats.org/drawingml/2006/main">
            <a:pathLst>
              <a:path w="866775" h="276225">
                <a:moveTo>
                  <a:pt x="28575" y="0"/>
                </a:moveTo>
                <a:lnTo>
                  <a:pt x="838200" y="0"/>
                </a:lnTo>
                <a:cubicBezTo>
                  <a:pt x="853982" y="0"/>
                  <a:pt x="866775" y="12793"/>
                  <a:pt x="866775" y="28575"/>
                </a:cubicBezTo>
                <a:lnTo>
                  <a:pt x="866775" y="247650"/>
                </a:lnTo>
                <a:cubicBezTo>
                  <a:pt x="866775" y="263432"/>
                  <a:pt x="853982" y="276225"/>
                  <a:pt x="838200" y="276225"/>
                </a:cubicBezTo>
                <a:lnTo>
                  <a:pt x="28575" y="276225"/>
                </a:lnTo>
                <a:cubicBezTo>
                  <a:pt x="12793" y="276225"/>
                  <a:pt x="0" y="263432"/>
                  <a:pt x="0" y="247650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 xmlns:a="http://schemas.openxmlformats.org/drawingml/2006/main">
            <a:srgbClr val="D6D6D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95" name="scene classification tag">
            <a:extLst xmlns:a="http://schemas.openxmlformats.org/drawingml/2006/main">
              <a:ext uri="{FF2B5EF4-FFF2-40B4-BE49-F238E27FC236}">
                <a16:creationId xmlns:a16="http://schemas.microsoft.com/office/drawing/2014/main" id="{6AFB9956-4A4D-4F89-B381-13F99BA2B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6119813"/>
            <a:ext cx="866775" cy="276225"/>
          </a:xfrm>
          <a:custGeom xmlns:a="http://schemas.openxmlformats.org/drawingml/2006/main">
            <a:pathLst>
              <a:path w="866775" h="276225">
                <a:moveTo>
                  <a:pt x="28575" y="0"/>
                </a:moveTo>
                <a:lnTo>
                  <a:pt x="838200" y="0"/>
                </a:lnTo>
                <a:cubicBezTo>
                  <a:pt x="853982" y="0"/>
                  <a:pt x="866775" y="12793"/>
                  <a:pt x="866775" y="28575"/>
                </a:cubicBezTo>
                <a:lnTo>
                  <a:pt x="866775" y="247650"/>
                </a:lnTo>
                <a:cubicBezTo>
                  <a:pt x="866775" y="263432"/>
                  <a:pt x="853982" y="276225"/>
                  <a:pt x="838200" y="276225"/>
                </a:cubicBezTo>
                <a:lnTo>
                  <a:pt x="28575" y="276225"/>
                </a:lnTo>
                <a:cubicBezTo>
                  <a:pt x="12793" y="276225"/>
                  <a:pt x="0" y="263432"/>
                  <a:pt x="0" y="247650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 xmlns:a="http://schemas.openxmlformats.org/drawingml/2006/main">
            <a:srgbClr val="F8F8F8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96" name="scene">
            <a:extLst xmlns:a="http://schemas.openxmlformats.org/drawingml/2006/main">
              <a:ext uri="{FF2B5EF4-FFF2-40B4-BE49-F238E27FC236}">
                <a16:creationId xmlns:a16="http://schemas.microsoft.com/office/drawing/2014/main" id="{2C47493A-8D74-4D2F-8756-FBA7D739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96775" y="6119813"/>
            <a:ext cx="838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scene</a:t>
            </a:r>
          </a:p>
        </p:txBody>
      </p:sp>
      <p:pic>
        <p:nvPic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177334C3-70B1-426A-AE2A-4EE4C0D2F4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f0f418309e42de"/>
          <a:stretch xmlns:a="http://schemas.openxmlformats.org/drawingml/2006/main"/>
        </p:blipFill>
        <p:spPr>
          <a:xfrm xmlns:a="http://schemas.openxmlformats.org/drawingml/2006/main">
            <a:off x="11744325" y="6740525"/>
            <a:ext cx="476250" cy="349250"/>
          </a:xfrm>
          <a:prstGeom xmlns:a="http://schemas.openxmlformats.org/drawingml/2006/main" prst="rect">
            <a:avLst/>
          </a:prstGeom>
        </p:spPr>
      </p:pic>
      <p:sp>
        <p:nvSpPr>
          <p:cNvPr id="198" name="object classification tag native soft shadow">
            <a:extLst xmlns:a="http://schemas.openxmlformats.org/drawingml/2006/main">
              <a:ext uri="{FF2B5EF4-FFF2-40B4-BE49-F238E27FC236}">
                <a16:creationId xmlns:a16="http://schemas.microsoft.com/office/drawing/2014/main" id="{689D531A-B6B6-46D7-B70A-AD8F84F08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6910388"/>
            <a:ext cx="866775" cy="276225"/>
          </a:xfrm>
          <a:custGeom xmlns:a="http://schemas.openxmlformats.org/drawingml/2006/main">
            <a:pathLst>
              <a:path w="866775" h="276225">
                <a:moveTo>
                  <a:pt x="28575" y="0"/>
                </a:moveTo>
                <a:lnTo>
                  <a:pt x="838200" y="0"/>
                </a:lnTo>
                <a:cubicBezTo>
                  <a:pt x="853982" y="0"/>
                  <a:pt x="866775" y="12793"/>
                  <a:pt x="866775" y="28575"/>
                </a:cubicBezTo>
                <a:lnTo>
                  <a:pt x="866775" y="247650"/>
                </a:lnTo>
                <a:cubicBezTo>
                  <a:pt x="866775" y="263432"/>
                  <a:pt x="853982" y="276225"/>
                  <a:pt x="838200" y="276225"/>
                </a:cubicBezTo>
                <a:lnTo>
                  <a:pt x="28575" y="276225"/>
                </a:lnTo>
                <a:cubicBezTo>
                  <a:pt x="12793" y="276225"/>
                  <a:pt x="0" y="263432"/>
                  <a:pt x="0" y="247650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 xmlns:a="http://schemas.openxmlformats.org/drawingml/2006/main">
            <a:srgbClr val="D6D6D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99" name="object classification tag">
            <a:extLst xmlns:a="http://schemas.openxmlformats.org/drawingml/2006/main">
              <a:ext uri="{FF2B5EF4-FFF2-40B4-BE49-F238E27FC236}">
                <a16:creationId xmlns:a16="http://schemas.microsoft.com/office/drawing/2014/main" id="{F1EA0145-7039-49F5-9033-00D5FBD0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6862763"/>
            <a:ext cx="866775" cy="276225"/>
          </a:xfrm>
          <a:custGeom xmlns:a="http://schemas.openxmlformats.org/drawingml/2006/main">
            <a:pathLst>
              <a:path w="866775" h="276225">
                <a:moveTo>
                  <a:pt x="28575" y="0"/>
                </a:moveTo>
                <a:lnTo>
                  <a:pt x="838200" y="0"/>
                </a:lnTo>
                <a:cubicBezTo>
                  <a:pt x="853982" y="0"/>
                  <a:pt x="866775" y="12793"/>
                  <a:pt x="866775" y="28575"/>
                </a:cubicBezTo>
                <a:lnTo>
                  <a:pt x="866775" y="247650"/>
                </a:lnTo>
                <a:cubicBezTo>
                  <a:pt x="866775" y="263432"/>
                  <a:pt x="853982" y="276225"/>
                  <a:pt x="838200" y="276225"/>
                </a:cubicBezTo>
                <a:lnTo>
                  <a:pt x="28575" y="276225"/>
                </a:lnTo>
                <a:cubicBezTo>
                  <a:pt x="12793" y="276225"/>
                  <a:pt x="0" y="263432"/>
                  <a:pt x="0" y="247650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 xmlns:a="http://schemas.openxmlformats.org/drawingml/2006/main">
            <a:srgbClr val="F8F8F8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200" name="object">
            <a:extLst xmlns:a="http://schemas.openxmlformats.org/drawingml/2006/main">
              <a:ext uri="{FF2B5EF4-FFF2-40B4-BE49-F238E27FC236}">
                <a16:creationId xmlns:a16="http://schemas.microsoft.com/office/drawing/2014/main" id="{94936C00-C458-472F-A1C5-EEAB4FE0D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39625" y="6862763"/>
            <a:ext cx="838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object</a:t>
            </a:r>
          </a:p>
        </p:txBody>
      </p:sp>
      <p:sp>
        <p:nvSpPr>
          <p:cNvPr id="201" name="Classification branch arrow">
            <a:extLst xmlns:a="http://schemas.openxmlformats.org/drawingml/2006/main">
              <a:ext uri="{FF2B5EF4-FFF2-40B4-BE49-F238E27FC236}">
                <a16:creationId xmlns:a16="http://schemas.microsoft.com/office/drawing/2014/main" id="{87CCB758-951F-4E18-858D-03997A5C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186488"/>
            <a:ext cx="333375" cy="419100"/>
          </a:xfrm>
          <a:custGeom xmlns:a="http://schemas.openxmlformats.org/drawingml/2006/main">
            <a:pathLst>
              <a:path w="333375" h="419100">
                <a:moveTo>
                  <a:pt x="47625" y="419100"/>
                </a:moveTo>
                <a:cubicBezTo>
                  <a:pt x="0" y="209550"/>
                  <a:pt x="180975" y="66675"/>
                  <a:pt x="333375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95250">
            <a:solidFill>
              <a:srgbClr val="AAAAAA"/>
            </a:solidFill>
            <a:prstDash val="solid"/>
          </a:ln>
        </p:spPr>
      </p:sp>
      <p:sp>
        <p:nvSpPr>
          <p:cNvPr id="202" name="Classification to composition">
            <a:extLst xmlns:a="http://schemas.openxmlformats.org/drawingml/2006/main">
              <a:ext uri="{FF2B5EF4-FFF2-40B4-BE49-F238E27FC236}">
                <a16:creationId xmlns:a16="http://schemas.microsoft.com/office/drawing/2014/main" id="{25649BB3-3A7D-415C-9958-6E1BE9A4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75" y="5910263"/>
            <a:ext cx="342900" cy="438150"/>
          </a:xfrm>
          <a:custGeom xmlns:a="http://schemas.openxmlformats.org/drawingml/2006/main">
            <a:pathLst>
              <a:path w="342900" h="438150">
                <a:moveTo>
                  <a:pt x="0" y="319088"/>
                </a:moveTo>
                <a:lnTo>
                  <a:pt x="123825" y="319088"/>
                </a:lnTo>
                <a:lnTo>
                  <a:pt x="123825" y="438150"/>
                </a:lnTo>
                <a:lnTo>
                  <a:pt x="342900" y="219075"/>
                </a:lnTo>
                <a:lnTo>
                  <a:pt x="123825" y="0"/>
                </a:lnTo>
                <a:lnTo>
                  <a:pt x="123825" y="119063"/>
                </a:lnTo>
                <a:lnTo>
                  <a:pt x="0" y="119063"/>
                </a:lnTo>
                <a:close/>
              </a:path>
            </a:pathLst>
          </a:custGeom>
          <a:solidFill xmlns:a="http://schemas.openxmlformats.org/drawingml/2006/main">
            <a:srgbClr val="8AC5F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3" name="human combination native soft shadow">
            <a:extLst xmlns:a="http://schemas.openxmlformats.org/drawingml/2006/main">
              <a:ext uri="{FF2B5EF4-FFF2-40B4-BE49-F238E27FC236}">
                <a16:creationId xmlns:a16="http://schemas.microsoft.com/office/drawing/2014/main" id="{B3172055-B839-4171-8B49-393B5A6DD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5700713"/>
            <a:ext cx="904875" cy="276225"/>
          </a:xfrm>
          <a:custGeom xmlns:a="http://schemas.openxmlformats.org/drawingml/2006/main">
            <a:pathLst>
              <a:path w="904875" h="276225">
                <a:moveTo>
                  <a:pt x="38100" y="0"/>
                </a:moveTo>
                <a:lnTo>
                  <a:pt x="866775" y="0"/>
                </a:lnTo>
                <a:cubicBezTo>
                  <a:pt x="887817" y="0"/>
                  <a:pt x="904875" y="17058"/>
                  <a:pt x="904875" y="38100"/>
                </a:cubicBezTo>
                <a:lnTo>
                  <a:pt x="904875" y="238125"/>
                </a:lnTo>
                <a:cubicBezTo>
                  <a:pt x="904875" y="259167"/>
                  <a:pt x="887817" y="276225"/>
                  <a:pt x="866775" y="276225"/>
                </a:cubicBezTo>
                <a:lnTo>
                  <a:pt x="38100" y="276225"/>
                </a:lnTo>
                <a:cubicBezTo>
                  <a:pt x="17058" y="276225"/>
                  <a:pt x="0" y="259167"/>
                  <a:pt x="0" y="2381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D6D6D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04" name="human combination">
            <a:extLst xmlns:a="http://schemas.openxmlformats.org/drawingml/2006/main">
              <a:ext uri="{FF2B5EF4-FFF2-40B4-BE49-F238E27FC236}">
                <a16:creationId xmlns:a16="http://schemas.microsoft.com/office/drawing/2014/main" id="{1C63B3B4-8179-4576-B376-6F99FCCAA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5653088"/>
            <a:ext cx="904875" cy="276225"/>
          </a:xfrm>
          <a:custGeom xmlns:a="http://schemas.openxmlformats.org/drawingml/2006/main">
            <a:pathLst>
              <a:path w="904875" h="276225">
                <a:moveTo>
                  <a:pt x="38100" y="0"/>
                </a:moveTo>
                <a:lnTo>
                  <a:pt x="866775" y="0"/>
                </a:lnTo>
                <a:cubicBezTo>
                  <a:pt x="887817" y="0"/>
                  <a:pt x="904875" y="17058"/>
                  <a:pt x="904875" y="38100"/>
                </a:cubicBezTo>
                <a:lnTo>
                  <a:pt x="904875" y="238125"/>
                </a:lnTo>
                <a:cubicBezTo>
                  <a:pt x="904875" y="259167"/>
                  <a:pt x="887817" y="276225"/>
                  <a:pt x="866775" y="276225"/>
                </a:cubicBezTo>
                <a:lnTo>
                  <a:pt x="38100" y="276225"/>
                </a:lnTo>
                <a:cubicBezTo>
                  <a:pt x="17058" y="276225"/>
                  <a:pt x="0" y="259167"/>
                  <a:pt x="0" y="2381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BCBCB"/>
            </a:solidFill>
            <a:prstDash val="solid"/>
          </a:ln>
        </p:spPr>
      </p:sp>
      <p:sp>
        <p:nvSpPr>
          <p:cNvPr id="205" name="human">
            <a:extLst xmlns:a="http://schemas.openxmlformats.org/drawingml/2006/main">
              <a:ext uri="{FF2B5EF4-FFF2-40B4-BE49-F238E27FC236}">
                <a16:creationId xmlns:a16="http://schemas.microsoft.com/office/drawing/2014/main" id="{7C25E22C-B72E-4BB0-91CC-2375304D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30300" y="5653088"/>
            <a:ext cx="95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human</a:t>
            </a:r>
          </a:p>
        </p:txBody>
      </p:sp>
      <p:sp>
        <p:nvSpPr>
          <p:cNvPr id="206" name="+">
            <a:extLst xmlns:a="http://schemas.openxmlformats.org/drawingml/2006/main">
              <a:ext uri="{FF2B5EF4-FFF2-40B4-BE49-F238E27FC236}">
                <a16:creationId xmlns:a16="http://schemas.microsoft.com/office/drawing/2014/main" id="{EC4C7CDC-72C9-4B2A-8FA9-B037CAA8D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01850" y="5662613"/>
            <a:ext cx="95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+</a:t>
            </a:r>
          </a:p>
        </p:txBody>
      </p:sp>
      <p:sp>
        <p:nvSpPr>
          <p:cNvPr id="207" name="scene combination native soft shadow">
            <a:extLst xmlns:a="http://schemas.openxmlformats.org/drawingml/2006/main">
              <a:ext uri="{FF2B5EF4-FFF2-40B4-BE49-F238E27FC236}">
                <a16:creationId xmlns:a16="http://schemas.microsoft.com/office/drawing/2014/main" id="{F5F2F169-635C-4F44-A8BF-074A0AF65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2825" y="5700713"/>
            <a:ext cx="904875" cy="276225"/>
          </a:xfrm>
          <a:custGeom xmlns:a="http://schemas.openxmlformats.org/drawingml/2006/main">
            <a:pathLst>
              <a:path w="904875" h="276225">
                <a:moveTo>
                  <a:pt x="38100" y="0"/>
                </a:moveTo>
                <a:lnTo>
                  <a:pt x="866775" y="0"/>
                </a:lnTo>
                <a:cubicBezTo>
                  <a:pt x="887817" y="0"/>
                  <a:pt x="904875" y="17058"/>
                  <a:pt x="904875" y="38100"/>
                </a:cubicBezTo>
                <a:lnTo>
                  <a:pt x="904875" y="238125"/>
                </a:lnTo>
                <a:cubicBezTo>
                  <a:pt x="904875" y="259167"/>
                  <a:pt x="887817" y="276225"/>
                  <a:pt x="866775" y="276225"/>
                </a:cubicBezTo>
                <a:lnTo>
                  <a:pt x="38100" y="276225"/>
                </a:lnTo>
                <a:cubicBezTo>
                  <a:pt x="17058" y="276225"/>
                  <a:pt x="0" y="259167"/>
                  <a:pt x="0" y="2381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D6D6D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08" name="scene combination">
            <a:extLst xmlns:a="http://schemas.openxmlformats.org/drawingml/2006/main">
              <a:ext uri="{FF2B5EF4-FFF2-40B4-BE49-F238E27FC236}">
                <a16:creationId xmlns:a16="http://schemas.microsoft.com/office/drawing/2014/main" id="{DF4B75A3-8500-47D6-B3B8-9F9ED10B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5653088"/>
            <a:ext cx="904875" cy="276225"/>
          </a:xfrm>
          <a:custGeom xmlns:a="http://schemas.openxmlformats.org/drawingml/2006/main">
            <a:pathLst>
              <a:path w="904875" h="276225">
                <a:moveTo>
                  <a:pt x="38100" y="0"/>
                </a:moveTo>
                <a:lnTo>
                  <a:pt x="866775" y="0"/>
                </a:lnTo>
                <a:cubicBezTo>
                  <a:pt x="887817" y="0"/>
                  <a:pt x="904875" y="17058"/>
                  <a:pt x="904875" y="38100"/>
                </a:cubicBezTo>
                <a:lnTo>
                  <a:pt x="904875" y="238125"/>
                </a:lnTo>
                <a:cubicBezTo>
                  <a:pt x="904875" y="259167"/>
                  <a:pt x="887817" y="276225"/>
                  <a:pt x="866775" y="276225"/>
                </a:cubicBezTo>
                <a:lnTo>
                  <a:pt x="38100" y="276225"/>
                </a:lnTo>
                <a:cubicBezTo>
                  <a:pt x="17058" y="276225"/>
                  <a:pt x="0" y="259167"/>
                  <a:pt x="0" y="2381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BCBCB"/>
            </a:solidFill>
            <a:prstDash val="solid"/>
          </a:ln>
        </p:spPr>
      </p:sp>
      <p:sp>
        <p:nvSpPr>
          <p:cNvPr id="209" name="scene">
            <a:extLst xmlns:a="http://schemas.openxmlformats.org/drawingml/2006/main">
              <a:ext uri="{FF2B5EF4-FFF2-40B4-BE49-F238E27FC236}">
                <a16:creationId xmlns:a16="http://schemas.microsoft.com/office/drawing/2014/main" id="{6772D7A3-DDC8-4291-B1B8-770D1BB2F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20925" y="5653088"/>
            <a:ext cx="95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scene</a:t>
            </a:r>
          </a:p>
        </p:txBody>
      </p:sp>
      <p:sp>
        <p:nvSpPr>
          <p:cNvPr id="210" name="human combination native soft shadow">
            <a:extLst xmlns:a="http://schemas.openxmlformats.org/drawingml/2006/main">
              <a:ext uri="{FF2B5EF4-FFF2-40B4-BE49-F238E27FC236}">
                <a16:creationId xmlns:a16="http://schemas.microsoft.com/office/drawing/2014/main" id="{58F08341-2D13-4402-B5C2-21C04483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6157913"/>
            <a:ext cx="904875" cy="276225"/>
          </a:xfrm>
          <a:custGeom xmlns:a="http://schemas.openxmlformats.org/drawingml/2006/main">
            <a:pathLst>
              <a:path w="904875" h="276225">
                <a:moveTo>
                  <a:pt x="38100" y="0"/>
                </a:moveTo>
                <a:lnTo>
                  <a:pt x="866775" y="0"/>
                </a:lnTo>
                <a:cubicBezTo>
                  <a:pt x="887817" y="0"/>
                  <a:pt x="904875" y="17058"/>
                  <a:pt x="904875" y="38100"/>
                </a:cubicBezTo>
                <a:lnTo>
                  <a:pt x="904875" y="238125"/>
                </a:lnTo>
                <a:cubicBezTo>
                  <a:pt x="904875" y="259167"/>
                  <a:pt x="887817" y="276225"/>
                  <a:pt x="866775" y="276225"/>
                </a:cubicBezTo>
                <a:lnTo>
                  <a:pt x="38100" y="276225"/>
                </a:lnTo>
                <a:cubicBezTo>
                  <a:pt x="17058" y="276225"/>
                  <a:pt x="0" y="259167"/>
                  <a:pt x="0" y="2381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D6D6D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11" name="human combination">
            <a:extLst xmlns:a="http://schemas.openxmlformats.org/drawingml/2006/main">
              <a:ext uri="{FF2B5EF4-FFF2-40B4-BE49-F238E27FC236}">
                <a16:creationId xmlns:a16="http://schemas.microsoft.com/office/drawing/2014/main" id="{66DC1CEE-2D73-4CEA-B28F-1FB9E754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6110288"/>
            <a:ext cx="904875" cy="276225"/>
          </a:xfrm>
          <a:custGeom xmlns:a="http://schemas.openxmlformats.org/drawingml/2006/main">
            <a:pathLst>
              <a:path w="904875" h="276225">
                <a:moveTo>
                  <a:pt x="38100" y="0"/>
                </a:moveTo>
                <a:lnTo>
                  <a:pt x="866775" y="0"/>
                </a:lnTo>
                <a:cubicBezTo>
                  <a:pt x="887817" y="0"/>
                  <a:pt x="904875" y="17058"/>
                  <a:pt x="904875" y="38100"/>
                </a:cubicBezTo>
                <a:lnTo>
                  <a:pt x="904875" y="238125"/>
                </a:lnTo>
                <a:cubicBezTo>
                  <a:pt x="904875" y="259167"/>
                  <a:pt x="887817" y="276225"/>
                  <a:pt x="866775" y="276225"/>
                </a:cubicBezTo>
                <a:lnTo>
                  <a:pt x="38100" y="276225"/>
                </a:lnTo>
                <a:cubicBezTo>
                  <a:pt x="17058" y="276225"/>
                  <a:pt x="0" y="259167"/>
                  <a:pt x="0" y="2381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BCBCB"/>
            </a:solidFill>
            <a:prstDash val="solid"/>
          </a:ln>
        </p:spPr>
      </p:sp>
      <p:sp>
        <p:nvSpPr>
          <p:cNvPr id="212" name="human">
            <a:extLst xmlns:a="http://schemas.openxmlformats.org/drawingml/2006/main">
              <a:ext uri="{FF2B5EF4-FFF2-40B4-BE49-F238E27FC236}">
                <a16:creationId xmlns:a16="http://schemas.microsoft.com/office/drawing/2014/main" id="{537C807E-E6E8-4783-A48F-B3DE10C4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30300" y="6110288"/>
            <a:ext cx="95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human</a:t>
            </a:r>
          </a:p>
        </p:txBody>
      </p:sp>
      <p:sp>
        <p:nvSpPr>
          <p:cNvPr id="213" name="+">
            <a:extLst xmlns:a="http://schemas.openxmlformats.org/drawingml/2006/main">
              <a:ext uri="{FF2B5EF4-FFF2-40B4-BE49-F238E27FC236}">
                <a16:creationId xmlns:a16="http://schemas.microsoft.com/office/drawing/2014/main" id="{9EC2F39C-0665-498B-A21C-F74143D4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11375" y="6119813"/>
            <a:ext cx="95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+</a:t>
            </a:r>
          </a:p>
        </p:txBody>
      </p:sp>
      <p:sp>
        <p:nvSpPr>
          <p:cNvPr id="214" name="object combination native soft shadow">
            <a:extLst xmlns:a="http://schemas.openxmlformats.org/drawingml/2006/main">
              <a:ext uri="{FF2B5EF4-FFF2-40B4-BE49-F238E27FC236}">
                <a16:creationId xmlns:a16="http://schemas.microsoft.com/office/drawing/2014/main" id="{7427DC41-C463-4C1E-9858-2B9D0C61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2825" y="6157913"/>
            <a:ext cx="952500" cy="276225"/>
          </a:xfrm>
          <a:custGeom xmlns:a="http://schemas.openxmlformats.org/drawingml/2006/main">
            <a:pathLst>
              <a:path w="952500" h="276225">
                <a:moveTo>
                  <a:pt x="38100" y="0"/>
                </a:moveTo>
                <a:lnTo>
                  <a:pt x="914400" y="0"/>
                </a:lnTo>
                <a:cubicBezTo>
                  <a:pt x="935442" y="0"/>
                  <a:pt x="952500" y="17058"/>
                  <a:pt x="952500" y="38100"/>
                </a:cubicBezTo>
                <a:lnTo>
                  <a:pt x="952500" y="238125"/>
                </a:lnTo>
                <a:cubicBezTo>
                  <a:pt x="952500" y="259167"/>
                  <a:pt x="935442" y="276225"/>
                  <a:pt x="914400" y="276225"/>
                </a:cubicBezTo>
                <a:lnTo>
                  <a:pt x="38100" y="276225"/>
                </a:lnTo>
                <a:cubicBezTo>
                  <a:pt x="17058" y="276225"/>
                  <a:pt x="0" y="259167"/>
                  <a:pt x="0" y="2381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D6D6D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15" name="object combination">
            <a:extLst xmlns:a="http://schemas.openxmlformats.org/drawingml/2006/main">
              <a:ext uri="{FF2B5EF4-FFF2-40B4-BE49-F238E27FC236}">
                <a16:creationId xmlns:a16="http://schemas.microsoft.com/office/drawing/2014/main" id="{A64C4C8F-FFF3-4F80-BD3E-CC1FEDD2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6110288"/>
            <a:ext cx="952500" cy="276225"/>
          </a:xfrm>
          <a:custGeom xmlns:a="http://schemas.openxmlformats.org/drawingml/2006/main">
            <a:pathLst>
              <a:path w="952500" h="276225">
                <a:moveTo>
                  <a:pt x="38100" y="0"/>
                </a:moveTo>
                <a:lnTo>
                  <a:pt x="914400" y="0"/>
                </a:lnTo>
                <a:cubicBezTo>
                  <a:pt x="935442" y="0"/>
                  <a:pt x="952500" y="17058"/>
                  <a:pt x="952500" y="38100"/>
                </a:cubicBezTo>
                <a:lnTo>
                  <a:pt x="952500" y="238125"/>
                </a:lnTo>
                <a:cubicBezTo>
                  <a:pt x="952500" y="259167"/>
                  <a:pt x="935442" y="276225"/>
                  <a:pt x="914400" y="276225"/>
                </a:cubicBezTo>
                <a:lnTo>
                  <a:pt x="38100" y="276225"/>
                </a:lnTo>
                <a:cubicBezTo>
                  <a:pt x="17058" y="276225"/>
                  <a:pt x="0" y="259167"/>
                  <a:pt x="0" y="2381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BCBCB"/>
            </a:solidFill>
            <a:prstDash val="solid"/>
          </a:ln>
        </p:spPr>
      </p:sp>
      <p:sp>
        <p:nvSpPr>
          <p:cNvPr id="216" name="object">
            <a:extLst xmlns:a="http://schemas.openxmlformats.org/drawingml/2006/main">
              <a:ext uri="{FF2B5EF4-FFF2-40B4-BE49-F238E27FC236}">
                <a16:creationId xmlns:a16="http://schemas.microsoft.com/office/drawing/2014/main" id="{19124740-059A-40D0-AF28-61B70EDD1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20925" y="6110288"/>
            <a:ext cx="95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object</a:t>
            </a:r>
          </a:p>
        </p:txBody>
      </p:sp>
      <p:sp>
        <p:nvSpPr>
          <p:cNvPr id="217" name="human combination native soft shadow">
            <a:extLst xmlns:a="http://schemas.openxmlformats.org/drawingml/2006/main">
              <a:ext uri="{FF2B5EF4-FFF2-40B4-BE49-F238E27FC236}">
                <a16:creationId xmlns:a16="http://schemas.microsoft.com/office/drawing/2014/main" id="{2BB32E4E-E7F9-4F40-BA82-863A5647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8325" y="6615113"/>
            <a:ext cx="904875" cy="276225"/>
          </a:xfrm>
          <a:custGeom xmlns:a="http://schemas.openxmlformats.org/drawingml/2006/main">
            <a:pathLst>
              <a:path w="904875" h="276225">
                <a:moveTo>
                  <a:pt x="38100" y="0"/>
                </a:moveTo>
                <a:lnTo>
                  <a:pt x="866775" y="0"/>
                </a:lnTo>
                <a:cubicBezTo>
                  <a:pt x="887817" y="0"/>
                  <a:pt x="904875" y="17058"/>
                  <a:pt x="904875" y="38100"/>
                </a:cubicBezTo>
                <a:lnTo>
                  <a:pt x="904875" y="238125"/>
                </a:lnTo>
                <a:cubicBezTo>
                  <a:pt x="904875" y="259167"/>
                  <a:pt x="887817" y="276225"/>
                  <a:pt x="866775" y="276225"/>
                </a:cubicBezTo>
                <a:lnTo>
                  <a:pt x="38100" y="276225"/>
                </a:lnTo>
                <a:cubicBezTo>
                  <a:pt x="17058" y="276225"/>
                  <a:pt x="0" y="259167"/>
                  <a:pt x="0" y="2381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D6D6D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18" name="human combination">
            <a:extLst xmlns:a="http://schemas.openxmlformats.org/drawingml/2006/main">
              <a:ext uri="{FF2B5EF4-FFF2-40B4-BE49-F238E27FC236}">
                <a16:creationId xmlns:a16="http://schemas.microsoft.com/office/drawing/2014/main" id="{24B7543E-1D06-4415-A926-E19126D1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0225" y="6567488"/>
            <a:ext cx="904875" cy="276225"/>
          </a:xfrm>
          <a:custGeom xmlns:a="http://schemas.openxmlformats.org/drawingml/2006/main">
            <a:pathLst>
              <a:path w="904875" h="276225">
                <a:moveTo>
                  <a:pt x="38100" y="0"/>
                </a:moveTo>
                <a:lnTo>
                  <a:pt x="866775" y="0"/>
                </a:lnTo>
                <a:cubicBezTo>
                  <a:pt x="887817" y="0"/>
                  <a:pt x="904875" y="17058"/>
                  <a:pt x="904875" y="38100"/>
                </a:cubicBezTo>
                <a:lnTo>
                  <a:pt x="904875" y="238125"/>
                </a:lnTo>
                <a:cubicBezTo>
                  <a:pt x="904875" y="259167"/>
                  <a:pt x="887817" y="276225"/>
                  <a:pt x="866775" y="276225"/>
                </a:cubicBezTo>
                <a:lnTo>
                  <a:pt x="38100" y="276225"/>
                </a:lnTo>
                <a:cubicBezTo>
                  <a:pt x="17058" y="276225"/>
                  <a:pt x="0" y="259167"/>
                  <a:pt x="0" y="2381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BCBCB"/>
            </a:solidFill>
            <a:prstDash val="solid"/>
          </a:ln>
        </p:spPr>
      </p:sp>
      <p:sp>
        <p:nvSpPr>
          <p:cNvPr id="219" name="human">
            <a:extLst xmlns:a="http://schemas.openxmlformats.org/drawingml/2006/main">
              <a:ext uri="{FF2B5EF4-FFF2-40B4-BE49-F238E27FC236}">
                <a16:creationId xmlns:a16="http://schemas.microsoft.com/office/drawing/2014/main" id="{4A90C2FA-6B0B-48DB-8A9E-21B0B726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06425" y="6567488"/>
            <a:ext cx="95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human</a:t>
            </a:r>
          </a:p>
        </p:txBody>
      </p:sp>
      <p:sp>
        <p:nvSpPr>
          <p:cNvPr id="220" name="+">
            <a:extLst xmlns:a="http://schemas.openxmlformats.org/drawingml/2006/main">
              <a:ext uri="{FF2B5EF4-FFF2-40B4-BE49-F238E27FC236}">
                <a16:creationId xmlns:a16="http://schemas.microsoft.com/office/drawing/2014/main" id="{6D1C88C5-CD19-4422-B687-BE024578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35125" y="6567488"/>
            <a:ext cx="95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+</a:t>
            </a:r>
          </a:p>
        </p:txBody>
      </p:sp>
      <p:sp>
        <p:nvSpPr>
          <p:cNvPr id="221" name="scene combination native soft shadow">
            <a:extLst xmlns:a="http://schemas.openxmlformats.org/drawingml/2006/main">
              <a:ext uri="{FF2B5EF4-FFF2-40B4-BE49-F238E27FC236}">
                <a16:creationId xmlns:a16="http://schemas.microsoft.com/office/drawing/2014/main" id="{8A1B1481-7867-4B0D-8CA9-D089DB83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16100" y="6615113"/>
            <a:ext cx="904875" cy="276225"/>
          </a:xfrm>
          <a:custGeom xmlns:a="http://schemas.openxmlformats.org/drawingml/2006/main">
            <a:pathLst>
              <a:path w="904875" h="276225">
                <a:moveTo>
                  <a:pt x="38100" y="0"/>
                </a:moveTo>
                <a:lnTo>
                  <a:pt x="866775" y="0"/>
                </a:lnTo>
                <a:cubicBezTo>
                  <a:pt x="887817" y="0"/>
                  <a:pt x="904875" y="17058"/>
                  <a:pt x="904875" y="38100"/>
                </a:cubicBezTo>
                <a:lnTo>
                  <a:pt x="904875" y="238125"/>
                </a:lnTo>
                <a:cubicBezTo>
                  <a:pt x="904875" y="259167"/>
                  <a:pt x="887817" y="276225"/>
                  <a:pt x="866775" y="276225"/>
                </a:cubicBezTo>
                <a:lnTo>
                  <a:pt x="38100" y="276225"/>
                </a:lnTo>
                <a:cubicBezTo>
                  <a:pt x="17058" y="276225"/>
                  <a:pt x="0" y="259167"/>
                  <a:pt x="0" y="2381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D6D6D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22" name="scene combination">
            <a:extLst xmlns:a="http://schemas.openxmlformats.org/drawingml/2006/main">
              <a:ext uri="{FF2B5EF4-FFF2-40B4-BE49-F238E27FC236}">
                <a16:creationId xmlns:a16="http://schemas.microsoft.com/office/drawing/2014/main" id="{1FA4F84A-C78D-4A42-A14D-61187F5E4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6567488"/>
            <a:ext cx="904875" cy="276225"/>
          </a:xfrm>
          <a:custGeom xmlns:a="http://schemas.openxmlformats.org/drawingml/2006/main">
            <a:pathLst>
              <a:path w="904875" h="276225">
                <a:moveTo>
                  <a:pt x="38100" y="0"/>
                </a:moveTo>
                <a:lnTo>
                  <a:pt x="866775" y="0"/>
                </a:lnTo>
                <a:cubicBezTo>
                  <a:pt x="887817" y="0"/>
                  <a:pt x="904875" y="17058"/>
                  <a:pt x="904875" y="38100"/>
                </a:cubicBezTo>
                <a:lnTo>
                  <a:pt x="904875" y="238125"/>
                </a:lnTo>
                <a:cubicBezTo>
                  <a:pt x="904875" y="259167"/>
                  <a:pt x="887817" y="276225"/>
                  <a:pt x="866775" y="276225"/>
                </a:cubicBezTo>
                <a:lnTo>
                  <a:pt x="38100" y="276225"/>
                </a:lnTo>
                <a:cubicBezTo>
                  <a:pt x="17058" y="276225"/>
                  <a:pt x="0" y="259167"/>
                  <a:pt x="0" y="2381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BCBCB"/>
            </a:solidFill>
            <a:prstDash val="solid"/>
          </a:ln>
        </p:spPr>
      </p:sp>
      <p:sp>
        <p:nvSpPr>
          <p:cNvPr id="223" name="scene">
            <a:extLst xmlns:a="http://schemas.openxmlformats.org/drawingml/2006/main">
              <a:ext uri="{FF2B5EF4-FFF2-40B4-BE49-F238E27FC236}">
                <a16:creationId xmlns:a16="http://schemas.microsoft.com/office/drawing/2014/main" id="{009DDC43-D807-47F7-A982-0825041C7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54200" y="6567488"/>
            <a:ext cx="95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scene</a:t>
            </a:r>
          </a:p>
        </p:txBody>
      </p:sp>
      <p:sp>
        <p:nvSpPr>
          <p:cNvPr id="224" name="+">
            <a:extLst xmlns:a="http://schemas.openxmlformats.org/drawingml/2006/main">
              <a:ext uri="{FF2B5EF4-FFF2-40B4-BE49-F238E27FC236}">
                <a16:creationId xmlns:a16="http://schemas.microsoft.com/office/drawing/2014/main" id="{661000E3-A223-4DBF-BDEA-E63B97AD9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68600" y="6567488"/>
            <a:ext cx="95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+</a:t>
            </a:r>
          </a:p>
        </p:txBody>
      </p:sp>
      <p:sp>
        <p:nvSpPr>
          <p:cNvPr id="225" name="object combination native soft shadow">
            <a:extLst xmlns:a="http://schemas.openxmlformats.org/drawingml/2006/main">
              <a:ext uri="{FF2B5EF4-FFF2-40B4-BE49-F238E27FC236}">
                <a16:creationId xmlns:a16="http://schemas.microsoft.com/office/drawing/2014/main" id="{7FBC6C9A-3763-426D-B5A4-5090D2E2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7675" y="6615113"/>
            <a:ext cx="952500" cy="276225"/>
          </a:xfrm>
          <a:custGeom xmlns:a="http://schemas.openxmlformats.org/drawingml/2006/main">
            <a:pathLst>
              <a:path w="952500" h="276225">
                <a:moveTo>
                  <a:pt x="38100" y="0"/>
                </a:moveTo>
                <a:lnTo>
                  <a:pt x="914400" y="0"/>
                </a:lnTo>
                <a:cubicBezTo>
                  <a:pt x="935442" y="0"/>
                  <a:pt x="952500" y="17058"/>
                  <a:pt x="952500" y="38100"/>
                </a:cubicBezTo>
                <a:lnTo>
                  <a:pt x="952500" y="238125"/>
                </a:lnTo>
                <a:cubicBezTo>
                  <a:pt x="952500" y="259167"/>
                  <a:pt x="935442" y="276225"/>
                  <a:pt x="914400" y="276225"/>
                </a:cubicBezTo>
                <a:lnTo>
                  <a:pt x="38100" y="276225"/>
                </a:lnTo>
                <a:cubicBezTo>
                  <a:pt x="17058" y="276225"/>
                  <a:pt x="0" y="259167"/>
                  <a:pt x="0" y="2381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D6D6D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26" name="object combination">
            <a:extLst xmlns:a="http://schemas.openxmlformats.org/drawingml/2006/main">
              <a:ext uri="{FF2B5EF4-FFF2-40B4-BE49-F238E27FC236}">
                <a16:creationId xmlns:a16="http://schemas.microsoft.com/office/drawing/2014/main" id="{67FD7CF8-20F6-4AF0-8B23-A61E9236B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9575" y="6567488"/>
            <a:ext cx="952500" cy="276225"/>
          </a:xfrm>
          <a:custGeom xmlns:a="http://schemas.openxmlformats.org/drawingml/2006/main">
            <a:pathLst>
              <a:path w="952500" h="276225">
                <a:moveTo>
                  <a:pt x="38100" y="0"/>
                </a:moveTo>
                <a:lnTo>
                  <a:pt x="914400" y="0"/>
                </a:lnTo>
                <a:cubicBezTo>
                  <a:pt x="935442" y="0"/>
                  <a:pt x="952500" y="17058"/>
                  <a:pt x="952500" y="38100"/>
                </a:cubicBezTo>
                <a:lnTo>
                  <a:pt x="952500" y="238125"/>
                </a:lnTo>
                <a:cubicBezTo>
                  <a:pt x="952500" y="259167"/>
                  <a:pt x="935442" y="276225"/>
                  <a:pt x="914400" y="276225"/>
                </a:cubicBezTo>
                <a:lnTo>
                  <a:pt x="38100" y="276225"/>
                </a:lnTo>
                <a:cubicBezTo>
                  <a:pt x="17058" y="276225"/>
                  <a:pt x="0" y="259167"/>
                  <a:pt x="0" y="2381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BCBCB"/>
            </a:solidFill>
            <a:prstDash val="solid"/>
          </a:ln>
        </p:spPr>
      </p:sp>
      <p:sp>
        <p:nvSpPr>
          <p:cNvPr id="227" name="object">
            <a:extLst xmlns:a="http://schemas.openxmlformats.org/drawingml/2006/main">
              <a:ext uri="{FF2B5EF4-FFF2-40B4-BE49-F238E27FC236}">
                <a16:creationId xmlns:a16="http://schemas.microsoft.com/office/drawing/2014/main" id="{A258761D-A3B5-458D-B605-3E60244E7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25775" y="6567488"/>
            <a:ext cx="95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object</a:t>
            </a:r>
          </a:p>
        </p:txBody>
      </p:sp>
      <p:sp>
        <p:nvSpPr>
          <p:cNvPr id="228" name="...">
            <a:extLst xmlns:a="http://schemas.openxmlformats.org/drawingml/2006/main">
              <a:ext uri="{FF2B5EF4-FFF2-40B4-BE49-F238E27FC236}">
                <a16:creationId xmlns:a16="http://schemas.microsoft.com/office/drawing/2014/main" id="{80EE721D-06C2-4D18-A366-54FDDDE9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25650" y="6900863"/>
            <a:ext cx="6858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...</a:t>
            </a:r>
          </a:p>
        </p:txBody>
      </p:sp>
      <p:sp>
        <p:nvSpPr>
          <p:cNvPr id="229" name="Multi-reference generation">
            <a:extLst xmlns:a="http://schemas.openxmlformats.org/drawingml/2006/main">
              <a:ext uri="{FF2B5EF4-FFF2-40B4-BE49-F238E27FC236}">
                <a16:creationId xmlns:a16="http://schemas.microsoft.com/office/drawing/2014/main" id="{C5267C51-7B68-45B2-A7A7-A79D8F1B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35025" y="7053263"/>
            <a:ext cx="3076575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Multi-reference generation</a:t>
            </a:r>
          </a:p>
        </p:txBody>
      </p:sp>
      <p:sp>
        <p:nvSpPr>
          <p:cNvPr id="230" name="Multi-reference to synthesis">
            <a:extLst xmlns:a="http://schemas.openxmlformats.org/drawingml/2006/main">
              <a:ext uri="{FF2B5EF4-FFF2-40B4-BE49-F238E27FC236}">
                <a16:creationId xmlns:a16="http://schemas.microsoft.com/office/drawing/2014/main" id="{D5CFC5F7-F6FA-40AE-88A7-F063FB7DD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9650" y="5891213"/>
            <a:ext cx="371475" cy="457200"/>
          </a:xfrm>
          <a:custGeom xmlns:a="http://schemas.openxmlformats.org/drawingml/2006/main">
            <a:pathLst>
              <a:path w="371475" h="457200">
                <a:moveTo>
                  <a:pt x="0" y="333375"/>
                </a:moveTo>
                <a:lnTo>
                  <a:pt x="142875" y="333375"/>
                </a:lnTo>
                <a:lnTo>
                  <a:pt x="142875" y="457200"/>
                </a:lnTo>
                <a:lnTo>
                  <a:pt x="371475" y="228600"/>
                </a:lnTo>
                <a:lnTo>
                  <a:pt x="142875" y="0"/>
                </a:lnTo>
                <a:lnTo>
                  <a:pt x="142875" y="123825"/>
                </a:ln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78C3F6"/>
          </a:solidFill>
          <a:ln xmlns:a="http://schemas.openxmlformats.org/drawingml/2006/main" w="9525">
            <a:noFill/>
            <a:prstDash val="solid"/>
          </a:ln>
        </p:spPr>
      </p:sp>
      <p:pic>
        <p:nvPic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EBB1F7E9-E9A6-4EB6-AA69-C483EC15D1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3636cedcfa4a71"/>
          <a:stretch xmlns:a="http://schemas.openxmlformats.org/drawingml/2006/main"/>
        </p:blipFill>
        <p:spPr>
          <a:xfrm xmlns:a="http://schemas.openxmlformats.org/drawingml/2006/main">
            <a:off x="15944850" y="5846246"/>
            <a:ext cx="333375" cy="356634"/>
          </a:xfrm>
          <a:prstGeom xmlns:a="http://schemas.openxmlformats.org/drawingml/2006/main" prst="rect">
            <a:avLst/>
          </a:prstGeom>
        </p:spPr>
      </p:pic>
      <p:pic>
        <p:nvPic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7ABE81C2-8620-4356-AA69-22B1E9D366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eaf3b3b07d4e75"/>
          <a:stretch xmlns:a="http://schemas.openxmlformats.org/drawingml/2006/main"/>
        </p:blipFill>
        <p:spPr>
          <a:xfrm xmlns:a="http://schemas.openxmlformats.org/drawingml/2006/main">
            <a:off x="16421100" y="5121641"/>
            <a:ext cx="609600" cy="758092"/>
          </a:xfrm>
          <a:prstGeom xmlns:a="http://schemas.openxmlformats.org/drawingml/2006/main" prst="rect">
            <a:avLst/>
          </a:prstGeom>
        </p:spPr>
      </p:pic>
      <p:pic>
        <p:nvPic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63DBEBA3-79FA-41EF-88AF-57C8B81BC0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4264ca72df4333"/>
          <a:stretch xmlns:a="http://schemas.openxmlformats.org/drawingml/2006/main"/>
        </p:blipFill>
        <p:spPr>
          <a:xfrm xmlns:a="http://schemas.openxmlformats.org/drawingml/2006/main">
            <a:off x="17078374" y="5119688"/>
            <a:ext cx="590453" cy="771525"/>
          </a:xfrm>
          <a:prstGeom xmlns:a="http://schemas.openxmlformats.org/drawingml/2006/main" prst="rect">
            <a:avLst/>
          </a:prstGeom>
        </p:spPr>
      </p:pic>
      <p:pic>
        <p:nvPic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220CA50A-3BBD-475A-9014-9BBEB2A438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82ab25cd874a36"/>
          <a:stretch xmlns:a="http://schemas.openxmlformats.org/drawingml/2006/main"/>
        </p:blipFill>
        <p:spPr>
          <a:xfrm xmlns:a="http://schemas.openxmlformats.org/drawingml/2006/main">
            <a:off x="17687925" y="5120852"/>
            <a:ext cx="704850" cy="759672"/>
          </a:xfrm>
          <a:prstGeom xmlns:a="http://schemas.openxmlformats.org/drawingml/2006/main" prst="rect">
            <a:avLst/>
          </a:prstGeom>
        </p:spPr>
      </p:pic>
      <p:pic>
        <p:nvPic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8BFEB1D4-01ED-4296-896C-071CFC3223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3188f6332d4c2d"/>
          <a:stretch xmlns:a="http://schemas.openxmlformats.org/drawingml/2006/main"/>
        </p:blipFill>
        <p:spPr>
          <a:xfrm xmlns:a="http://schemas.openxmlformats.org/drawingml/2006/main">
            <a:off x="18011775" y="5419725"/>
            <a:ext cx="1209675" cy="1209675"/>
          </a:xfrm>
          <a:prstGeom xmlns:a="http://schemas.openxmlformats.org/drawingml/2006/main" prst="rect">
            <a:avLst/>
          </a:prstGeom>
        </p:spPr>
      </p:pic>
      <p:sp>
        <p:nvSpPr>
          <p:cNvPr id="236" name="Explicit&#10;Instruction">
            <a:extLst xmlns:a="http://schemas.openxmlformats.org/drawingml/2006/main">
              <a:ext uri="{FF2B5EF4-FFF2-40B4-BE49-F238E27FC236}">
                <a16:creationId xmlns:a16="http://schemas.microsoft.com/office/drawing/2014/main" id="{3D4CD27F-05CB-4B1E-AD61-1E91A764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30675" y="6062663"/>
            <a:ext cx="1200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Explicit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Instruction</a:t>
            </a:r>
          </a:p>
        </p:txBody>
      </p:sp>
      <p:pic>
        <p:nvPic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633DE577-34D7-4D86-B013-1EDA737B0B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28a91391044e94"/>
          <a:stretch xmlns:a="http://schemas.openxmlformats.org/drawingml/2006/main"/>
        </p:blipFill>
        <p:spPr>
          <a:xfrm xmlns:a="http://schemas.openxmlformats.org/drawingml/2006/main">
            <a:off x="16735425" y="6532326"/>
            <a:ext cx="361950" cy="346548"/>
          </a:xfrm>
          <a:prstGeom xmlns:a="http://schemas.openxmlformats.org/drawingml/2006/main" prst="rect">
            <a:avLst/>
          </a:prstGeom>
        </p:spPr>
      </p:pic>
      <p:sp>
        <p:nvSpPr>
          <p:cNvPr id="238" name="GPT-4o">
            <a:extLst xmlns:a="http://schemas.openxmlformats.org/drawingml/2006/main">
              <a:ext uri="{FF2B5EF4-FFF2-40B4-BE49-F238E27FC236}">
                <a16:creationId xmlns:a16="http://schemas.microsoft.com/office/drawing/2014/main" id="{33979231-D8EE-4C7B-90B9-4BF90413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11600" y="6958013"/>
            <a:ext cx="990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GPT-4o</a:t>
            </a:r>
          </a:p>
        </p:txBody>
      </p:sp>
      <p:sp>
        <p:nvSpPr>
          <p:cNvPr id="239" name="Explicit instruction optimize">
            <a:extLst xmlns:a="http://schemas.openxmlformats.org/drawingml/2006/main">
              <a:ext uri="{FF2B5EF4-FFF2-40B4-BE49-F238E27FC236}">
                <a16:creationId xmlns:a16="http://schemas.microsoft.com/office/drawing/2014/main" id="{E0E0DD4B-5CE9-41AA-8B02-9D82C8C31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65197" y="6565879"/>
            <a:ext cx="541778" cy="342269"/>
          </a:xfrm>
          <a:custGeom xmlns:a="http://schemas.openxmlformats.org/drawingml/2006/main">
            <a:pathLst>
              <a:path w="541778" h="342269">
                <a:moveTo>
                  <a:pt x="0" y="98467"/>
                </a:moveTo>
                <a:lnTo>
                  <a:pt x="362747" y="230375"/>
                </a:lnTo>
                <a:lnTo>
                  <a:pt x="322059" y="342269"/>
                </a:lnTo>
                <a:lnTo>
                  <a:pt x="541778" y="239733"/>
                </a:lnTo>
                <a:lnTo>
                  <a:pt x="439242" y="20014"/>
                </a:lnTo>
                <a:lnTo>
                  <a:pt x="398554" y="131908"/>
                </a:lnTo>
                <a:lnTo>
                  <a:pt x="35806" y="0"/>
                </a:lnTo>
                <a:close/>
              </a:path>
            </a:pathLst>
          </a:custGeom>
          <a:solidFill xmlns:a="http://schemas.openxmlformats.org/drawingml/2006/main">
            <a:srgbClr val="A7D5F8"/>
          </a:solidFill>
          <a:ln xmlns:a="http://schemas.openxmlformats.org/drawingml/2006/main" w="9525">
            <a:noFill/>
            <a:prstDash val="solid"/>
          </a:ln>
        </p:spPr>
      </p:sp>
      <p:pic>
        <p:nvPic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978547B1-FB4B-46EA-801D-6B5D886509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60a04803634a89"/>
          <a:stretch xmlns:a="http://schemas.openxmlformats.org/drawingml/2006/main"/>
        </p:blipFill>
        <p:spPr>
          <a:xfrm xmlns:a="http://schemas.openxmlformats.org/drawingml/2006/main">
            <a:off x="17546822" y="6643688"/>
            <a:ext cx="348881" cy="333375"/>
          </a:xfrm>
          <a:prstGeom xmlns:a="http://schemas.openxmlformats.org/drawingml/2006/main" prst="rect">
            <a:avLst/>
          </a:prstGeom>
        </p:spPr>
      </p:pic>
      <p:sp>
        <p:nvSpPr>
          <p:cNvPr id="241" name="Optimize">
            <a:extLst xmlns:a="http://schemas.openxmlformats.org/drawingml/2006/main">
              <a:ext uri="{FF2B5EF4-FFF2-40B4-BE49-F238E27FC236}">
                <a16:creationId xmlns:a16="http://schemas.microsoft.com/office/drawing/2014/main" id="{7082C143-1CEA-44B7-9B3F-351E855D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45100" y="6672263"/>
            <a:ext cx="12192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5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Optimize</a:t>
            </a:r>
          </a:p>
        </p:txBody>
      </p:sp>
      <p:sp>
        <p:nvSpPr>
          <p:cNvPr id="242" name="Diversity tag native soft shadow">
            <a:extLst xmlns:a="http://schemas.openxmlformats.org/drawingml/2006/main">
              <a:ext uri="{FF2B5EF4-FFF2-40B4-BE49-F238E27FC236}">
                <a16:creationId xmlns:a16="http://schemas.microsoft.com/office/drawing/2014/main" id="{D2FC2DEA-963B-4DDD-9BE2-F1432B4A2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54575" y="7100888"/>
            <a:ext cx="1438275" cy="257175"/>
          </a:xfrm>
          <a:custGeom xmlns:a="http://schemas.openxmlformats.org/drawingml/2006/main">
            <a:pathLst>
              <a:path w="1438275" h="257175">
                <a:moveTo>
                  <a:pt x="38100" y="0"/>
                </a:moveTo>
                <a:lnTo>
                  <a:pt x="1400175" y="0"/>
                </a:lnTo>
                <a:cubicBezTo>
                  <a:pt x="1421217" y="0"/>
                  <a:pt x="1438275" y="17058"/>
                  <a:pt x="1438275" y="38100"/>
                </a:cubicBezTo>
                <a:lnTo>
                  <a:pt x="1438275" y="219075"/>
                </a:lnTo>
                <a:cubicBezTo>
                  <a:pt x="1438275" y="240117"/>
                  <a:pt x="1421217" y="257175"/>
                  <a:pt x="1400175" y="257175"/>
                </a:cubicBezTo>
                <a:lnTo>
                  <a:pt x="38100" y="257175"/>
                </a:lnTo>
                <a:cubicBezTo>
                  <a:pt x="17058" y="257175"/>
                  <a:pt x="0" y="240117"/>
                  <a:pt x="0" y="2190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D6D6D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43" name="Diversity tag">
            <a:extLst xmlns:a="http://schemas.openxmlformats.org/drawingml/2006/main">
              <a:ext uri="{FF2B5EF4-FFF2-40B4-BE49-F238E27FC236}">
                <a16:creationId xmlns:a16="http://schemas.microsoft.com/office/drawing/2014/main" id="{2AFA3082-D78A-497A-A874-5FA55AB3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16475" y="7053263"/>
            <a:ext cx="1438275" cy="257175"/>
          </a:xfrm>
          <a:custGeom xmlns:a="http://schemas.openxmlformats.org/drawingml/2006/main">
            <a:pathLst>
              <a:path w="1438275" h="257175">
                <a:moveTo>
                  <a:pt x="38100" y="0"/>
                </a:moveTo>
                <a:lnTo>
                  <a:pt x="1400175" y="0"/>
                </a:lnTo>
                <a:cubicBezTo>
                  <a:pt x="1421217" y="0"/>
                  <a:pt x="1438275" y="17058"/>
                  <a:pt x="1438275" y="38100"/>
                </a:cubicBezTo>
                <a:lnTo>
                  <a:pt x="1438275" y="219075"/>
                </a:lnTo>
                <a:cubicBezTo>
                  <a:pt x="1438275" y="240117"/>
                  <a:pt x="1421217" y="257175"/>
                  <a:pt x="1400175" y="257175"/>
                </a:cubicBezTo>
                <a:lnTo>
                  <a:pt x="38100" y="257175"/>
                </a:lnTo>
                <a:cubicBezTo>
                  <a:pt x="17058" y="257175"/>
                  <a:pt x="0" y="240117"/>
                  <a:pt x="0" y="2190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CDCDCD"/>
            </a:solidFill>
            <a:prstDash val="solid"/>
          </a:ln>
        </p:spPr>
      </p:sp>
      <p:sp>
        <p:nvSpPr>
          <p:cNvPr id="244" name="Diversity">
            <a:extLst xmlns:a="http://schemas.openxmlformats.org/drawingml/2006/main">
              <a:ext uri="{FF2B5EF4-FFF2-40B4-BE49-F238E27FC236}">
                <a16:creationId xmlns:a16="http://schemas.microsoft.com/office/drawing/2014/main" id="{FEB92588-4C9B-42C8-B792-B17C84B1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30775" y="7034213"/>
            <a:ext cx="11334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Diversity</a:t>
            </a:r>
          </a:p>
        </p:txBody>
      </p:sp>
      <p:pic>
        <p:nvPic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C4DC6DED-C9CC-4C2A-9F3C-F17C368DAC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6141e350624932"/>
          <a:stretch xmlns:a="http://schemas.openxmlformats.org/drawingml/2006/main"/>
        </p:blipFill>
        <p:spPr>
          <a:xfrm xmlns:a="http://schemas.openxmlformats.org/drawingml/2006/main">
            <a:off x="18528506" y="6900863"/>
            <a:ext cx="309563" cy="371475"/>
          </a:xfrm>
          <a:prstGeom xmlns:a="http://schemas.openxmlformats.org/drawingml/2006/main" prst="rect">
            <a:avLst/>
          </a:prstGeom>
        </p:spPr>
      </p:pic>
      <p:sp>
        <p:nvSpPr>
          <p:cNvPr id="246" name="c. Instruction alignment label background">
            <a:extLst xmlns:a="http://schemas.openxmlformats.org/drawingml/2006/main">
              <a:ext uri="{FF2B5EF4-FFF2-40B4-BE49-F238E27FC236}">
                <a16:creationId xmlns:a16="http://schemas.microsoft.com/office/drawing/2014/main" id="{EFB6E146-D9B1-41CB-9AC8-B11710C2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7710488"/>
            <a:ext cx="3638550" cy="371475"/>
          </a:xfrm>
          <a:custGeom xmlns:a="http://schemas.openxmlformats.org/drawingml/2006/main">
            <a:pathLst>
              <a:path w="3638550" h="371475">
                <a:moveTo>
                  <a:pt x="185738" y="0"/>
                </a:moveTo>
                <a:lnTo>
                  <a:pt x="3452813" y="0"/>
                </a:lnTo>
                <a:cubicBezTo>
                  <a:pt x="3555392" y="0"/>
                  <a:pt x="3638550" y="83158"/>
                  <a:pt x="3638550" y="185738"/>
                </a:cubicBezTo>
                <a:lnTo>
                  <a:pt x="3638550" y="185738"/>
                </a:lnTo>
                <a:cubicBezTo>
                  <a:pt x="3638550" y="288317"/>
                  <a:pt x="3555392" y="371475"/>
                  <a:pt x="3452813" y="371475"/>
                </a:cubicBezTo>
                <a:lnTo>
                  <a:pt x="185738" y="371475"/>
                </a:lnTo>
                <a:cubicBezTo>
                  <a:pt x="83158" y="371475"/>
                  <a:pt x="0" y="288317"/>
                  <a:pt x="0" y="185738"/>
                </a:cubicBezTo>
                <a:lnTo>
                  <a:pt x="0" y="185738"/>
                </a:lnTo>
                <a:cubicBezTo>
                  <a:pt x="0" y="83158"/>
                  <a:pt x="83158" y="0"/>
                  <a:pt x="185738" y="0"/>
                </a:cubicBezTo>
                <a:close/>
              </a:path>
            </a:pathLst>
          </a:custGeom>
          <a:solidFill xmlns:a="http://schemas.openxmlformats.org/drawingml/2006/main">
            <a:srgbClr val="EAE1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47" name="c. Instruction alignment">
            <a:extLst xmlns:a="http://schemas.openxmlformats.org/drawingml/2006/main">
              <a:ext uri="{FF2B5EF4-FFF2-40B4-BE49-F238E27FC236}">
                <a16:creationId xmlns:a16="http://schemas.microsoft.com/office/drawing/2014/main" id="{1452E5D7-120A-46E4-902B-EED42B63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0" y="7729538"/>
            <a:ext cx="3409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1" i="0">
                <a:solidFill>
                  <a:srgbClr val="7337A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7337AE"/>
                </a:solidFill>
                <a:latin typeface="Comic Sans MS"/>
                <a:ea typeface="Comic Sans MS"/>
                <a:cs typeface="Comic Sans MS"/>
              </a:defRPr>
            </a:pPr>
            <a:r>
              <a:rPr sz="1800" b="1" i="0">
                <a:solidFill>
                  <a:srgbClr val="7337AE"/>
                </a:solidFill>
                <a:latin typeface="Comic Sans MS"/>
                <a:ea typeface="Comic Sans MS"/>
                <a:cs typeface="Comic Sans MS"/>
              </a:rPr>
              <a:t>c. Instruction alignment</a:t>
            </a:r>
          </a:p>
        </p:txBody>
      </p:sp>
      <p:sp>
        <p:nvSpPr>
          <p:cNvPr id="248" name="Numb. instruction tag native soft shadow">
            <a:extLst xmlns:a="http://schemas.openxmlformats.org/drawingml/2006/main">
              <a:ext uri="{FF2B5EF4-FFF2-40B4-BE49-F238E27FC236}">
                <a16:creationId xmlns:a16="http://schemas.microsoft.com/office/drawing/2014/main" id="{DF5AD12D-C984-449D-A6F1-B3E98BFF0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8424863"/>
            <a:ext cx="838200" cy="247650"/>
          </a:xfrm>
          <a:custGeom xmlns:a="http://schemas.openxmlformats.org/drawingml/2006/main">
            <a:pathLst>
              <a:path w="838200" h="247650">
                <a:moveTo>
                  <a:pt x="47625" y="0"/>
                </a:moveTo>
                <a:lnTo>
                  <a:pt x="790575" y="0"/>
                </a:lnTo>
                <a:cubicBezTo>
                  <a:pt x="816878" y="0"/>
                  <a:pt x="838200" y="21322"/>
                  <a:pt x="838200" y="47625"/>
                </a:cubicBezTo>
                <a:lnTo>
                  <a:pt x="838200" y="200025"/>
                </a:lnTo>
                <a:cubicBezTo>
                  <a:pt x="838200" y="226328"/>
                  <a:pt x="816878" y="247650"/>
                  <a:pt x="790575" y="247650"/>
                </a:cubicBezTo>
                <a:lnTo>
                  <a:pt x="47625" y="247650"/>
                </a:lnTo>
                <a:cubicBezTo>
                  <a:pt x="21322" y="247650"/>
                  <a:pt x="0" y="226328"/>
                  <a:pt x="0" y="200025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 xmlns:a="http://schemas.openxmlformats.org/drawingml/2006/main">
            <a:srgbClr val="D6D6D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49" name="Numb. instruction tag">
            <a:extLst xmlns:a="http://schemas.openxmlformats.org/drawingml/2006/main">
              <a:ext uri="{FF2B5EF4-FFF2-40B4-BE49-F238E27FC236}">
                <a16:creationId xmlns:a16="http://schemas.microsoft.com/office/drawing/2014/main" id="{516832AB-4393-4DF8-9581-42A7DE0B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8377238"/>
            <a:ext cx="838200" cy="247650"/>
          </a:xfrm>
          <a:custGeom xmlns:a="http://schemas.openxmlformats.org/drawingml/2006/main">
            <a:pathLst>
              <a:path w="838200" h="247650">
                <a:moveTo>
                  <a:pt x="47625" y="0"/>
                </a:moveTo>
                <a:lnTo>
                  <a:pt x="790575" y="0"/>
                </a:lnTo>
                <a:cubicBezTo>
                  <a:pt x="816878" y="0"/>
                  <a:pt x="838200" y="21322"/>
                  <a:pt x="838200" y="47625"/>
                </a:cubicBezTo>
                <a:lnTo>
                  <a:pt x="838200" y="200025"/>
                </a:lnTo>
                <a:cubicBezTo>
                  <a:pt x="838200" y="226328"/>
                  <a:pt x="816878" y="247650"/>
                  <a:pt x="790575" y="247650"/>
                </a:cubicBezTo>
                <a:lnTo>
                  <a:pt x="47625" y="247650"/>
                </a:lnTo>
                <a:cubicBezTo>
                  <a:pt x="21322" y="247650"/>
                  <a:pt x="0" y="226328"/>
                  <a:pt x="0" y="200025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0A0A0"/>
            </a:solidFill>
            <a:prstDash val="solid"/>
          </a:ln>
        </p:spPr>
      </p:sp>
      <p:sp>
        <p:nvSpPr>
          <p:cNvPr id="250" name="Numb.">
            <a:extLst xmlns:a="http://schemas.openxmlformats.org/drawingml/2006/main">
              <a:ext uri="{FF2B5EF4-FFF2-40B4-BE49-F238E27FC236}">
                <a16:creationId xmlns:a16="http://schemas.microsoft.com/office/drawing/2014/main" id="{C2BBD992-72EA-4921-A385-D1FFFB805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8367713"/>
            <a:ext cx="752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Numb.</a:t>
            </a:r>
          </a:p>
        </p:txBody>
      </p:sp>
      <p:sp>
        <p:nvSpPr>
          <p:cNvPr id="251" name="Color instruction tag native soft shadow">
            <a:extLst xmlns:a="http://schemas.openxmlformats.org/drawingml/2006/main">
              <a:ext uri="{FF2B5EF4-FFF2-40B4-BE49-F238E27FC236}">
                <a16:creationId xmlns:a16="http://schemas.microsoft.com/office/drawing/2014/main" id="{0DA6F543-164F-4742-A0A8-C65E7C9C8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8424863"/>
            <a:ext cx="838200" cy="247650"/>
          </a:xfrm>
          <a:custGeom xmlns:a="http://schemas.openxmlformats.org/drawingml/2006/main">
            <a:pathLst>
              <a:path w="838200" h="247650">
                <a:moveTo>
                  <a:pt x="47625" y="0"/>
                </a:moveTo>
                <a:lnTo>
                  <a:pt x="790575" y="0"/>
                </a:lnTo>
                <a:cubicBezTo>
                  <a:pt x="816878" y="0"/>
                  <a:pt x="838200" y="21322"/>
                  <a:pt x="838200" y="47625"/>
                </a:cubicBezTo>
                <a:lnTo>
                  <a:pt x="838200" y="200025"/>
                </a:lnTo>
                <a:cubicBezTo>
                  <a:pt x="838200" y="226328"/>
                  <a:pt x="816878" y="247650"/>
                  <a:pt x="790575" y="247650"/>
                </a:cubicBezTo>
                <a:lnTo>
                  <a:pt x="47625" y="247650"/>
                </a:lnTo>
                <a:cubicBezTo>
                  <a:pt x="21322" y="247650"/>
                  <a:pt x="0" y="226328"/>
                  <a:pt x="0" y="200025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 xmlns:a="http://schemas.openxmlformats.org/drawingml/2006/main">
            <a:srgbClr val="D6D6D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52" name="Color instruction tag">
            <a:extLst xmlns:a="http://schemas.openxmlformats.org/drawingml/2006/main">
              <a:ext uri="{FF2B5EF4-FFF2-40B4-BE49-F238E27FC236}">
                <a16:creationId xmlns:a16="http://schemas.microsoft.com/office/drawing/2014/main" id="{7D920E05-C091-4D6D-AFA4-96A69D05A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8377238"/>
            <a:ext cx="838200" cy="247650"/>
          </a:xfrm>
          <a:custGeom xmlns:a="http://schemas.openxmlformats.org/drawingml/2006/main">
            <a:pathLst>
              <a:path w="838200" h="247650">
                <a:moveTo>
                  <a:pt x="47625" y="0"/>
                </a:moveTo>
                <a:lnTo>
                  <a:pt x="790575" y="0"/>
                </a:lnTo>
                <a:cubicBezTo>
                  <a:pt x="816878" y="0"/>
                  <a:pt x="838200" y="21322"/>
                  <a:pt x="838200" y="47625"/>
                </a:cubicBezTo>
                <a:lnTo>
                  <a:pt x="838200" y="200025"/>
                </a:lnTo>
                <a:cubicBezTo>
                  <a:pt x="838200" y="226328"/>
                  <a:pt x="816878" y="247650"/>
                  <a:pt x="790575" y="247650"/>
                </a:cubicBezTo>
                <a:lnTo>
                  <a:pt x="47625" y="247650"/>
                </a:lnTo>
                <a:cubicBezTo>
                  <a:pt x="21322" y="247650"/>
                  <a:pt x="0" y="226328"/>
                  <a:pt x="0" y="200025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0A0A0"/>
            </a:solidFill>
            <a:prstDash val="solid"/>
          </a:ln>
        </p:spPr>
      </p:sp>
      <p:sp>
        <p:nvSpPr>
          <p:cNvPr id="253" name="Color">
            <a:extLst xmlns:a="http://schemas.openxmlformats.org/drawingml/2006/main">
              <a:ext uri="{FF2B5EF4-FFF2-40B4-BE49-F238E27FC236}">
                <a16:creationId xmlns:a16="http://schemas.microsoft.com/office/drawing/2014/main" id="{32592EF6-2001-401E-A6F9-5A7CF9922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72550" y="8367713"/>
            <a:ext cx="752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Color</a:t>
            </a:r>
          </a:p>
        </p:txBody>
      </p:sp>
      <p:sp>
        <p:nvSpPr>
          <p:cNvPr id="254" name="Size instruction tag native soft shadow">
            <a:extLst xmlns:a="http://schemas.openxmlformats.org/drawingml/2006/main">
              <a:ext uri="{FF2B5EF4-FFF2-40B4-BE49-F238E27FC236}">
                <a16:creationId xmlns:a16="http://schemas.microsoft.com/office/drawing/2014/main" id="{28CF0AAF-1002-47E3-B87E-EA6263607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8424863"/>
            <a:ext cx="838200" cy="247650"/>
          </a:xfrm>
          <a:custGeom xmlns:a="http://schemas.openxmlformats.org/drawingml/2006/main">
            <a:pathLst>
              <a:path w="838200" h="247650">
                <a:moveTo>
                  <a:pt x="47625" y="0"/>
                </a:moveTo>
                <a:lnTo>
                  <a:pt x="790575" y="0"/>
                </a:lnTo>
                <a:cubicBezTo>
                  <a:pt x="816878" y="0"/>
                  <a:pt x="838200" y="21322"/>
                  <a:pt x="838200" y="47625"/>
                </a:cubicBezTo>
                <a:lnTo>
                  <a:pt x="838200" y="200025"/>
                </a:lnTo>
                <a:cubicBezTo>
                  <a:pt x="838200" y="226328"/>
                  <a:pt x="816878" y="247650"/>
                  <a:pt x="790575" y="247650"/>
                </a:cubicBezTo>
                <a:lnTo>
                  <a:pt x="47625" y="247650"/>
                </a:lnTo>
                <a:cubicBezTo>
                  <a:pt x="21322" y="247650"/>
                  <a:pt x="0" y="226328"/>
                  <a:pt x="0" y="200025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 xmlns:a="http://schemas.openxmlformats.org/drawingml/2006/main">
            <a:srgbClr val="D6D6D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55" name="Size instruction tag">
            <a:extLst xmlns:a="http://schemas.openxmlformats.org/drawingml/2006/main">
              <a:ext uri="{FF2B5EF4-FFF2-40B4-BE49-F238E27FC236}">
                <a16:creationId xmlns:a16="http://schemas.microsoft.com/office/drawing/2014/main" id="{BD1F3179-7B8C-4C28-970A-3AED2B7E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8377238"/>
            <a:ext cx="838200" cy="247650"/>
          </a:xfrm>
          <a:custGeom xmlns:a="http://schemas.openxmlformats.org/drawingml/2006/main">
            <a:pathLst>
              <a:path w="838200" h="247650">
                <a:moveTo>
                  <a:pt x="47625" y="0"/>
                </a:moveTo>
                <a:lnTo>
                  <a:pt x="790575" y="0"/>
                </a:lnTo>
                <a:cubicBezTo>
                  <a:pt x="816878" y="0"/>
                  <a:pt x="838200" y="21322"/>
                  <a:pt x="838200" y="47625"/>
                </a:cubicBezTo>
                <a:lnTo>
                  <a:pt x="838200" y="200025"/>
                </a:lnTo>
                <a:cubicBezTo>
                  <a:pt x="838200" y="226328"/>
                  <a:pt x="816878" y="247650"/>
                  <a:pt x="790575" y="247650"/>
                </a:cubicBezTo>
                <a:lnTo>
                  <a:pt x="47625" y="247650"/>
                </a:lnTo>
                <a:cubicBezTo>
                  <a:pt x="21322" y="247650"/>
                  <a:pt x="0" y="226328"/>
                  <a:pt x="0" y="200025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0A0A0"/>
            </a:solidFill>
            <a:prstDash val="solid"/>
          </a:ln>
        </p:spPr>
      </p:sp>
      <p:sp>
        <p:nvSpPr>
          <p:cNvPr id="256" name="Size">
            <a:extLst xmlns:a="http://schemas.openxmlformats.org/drawingml/2006/main">
              <a:ext uri="{FF2B5EF4-FFF2-40B4-BE49-F238E27FC236}">
                <a16:creationId xmlns:a16="http://schemas.microsoft.com/office/drawing/2014/main" id="{903620AD-C36E-4F19-AD14-8018C8AF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48850" y="8367713"/>
            <a:ext cx="752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Size</a:t>
            </a:r>
          </a:p>
        </p:txBody>
      </p:sp>
      <p:sp>
        <p:nvSpPr>
          <p:cNvPr id="257" name="Object instruction tag native soft shadow">
            <a:extLst xmlns:a="http://schemas.openxmlformats.org/drawingml/2006/main">
              <a:ext uri="{FF2B5EF4-FFF2-40B4-BE49-F238E27FC236}">
                <a16:creationId xmlns:a16="http://schemas.microsoft.com/office/drawing/2014/main" id="{1A897B87-7F66-420C-B26F-CA9A5A33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424863"/>
            <a:ext cx="838200" cy="247650"/>
          </a:xfrm>
          <a:custGeom xmlns:a="http://schemas.openxmlformats.org/drawingml/2006/main">
            <a:pathLst>
              <a:path w="838200" h="247650">
                <a:moveTo>
                  <a:pt x="47625" y="0"/>
                </a:moveTo>
                <a:lnTo>
                  <a:pt x="790575" y="0"/>
                </a:lnTo>
                <a:cubicBezTo>
                  <a:pt x="816878" y="0"/>
                  <a:pt x="838200" y="21322"/>
                  <a:pt x="838200" y="47625"/>
                </a:cubicBezTo>
                <a:lnTo>
                  <a:pt x="838200" y="200025"/>
                </a:lnTo>
                <a:cubicBezTo>
                  <a:pt x="838200" y="226328"/>
                  <a:pt x="816878" y="247650"/>
                  <a:pt x="790575" y="247650"/>
                </a:cubicBezTo>
                <a:lnTo>
                  <a:pt x="47625" y="247650"/>
                </a:lnTo>
                <a:cubicBezTo>
                  <a:pt x="21322" y="247650"/>
                  <a:pt x="0" y="226328"/>
                  <a:pt x="0" y="200025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 xmlns:a="http://schemas.openxmlformats.org/drawingml/2006/main">
            <a:srgbClr val="D6D6D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58" name="Object instruction tag">
            <a:extLst xmlns:a="http://schemas.openxmlformats.org/drawingml/2006/main">
              <a:ext uri="{FF2B5EF4-FFF2-40B4-BE49-F238E27FC236}">
                <a16:creationId xmlns:a16="http://schemas.microsoft.com/office/drawing/2014/main" id="{49686660-F17B-4ED2-A607-2183C1265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8377238"/>
            <a:ext cx="838200" cy="247650"/>
          </a:xfrm>
          <a:custGeom xmlns:a="http://schemas.openxmlformats.org/drawingml/2006/main">
            <a:pathLst>
              <a:path w="838200" h="247650">
                <a:moveTo>
                  <a:pt x="47625" y="0"/>
                </a:moveTo>
                <a:lnTo>
                  <a:pt x="790575" y="0"/>
                </a:lnTo>
                <a:cubicBezTo>
                  <a:pt x="816878" y="0"/>
                  <a:pt x="838200" y="21322"/>
                  <a:pt x="838200" y="47625"/>
                </a:cubicBezTo>
                <a:lnTo>
                  <a:pt x="838200" y="200025"/>
                </a:lnTo>
                <a:cubicBezTo>
                  <a:pt x="838200" y="226328"/>
                  <a:pt x="816878" y="247650"/>
                  <a:pt x="790575" y="247650"/>
                </a:cubicBezTo>
                <a:lnTo>
                  <a:pt x="47625" y="247650"/>
                </a:lnTo>
                <a:cubicBezTo>
                  <a:pt x="21322" y="247650"/>
                  <a:pt x="0" y="226328"/>
                  <a:pt x="0" y="200025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0A0A0"/>
            </a:solidFill>
            <a:prstDash val="solid"/>
          </a:ln>
        </p:spPr>
      </p:sp>
      <p:sp>
        <p:nvSpPr>
          <p:cNvPr id="259" name="Object">
            <a:extLst xmlns:a="http://schemas.openxmlformats.org/drawingml/2006/main">
              <a:ext uri="{FF2B5EF4-FFF2-40B4-BE49-F238E27FC236}">
                <a16:creationId xmlns:a16="http://schemas.microsoft.com/office/drawing/2014/main" id="{AA831BB7-5A8E-482A-B837-0C83726D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25150" y="8367713"/>
            <a:ext cx="752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Object</a:t>
            </a:r>
          </a:p>
        </p:txBody>
      </p:sp>
      <p:sp>
        <p:nvSpPr>
          <p:cNvPr id="260" name="...">
            <a:extLst xmlns:a="http://schemas.openxmlformats.org/drawingml/2006/main">
              <a:ext uri="{FF2B5EF4-FFF2-40B4-BE49-F238E27FC236}">
                <a16:creationId xmlns:a16="http://schemas.microsoft.com/office/drawing/2014/main" id="{86DEA344-8733-4C31-82EE-AD9E6ED4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96675" y="8405813"/>
            <a:ext cx="381000" cy="25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...</a:t>
            </a:r>
          </a:p>
        </p:txBody>
      </p:sp>
      <p:sp>
        <p:nvSpPr>
          <p:cNvPr id="261" name="Complex Textual Instructions">
            <a:extLst xmlns:a="http://schemas.openxmlformats.org/drawingml/2006/main">
              <a:ext uri="{FF2B5EF4-FFF2-40B4-BE49-F238E27FC236}">
                <a16:creationId xmlns:a16="http://schemas.microsoft.com/office/drawing/2014/main" id="{C9E41B9E-5530-4C2A-B664-BB6A5975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58175" y="8786813"/>
            <a:ext cx="3533775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5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Complex Textual Instructions</a:t>
            </a:r>
          </a:p>
        </p:txBody>
      </p:sp>
      <p:sp>
        <p:nvSpPr>
          <p:cNvPr id="262" name="Complex textual instruction content">
            <a:extLst xmlns:a="http://schemas.openxmlformats.org/drawingml/2006/main">
              <a:ext uri="{FF2B5EF4-FFF2-40B4-BE49-F238E27FC236}">
                <a16:creationId xmlns:a16="http://schemas.microsoft.com/office/drawing/2014/main" id="{ACEA03A3-0663-492B-9186-BA58B2DA2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9091613"/>
            <a:ext cx="3324225" cy="581025"/>
          </a:xfrm>
          <a:custGeom xmlns:a="http://schemas.openxmlformats.org/drawingml/2006/main">
            <a:pathLst>
              <a:path w="3324225" h="581025">
                <a:moveTo>
                  <a:pt x="76200" y="0"/>
                </a:moveTo>
                <a:lnTo>
                  <a:pt x="3248025" y="0"/>
                </a:lnTo>
                <a:cubicBezTo>
                  <a:pt x="3290109" y="0"/>
                  <a:pt x="3324225" y="34116"/>
                  <a:pt x="3324225" y="76200"/>
                </a:cubicBezTo>
                <a:lnTo>
                  <a:pt x="3324225" y="504825"/>
                </a:lnTo>
                <a:cubicBezTo>
                  <a:pt x="3324225" y="546909"/>
                  <a:pt x="3290109" y="581025"/>
                  <a:pt x="3248025" y="581025"/>
                </a:cubicBezTo>
                <a:lnTo>
                  <a:pt x="76200" y="581025"/>
                </a:lnTo>
                <a:cubicBezTo>
                  <a:pt x="34116" y="581025"/>
                  <a:pt x="0" y="546909"/>
                  <a:pt x="0" y="50482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 xmlns:a="http://schemas.openxmlformats.org/drawingml/2006/main">
            <a:srgbClr val="EEE8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63" name="A photo of ______ ___ ___">
            <a:extLst xmlns:a="http://schemas.openxmlformats.org/drawingml/2006/main">
              <a:ext uri="{FF2B5EF4-FFF2-40B4-BE49-F238E27FC236}">
                <a16:creationId xmlns:a16="http://schemas.microsoft.com/office/drawing/2014/main" id="{8018A002-03FE-4320-BFE5-B78DAA2F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0" y="9129713"/>
            <a:ext cx="3076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 photo of ______ ___ ___</a:t>
            </a:r>
          </a:p>
        </p:txBody>
      </p:sp>
      <p:sp>
        <p:nvSpPr>
          <p:cNvPr id="264" name="_______ ...">
            <a:extLst xmlns:a="http://schemas.openxmlformats.org/drawingml/2006/main">
              <a:ext uri="{FF2B5EF4-FFF2-40B4-BE49-F238E27FC236}">
                <a16:creationId xmlns:a16="http://schemas.microsoft.com/office/drawing/2014/main" id="{2DF8727B-C817-431F-81E6-5A356502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15450" y="9424988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_______ ...</a:t>
            </a:r>
          </a:p>
        </p:txBody>
      </p:sp>
      <p:sp>
        <p:nvSpPr>
          <p:cNvPr id="265" name="Instruction to generated examples">
            <a:extLst xmlns:a="http://schemas.openxmlformats.org/drawingml/2006/main">
              <a:ext uri="{FF2B5EF4-FFF2-40B4-BE49-F238E27FC236}">
                <a16:creationId xmlns:a16="http://schemas.microsoft.com/office/drawing/2014/main" id="{7DB82B6D-9734-4F28-A8FE-8C64818A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8301038"/>
            <a:ext cx="485775" cy="533400"/>
          </a:xfrm>
          <a:custGeom xmlns:a="http://schemas.openxmlformats.org/drawingml/2006/main">
            <a:pathLst>
              <a:path w="485775" h="533400">
                <a:moveTo>
                  <a:pt x="0" y="385763"/>
                </a:moveTo>
                <a:lnTo>
                  <a:pt x="219075" y="385763"/>
                </a:lnTo>
                <a:lnTo>
                  <a:pt x="219075" y="533400"/>
                </a:lnTo>
                <a:lnTo>
                  <a:pt x="485775" y="266700"/>
                </a:lnTo>
                <a:lnTo>
                  <a:pt x="219075" y="0"/>
                </a:lnTo>
                <a:lnTo>
                  <a:pt x="219075" y="147638"/>
                </a:lnTo>
                <a:lnTo>
                  <a:pt x="0" y="147638"/>
                </a:lnTo>
                <a:close/>
              </a:path>
            </a:pathLst>
          </a:custGeom>
          <a:solidFill xmlns:a="http://schemas.openxmlformats.org/drawingml/2006/main">
            <a:srgbClr val="BAA0E5"/>
          </a:solidFill>
          <a:ln xmlns:a="http://schemas.openxmlformats.org/drawingml/2006/main" w="9525">
            <a:noFill/>
            <a:prstDash val="solid"/>
          </a:ln>
        </p:spPr>
      </p:sp>
      <p:pic>
        <p:nvPic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51788C0A-11D6-432C-91EA-510768B804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323a68dc4e4da2"/>
          <a:stretch xmlns:a="http://schemas.openxmlformats.org/drawingml/2006/main"/>
        </p:blipFill>
        <p:spPr>
          <a:xfrm xmlns:a="http://schemas.openxmlformats.org/drawingml/2006/main">
            <a:off x="11811000" y="8254711"/>
            <a:ext cx="342900" cy="311727"/>
          </a:xfrm>
          <a:prstGeom xmlns:a="http://schemas.openxmlformats.org/drawingml/2006/main" prst="rect">
            <a:avLst/>
          </a:prstGeom>
        </p:spPr>
      </p:pic>
      <p:pic>
        <p:nvPic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B63E3CAF-95DA-4D4B-B625-E50F2EA696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5da6d905444e6a"/>
          <a:stretch xmlns:a="http://schemas.openxmlformats.org/drawingml/2006/main"/>
        </p:blipFill>
        <p:spPr>
          <a:xfrm xmlns:a="http://schemas.openxmlformats.org/drawingml/2006/main">
            <a:off x="12439650" y="7626432"/>
            <a:ext cx="2590800" cy="1025362"/>
          </a:xfrm>
          <a:prstGeom xmlns:a="http://schemas.openxmlformats.org/drawingml/2006/main" prst="rect">
            <a:avLst/>
          </a:prstGeom>
        </p:spPr>
      </p:pic>
      <p:pic>
        <p:nvPic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BC11FC45-07EB-4896-93A6-7384286A4E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3adc4db9394122"/>
          <a:stretch xmlns:a="http://schemas.openxmlformats.org/drawingml/2006/main"/>
        </p:blipFill>
        <p:spPr>
          <a:xfrm xmlns:a="http://schemas.openxmlformats.org/drawingml/2006/main">
            <a:off x="12450464" y="8672513"/>
            <a:ext cx="1569047" cy="1038225"/>
          </a:xfrm>
          <a:prstGeom xmlns:a="http://schemas.openxmlformats.org/drawingml/2006/main" prst="rect">
            <a:avLst/>
          </a:prstGeom>
        </p:spPr>
      </p:pic>
      <p:pic>
        <p:nvPic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F1DCAE43-0B30-4046-AE38-314C43D5E0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ba243fa9de4e86"/>
          <a:stretch xmlns:a="http://schemas.openxmlformats.org/drawingml/2006/main"/>
        </p:blipFill>
        <p:spPr>
          <a:xfrm xmlns:a="http://schemas.openxmlformats.org/drawingml/2006/main">
            <a:off x="14239875" y="8749555"/>
            <a:ext cx="1019175" cy="1027015"/>
          </a:xfrm>
          <a:prstGeom xmlns:a="http://schemas.openxmlformats.org/drawingml/2006/main" prst="rect">
            <a:avLst/>
          </a:prstGeom>
        </p:spPr>
      </p:pic>
      <p:sp>
        <p:nvSpPr>
          <p:cNvPr id="270" name="Beehive illustration border">
            <a:extLst xmlns:a="http://schemas.openxmlformats.org/drawingml/2006/main">
              <a:ext uri="{FF2B5EF4-FFF2-40B4-BE49-F238E27FC236}">
                <a16:creationId xmlns:a16="http://schemas.microsoft.com/office/drawing/2014/main" id="{C6EB2319-8C80-4550-A6FA-6E9E301A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1775" y="8729663"/>
            <a:ext cx="1095375" cy="1095375"/>
          </a:xfrm>
          <a:custGeom xmlns:a="http://schemas.openxmlformats.org/drawingml/2006/main">
            <a:pathLst>
              <a:path w="1095375" h="1095375">
                <a:moveTo>
                  <a:pt x="47625" y="0"/>
                </a:moveTo>
                <a:lnTo>
                  <a:pt x="1047750" y="0"/>
                </a:lnTo>
                <a:cubicBezTo>
                  <a:pt x="1074053" y="0"/>
                  <a:pt x="1095375" y="21322"/>
                  <a:pt x="1095375" y="47625"/>
                </a:cubicBezTo>
                <a:lnTo>
                  <a:pt x="1095375" y="1047750"/>
                </a:lnTo>
                <a:cubicBezTo>
                  <a:pt x="1095375" y="1074053"/>
                  <a:pt x="1074053" y="1095375"/>
                  <a:pt x="1047750" y="1095375"/>
                </a:cubicBezTo>
                <a:lnTo>
                  <a:pt x="47625" y="1095375"/>
                </a:lnTo>
                <a:cubicBezTo>
                  <a:pt x="21322" y="1095375"/>
                  <a:pt x="0" y="1074053"/>
                  <a:pt x="0" y="1047750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384DE"/>
            </a:solidFill>
            <a:prstDash val="solid"/>
          </a:ln>
        </p:spPr>
      </p:sp>
      <p:sp>
        <p:nvSpPr>
          <p:cNvPr id="271" name="Misaligned instruction bubble">
            <a:extLst xmlns:a="http://schemas.openxmlformats.org/drawingml/2006/main">
              <a:ext uri="{FF2B5EF4-FFF2-40B4-BE49-F238E27FC236}">
                <a16:creationId xmlns:a16="http://schemas.microsoft.com/office/drawing/2014/main" id="{1D83D2DB-5F47-4D7B-9E5C-1676DF642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1900" y="7672388"/>
            <a:ext cx="2105025" cy="1466850"/>
          </a:xfrm>
          <a:custGeom xmlns:a="http://schemas.openxmlformats.org/drawingml/2006/main">
            <a:pathLst>
              <a:path w="2105025" h="1466850">
                <a:moveTo>
                  <a:pt x="2105025" y="733425"/>
                </a:moveTo>
                <a:cubicBezTo>
                  <a:pt x="2105025" y="1138484"/>
                  <a:pt x="1633799" y="1466850"/>
                  <a:pt x="1052513" y="1466850"/>
                </a:cubicBezTo>
                <a:cubicBezTo>
                  <a:pt x="471226" y="1466850"/>
                  <a:pt x="0" y="1138484"/>
                  <a:pt x="0" y="733425"/>
                </a:cubicBezTo>
                <a:cubicBezTo>
                  <a:pt x="0" y="328366"/>
                  <a:pt x="471226" y="0"/>
                  <a:pt x="1052513" y="0"/>
                </a:cubicBezTo>
                <a:cubicBezTo>
                  <a:pt x="1633799" y="0"/>
                  <a:pt x="2105025" y="328366"/>
                  <a:pt x="2105025" y="73342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272" name="Misaligned instruction tail">
            <a:extLst xmlns:a="http://schemas.openxmlformats.org/drawingml/2006/main">
              <a:ext uri="{FF2B5EF4-FFF2-40B4-BE49-F238E27FC236}">
                <a16:creationId xmlns:a16="http://schemas.microsoft.com/office/drawing/2014/main" id="{EC04FA18-5D8E-48BB-893D-46B021820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8125" y="8929688"/>
            <a:ext cx="457200" cy="257175"/>
          </a:xfrm>
          <a:custGeom xmlns:a="http://schemas.openxmlformats.org/drawingml/2006/main">
            <a:pathLst>
              <a:path w="457200" h="257175">
                <a:moveTo>
                  <a:pt x="114300" y="0"/>
                </a:moveTo>
                <a:lnTo>
                  <a:pt x="0" y="257175"/>
                </a:lnTo>
                <a:lnTo>
                  <a:pt x="457200" y="762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73" name="A photo of two">
            <a:extLst xmlns:a="http://schemas.openxmlformats.org/drawingml/2006/main">
              <a:ext uri="{FF2B5EF4-FFF2-40B4-BE49-F238E27FC236}">
                <a16:creationId xmlns:a16="http://schemas.microsoft.com/office/drawing/2014/main" id="{41E380CF-390A-4519-A76D-81E64D6B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25750" y="7853363"/>
            <a:ext cx="17335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 photo of two</a:t>
            </a:r>
          </a:p>
        </p:txBody>
      </p:sp>
      <p:sp>
        <p:nvSpPr>
          <p:cNvPr id="274" name="brown beehives on">
            <a:extLst xmlns:a="http://schemas.openxmlformats.org/drawingml/2006/main">
              <a:ext uri="{FF2B5EF4-FFF2-40B4-BE49-F238E27FC236}">
                <a16:creationId xmlns:a16="http://schemas.microsoft.com/office/drawing/2014/main" id="{21C02743-72C3-4362-B695-DADD250E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25750" y="8062913"/>
            <a:ext cx="17335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brown beehives on</a:t>
            </a:r>
          </a:p>
        </p:txBody>
      </p:sp>
      <p:sp>
        <p:nvSpPr>
          <p:cNvPr id="275" name="the top and four">
            <a:extLst xmlns:a="http://schemas.openxmlformats.org/drawingml/2006/main">
              <a:ext uri="{FF2B5EF4-FFF2-40B4-BE49-F238E27FC236}">
                <a16:creationId xmlns:a16="http://schemas.microsoft.com/office/drawing/2014/main" id="{EA45A69B-6C06-4EEB-AB20-04B47A2E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25750" y="8272463"/>
            <a:ext cx="17335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 top and four</a:t>
            </a:r>
          </a:p>
        </p:txBody>
      </p:sp>
      <p:sp>
        <p:nvSpPr>
          <p:cNvPr id="276" name="white wristwatches">
            <a:extLst xmlns:a="http://schemas.openxmlformats.org/drawingml/2006/main">
              <a:ext uri="{FF2B5EF4-FFF2-40B4-BE49-F238E27FC236}">
                <a16:creationId xmlns:a16="http://schemas.microsoft.com/office/drawing/2014/main" id="{D60DD095-09CA-44F3-9FB8-13B72239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25750" y="8482013"/>
            <a:ext cx="17335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white wristwatches</a:t>
            </a:r>
          </a:p>
        </p:txBody>
      </p:sp>
      <p:sp>
        <p:nvSpPr>
          <p:cNvPr id="277" name="on the bottom.">
            <a:extLst xmlns:a="http://schemas.openxmlformats.org/drawingml/2006/main">
              <a:ext uri="{FF2B5EF4-FFF2-40B4-BE49-F238E27FC236}">
                <a16:creationId xmlns:a16="http://schemas.microsoft.com/office/drawing/2014/main" id="{B1E86E31-AE3C-4696-AC47-7C349265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25750" y="8691563"/>
            <a:ext cx="17335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on the bottom.</a:t>
            </a:r>
          </a:p>
        </p:txBody>
      </p:sp>
      <p:sp>
        <p:nvSpPr>
          <p:cNvPr id="278" name="Misaligned label native soft shadow">
            <a:extLst xmlns:a="http://schemas.openxmlformats.org/drawingml/2006/main">
              <a:ext uri="{FF2B5EF4-FFF2-40B4-BE49-F238E27FC236}">
                <a16:creationId xmlns:a16="http://schemas.microsoft.com/office/drawing/2014/main" id="{325FFD49-19C8-4E0C-93C7-C4B56B0A9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8929688"/>
            <a:ext cx="1266825" cy="266700"/>
          </a:xfrm>
          <a:custGeom xmlns:a="http://schemas.openxmlformats.org/drawingml/2006/main">
            <a:pathLst>
              <a:path w="1266825" h="266700">
                <a:moveTo>
                  <a:pt x="28575" y="0"/>
                </a:moveTo>
                <a:lnTo>
                  <a:pt x="1238250" y="0"/>
                </a:lnTo>
                <a:cubicBezTo>
                  <a:pt x="1254032" y="0"/>
                  <a:pt x="1266825" y="12793"/>
                  <a:pt x="1266825" y="28575"/>
                </a:cubicBezTo>
                <a:lnTo>
                  <a:pt x="1266825" y="238125"/>
                </a:lnTo>
                <a:cubicBezTo>
                  <a:pt x="1266825" y="253907"/>
                  <a:pt x="1254032" y="266700"/>
                  <a:pt x="1238250" y="266700"/>
                </a:cubicBezTo>
                <a:lnTo>
                  <a:pt x="28575" y="266700"/>
                </a:lnTo>
                <a:cubicBezTo>
                  <a:pt x="12793" y="266700"/>
                  <a:pt x="0" y="253907"/>
                  <a:pt x="0" y="2381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 xmlns:a="http://schemas.openxmlformats.org/drawingml/2006/main">
            <a:srgbClr val="D6D6D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79" name="Misaligned label">
            <a:extLst xmlns:a="http://schemas.openxmlformats.org/drawingml/2006/main">
              <a:ext uri="{FF2B5EF4-FFF2-40B4-BE49-F238E27FC236}">
                <a16:creationId xmlns:a16="http://schemas.microsoft.com/office/drawing/2014/main" id="{35DCC7CC-95E0-4A28-898A-AA5C1EAB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44850" y="8882063"/>
            <a:ext cx="1266825" cy="266700"/>
          </a:xfrm>
          <a:custGeom xmlns:a="http://schemas.openxmlformats.org/drawingml/2006/main">
            <a:pathLst>
              <a:path w="1266825" h="266700">
                <a:moveTo>
                  <a:pt x="28575" y="0"/>
                </a:moveTo>
                <a:lnTo>
                  <a:pt x="1238250" y="0"/>
                </a:lnTo>
                <a:cubicBezTo>
                  <a:pt x="1254032" y="0"/>
                  <a:pt x="1266825" y="12793"/>
                  <a:pt x="1266825" y="28575"/>
                </a:cubicBezTo>
                <a:lnTo>
                  <a:pt x="1266825" y="238125"/>
                </a:lnTo>
                <a:cubicBezTo>
                  <a:pt x="1266825" y="253907"/>
                  <a:pt x="1254032" y="266700"/>
                  <a:pt x="1238250" y="266700"/>
                </a:cubicBezTo>
                <a:lnTo>
                  <a:pt x="28575" y="266700"/>
                </a:lnTo>
                <a:cubicBezTo>
                  <a:pt x="12793" y="266700"/>
                  <a:pt x="0" y="253907"/>
                  <a:pt x="0" y="2381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80" name="Misaligned">
            <a:extLst xmlns:a="http://schemas.openxmlformats.org/drawingml/2006/main">
              <a:ext uri="{FF2B5EF4-FFF2-40B4-BE49-F238E27FC236}">
                <a16:creationId xmlns:a16="http://schemas.microsoft.com/office/drawing/2014/main" id="{FC7002B5-B312-420B-BF1B-71282E5C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87725" y="8872538"/>
            <a:ext cx="1181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FF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FF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00" b="1" i="0">
                <a:solidFill>
                  <a:srgbClr val="FF0000"/>
                </a:solidFill>
                <a:latin typeface="Comic Sans MS"/>
                <a:ea typeface="Comic Sans MS"/>
                <a:cs typeface="Comic Sans MS"/>
              </a:rPr>
              <a:t>Misaligned</a:t>
            </a:r>
          </a:p>
        </p:txBody>
      </p:sp>
      <p:sp>
        <p:nvSpPr>
          <p:cNvPr id="281" name="No invalid images,">
            <a:extLst xmlns:a="http://schemas.openxmlformats.org/drawingml/2006/main">
              <a:ext uri="{FF2B5EF4-FFF2-40B4-BE49-F238E27FC236}">
                <a16:creationId xmlns:a16="http://schemas.microsoft.com/office/drawing/2014/main" id="{F9179940-4085-4596-8D09-70D599EF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01950" y="9301163"/>
            <a:ext cx="20574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5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No invalid images,</a:t>
            </a:r>
          </a:p>
        </p:txBody>
      </p:sp>
      <p:sp>
        <p:nvSpPr>
          <p:cNvPr id="282" name="only invalid prompts!">
            <a:extLst xmlns:a="http://schemas.openxmlformats.org/drawingml/2006/main">
              <a:ext uri="{FF2B5EF4-FFF2-40B4-BE49-F238E27FC236}">
                <a16:creationId xmlns:a16="http://schemas.microsoft.com/office/drawing/2014/main" id="{5165BE3B-6631-4D2F-836A-5FE49D96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35325" y="9567863"/>
            <a:ext cx="264795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5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only invalid prompts!</a:t>
            </a:r>
          </a:p>
        </p:txBody>
      </p:sp>
      <p:pic>
        <p:nvPic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08A1D4C5-A42C-4C99-AAFE-47FC9DF87E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70694b76b340f0"/>
          <a:stretch xmlns:a="http://schemas.openxmlformats.org/drawingml/2006/main"/>
        </p:blipFill>
        <p:spPr>
          <a:xfrm xmlns:a="http://schemas.openxmlformats.org/drawingml/2006/main">
            <a:off x="17373600" y="7635621"/>
            <a:ext cx="390525" cy="359283"/>
          </a:xfrm>
          <a:prstGeom xmlns:a="http://schemas.openxmlformats.org/drawingml/2006/main" prst="rect">
            <a:avLst/>
          </a:prstGeom>
        </p:spPr>
      </p:pic>
      <p:sp>
        <p:nvSpPr>
          <p:cNvPr id="284" name="GPT-4o">
            <a:extLst xmlns:a="http://schemas.openxmlformats.org/drawingml/2006/main">
              <a:ext uri="{FF2B5EF4-FFF2-40B4-BE49-F238E27FC236}">
                <a16:creationId xmlns:a16="http://schemas.microsoft.com/office/drawing/2014/main" id="{BACAEBED-8FF3-45BB-A7CB-3BF1F568F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97400" y="8005763"/>
            <a:ext cx="838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GPT-4o</a:t>
            </a:r>
          </a:p>
        </p:txBody>
      </p:sp>
      <p:sp>
        <p:nvSpPr>
          <p:cNvPr id="285" name="Refinement arrow">
            <a:extLst xmlns:a="http://schemas.openxmlformats.org/drawingml/2006/main">
              <a:ext uri="{FF2B5EF4-FFF2-40B4-BE49-F238E27FC236}">
                <a16:creationId xmlns:a16="http://schemas.microsoft.com/office/drawing/2014/main" id="{761F8BCE-6031-4101-8A5E-70B13A5A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66575" y="7911244"/>
            <a:ext cx="316650" cy="299944"/>
          </a:xfrm>
          <a:custGeom xmlns:a="http://schemas.openxmlformats.org/drawingml/2006/main">
            <a:pathLst>
              <a:path w="316650" h="299944">
                <a:moveTo>
                  <a:pt x="0" y="93786"/>
                </a:moveTo>
                <a:lnTo>
                  <a:pt x="168010" y="238623"/>
                </a:lnTo>
                <a:lnTo>
                  <a:pt x="115146" y="299944"/>
                </a:lnTo>
                <a:lnTo>
                  <a:pt x="316650" y="285018"/>
                </a:lnTo>
                <a:lnTo>
                  <a:pt x="301724" y="83514"/>
                </a:lnTo>
                <a:lnTo>
                  <a:pt x="248860" y="144836"/>
                </a:lnTo>
                <a:lnTo>
                  <a:pt x="80850" y="0"/>
                </a:lnTo>
                <a:close/>
              </a:path>
            </a:pathLst>
          </a:custGeom>
          <a:solidFill xmlns:a="http://schemas.openxmlformats.org/drawingml/2006/main">
            <a:srgbClr val="A77BCF"/>
          </a:solidFill>
          <a:ln xmlns:a="http://schemas.openxmlformats.org/drawingml/2006/main" w="9525">
            <a:noFill/>
            <a:prstDash val="solid"/>
          </a:ln>
        </p:spPr>
      </p:sp>
      <p:pic>
        <p:nvPic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A350302A-2902-4CE2-A8F1-3B8FBE99B2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6756de6f864b77"/>
          <a:stretch xmlns:a="http://schemas.openxmlformats.org/drawingml/2006/main"/>
        </p:blipFill>
        <p:spPr>
          <a:xfrm xmlns:a="http://schemas.openxmlformats.org/drawingml/2006/main">
            <a:off x="17792700" y="7778872"/>
            <a:ext cx="304800" cy="320431"/>
          </a:xfrm>
          <a:prstGeom xmlns:a="http://schemas.openxmlformats.org/drawingml/2006/main" prst="rect">
            <a:avLst/>
          </a:prstGeom>
        </p:spPr>
      </p:pic>
      <p:sp>
        <p:nvSpPr>
          <p:cNvPr id="287" name="Refine">
            <a:extLst xmlns:a="http://schemas.openxmlformats.org/drawingml/2006/main">
              <a:ext uri="{FF2B5EF4-FFF2-40B4-BE49-F238E27FC236}">
                <a16:creationId xmlns:a16="http://schemas.microsoft.com/office/drawing/2014/main" id="{CEECBDB4-867E-4094-BCDE-8250AD7A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326100" y="8110538"/>
            <a:ext cx="104775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Refine</a:t>
            </a:r>
          </a:p>
        </p:txBody>
      </p:sp>
      <p:sp>
        <p:nvSpPr>
          <p:cNvPr id="288" name="four">
            <a:extLst xmlns:a="http://schemas.openxmlformats.org/drawingml/2006/main">
              <a:ext uri="{FF2B5EF4-FFF2-40B4-BE49-F238E27FC236}">
                <a16:creationId xmlns:a16="http://schemas.microsoft.com/office/drawing/2014/main" id="{B590ABF9-A655-418B-8AE0-FAB819E9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64100" y="8434388"/>
            <a:ext cx="561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E82C2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E82C28"/>
                </a:solidFill>
                <a:latin typeface="Comic Sans MS"/>
                <a:ea typeface="Comic Sans MS"/>
                <a:cs typeface="Comic Sans MS"/>
              </a:defRPr>
            </a:pPr>
            <a:r>
              <a:rPr sz="1500" b="0" i="0">
                <a:solidFill>
                  <a:srgbClr val="E82C28"/>
                </a:solidFill>
                <a:latin typeface="Comic Sans MS"/>
                <a:ea typeface="Comic Sans MS"/>
                <a:cs typeface="Comic Sans MS"/>
              </a:rPr>
              <a:t>four</a:t>
            </a:r>
          </a:p>
        </p:txBody>
      </p:sp>
      <p:sp>
        <p:nvSpPr>
          <p:cNvPr id="289" name="⇔">
            <a:extLst xmlns:a="http://schemas.openxmlformats.org/drawingml/2006/main">
              <a:ext uri="{FF2B5EF4-FFF2-40B4-BE49-F238E27FC236}">
                <a16:creationId xmlns:a16="http://schemas.microsoft.com/office/drawing/2014/main" id="{D40DD964-12E4-4F85-A46F-4676DBF7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64150" y="8358188"/>
            <a:ext cx="4667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0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⇔</a:t>
            </a:r>
          </a:p>
        </p:txBody>
      </p:sp>
      <p:sp>
        <p:nvSpPr>
          <p:cNvPr id="290" name="three">
            <a:extLst xmlns:a="http://schemas.openxmlformats.org/drawingml/2006/main">
              <a:ext uri="{FF2B5EF4-FFF2-40B4-BE49-F238E27FC236}">
                <a16:creationId xmlns:a16="http://schemas.microsoft.com/office/drawing/2014/main" id="{3DD3F258-6720-45E5-BC44-CC8A04A0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326100" y="8434388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72AF4D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72AF4D"/>
                </a:solidFill>
                <a:latin typeface="Comic Sans MS"/>
                <a:ea typeface="Comic Sans MS"/>
                <a:cs typeface="Comic Sans MS"/>
              </a:defRPr>
            </a:pPr>
            <a:r>
              <a:rPr sz="1500" b="0" i="0">
                <a:solidFill>
                  <a:srgbClr val="72AF4D"/>
                </a:solidFill>
                <a:latin typeface="Comic Sans MS"/>
                <a:ea typeface="Comic Sans MS"/>
                <a:cs typeface="Comic Sans MS"/>
              </a:rPr>
              <a:t>three</a:t>
            </a:r>
          </a:p>
        </p:txBody>
      </p:sp>
      <p:sp>
        <p:nvSpPr>
          <p:cNvPr id="291" name="Aligned label native soft shadow">
            <a:extLst xmlns:a="http://schemas.openxmlformats.org/drawingml/2006/main">
              <a:ext uri="{FF2B5EF4-FFF2-40B4-BE49-F238E27FC236}">
                <a16:creationId xmlns:a16="http://schemas.microsoft.com/office/drawing/2014/main" id="{CCE0E961-6098-4DF6-B0B8-CA65F4E8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92725" y="8758238"/>
            <a:ext cx="1114425" cy="295275"/>
          </a:xfrm>
          <a:custGeom xmlns:a="http://schemas.openxmlformats.org/drawingml/2006/main">
            <a:pathLst>
              <a:path w="1114425" h="295275">
                <a:moveTo>
                  <a:pt x="28575" y="0"/>
                </a:moveTo>
                <a:lnTo>
                  <a:pt x="1085850" y="0"/>
                </a:lnTo>
                <a:cubicBezTo>
                  <a:pt x="1101632" y="0"/>
                  <a:pt x="1114425" y="12793"/>
                  <a:pt x="1114425" y="28575"/>
                </a:cubicBezTo>
                <a:lnTo>
                  <a:pt x="1114425" y="266700"/>
                </a:lnTo>
                <a:cubicBezTo>
                  <a:pt x="1114425" y="282482"/>
                  <a:pt x="1101632" y="295275"/>
                  <a:pt x="1085850" y="295275"/>
                </a:cubicBezTo>
                <a:lnTo>
                  <a:pt x="28575" y="295275"/>
                </a:lnTo>
                <a:cubicBezTo>
                  <a:pt x="12793" y="295275"/>
                  <a:pt x="0" y="282482"/>
                  <a:pt x="0" y="266700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 xmlns:a="http://schemas.openxmlformats.org/drawingml/2006/main">
            <a:srgbClr val="D6D6D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92" name="Aligned label">
            <a:extLst xmlns:a="http://schemas.openxmlformats.org/drawingml/2006/main">
              <a:ext uri="{FF2B5EF4-FFF2-40B4-BE49-F238E27FC236}">
                <a16:creationId xmlns:a16="http://schemas.microsoft.com/office/drawing/2014/main" id="{16D4CBFA-5200-4BB5-AB9F-66806DAF2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54625" y="8710613"/>
            <a:ext cx="1114425" cy="295275"/>
          </a:xfrm>
          <a:custGeom xmlns:a="http://schemas.openxmlformats.org/drawingml/2006/main">
            <a:pathLst>
              <a:path w="1114425" h="295275">
                <a:moveTo>
                  <a:pt x="28575" y="0"/>
                </a:moveTo>
                <a:lnTo>
                  <a:pt x="1085850" y="0"/>
                </a:lnTo>
                <a:cubicBezTo>
                  <a:pt x="1101632" y="0"/>
                  <a:pt x="1114425" y="12793"/>
                  <a:pt x="1114425" y="28575"/>
                </a:cubicBezTo>
                <a:lnTo>
                  <a:pt x="1114425" y="266700"/>
                </a:lnTo>
                <a:cubicBezTo>
                  <a:pt x="1114425" y="282482"/>
                  <a:pt x="1101632" y="295275"/>
                  <a:pt x="1085850" y="295275"/>
                </a:cubicBezTo>
                <a:lnTo>
                  <a:pt x="28575" y="295275"/>
                </a:lnTo>
                <a:cubicBezTo>
                  <a:pt x="12793" y="295275"/>
                  <a:pt x="0" y="282482"/>
                  <a:pt x="0" y="266700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93" name="Aligned!">
            <a:extLst xmlns:a="http://schemas.openxmlformats.org/drawingml/2006/main">
              <a:ext uri="{FF2B5EF4-FFF2-40B4-BE49-F238E27FC236}">
                <a16:creationId xmlns:a16="http://schemas.microsoft.com/office/drawing/2014/main" id="{F736C73A-B037-476F-88AC-AF48F8AF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135600" y="8739188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73AE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73AE50"/>
                </a:solidFill>
                <a:latin typeface="Comic Sans MS"/>
                <a:ea typeface="Comic Sans MS"/>
                <a:cs typeface="Comic Sans MS"/>
              </a:defRPr>
            </a:pPr>
            <a:r>
              <a:rPr sz="1500" b="1" i="0">
                <a:solidFill>
                  <a:srgbClr val="73AE50"/>
                </a:solidFill>
                <a:latin typeface="Comic Sans MS"/>
                <a:ea typeface="Comic Sans MS"/>
                <a:cs typeface="Comic Sans MS"/>
              </a:rPr>
              <a:t>Aligned!</a:t>
            </a:r>
          </a:p>
        </p:txBody>
      </p:sp>
      <p:pic>
        <p:nvPic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C2DDC9EC-05C2-445E-A5B5-D69BC3B91A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000f55752647ef"/>
          <a:stretch xmlns:a="http://schemas.openxmlformats.org/drawingml/2006/main"/>
        </p:blipFill>
        <p:spPr>
          <a:xfrm xmlns:a="http://schemas.openxmlformats.org/drawingml/2006/main">
            <a:off x="18126489" y="9196388"/>
            <a:ext cx="637347" cy="5429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9694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4" name="Existing GenEval heading marker">
            <a:extLst xmlns:a="http://schemas.openxmlformats.org/drawingml/2006/main">
              <a:ext uri="{FF2B5EF4-FFF2-40B4-BE49-F238E27FC236}">
                <a16:creationId xmlns:a16="http://schemas.microsoft.com/office/drawing/2014/main" id="{1C5B2A3E-4AF8-4F31-B470-2F47F316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95388"/>
            <a:ext cx="180975" cy="685800"/>
          </a:xfrm>
          <a:custGeom xmlns:a="http://schemas.openxmlformats.org/drawingml/2006/main">
            <a:pathLst>
              <a:path w="180975" h="685800">
                <a:moveTo>
                  <a:pt x="85725" y="0"/>
                </a:moveTo>
                <a:lnTo>
                  <a:pt x="95250" y="0"/>
                </a:lnTo>
                <a:cubicBezTo>
                  <a:pt x="142595" y="0"/>
                  <a:pt x="180975" y="38380"/>
                  <a:pt x="180975" y="85725"/>
                </a:cubicBezTo>
                <a:lnTo>
                  <a:pt x="180975" y="600075"/>
                </a:lnTo>
                <a:cubicBezTo>
                  <a:pt x="180975" y="647420"/>
                  <a:pt x="142595" y="685800"/>
                  <a:pt x="95250" y="685800"/>
                </a:cubicBezTo>
                <a:lnTo>
                  <a:pt x="85725" y="685800"/>
                </a:lnTo>
                <a:cubicBezTo>
                  <a:pt x="38380" y="685800"/>
                  <a:pt x="0" y="647420"/>
                  <a:pt x="0" y="600075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solidFill xmlns:a="http://schemas.openxmlformats.org/drawingml/2006/main">
            <a:srgbClr val="4A8585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" name="Existing GenEval">
            <a:extLst xmlns:a="http://schemas.openxmlformats.org/drawingml/2006/main">
              <a:ext uri="{FF2B5EF4-FFF2-40B4-BE49-F238E27FC236}">
                <a16:creationId xmlns:a16="http://schemas.microsoft.com/office/drawing/2014/main" id="{2296FF76-593F-4946-8CEE-4C1304B7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" y="1176338"/>
            <a:ext cx="53340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050" b="1" i="0">
                <a:solidFill>
                  <a:srgbClr val="4A8585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050" b="1" i="0">
                <a:solidFill>
                  <a:srgbClr val="4A8585"/>
                </a:solidFill>
                <a:latin typeface="Comic Sans MS"/>
                <a:ea typeface="Comic Sans MS"/>
                <a:cs typeface="Comic Sans MS"/>
              </a:defRPr>
            </a:pPr>
            <a:r>
              <a:rPr sz="4050" b="1" i="0">
                <a:solidFill>
                  <a:srgbClr val="4A8585"/>
                </a:solidFill>
                <a:latin typeface="Comic Sans MS"/>
                <a:ea typeface="Comic Sans MS"/>
                <a:cs typeface="Comic Sans MS"/>
              </a:rPr>
              <a:t>Existing GenEval</a:t>
            </a:r>
          </a:p>
        </p:txBody>
      </p:sp>
      <p:sp>
        <p:nvSpPr>
          <p:cNvPr id="3" name="GenEval ++ heading marker">
            <a:extLst xmlns:a="http://schemas.openxmlformats.org/drawingml/2006/main">
              <a:ext uri="{FF2B5EF4-FFF2-40B4-BE49-F238E27FC236}">
                <a16:creationId xmlns:a16="http://schemas.microsoft.com/office/drawing/2014/main" id="{633B33F5-5611-4671-9A54-13652A5F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1204913"/>
            <a:ext cx="180975" cy="685800"/>
          </a:xfrm>
          <a:custGeom xmlns:a="http://schemas.openxmlformats.org/drawingml/2006/main">
            <a:pathLst>
              <a:path w="180975" h="685800">
                <a:moveTo>
                  <a:pt x="85725" y="0"/>
                </a:moveTo>
                <a:lnTo>
                  <a:pt x="95250" y="0"/>
                </a:lnTo>
                <a:cubicBezTo>
                  <a:pt x="142595" y="0"/>
                  <a:pt x="180975" y="38380"/>
                  <a:pt x="180975" y="85725"/>
                </a:cubicBezTo>
                <a:lnTo>
                  <a:pt x="180975" y="600075"/>
                </a:lnTo>
                <a:cubicBezTo>
                  <a:pt x="180975" y="647420"/>
                  <a:pt x="142595" y="685800"/>
                  <a:pt x="95250" y="685800"/>
                </a:cubicBezTo>
                <a:lnTo>
                  <a:pt x="85725" y="685800"/>
                </a:lnTo>
                <a:cubicBezTo>
                  <a:pt x="38380" y="685800"/>
                  <a:pt x="0" y="647420"/>
                  <a:pt x="0" y="600075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solidFill xmlns:a="http://schemas.openxmlformats.org/drawingml/2006/main">
            <a:srgbClr val="006DA7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4" name="GenEval ++">
            <a:extLst xmlns:a="http://schemas.openxmlformats.org/drawingml/2006/main">
              <a:ext uri="{FF2B5EF4-FFF2-40B4-BE49-F238E27FC236}">
                <a16:creationId xmlns:a16="http://schemas.microsoft.com/office/drawing/2014/main" id="{EDCA445F-997E-4D63-BBDD-5E51AA513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1185863"/>
            <a:ext cx="53340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050" b="1" i="0">
                <a:solidFill>
                  <a:srgbClr val="006DA7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050" b="1" i="0">
                <a:solidFill>
                  <a:srgbClr val="006DA7"/>
                </a:solidFill>
                <a:latin typeface="Comic Sans MS"/>
                <a:ea typeface="Comic Sans MS"/>
                <a:cs typeface="Comic Sans MS"/>
              </a:defRPr>
            </a:pPr>
            <a:r>
              <a:rPr sz="4050" b="1" i="0">
                <a:solidFill>
                  <a:srgbClr val="006DA7"/>
                </a:solidFill>
                <a:latin typeface="Comic Sans MS"/>
                <a:ea typeface="Comic Sans MS"/>
                <a:cs typeface="Comic Sans MS"/>
              </a:rPr>
              <a:t>GenEval ++</a:t>
            </a:r>
          </a:p>
        </p:txBody>
      </p:sp>
      <p:sp>
        <p:nvSpPr>
          <p:cNvPr id="5" name="Imagine-Bench heading marker">
            <a:extLst xmlns:a="http://schemas.openxmlformats.org/drawingml/2006/main">
              <a:ext uri="{FF2B5EF4-FFF2-40B4-BE49-F238E27FC236}">
                <a16:creationId xmlns:a16="http://schemas.microsoft.com/office/drawing/2014/main" id="{79B1BFD0-0F6E-43A8-8EF5-97EAB93EE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7291388"/>
            <a:ext cx="180975" cy="685800"/>
          </a:xfrm>
          <a:custGeom xmlns:a="http://schemas.openxmlformats.org/drawingml/2006/main">
            <a:pathLst>
              <a:path w="180975" h="685800">
                <a:moveTo>
                  <a:pt x="85725" y="0"/>
                </a:moveTo>
                <a:lnTo>
                  <a:pt x="95250" y="0"/>
                </a:lnTo>
                <a:cubicBezTo>
                  <a:pt x="142595" y="0"/>
                  <a:pt x="180975" y="38380"/>
                  <a:pt x="180975" y="85725"/>
                </a:cubicBezTo>
                <a:lnTo>
                  <a:pt x="180975" y="600075"/>
                </a:lnTo>
                <a:cubicBezTo>
                  <a:pt x="180975" y="647420"/>
                  <a:pt x="142595" y="685800"/>
                  <a:pt x="95250" y="685800"/>
                </a:cubicBezTo>
                <a:lnTo>
                  <a:pt x="85725" y="685800"/>
                </a:lnTo>
                <a:cubicBezTo>
                  <a:pt x="38380" y="685800"/>
                  <a:pt x="0" y="647420"/>
                  <a:pt x="0" y="600075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solidFill xmlns:a="http://schemas.openxmlformats.org/drawingml/2006/main">
            <a:srgbClr val="6F3395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6" name="Imagine-Bench">
            <a:extLst xmlns:a="http://schemas.openxmlformats.org/drawingml/2006/main">
              <a:ext uri="{FF2B5EF4-FFF2-40B4-BE49-F238E27FC236}">
                <a16:creationId xmlns:a16="http://schemas.microsoft.com/office/drawing/2014/main" id="{C61783D0-A880-4224-8214-C2A671703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" y="7272338"/>
            <a:ext cx="53340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050" b="1" i="0">
                <a:solidFill>
                  <a:srgbClr val="6F3395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050" b="1" i="0">
                <a:solidFill>
                  <a:srgbClr val="6F3395"/>
                </a:solidFill>
                <a:latin typeface="Comic Sans MS"/>
                <a:ea typeface="Comic Sans MS"/>
                <a:cs typeface="Comic Sans MS"/>
              </a:defRPr>
            </a:pPr>
            <a:r>
              <a:rPr sz="4050" b="1" i="0">
                <a:solidFill>
                  <a:srgbClr val="6F3395"/>
                </a:solidFill>
                <a:latin typeface="Comic Sans MS"/>
                <a:ea typeface="Comic Sans MS"/>
                <a:cs typeface="Comic Sans MS"/>
              </a:rPr>
              <a:t>Imagine-Bench</a:t>
            </a:r>
          </a:p>
        </p:txBody>
      </p:sp>
      <p:sp>
        <p:nvSpPr>
          <p:cNvPr id="7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25DFFC4A-C584-4AC9-9D1C-0972CBAD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204913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8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5055018C-CC25-403F-98E3-59E06248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319213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9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BC0D6664-68E3-4A4B-A4DA-79BF90332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33513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0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860B1B8E-BEF2-4E7A-973E-E850A22B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547813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1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0F3AB647-938C-436E-BDD6-2F9B35BD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62113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2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4B62CF1C-D684-4FBF-B417-686814290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76413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3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3E2F9DAD-997A-4D6C-8269-576CEA03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90713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4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FDC03137-6D26-4468-B583-F11A6FFB3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05013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5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78FDA62F-1719-487A-A508-2ED33091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19313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6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5629D921-9F53-4940-94DB-BF4EF9C4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33613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7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E7EDE822-2E67-4774-8834-0F2FAA20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47913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8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66F53958-6DF9-4885-8F66-AA2A22803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62213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9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46E25611-B5F1-4CAC-A785-333027AE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576513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0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F04A8F9A-8848-4EE5-B766-EEE897B4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90813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1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21148D30-DDBB-464B-83D6-A071720D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05113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2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E24CF996-C726-4495-B908-BB54EA64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19413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3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056639B4-4635-470B-81B0-12B8E2BD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33713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4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3EB6FAF0-3B98-4498-8730-72895D20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48013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5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1851D8CD-06FD-4C75-870E-44BC41544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62313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6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CA5FA2DB-CA49-4329-A2AC-81D94389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76613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7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5E24B133-9431-4BF2-B655-025B93B6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90913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8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9ED79989-25F3-4375-AF71-B7FB65E12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05213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9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34695D48-AA2C-42D5-824E-38FF8465D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19513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30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F60E5C9B-517C-4369-8025-AED74A9F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833813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31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5837A9C6-360F-417D-ACD4-13505D4E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48113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32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33BABB5B-4479-431F-861C-5CE31DAA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062413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33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5668AC2F-6DA2-4F16-9E5E-D25BAC75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176713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34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194D9B34-B884-473F-A824-7904645CC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291013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35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50FFA417-1559-43DC-9AEB-929482D0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405313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36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C218232C-0CE8-47FC-A2C0-A94D56270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519613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37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AAB904B2-29B1-48DD-9503-E31B6B7D5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633913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38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5FF0125A-65CE-4D9F-9B12-87552C17E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748213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39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10BC7A02-4FD3-4ECD-81B1-F7082202F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62513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40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611880EC-B819-43FA-A2E5-79FADAE8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976813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41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49757FCA-5A61-48AE-91F8-B3F05D39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91113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42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745BBB8E-E7E0-4F13-8033-971115698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05413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43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D135E48D-6924-45CD-BDDD-0CD26E3F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319713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44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6895BA52-1549-4BFB-9232-156F1F53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434013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45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6C4514BE-0CBC-4A07-817A-13129198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548313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46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9A2BE567-2C89-4A4A-8CF2-C5B14219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662613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47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CF06FA1F-9141-4207-9DA7-1C392E36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776913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48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B8DC4A68-37EE-49A2-8343-021D154B9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891213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49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365659A0-F316-4A43-A5A9-041C64D0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005513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50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CDA4323D-F19D-4162-9573-63F14384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119813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51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C3C6A0F1-FF51-4236-BD48-F43C6CEEB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234113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52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040D42F6-974E-435C-834E-37B0CC4A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348413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53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1869BB6A-AF46-41AF-851A-52100451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462713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54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7B6B7A0F-8A6A-4D41-A323-AC43D698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577013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55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E6DBBEC0-89AD-46BF-806B-D2A3D2B0A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691313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56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CBF2736D-5566-4087-85B4-30E95C22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805613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57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2E104A13-F4A7-4574-B8A2-23CD0269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919913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58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BAC79306-388B-431A-80DC-92EDDA61B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59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FD61FF54-9E83-49B0-B14D-CB891D0BC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60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A3C8CE39-3114-4928-AE0A-46969FB4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61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55CF0E5C-3E35-4E5D-8B78-BF032B43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62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6D48E289-B2FE-4CD2-BC73-19673932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63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8E63CA37-6FDA-4409-AD29-47DBEAB7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64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AE90C88A-9771-4770-AC27-AA1B5546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65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3EE74BBE-3FF3-49A8-A0F3-01F74D59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66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96BBDC07-9AD3-40C3-89C7-D524F95F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67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7E5F93C1-E1E8-4E40-9B20-D05DF2B7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68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DE254EB0-7E9E-47C8-AB2E-F498E402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69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C27CE2F9-240C-4FDD-BAA3-D63B48EC3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70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7BE62AD7-0D7C-4584-89EB-C1B24CFE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71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B0F39E5B-AF6F-4653-9608-82027C12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72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359E7C45-7F26-4FAA-B88B-4C270C08F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73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FD60ECB8-BF11-4E39-92D5-3F50CB1B5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74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CE01AF39-DC1D-4284-A851-267C35DF4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75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84876778-AA3F-4340-AE62-2DD8C4E78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76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C17D04BB-C3FE-4501-B8E0-8961B53F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77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49C1B1C4-47C5-4477-97D1-9867B655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78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4BF0CBB0-36ED-4DF8-BA90-1918F8FA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79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242C5459-EE20-427D-9644-8AFDB876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80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62483433-3E12-40BD-A1D6-2754C1BC5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81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EA6AC435-08A4-47B3-82CF-33B14387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82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59BE15F8-A4BE-44BD-99EB-071D3929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83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A1469E53-2EC6-4B66-94F5-CE020339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84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C3E95C87-31EC-4176-A727-993D1F840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85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0518A317-9D2D-431C-962E-EFB35BD0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86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CBFA4548-90AB-4AB9-8298-25F6230B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87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9A60BBAB-E270-46DA-8FE4-F44C2B6EC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88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683808A1-7B9B-4054-A598-197D858A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89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B739A3B2-927E-458D-856C-2A93C2EA6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90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9FC49392-54E2-453F-915E-8C76E775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91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67C7ACA0-4548-4E67-B516-09045DA6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92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0A44E9C2-CA4A-45A0-8453-DD31BB54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93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4A7AF0E8-A7A5-4AFB-AC4F-12843A6B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94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DF061C27-56D7-4D0E-BEE1-CA1676F1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95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05314628-6B2D-4C75-893E-F04BE228C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96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731D72E9-4F6C-432C-994C-8FD14A6E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97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F70FCDE7-3FA9-4335-B7EE-C58E6D02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98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33E80B36-9076-49F6-B3AF-B59B2A02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99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94B8894A-1812-4C46-89AC-97B3FE47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00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EF116205-6517-422D-9E0A-F04E7075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01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67F19066-A258-4FEC-AC05-AE3ED7DE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02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1BEE6CFC-A6FF-4009-8E41-0578288EA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03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34D09727-6F46-4F4C-9234-296DC491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04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21A90B25-83F3-4FB5-BC52-3CCEF2654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05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7188EFCB-C417-4FBA-8B37-1CC3B240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06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28D23301-D126-4C84-A623-D2BF2DEE0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07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B60B8423-781D-48C1-9C24-80E21C6A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08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0A566E5E-E159-4CA4-992B-624B9519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09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81B56A28-D2D7-4E52-A1B5-B87658AF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10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B85F5FB8-6C3F-4A2F-9F93-CEAD2980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11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B1F10AC1-BB8F-4DC3-96DF-46089CB15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12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26133A3B-1AF6-4D37-9555-3CB40BCF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13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8BC11A03-E514-4CE5-AA01-9C61F8E12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14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26924964-6DE2-4B4F-BFD5-AD77AF7B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15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D871C76B-7F0D-41D0-BE28-3DE751B20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16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6F583FE7-294E-48BE-9BAF-A7BAEF77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17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7986F300-28F8-4441-989A-1C2141393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18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52018221-7457-45A0-98CB-61C43AED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19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7A7B53DE-E501-435B-89A1-5F90B0D93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20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CB5334C5-0197-438A-976E-DD20458C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21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7AB62C57-F880-4E8D-A319-26B92C32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22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A40B3172-94B6-4054-8AC6-07762126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23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DB2D3FEA-66FF-4FF3-8FBF-83F648A8E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24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A218D368-7C61-4375-9508-623CBB88C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25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59AAC978-0A84-49E3-8580-018560C0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26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5EADA4BE-1430-42EF-8C03-AD6856D73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27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F3341D93-3232-4DD8-94AE-7FED55F3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28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633AD7F6-3CD9-44E9-8C39-88B9348C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29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4AA18FE0-53EA-42DA-A090-31677E62D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30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8698952D-4412-4542-9239-695F08B38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31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2AA07B73-6BE8-4ACD-94C9-DCA5E211C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32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B04ACE72-B851-4561-9357-85FA478B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33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53E1D44E-9B08-4FB7-8795-F0B90FC7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34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39BC3E8D-5C83-45DA-B0BA-5F5ADD070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35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27D918BA-ABF8-4CE0-9DC8-4B3CEDF28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36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057406A0-FE58-4646-9804-F276FE46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37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FDF79982-49C6-4619-9168-A82C2B36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38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BAD89177-3AE8-4B62-AFB7-EB98E6228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39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DDB7D854-F039-4166-9970-82739CF99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40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B6F73FE6-F182-4289-823C-0D778C41B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41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5343198C-C853-4EB7-90F6-10773215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42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B68C23EF-CC7D-4F71-A6E9-AF063D7DA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43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5051E232-A62E-46BA-8FF7-00CC366D6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44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EF2BF3A0-C32D-4C1E-8DFE-3EC24D57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45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5A8272A6-D987-4774-91E4-971A9DAE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46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2E3AC58F-AD13-493C-9BFE-8AC41656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47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71DF8867-B23E-4D57-9927-757169FFA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48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EB584311-95FD-4465-A57B-572F4D2B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49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1D907C79-8BDE-452D-83FB-39729C3E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50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29D87241-55BC-41AE-A62D-8ACB998C6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51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5E36EB8C-7F7B-4B9D-B7DB-99F65AF4E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52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D749A6B9-C061-4525-9CD6-AE1F4B68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53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D66B381E-D2AD-48DC-96B0-8A6B2956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42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54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21C730FB-9528-45E3-B7ED-E925717C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55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FD2987D0-E459-48C1-A4C3-4862CF3E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56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CF331D19-317D-4682-A78E-19D0221B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57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701DD621-B8B5-4650-B1CA-CCBFC57E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58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B680900A-B35F-4CC9-91C1-F44A4D5A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59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016EBE2E-E818-421C-8BD7-62A3B644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60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7F390B6C-63B4-4AA1-9662-CB3D10E7C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43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61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FCCA8F45-5F13-4F8F-B71B-EA5156E1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62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C1CFC572-CE10-4CF8-A654-F31383A8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9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63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3CB70C95-3411-4AFF-BCC6-5D60281F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72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64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6D276E78-959D-41A5-959C-5D6172015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15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65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FB6CA9CF-8DB1-4901-8009-538449C4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58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66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A3399E6C-30F3-42AF-8A7B-CD4D8B0F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01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67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E749C6E2-F9CB-4E10-987D-8BD8FC66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44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68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8FBC937A-A1A1-4C26-A38A-4658E662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87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69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85535574-B51E-4D5B-AF9E-2897DEB0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30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70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CEFBC881-FE87-41D5-92CD-843A858A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73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71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5DD6F9F2-89F8-4E3C-8AE8-5AC322E9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16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72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9A7BE8C4-CC75-47FF-A783-7B0565AA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59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73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71FCDBD7-BBF4-4790-902F-FD8DF02E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02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74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BDC3E2AF-C95A-4D89-AD77-03418C97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75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5F5C3FD4-1CE9-4AEA-9304-0DE57920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88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76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75A9CD97-01DC-4989-8453-CB9C61DD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31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77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95560921-88C0-40CF-A4A8-9C5421FF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74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78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5E1472C5-8155-4355-B786-37A4A7E6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17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79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1BF8D2AC-0DCC-4EF0-B7BE-DADE374BF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60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80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7929A687-BED4-480D-9D30-7E6B5680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03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81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68056705-51D5-41E0-9AC6-ED715248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82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6590C906-E6C6-457E-B8A3-5129CE4B8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89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83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1EB7A80B-C792-4C6E-A7AE-EEE9FCE1D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32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84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CD422851-3C02-4F3D-B1FD-79BBAB8D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875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85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B500F6E5-065D-480D-8028-E70B64AB1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018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86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79A429E5-7860-4BE6-962A-33D10A79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87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3A49ECAB-A870-4509-9E72-A297D061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04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88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0D8331A9-A189-4B8B-B6C4-4AE42C1E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89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6871FB98-CDAA-46FA-AEA1-FE7030E4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590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90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3D3C136D-55AD-4291-B268-72A461ADF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33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91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F1563B93-BB68-4E5E-87D1-BEC022D7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76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92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D8DC8093-C941-42C9-82B5-4C50B103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019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93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532AD2B3-AFA7-4CCD-9EC2-DF7A3626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62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94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B76B220B-71DD-488A-9F4B-30A30F71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305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95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620F0EAF-A937-4EC4-AD00-73E3DDFD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448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96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952A9FDF-52B2-4782-95D5-7562B7636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91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97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8B48B969-2648-4232-97B3-7CC9D07D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734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98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0B721A25-8364-4883-866D-CB8B6A7B5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77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99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75EE2BA8-61D1-45C3-B1E7-9DF9D3CF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20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00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6E46B423-3FFF-470E-9814-365EAFBB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163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01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EE8B6A04-B162-4D8D-A548-93741A5F0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06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02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16AAC711-2FA2-49DC-AF5B-8F643EB5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449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03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1B4EF6D2-91EA-4D1C-B2D2-DB87CE677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592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04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0896868C-D11F-4E01-A10F-B0BD0F42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735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05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A0E48C6C-68EF-4B01-A148-A6A201AFF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878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06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6B34B6F0-907B-4C16-A5D4-40E869F4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21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07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C1E0D509-0BF5-4020-BD3F-4DB63DA9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64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08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D326EFE2-19EA-46B2-A9B9-2F1D0CBE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07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09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A07EF7C1-B55A-439C-B421-02F0E316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450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10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A66C2864-605B-4F7C-9B83-73E5404CC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93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11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8C7F4D4A-3A77-44DE-8893-EE4583C3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736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12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35B77D92-D761-4E57-8F0E-24F491EBE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79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13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65B97D6D-17F5-412F-A72D-399D1167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022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14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9E09A38D-48EF-4E45-9EA1-F14EC01B0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165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15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3DC150F0-4FE0-4DB9-B70F-2E98B021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308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16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3EBC4C8F-3AF4-447E-B5DA-9A7356B8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451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17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7AAE4BC0-6C2B-4D3D-BC86-3796E65E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594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18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02DC863D-48E6-4501-AD91-0367AF37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737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19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922F03D2-0492-4973-91A4-3E9888F96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880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20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3AF21D3E-B28D-423A-A35D-7B80C23A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023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21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09562820-B02E-4D49-8F69-6C9842F9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166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22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7DE26228-D9D5-40A4-8163-246BDED92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309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23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5FBD99B2-63B0-4817-9561-73A39E555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452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24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1F3DA738-068D-46BA-AF3F-F8770382D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95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25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7729CFFF-D4C8-4705-8E2C-A2D2837F4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738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26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1BD285E8-3D43-4320-98AA-70B81604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881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27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D022BC6C-5E73-463A-ACFF-148CCAC6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02425" y="7024688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pic>
        <p:nvPic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A5BF8B0A-449B-4D32-8AAE-CFA37CFA0A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5a72091a3e41c1"/>
          <a:stretch xmlns:a="http://schemas.openxmlformats.org/drawingml/2006/main"/>
        </p:blipFill>
        <p:spPr>
          <a:xfrm xmlns:a="http://schemas.openxmlformats.org/drawingml/2006/main">
            <a:off x="430551" y="2109788"/>
            <a:ext cx="1920199" cy="1895475"/>
          </a:xfrm>
          <a:prstGeom xmlns:a="http://schemas.openxmlformats.org/drawingml/2006/main" prst="rect">
            <a:avLst/>
          </a:prstGeom>
        </p:spPr>
      </p:pic>
      <p:sp>
        <p:nvSpPr>
          <p:cNvPr id="229" name="Hotdog frame">
            <a:extLst xmlns:a="http://schemas.openxmlformats.org/drawingml/2006/main">
              <a:ext uri="{FF2B5EF4-FFF2-40B4-BE49-F238E27FC236}">
                <a16:creationId xmlns:a16="http://schemas.microsoft.com/office/drawing/2014/main" id="{4D0F1283-36C9-476F-9983-57F828E0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71688"/>
            <a:ext cx="2019300" cy="2009775"/>
          </a:xfrm>
          <a:custGeom xmlns:a="http://schemas.openxmlformats.org/drawingml/2006/main">
            <a:pathLst>
              <a:path w="2019300" h="2009775">
                <a:moveTo>
                  <a:pt x="152400" y="0"/>
                </a:moveTo>
                <a:lnTo>
                  <a:pt x="1866900" y="0"/>
                </a:lnTo>
                <a:cubicBezTo>
                  <a:pt x="1951068" y="0"/>
                  <a:pt x="2019300" y="68232"/>
                  <a:pt x="2019300" y="152400"/>
                </a:cubicBezTo>
                <a:lnTo>
                  <a:pt x="2019300" y="1857375"/>
                </a:lnTo>
                <a:cubicBezTo>
                  <a:pt x="2019300" y="1941543"/>
                  <a:pt x="1951068" y="2009775"/>
                  <a:pt x="1866900" y="2009775"/>
                </a:cubicBezTo>
                <a:lnTo>
                  <a:pt x="152400" y="2009775"/>
                </a:lnTo>
                <a:cubicBezTo>
                  <a:pt x="68232" y="2009775"/>
                  <a:pt x="0" y="1941543"/>
                  <a:pt x="0" y="1857375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81B6B2"/>
            </a:solidFill>
            <a:prstDash val="solid"/>
          </a:ln>
        </p:spPr>
      </p:sp>
      <p:sp>
        <p:nvSpPr>
          <p:cNvPr id="230" name="MaskFormer classifier">
            <a:extLst xmlns:a="http://schemas.openxmlformats.org/drawingml/2006/main">
              <a:ext uri="{FF2B5EF4-FFF2-40B4-BE49-F238E27FC236}">
                <a16:creationId xmlns:a16="http://schemas.microsoft.com/office/drawing/2014/main" id="{0D59070A-7809-47D4-BC0D-24BF6A33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528888"/>
            <a:ext cx="1447800" cy="1066800"/>
          </a:xfrm>
          <a:custGeom xmlns:a="http://schemas.openxmlformats.org/drawingml/2006/main">
            <a:pathLst>
              <a:path w="1447800" h="1066800">
                <a:moveTo>
                  <a:pt x="0" y="738188"/>
                </a:moveTo>
                <a:lnTo>
                  <a:pt x="914400" y="738188"/>
                </a:lnTo>
                <a:lnTo>
                  <a:pt x="914400" y="1066800"/>
                </a:lnTo>
                <a:lnTo>
                  <a:pt x="1447800" y="533400"/>
                </a:lnTo>
                <a:lnTo>
                  <a:pt x="914400" y="0"/>
                </a:lnTo>
                <a:lnTo>
                  <a:pt x="914400" y="328613"/>
                </a:lnTo>
                <a:lnTo>
                  <a:pt x="0" y="328613"/>
                </a:lnTo>
                <a:close/>
              </a:path>
            </a:pathLst>
          </a:custGeom>
          <a:solidFill xmlns:a="http://schemas.openxmlformats.org/drawingml/2006/main">
            <a:srgbClr val="B8D7D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1" name="MaskFormer">
            <a:extLst xmlns:a="http://schemas.openxmlformats.org/drawingml/2006/main">
              <a:ext uri="{FF2B5EF4-FFF2-40B4-BE49-F238E27FC236}">
                <a16:creationId xmlns:a16="http://schemas.microsoft.com/office/drawing/2014/main" id="{A943AA6B-1818-4BF6-A18B-8FFA5CA6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0275" y="2909888"/>
            <a:ext cx="16097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 i="1">
                <a:solidFill>
                  <a:srgbClr val="4A8585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 i="1">
                <a:solidFill>
                  <a:srgbClr val="4A8585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1" i="1">
                <a:solidFill>
                  <a:srgbClr val="4A8585"/>
                </a:solidFill>
                <a:latin typeface="Comic Sans MS"/>
                <a:ea typeface="Comic Sans MS"/>
                <a:cs typeface="Comic Sans MS"/>
              </a:rPr>
              <a:t>MaskFormer</a:t>
            </a:r>
          </a:p>
        </p:txBody>
      </p:sp>
      <p:sp>
        <p:nvSpPr>
          <p:cNvPr id="232" name="Not">
            <a:extLst xmlns:a="http://schemas.openxmlformats.org/drawingml/2006/main">
              <a:ext uri="{FF2B5EF4-FFF2-40B4-BE49-F238E27FC236}">
                <a16:creationId xmlns:a16="http://schemas.microsoft.com/office/drawing/2014/main" id="{D6A45CA8-14F7-4F9D-BBC6-621D0B1D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48150" y="2290763"/>
            <a:ext cx="1209675" cy="6267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25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525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3525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Not</a:t>
            </a:r>
          </a:p>
        </p:txBody>
      </p:sp>
      <p:sp>
        <p:nvSpPr>
          <p:cNvPr id="233" name="Hotdog">
            <a:extLst xmlns:a="http://schemas.openxmlformats.org/drawingml/2006/main">
              <a:ext uri="{FF2B5EF4-FFF2-40B4-BE49-F238E27FC236}">
                <a16:creationId xmlns:a16="http://schemas.microsoft.com/office/drawing/2014/main" id="{B786B0A3-2EC7-4C3B-8802-B642F7BE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76675" y="2824163"/>
            <a:ext cx="2028825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600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3600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Hotdog</a:t>
            </a:r>
          </a:p>
        </p:txBody>
      </p:sp>
      <p:sp>
        <p:nvSpPr>
          <p:cNvPr id="234" name="Classifier rejection X">
            <a:extLst xmlns:a="http://schemas.openxmlformats.org/drawingml/2006/main">
              <a:ext uri="{FF2B5EF4-FFF2-40B4-BE49-F238E27FC236}">
                <a16:creationId xmlns:a16="http://schemas.microsoft.com/office/drawing/2014/main" id="{448826D8-6D9C-409C-B89D-7B1649E2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100388"/>
            <a:ext cx="666750" cy="695325"/>
          </a:xfrm>
          <a:custGeom xmlns:a="http://schemas.openxmlformats.org/drawingml/2006/main">
            <a:pathLst>
              <a:path w="666750" h="695325">
                <a:moveTo>
                  <a:pt x="0" y="142875"/>
                </a:moveTo>
                <a:lnTo>
                  <a:pt x="142875" y="0"/>
                </a:lnTo>
                <a:lnTo>
                  <a:pt x="304800" y="171450"/>
                </a:lnTo>
                <a:lnTo>
                  <a:pt x="476250" y="0"/>
                </a:lnTo>
                <a:lnTo>
                  <a:pt x="647700" y="142875"/>
                </a:lnTo>
                <a:lnTo>
                  <a:pt x="485775" y="323850"/>
                </a:lnTo>
                <a:lnTo>
                  <a:pt x="666750" y="523875"/>
                </a:lnTo>
                <a:lnTo>
                  <a:pt x="504825" y="685800"/>
                </a:lnTo>
                <a:lnTo>
                  <a:pt x="314325" y="504825"/>
                </a:lnTo>
                <a:lnTo>
                  <a:pt x="142875" y="695325"/>
                </a:lnTo>
                <a:lnTo>
                  <a:pt x="0" y="542925"/>
                </a:lnTo>
                <a:lnTo>
                  <a:pt x="161925" y="352425"/>
                </a:lnTo>
                <a:close/>
              </a:path>
            </a:pathLst>
          </a:custGeom>
          <a:solidFill xmlns:a="http://schemas.openxmlformats.org/drawingml/2006/main">
            <a:srgbClr val="FF505A"/>
          </a:solidFill>
          <a:ln xmlns:a="http://schemas.openxmlformats.org/drawingml/2006/main" w="28575">
            <a:solidFill>
              <a:srgbClr val="202020"/>
            </a:solidFill>
            <a:prstDash val="solid"/>
          </a:ln>
        </p:spPr>
      </p:sp>
      <p:sp>
        <p:nvSpPr>
          <p:cNvPr id="235" name="Inaccurate">
            <a:extLst xmlns:a="http://schemas.openxmlformats.org/drawingml/2006/main">
              <a:ext uri="{FF2B5EF4-FFF2-40B4-BE49-F238E27FC236}">
                <a16:creationId xmlns:a16="http://schemas.microsoft.com/office/drawing/2014/main" id="{CB2F52B1-DDE7-4E80-A1C3-C97FF001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48075" y="4233863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 i="0">
                <a:solidFill>
                  <a:srgbClr val="BE0505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000" b="1" i="0">
                <a:solidFill>
                  <a:srgbClr val="BE0505"/>
                </a:solidFill>
                <a:latin typeface="Comic Sans MS"/>
                <a:ea typeface="Comic Sans MS"/>
                <a:cs typeface="Comic Sans MS"/>
              </a:defRPr>
            </a:pPr>
            <a:r>
              <a:rPr sz="3000" b="1" i="0">
                <a:solidFill>
                  <a:srgbClr val="BE0505"/>
                </a:solidFill>
                <a:latin typeface="Comic Sans MS"/>
                <a:ea typeface="Comic Sans MS"/>
                <a:cs typeface="Comic Sans MS"/>
              </a:rPr>
              <a:t>Inaccurate</a:t>
            </a:r>
          </a:p>
        </p:txBody>
      </p:sp>
      <p:sp>
        <p:nvSpPr>
          <p:cNvPr id="236" name="&quot;a photo of a">
            <a:extLst xmlns:a="http://schemas.openxmlformats.org/drawingml/2006/main">
              <a:ext uri="{FF2B5EF4-FFF2-40B4-BE49-F238E27FC236}">
                <a16:creationId xmlns:a16="http://schemas.microsoft.com/office/drawing/2014/main" id="{31A0FB72-530A-443D-8CDB-8A05F399C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25" y="4186238"/>
            <a:ext cx="2876550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75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475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"a photo of a</a:t>
            </a:r>
          </a:p>
        </p:txBody>
      </p:sp>
      <p:sp>
        <p:nvSpPr>
          <p:cNvPr id="237" name="green hotdog&quot;">
            <a:extLst xmlns:a="http://schemas.openxmlformats.org/drawingml/2006/main">
              <a:ext uri="{FF2B5EF4-FFF2-40B4-BE49-F238E27FC236}">
                <a16:creationId xmlns:a16="http://schemas.microsoft.com/office/drawing/2014/main" id="{4A64FAE5-FE1B-4639-A58F-886B6A43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025" y="4605338"/>
            <a:ext cx="2905125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75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475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green hotdog"</a:t>
            </a:r>
          </a:p>
        </p:txBody>
      </p:sp>
      <p:sp>
        <p:nvSpPr>
          <p:cNvPr id="238" name="Indicator saturation label background">
            <a:extLst xmlns:a="http://schemas.openxmlformats.org/drawingml/2006/main">
              <a:ext uri="{FF2B5EF4-FFF2-40B4-BE49-F238E27FC236}">
                <a16:creationId xmlns:a16="http://schemas.microsoft.com/office/drawing/2014/main" id="{2CAD3DB8-E213-4F7E-9B5F-EF4721CE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5110163"/>
            <a:ext cx="5029200" cy="619125"/>
          </a:xfrm>
          <a:custGeom xmlns:a="http://schemas.openxmlformats.org/drawingml/2006/main">
            <a:pathLst>
              <a:path w="5029200" h="619125">
                <a:moveTo>
                  <a:pt x="309563" y="0"/>
                </a:moveTo>
                <a:lnTo>
                  <a:pt x="4719638" y="0"/>
                </a:lnTo>
                <a:cubicBezTo>
                  <a:pt x="4890604" y="0"/>
                  <a:pt x="5029200" y="138596"/>
                  <a:pt x="5029200" y="309563"/>
                </a:cubicBezTo>
                <a:lnTo>
                  <a:pt x="5029200" y="309563"/>
                </a:lnTo>
                <a:cubicBezTo>
                  <a:pt x="5029200" y="480529"/>
                  <a:pt x="4890604" y="619125"/>
                  <a:pt x="4719638" y="619125"/>
                </a:cubicBezTo>
                <a:lnTo>
                  <a:pt x="309563" y="619125"/>
                </a:lnTo>
                <a:cubicBezTo>
                  <a:pt x="138596" y="619125"/>
                  <a:pt x="0" y="480529"/>
                  <a:pt x="0" y="309563"/>
                </a:cubicBezTo>
                <a:lnTo>
                  <a:pt x="0" y="309563"/>
                </a:lnTo>
                <a:cubicBezTo>
                  <a:pt x="0" y="138596"/>
                  <a:pt x="138596" y="0"/>
                  <a:pt x="309563" y="0"/>
                </a:cubicBezTo>
                <a:close/>
              </a:path>
            </a:pathLst>
          </a:custGeom>
          <a:solidFill xmlns:a="http://schemas.openxmlformats.org/drawingml/2006/main">
            <a:srgbClr val="E4F3F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39" name="Indicator saturation">
            <a:extLst xmlns:a="http://schemas.openxmlformats.org/drawingml/2006/main">
              <a:ext uri="{FF2B5EF4-FFF2-40B4-BE49-F238E27FC236}">
                <a16:creationId xmlns:a16="http://schemas.microsoft.com/office/drawing/2014/main" id="{7936F243-6E8C-47EB-BC86-43276013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975" y="5129213"/>
            <a:ext cx="4800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150" b="1" i="0">
                <a:solidFill>
                  <a:srgbClr val="4A8585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3150" b="1" i="0">
                <a:solidFill>
                  <a:srgbClr val="4A8585"/>
                </a:solidFill>
                <a:latin typeface="Comic Sans MS"/>
                <a:ea typeface="Comic Sans MS"/>
                <a:cs typeface="Comic Sans MS"/>
              </a:defRPr>
            </a:pPr>
            <a:r>
              <a:rPr sz="3150" b="1" i="0">
                <a:solidFill>
                  <a:srgbClr val="4A8585"/>
                </a:solidFill>
                <a:latin typeface="Comic Sans MS"/>
                <a:ea typeface="Comic Sans MS"/>
                <a:cs typeface="Comic Sans MS"/>
              </a:rPr>
              <a:t>Indicator saturation</a:t>
            </a:r>
          </a:p>
        </p:txBody>
      </p:sp>
      <p:sp>
        <p:nvSpPr>
          <p:cNvPr id="240" name="&quot;a photo of a cow&quot;">
            <a:extLst xmlns:a="http://schemas.openxmlformats.org/drawingml/2006/main">
              <a:ext uri="{FF2B5EF4-FFF2-40B4-BE49-F238E27FC236}">
                <a16:creationId xmlns:a16="http://schemas.microsoft.com/office/drawing/2014/main" id="{0B66110F-B09A-4748-B859-0884CD79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005513"/>
            <a:ext cx="33242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25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25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625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"a photo of a cow"</a:t>
            </a:r>
          </a:p>
        </p:txBody>
      </p:sp>
      <p:sp>
        <p:nvSpPr>
          <p:cNvPr id="241" name="TOO EASY !!">
            <a:extLst xmlns:a="http://schemas.openxmlformats.org/drawingml/2006/main">
              <a:ext uri="{FF2B5EF4-FFF2-40B4-BE49-F238E27FC236}">
                <a16:creationId xmlns:a16="http://schemas.microsoft.com/office/drawing/2014/main" id="{C1507EFE-4D5A-4F87-A668-699661F5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62325" y="5948363"/>
            <a:ext cx="2771775" cy="586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1" i="0">
                <a:solidFill>
                  <a:srgbClr val="C8191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1" i="0">
                <a:solidFill>
                  <a:srgbClr val="C81919"/>
                </a:solidFill>
                <a:latin typeface="Comic Sans MS"/>
                <a:ea typeface="Comic Sans MS"/>
                <a:cs typeface="Comic Sans MS"/>
              </a:defRPr>
            </a:pPr>
            <a:r>
              <a:rPr sz="3300" b="1" i="0">
                <a:solidFill>
                  <a:srgbClr val="C81919"/>
                </a:solidFill>
                <a:latin typeface="Comic Sans MS"/>
                <a:ea typeface="Comic Sans MS"/>
                <a:cs typeface="Comic Sans MS"/>
              </a:rPr>
              <a:t>TOO EASY !!</a:t>
            </a:r>
          </a:p>
        </p:txBody>
      </p:sp>
      <p:sp>
        <p:nvSpPr>
          <p:cNvPr id="242" name="&quot;a photo of a fork and a book&quot;">
            <a:extLst xmlns:a="http://schemas.openxmlformats.org/drawingml/2006/main">
              <a:ext uri="{FF2B5EF4-FFF2-40B4-BE49-F238E27FC236}">
                <a16:creationId xmlns:a16="http://schemas.microsoft.com/office/drawing/2014/main" id="{D2BC0AB3-63DD-4930-867C-1CBBFDD8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472238"/>
            <a:ext cx="59245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25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25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625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"a photo of a fork and a book"</a:t>
            </a:r>
          </a:p>
        </p:txBody>
      </p:sp>
      <p:sp>
        <p:nvSpPr>
          <p:cNvPr id="243" name="GenEval instruction frame">
            <a:extLst xmlns:a="http://schemas.openxmlformats.org/drawingml/2006/main">
              <a:ext uri="{FF2B5EF4-FFF2-40B4-BE49-F238E27FC236}">
                <a16:creationId xmlns:a16="http://schemas.microsoft.com/office/drawing/2014/main" id="{29514839-4013-428C-A214-6F628BA8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309813"/>
            <a:ext cx="3267075" cy="1943100"/>
          </a:xfrm>
          <a:custGeom xmlns:a="http://schemas.openxmlformats.org/drawingml/2006/main">
            <a:pathLst>
              <a:path w="3267075" h="1943100">
                <a:moveTo>
                  <a:pt x="152400" y="0"/>
                </a:moveTo>
                <a:lnTo>
                  <a:pt x="3114675" y="0"/>
                </a:lnTo>
                <a:cubicBezTo>
                  <a:pt x="3198843" y="0"/>
                  <a:pt x="3267075" y="68232"/>
                  <a:pt x="3267075" y="152400"/>
                </a:cubicBezTo>
                <a:lnTo>
                  <a:pt x="3267075" y="1790700"/>
                </a:lnTo>
                <a:cubicBezTo>
                  <a:pt x="3267075" y="1874868"/>
                  <a:pt x="3198843" y="1943100"/>
                  <a:pt x="3114675" y="1943100"/>
                </a:cubicBezTo>
                <a:lnTo>
                  <a:pt x="152400" y="1943100"/>
                </a:lnTo>
                <a:cubicBezTo>
                  <a:pt x="68232" y="1943100"/>
                  <a:pt x="0" y="1874868"/>
                  <a:pt x="0" y="17907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6DA7"/>
            </a:solidFill>
            <a:prstDash val="solid"/>
          </a:ln>
        </p:spPr>
      </p:sp>
      <p:sp>
        <p:nvSpPr>
          <p:cNvPr id="244" name="&quot;A photo of two">
            <a:extLst xmlns:a="http://schemas.openxmlformats.org/drawingml/2006/main">
              <a:ext uri="{FF2B5EF4-FFF2-40B4-BE49-F238E27FC236}">
                <a16:creationId xmlns:a16="http://schemas.microsoft.com/office/drawing/2014/main" id="{25920E01-96F4-4C11-9260-042B2005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91325" y="2471738"/>
            <a:ext cx="3162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925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925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925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"A photo of two</a:t>
            </a:r>
          </a:p>
        </p:txBody>
      </p:sp>
      <p:sp>
        <p:nvSpPr>
          <p:cNvPr id="245" name="purple cell phones">
            <a:extLst xmlns:a="http://schemas.openxmlformats.org/drawingml/2006/main">
              <a:ext uri="{FF2B5EF4-FFF2-40B4-BE49-F238E27FC236}">
                <a16:creationId xmlns:a16="http://schemas.microsoft.com/office/drawing/2014/main" id="{C01B9AC7-462B-42A8-9312-E373AFF5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91325" y="2928938"/>
            <a:ext cx="3162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925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925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925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purple cell phones</a:t>
            </a:r>
          </a:p>
        </p:txBody>
      </p:sp>
      <p:sp>
        <p:nvSpPr>
          <p:cNvPr id="246" name="and three red">
            <a:extLst xmlns:a="http://schemas.openxmlformats.org/drawingml/2006/main">
              <a:ext uri="{FF2B5EF4-FFF2-40B4-BE49-F238E27FC236}">
                <a16:creationId xmlns:a16="http://schemas.microsoft.com/office/drawing/2014/main" id="{F03E1FDC-F6BA-4D6F-837E-D1963DFA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91325" y="3386138"/>
            <a:ext cx="3162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925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925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925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and three red</a:t>
            </a:r>
          </a:p>
        </p:txBody>
      </p:sp>
      <p:sp>
        <p:nvSpPr>
          <p:cNvPr id="247" name="frisbees&quot;">
            <a:extLst xmlns:a="http://schemas.openxmlformats.org/drawingml/2006/main">
              <a:ext uri="{FF2B5EF4-FFF2-40B4-BE49-F238E27FC236}">
                <a16:creationId xmlns:a16="http://schemas.microsoft.com/office/drawing/2014/main" id="{7D63C52E-3C68-4268-BFFE-02E98BD5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91325" y="3843338"/>
            <a:ext cx="3162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925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925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925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frisbees"</a:t>
            </a:r>
          </a:p>
        </p:txBody>
      </p:sp>
      <p:sp>
        <p:nvSpPr>
          <p:cNvPr id="248" name="Text Instruction label background">
            <a:extLst xmlns:a="http://schemas.openxmlformats.org/drawingml/2006/main">
              <a:ext uri="{FF2B5EF4-FFF2-40B4-BE49-F238E27FC236}">
                <a16:creationId xmlns:a16="http://schemas.microsoft.com/office/drawing/2014/main" id="{74AC2246-1589-413E-80C8-1483E2AB1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14838"/>
            <a:ext cx="3314700" cy="504825"/>
          </a:xfrm>
          <a:custGeom xmlns:a="http://schemas.openxmlformats.org/drawingml/2006/main">
            <a:pathLst>
              <a:path w="3314700" h="504825">
                <a:moveTo>
                  <a:pt x="252413" y="0"/>
                </a:moveTo>
                <a:lnTo>
                  <a:pt x="3062288" y="0"/>
                </a:lnTo>
                <a:cubicBezTo>
                  <a:pt x="3201691" y="0"/>
                  <a:pt x="3314700" y="113009"/>
                  <a:pt x="3314700" y="252413"/>
                </a:cubicBezTo>
                <a:lnTo>
                  <a:pt x="3314700" y="252413"/>
                </a:lnTo>
                <a:cubicBezTo>
                  <a:pt x="3314700" y="391816"/>
                  <a:pt x="3201691" y="504825"/>
                  <a:pt x="3062288" y="504825"/>
                </a:cubicBezTo>
                <a:lnTo>
                  <a:pt x="252413" y="504825"/>
                </a:lnTo>
                <a:cubicBezTo>
                  <a:pt x="113009" y="504825"/>
                  <a:pt x="0" y="391816"/>
                  <a:pt x="0" y="252413"/>
                </a:cubicBezTo>
                <a:lnTo>
                  <a:pt x="0" y="252413"/>
                </a:lnTo>
                <a:cubicBezTo>
                  <a:pt x="0" y="113009"/>
                  <a:pt x="113009" y="0"/>
                  <a:pt x="252413" y="0"/>
                </a:cubicBezTo>
                <a:close/>
              </a:path>
            </a:pathLst>
          </a:custGeom>
          <a:solidFill xmlns:a="http://schemas.openxmlformats.org/drawingml/2006/main">
            <a:srgbClr val="E8F4FD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49" name="Text Instruction">
            <a:extLst xmlns:a="http://schemas.openxmlformats.org/drawingml/2006/main">
              <a:ext uri="{FF2B5EF4-FFF2-40B4-BE49-F238E27FC236}">
                <a16:creationId xmlns:a16="http://schemas.microsoft.com/office/drawing/2014/main" id="{B25255C2-A013-441F-9BD6-01AC8F2E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1800" y="4433888"/>
            <a:ext cx="30861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75" b="1" i="0">
                <a:solidFill>
                  <a:srgbClr val="006DA7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475" b="1" i="0">
                <a:solidFill>
                  <a:srgbClr val="006DA7"/>
                </a:solidFill>
                <a:latin typeface="Comic Sans MS"/>
                <a:ea typeface="Comic Sans MS"/>
                <a:cs typeface="Comic Sans MS"/>
              </a:defRPr>
            </a:pPr>
            <a:r>
              <a:rPr sz="2475" b="1" i="0">
                <a:solidFill>
                  <a:srgbClr val="006DA7"/>
                </a:solidFill>
                <a:latin typeface="Comic Sans MS"/>
                <a:ea typeface="Comic Sans MS"/>
                <a:cs typeface="Comic Sans MS"/>
              </a:rPr>
              <a:t>Text Instruction</a:t>
            </a:r>
          </a:p>
        </p:txBody>
      </p:sp>
      <p:sp>
        <p:nvSpPr>
          <p:cNvPr id="250" name="Instruction to evaluator">
            <a:extLst xmlns:a="http://schemas.openxmlformats.org/drawingml/2006/main">
              <a:ext uri="{FF2B5EF4-FFF2-40B4-BE49-F238E27FC236}">
                <a16:creationId xmlns:a16="http://schemas.microsoft.com/office/drawing/2014/main" id="{93D8A369-081D-454A-B0FF-3739A536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690813"/>
            <a:ext cx="581025" cy="800100"/>
          </a:xfrm>
          <a:custGeom xmlns:a="http://schemas.openxmlformats.org/drawingml/2006/main">
            <a:pathLst>
              <a:path w="581025" h="800100">
                <a:moveTo>
                  <a:pt x="0" y="600075"/>
                </a:moveTo>
                <a:lnTo>
                  <a:pt x="180975" y="600075"/>
                </a:lnTo>
                <a:lnTo>
                  <a:pt x="180975" y="800100"/>
                </a:lnTo>
                <a:lnTo>
                  <a:pt x="581025" y="400050"/>
                </a:lnTo>
                <a:lnTo>
                  <a:pt x="180975" y="0"/>
                </a:lnTo>
                <a:lnTo>
                  <a:pt x="180975" y="200025"/>
                </a:lnTo>
                <a:lnTo>
                  <a:pt x="0" y="200025"/>
                </a:lnTo>
                <a:close/>
              </a:path>
            </a:pathLst>
          </a:custGeom>
          <a:solidFill xmlns:a="http://schemas.openxmlformats.org/drawingml/2006/main">
            <a:srgbClr val="8BC7F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51" name="GPT 4.1 evaluator module native soft shadow">
            <a:extLst xmlns:a="http://schemas.openxmlformats.org/drawingml/2006/main">
              <a:ext uri="{FF2B5EF4-FFF2-40B4-BE49-F238E27FC236}">
                <a16:creationId xmlns:a16="http://schemas.microsoft.com/office/drawing/2014/main" id="{8E62EB15-29DD-4296-8474-96F19958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471738"/>
            <a:ext cx="1695450" cy="2076450"/>
          </a:xfrm>
          <a:custGeom xmlns:a="http://schemas.openxmlformats.org/drawingml/2006/main">
            <a:pathLst>
              <a:path w="1695450" h="2076450">
                <a:moveTo>
                  <a:pt x="152400" y="0"/>
                </a:moveTo>
                <a:lnTo>
                  <a:pt x="1543050" y="0"/>
                </a:lnTo>
                <a:cubicBezTo>
                  <a:pt x="1627218" y="0"/>
                  <a:pt x="1695450" y="68232"/>
                  <a:pt x="1695450" y="152400"/>
                </a:cubicBezTo>
                <a:lnTo>
                  <a:pt x="1695450" y="1924050"/>
                </a:lnTo>
                <a:cubicBezTo>
                  <a:pt x="1695450" y="2008218"/>
                  <a:pt x="1627218" y="2076450"/>
                  <a:pt x="1543050" y="2076450"/>
                </a:cubicBezTo>
                <a:lnTo>
                  <a:pt x="152400" y="2076450"/>
                </a:lnTo>
                <a:cubicBezTo>
                  <a:pt x="68232" y="2076450"/>
                  <a:pt x="0" y="2008218"/>
                  <a:pt x="0" y="192405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 xmlns:a="http://schemas.openxmlformats.org/drawingml/2006/main">
            <a:srgbClr val="D6D6D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52" name="GPT 4.1 evaluator module">
            <a:extLst xmlns:a="http://schemas.openxmlformats.org/drawingml/2006/main">
              <a:ext uri="{FF2B5EF4-FFF2-40B4-BE49-F238E27FC236}">
                <a16:creationId xmlns:a16="http://schemas.microsoft.com/office/drawing/2014/main" id="{6EED9079-3CF0-48AD-B1D2-6C9BF1A9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424113"/>
            <a:ext cx="1695450" cy="2076450"/>
          </a:xfrm>
          <a:custGeom xmlns:a="http://schemas.openxmlformats.org/drawingml/2006/main">
            <a:pathLst>
              <a:path w="1695450" h="2076450">
                <a:moveTo>
                  <a:pt x="152400" y="0"/>
                </a:moveTo>
                <a:lnTo>
                  <a:pt x="1543050" y="0"/>
                </a:lnTo>
                <a:cubicBezTo>
                  <a:pt x="1627218" y="0"/>
                  <a:pt x="1695450" y="68232"/>
                  <a:pt x="1695450" y="152400"/>
                </a:cubicBezTo>
                <a:lnTo>
                  <a:pt x="1695450" y="1924050"/>
                </a:lnTo>
                <a:cubicBezTo>
                  <a:pt x="1695450" y="2008218"/>
                  <a:pt x="1627218" y="2076450"/>
                  <a:pt x="1543050" y="2076450"/>
                </a:cubicBezTo>
                <a:lnTo>
                  <a:pt x="152400" y="2076450"/>
                </a:lnTo>
                <a:cubicBezTo>
                  <a:pt x="68232" y="2076450"/>
                  <a:pt x="0" y="2008218"/>
                  <a:pt x="0" y="192405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DF5FF"/>
            </a:solidFill>
            <a:prstDash val="solid"/>
          </a:ln>
        </p:spPr>
      </p:sp>
      <p:pic>
        <p:nvPic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2C163439-E8CF-48D2-98F0-F43B851950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491e32831a4f4b"/>
          <a:stretch xmlns:a="http://schemas.openxmlformats.org/drawingml/2006/main"/>
        </p:blipFill>
        <p:spPr>
          <a:xfrm xmlns:a="http://schemas.openxmlformats.org/drawingml/2006/main">
            <a:off x="11077575" y="2541244"/>
            <a:ext cx="914400" cy="889686"/>
          </a:xfrm>
          <a:prstGeom xmlns:a="http://schemas.openxmlformats.org/drawingml/2006/main" prst="rect">
            <a:avLst/>
          </a:prstGeom>
        </p:spPr>
      </p:pic>
      <p:sp>
        <p:nvSpPr>
          <p:cNvPr id="254" name="GPT-4.1">
            <a:extLst xmlns:a="http://schemas.openxmlformats.org/drawingml/2006/main">
              <a:ext uri="{FF2B5EF4-FFF2-40B4-BE49-F238E27FC236}">
                <a16:creationId xmlns:a16="http://schemas.microsoft.com/office/drawing/2014/main" id="{D6FD2334-14FF-47EC-BDA0-81D9DA8C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06125" y="3614738"/>
            <a:ext cx="1619250" cy="413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2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32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GPT-4.1</a:t>
            </a:r>
          </a:p>
        </p:txBody>
      </p:sp>
      <p:sp>
        <p:nvSpPr>
          <p:cNvPr id="255" name="Evaluator">
            <a:extLst xmlns:a="http://schemas.openxmlformats.org/drawingml/2006/main">
              <a:ext uri="{FF2B5EF4-FFF2-40B4-BE49-F238E27FC236}">
                <a16:creationId xmlns:a16="http://schemas.microsoft.com/office/drawing/2014/main" id="{7F0010D8-BD0B-4D7C-AF50-98AC6D2B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06125" y="4043363"/>
            <a:ext cx="1647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25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Evaluator</a:t>
            </a:r>
          </a:p>
        </p:txBody>
      </p:sp>
      <p:sp>
        <p:nvSpPr>
          <p:cNvPr id="256" name="Evaluator to checklist">
            <a:extLst xmlns:a="http://schemas.openxmlformats.org/drawingml/2006/main">
              <a:ext uri="{FF2B5EF4-FFF2-40B4-BE49-F238E27FC236}">
                <a16:creationId xmlns:a16="http://schemas.microsoft.com/office/drawing/2014/main" id="{02BA8887-C015-4FD0-A7A1-B94BA7394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7275" y="2690813"/>
            <a:ext cx="561975" cy="800100"/>
          </a:xfrm>
          <a:custGeom xmlns:a="http://schemas.openxmlformats.org/drawingml/2006/main">
            <a:pathLst>
              <a:path w="561975" h="800100">
                <a:moveTo>
                  <a:pt x="0" y="600075"/>
                </a:moveTo>
                <a:lnTo>
                  <a:pt x="161925" y="600075"/>
                </a:lnTo>
                <a:lnTo>
                  <a:pt x="161925" y="800100"/>
                </a:lnTo>
                <a:lnTo>
                  <a:pt x="561975" y="400050"/>
                </a:lnTo>
                <a:lnTo>
                  <a:pt x="161925" y="0"/>
                </a:lnTo>
                <a:lnTo>
                  <a:pt x="161925" y="200025"/>
                </a:lnTo>
                <a:lnTo>
                  <a:pt x="0" y="200025"/>
                </a:lnTo>
                <a:close/>
              </a:path>
            </a:pathLst>
          </a:custGeom>
          <a:solidFill xmlns:a="http://schemas.openxmlformats.org/drawingml/2006/main">
            <a:srgbClr val="8AC7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57" name="Checklist label background">
            <a:extLst xmlns:a="http://schemas.openxmlformats.org/drawingml/2006/main">
              <a:ext uri="{FF2B5EF4-FFF2-40B4-BE49-F238E27FC236}">
                <a16:creationId xmlns:a16="http://schemas.microsoft.com/office/drawing/2014/main" id="{4E7434BC-83A8-4015-917A-05E0B4F6B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7350" y="2033588"/>
            <a:ext cx="2524125" cy="666750"/>
          </a:xfrm>
          <a:custGeom xmlns:a="http://schemas.openxmlformats.org/drawingml/2006/main">
            <a:pathLst>
              <a:path w="2524125" h="666750">
                <a:moveTo>
                  <a:pt x="333375" y="0"/>
                </a:moveTo>
                <a:lnTo>
                  <a:pt x="2190750" y="0"/>
                </a:lnTo>
                <a:cubicBezTo>
                  <a:pt x="2374868" y="0"/>
                  <a:pt x="2524125" y="149257"/>
                  <a:pt x="2524125" y="333375"/>
                </a:cubicBezTo>
                <a:lnTo>
                  <a:pt x="2524125" y="333375"/>
                </a:lnTo>
                <a:cubicBezTo>
                  <a:pt x="2524125" y="517493"/>
                  <a:pt x="2374868" y="666750"/>
                  <a:pt x="2190750" y="666750"/>
                </a:cubicBezTo>
                <a:lnTo>
                  <a:pt x="333375" y="666750"/>
                </a:lnTo>
                <a:cubicBezTo>
                  <a:pt x="149257" y="666750"/>
                  <a:pt x="0" y="517493"/>
                  <a:pt x="0" y="333375"/>
                </a:cubicBezTo>
                <a:lnTo>
                  <a:pt x="0" y="333375"/>
                </a:lnTo>
                <a:cubicBezTo>
                  <a:pt x="0" y="149257"/>
                  <a:pt x="149257" y="0"/>
                  <a:pt x="333375" y="0"/>
                </a:cubicBezTo>
                <a:close/>
              </a:path>
            </a:pathLst>
          </a:custGeom>
          <a:solidFill xmlns:a="http://schemas.openxmlformats.org/drawingml/2006/main">
            <a:srgbClr val="EAF5FD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58" name="Checklist">
            <a:extLst xmlns:a="http://schemas.openxmlformats.org/drawingml/2006/main">
              <a:ext uri="{FF2B5EF4-FFF2-40B4-BE49-F238E27FC236}">
                <a16:creationId xmlns:a16="http://schemas.microsoft.com/office/drawing/2014/main" id="{A3A42363-DDAA-44EC-947E-56020A4D4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01650" y="2052638"/>
            <a:ext cx="22955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150" b="1" i="0">
                <a:solidFill>
                  <a:srgbClr val="006DA7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3150" b="1" i="0">
                <a:solidFill>
                  <a:srgbClr val="006DA7"/>
                </a:solidFill>
                <a:latin typeface="Comic Sans MS"/>
                <a:ea typeface="Comic Sans MS"/>
                <a:cs typeface="Comic Sans MS"/>
              </a:defRPr>
            </a:pPr>
            <a:r>
              <a:rPr sz="3150" b="1" i="0">
                <a:solidFill>
                  <a:srgbClr val="006DA7"/>
                </a:solidFill>
                <a:latin typeface="Comic Sans MS"/>
                <a:ea typeface="Comic Sans MS"/>
                <a:cs typeface="Comic Sans MS"/>
              </a:rPr>
              <a:t>Checklist</a:t>
            </a:r>
          </a:p>
        </p:txBody>
      </p:sp>
      <p:pic>
        <p:nvPic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6ABD7929-98C6-41A4-A2F7-3EFADB6CCC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6df9b2811d413b"/>
          <a:stretch xmlns:a="http://schemas.openxmlformats.org/drawingml/2006/main"/>
        </p:blipFill>
        <p:spPr>
          <a:xfrm xmlns:a="http://schemas.openxmlformats.org/drawingml/2006/main">
            <a:off x="16973550" y="1388086"/>
            <a:ext cx="2143125" cy="2110154"/>
          </a:xfrm>
          <a:prstGeom xmlns:a="http://schemas.openxmlformats.org/drawingml/2006/main" prst="rect">
            <a:avLst/>
          </a:prstGeom>
        </p:spPr>
      </p:pic>
      <p:sp>
        <p:nvSpPr>
          <p:cNvPr id="260" name="Phone photo frame">
            <a:extLst xmlns:a="http://schemas.openxmlformats.org/drawingml/2006/main">
              <a:ext uri="{FF2B5EF4-FFF2-40B4-BE49-F238E27FC236}">
                <a16:creationId xmlns:a16="http://schemas.microsoft.com/office/drawing/2014/main" id="{BBFA5E3B-DF41-4587-8541-795DFDBD2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25925" y="1338263"/>
            <a:ext cx="2238375" cy="2228850"/>
          </a:xfrm>
          <a:custGeom xmlns:a="http://schemas.openxmlformats.org/drawingml/2006/main">
            <a:pathLst>
              <a:path w="2238375" h="2228850">
                <a:moveTo>
                  <a:pt x="161925" y="0"/>
                </a:moveTo>
                <a:lnTo>
                  <a:pt x="2076450" y="0"/>
                </a:lnTo>
                <a:cubicBezTo>
                  <a:pt x="2165879" y="0"/>
                  <a:pt x="2238375" y="72496"/>
                  <a:pt x="2238375" y="161925"/>
                </a:cubicBezTo>
                <a:lnTo>
                  <a:pt x="2238375" y="2066925"/>
                </a:lnTo>
                <a:cubicBezTo>
                  <a:pt x="2238375" y="2156354"/>
                  <a:pt x="2165879" y="2228850"/>
                  <a:pt x="2076450" y="2228850"/>
                </a:cubicBezTo>
                <a:lnTo>
                  <a:pt x="161925" y="2228850"/>
                </a:lnTo>
                <a:cubicBezTo>
                  <a:pt x="72496" y="2228850"/>
                  <a:pt x="0" y="2156354"/>
                  <a:pt x="0" y="2066925"/>
                </a:cubicBezTo>
                <a:lnTo>
                  <a:pt x="0" y="161925"/>
                </a:lnTo>
                <a:cubicBezTo>
                  <a:pt x="0" y="72496"/>
                  <a:pt x="72496" y="0"/>
                  <a:pt x="16192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006DA7"/>
            </a:solidFill>
            <a:prstDash val="solid"/>
          </a:ln>
        </p:spPr>
      </p:sp>
      <p:sp>
        <p:nvSpPr>
          <p:cNvPr id="261" name="Checklist status">
            <a:extLst xmlns:a="http://schemas.openxmlformats.org/drawingml/2006/main">
              <a:ext uri="{FF2B5EF4-FFF2-40B4-BE49-F238E27FC236}">
                <a16:creationId xmlns:a16="http://schemas.microsoft.com/office/drawing/2014/main" id="{7425CDA5-25B0-4EE5-85D0-D239FF3A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3090863"/>
            <a:ext cx="295275" cy="295275"/>
          </a:xfrm>
          <a:custGeom xmlns:a="http://schemas.openxmlformats.org/drawingml/2006/main">
            <a:pathLst>
              <a:path w="295275" h="295275">
                <a:moveTo>
                  <a:pt x="295275" y="147638"/>
                </a:moveTo>
                <a:cubicBezTo>
                  <a:pt x="295275" y="229175"/>
                  <a:pt x="229175" y="295275"/>
                  <a:pt x="147638" y="295275"/>
                </a:cubicBezTo>
                <a:cubicBezTo>
                  <a:pt x="66100" y="295275"/>
                  <a:pt x="0" y="229175"/>
                  <a:pt x="0" y="147638"/>
                </a:cubicBezTo>
                <a:cubicBezTo>
                  <a:pt x="0" y="66100"/>
                  <a:pt x="66100" y="0"/>
                  <a:pt x="147638" y="0"/>
                </a:cubicBezTo>
                <a:cubicBezTo>
                  <a:pt x="229175" y="0"/>
                  <a:pt x="295275" y="66100"/>
                  <a:pt x="295275" y="147638"/>
                </a:cubicBezTo>
                <a:close/>
              </a:path>
            </a:pathLst>
          </a:custGeom>
          <a:solidFill xmlns:a="http://schemas.openxmlformats.org/drawingml/2006/main">
            <a:srgbClr val="00CB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62" name="✓">
            <a:extLst xmlns:a="http://schemas.openxmlformats.org/drawingml/2006/main">
              <a:ext uri="{FF2B5EF4-FFF2-40B4-BE49-F238E27FC236}">
                <a16:creationId xmlns:a16="http://schemas.microsoft.com/office/drawing/2014/main" id="{416C9B0A-9D2F-45E7-82D6-7AC7CAA7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15925" y="3071813"/>
            <a:ext cx="2381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63" name="Object classes">
            <a:extLst xmlns:a="http://schemas.openxmlformats.org/drawingml/2006/main">
              <a:ext uri="{FF2B5EF4-FFF2-40B4-BE49-F238E27FC236}">
                <a16:creationId xmlns:a16="http://schemas.microsoft.com/office/drawing/2014/main" id="{73F51AF1-AC18-4E29-8432-5BB1C6A5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30250" y="3033713"/>
            <a:ext cx="6057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7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Object classes</a:t>
            </a:r>
          </a:p>
        </p:txBody>
      </p:sp>
      <p:sp>
        <p:nvSpPr>
          <p:cNvPr id="264" name="Checklist status">
            <a:extLst xmlns:a="http://schemas.openxmlformats.org/drawingml/2006/main">
              <a:ext uri="{FF2B5EF4-FFF2-40B4-BE49-F238E27FC236}">
                <a16:creationId xmlns:a16="http://schemas.microsoft.com/office/drawing/2014/main" id="{592FB538-02AB-48A8-A673-CE5F8BDE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3690938"/>
            <a:ext cx="295275" cy="295275"/>
          </a:xfrm>
          <a:custGeom xmlns:a="http://schemas.openxmlformats.org/drawingml/2006/main">
            <a:pathLst>
              <a:path w="295275" h="295275">
                <a:moveTo>
                  <a:pt x="295275" y="147638"/>
                </a:moveTo>
                <a:cubicBezTo>
                  <a:pt x="295275" y="229175"/>
                  <a:pt x="229175" y="295275"/>
                  <a:pt x="147638" y="295275"/>
                </a:cubicBezTo>
                <a:cubicBezTo>
                  <a:pt x="66100" y="295275"/>
                  <a:pt x="0" y="229175"/>
                  <a:pt x="0" y="147638"/>
                </a:cubicBezTo>
                <a:cubicBezTo>
                  <a:pt x="0" y="66100"/>
                  <a:pt x="66100" y="0"/>
                  <a:pt x="147638" y="0"/>
                </a:cubicBezTo>
                <a:cubicBezTo>
                  <a:pt x="229175" y="0"/>
                  <a:pt x="295275" y="66100"/>
                  <a:pt x="295275" y="147638"/>
                </a:cubicBezTo>
                <a:close/>
              </a:path>
            </a:pathLst>
          </a:custGeom>
          <a:solidFill xmlns:a="http://schemas.openxmlformats.org/drawingml/2006/main">
            <a:srgbClr val="F36F6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65" name="×">
            <a:extLst xmlns:a="http://schemas.openxmlformats.org/drawingml/2006/main">
              <a:ext uri="{FF2B5EF4-FFF2-40B4-BE49-F238E27FC236}">
                <a16:creationId xmlns:a16="http://schemas.microsoft.com/office/drawing/2014/main" id="{162D24F0-B9FE-43F4-A071-C7FBAEA4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15925" y="3671888"/>
            <a:ext cx="2381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266" name="Counts of each object">
            <a:extLst xmlns:a="http://schemas.openxmlformats.org/drawingml/2006/main">
              <a:ext uri="{FF2B5EF4-FFF2-40B4-BE49-F238E27FC236}">
                <a16:creationId xmlns:a16="http://schemas.microsoft.com/office/drawing/2014/main" id="{D7980471-7A53-4BA6-8F7D-C5D59563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30250" y="3633788"/>
            <a:ext cx="6057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7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Counts of each object</a:t>
            </a:r>
          </a:p>
        </p:txBody>
      </p:sp>
      <p:sp>
        <p:nvSpPr>
          <p:cNvPr id="267" name="Checklist status">
            <a:extLst xmlns:a="http://schemas.openxmlformats.org/drawingml/2006/main">
              <a:ext uri="{FF2B5EF4-FFF2-40B4-BE49-F238E27FC236}">
                <a16:creationId xmlns:a16="http://schemas.microsoft.com/office/drawing/2014/main" id="{F7811FDF-59F6-4BA9-9187-700B75E8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4291013"/>
            <a:ext cx="295275" cy="295275"/>
          </a:xfrm>
          <a:custGeom xmlns:a="http://schemas.openxmlformats.org/drawingml/2006/main">
            <a:pathLst>
              <a:path w="295275" h="295275">
                <a:moveTo>
                  <a:pt x="295275" y="147638"/>
                </a:moveTo>
                <a:cubicBezTo>
                  <a:pt x="295275" y="229175"/>
                  <a:pt x="229175" y="295275"/>
                  <a:pt x="147638" y="295275"/>
                </a:cubicBezTo>
                <a:cubicBezTo>
                  <a:pt x="66100" y="295275"/>
                  <a:pt x="0" y="229175"/>
                  <a:pt x="0" y="147638"/>
                </a:cubicBezTo>
                <a:cubicBezTo>
                  <a:pt x="0" y="66100"/>
                  <a:pt x="66100" y="0"/>
                  <a:pt x="147638" y="0"/>
                </a:cubicBezTo>
                <a:cubicBezTo>
                  <a:pt x="229175" y="0"/>
                  <a:pt x="295275" y="66100"/>
                  <a:pt x="295275" y="147638"/>
                </a:cubicBezTo>
                <a:close/>
              </a:path>
            </a:pathLst>
          </a:custGeom>
          <a:solidFill xmlns:a="http://schemas.openxmlformats.org/drawingml/2006/main">
            <a:srgbClr val="00CB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68" name="✓">
            <a:extLst xmlns:a="http://schemas.openxmlformats.org/drawingml/2006/main">
              <a:ext uri="{FF2B5EF4-FFF2-40B4-BE49-F238E27FC236}">
                <a16:creationId xmlns:a16="http://schemas.microsoft.com/office/drawing/2014/main" id="{09B7A703-1ABA-42D2-A945-7BCB1A36D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15925" y="4271963"/>
            <a:ext cx="2381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69" name="Colors of each object">
            <a:extLst xmlns:a="http://schemas.openxmlformats.org/drawingml/2006/main">
              <a:ext uri="{FF2B5EF4-FFF2-40B4-BE49-F238E27FC236}">
                <a16:creationId xmlns:a16="http://schemas.microsoft.com/office/drawing/2014/main" id="{B05191D2-F928-489F-8B88-9851A6B4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30250" y="4233863"/>
            <a:ext cx="6057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7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Colors of each object</a:t>
            </a:r>
          </a:p>
        </p:txBody>
      </p:sp>
      <p:sp>
        <p:nvSpPr>
          <p:cNvPr id="270" name="Checklist status">
            <a:extLst xmlns:a="http://schemas.openxmlformats.org/drawingml/2006/main">
              <a:ext uri="{FF2B5EF4-FFF2-40B4-BE49-F238E27FC236}">
                <a16:creationId xmlns:a16="http://schemas.microsoft.com/office/drawing/2014/main" id="{0E9ABCF6-835E-439A-8F96-984D6D14F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4891088"/>
            <a:ext cx="295275" cy="295275"/>
          </a:xfrm>
          <a:custGeom xmlns:a="http://schemas.openxmlformats.org/drawingml/2006/main">
            <a:pathLst>
              <a:path w="295275" h="295275">
                <a:moveTo>
                  <a:pt x="295275" y="147638"/>
                </a:moveTo>
                <a:cubicBezTo>
                  <a:pt x="295275" y="229175"/>
                  <a:pt x="229175" y="295275"/>
                  <a:pt x="147638" y="295275"/>
                </a:cubicBezTo>
                <a:cubicBezTo>
                  <a:pt x="66100" y="295275"/>
                  <a:pt x="0" y="229175"/>
                  <a:pt x="0" y="147638"/>
                </a:cubicBezTo>
                <a:cubicBezTo>
                  <a:pt x="0" y="66100"/>
                  <a:pt x="66100" y="0"/>
                  <a:pt x="147638" y="0"/>
                </a:cubicBezTo>
                <a:cubicBezTo>
                  <a:pt x="229175" y="0"/>
                  <a:pt x="295275" y="66100"/>
                  <a:pt x="295275" y="147638"/>
                </a:cubicBezTo>
                <a:close/>
              </a:path>
            </a:pathLst>
          </a:custGeom>
          <a:solidFill xmlns:a="http://schemas.openxmlformats.org/drawingml/2006/main">
            <a:srgbClr val="00CB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71" name="✓">
            <a:extLst xmlns:a="http://schemas.openxmlformats.org/drawingml/2006/main">
              <a:ext uri="{FF2B5EF4-FFF2-40B4-BE49-F238E27FC236}">
                <a16:creationId xmlns:a16="http://schemas.microsoft.com/office/drawing/2014/main" id="{67B34F2E-46C8-4737-99BC-BC952BF6A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15925" y="4872038"/>
            <a:ext cx="2381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72" name="Spatial position within the image">
            <a:extLst xmlns:a="http://schemas.openxmlformats.org/drawingml/2006/main">
              <a:ext uri="{FF2B5EF4-FFF2-40B4-BE49-F238E27FC236}">
                <a16:creationId xmlns:a16="http://schemas.microsoft.com/office/drawing/2014/main" id="{5EA53E2C-50A5-47C1-A4D1-578CE67A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30250" y="4833938"/>
            <a:ext cx="6057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7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Spatial position within the image</a:t>
            </a:r>
          </a:p>
        </p:txBody>
      </p:sp>
      <p:sp>
        <p:nvSpPr>
          <p:cNvPr id="273" name="Checklist status">
            <a:extLst xmlns:a="http://schemas.openxmlformats.org/drawingml/2006/main">
              <a:ext uri="{FF2B5EF4-FFF2-40B4-BE49-F238E27FC236}">
                <a16:creationId xmlns:a16="http://schemas.microsoft.com/office/drawing/2014/main" id="{ECEEAF52-C7A8-4544-A382-A8805DB6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5491163"/>
            <a:ext cx="295275" cy="295275"/>
          </a:xfrm>
          <a:custGeom xmlns:a="http://schemas.openxmlformats.org/drawingml/2006/main">
            <a:pathLst>
              <a:path w="295275" h="295275">
                <a:moveTo>
                  <a:pt x="295275" y="147638"/>
                </a:moveTo>
                <a:cubicBezTo>
                  <a:pt x="295275" y="229175"/>
                  <a:pt x="229175" y="295275"/>
                  <a:pt x="147638" y="295275"/>
                </a:cubicBezTo>
                <a:cubicBezTo>
                  <a:pt x="66100" y="295275"/>
                  <a:pt x="0" y="229175"/>
                  <a:pt x="0" y="147638"/>
                </a:cubicBezTo>
                <a:cubicBezTo>
                  <a:pt x="0" y="66100"/>
                  <a:pt x="66100" y="0"/>
                  <a:pt x="147638" y="0"/>
                </a:cubicBezTo>
                <a:cubicBezTo>
                  <a:pt x="229175" y="0"/>
                  <a:pt x="295275" y="66100"/>
                  <a:pt x="295275" y="147638"/>
                </a:cubicBezTo>
                <a:close/>
              </a:path>
            </a:pathLst>
          </a:custGeom>
          <a:solidFill xmlns:a="http://schemas.openxmlformats.org/drawingml/2006/main">
            <a:srgbClr val="00CB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74" name="✓">
            <a:extLst xmlns:a="http://schemas.openxmlformats.org/drawingml/2006/main">
              <a:ext uri="{FF2B5EF4-FFF2-40B4-BE49-F238E27FC236}">
                <a16:creationId xmlns:a16="http://schemas.microsoft.com/office/drawing/2014/main" id="{1338DB8D-EBD0-4BB5-9115-DC342D9D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15925" y="5472113"/>
            <a:ext cx="2381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75" name="Size and relative scale of objects">
            <a:extLst xmlns:a="http://schemas.openxmlformats.org/drawingml/2006/main">
              <a:ext uri="{FF2B5EF4-FFF2-40B4-BE49-F238E27FC236}">
                <a16:creationId xmlns:a16="http://schemas.microsoft.com/office/drawing/2014/main" id="{282B981B-BE2F-4C6F-9194-5E4AEF0A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30250" y="5434013"/>
            <a:ext cx="6057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7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Size and relative scale of objects</a:t>
            </a:r>
          </a:p>
        </p:txBody>
      </p:sp>
      <p:sp>
        <p:nvSpPr>
          <p:cNvPr id="276" name="Partial checklist score">
            <a:extLst xmlns:a="http://schemas.openxmlformats.org/drawingml/2006/main">
              <a:ext uri="{FF2B5EF4-FFF2-40B4-BE49-F238E27FC236}">
                <a16:creationId xmlns:a16="http://schemas.microsoft.com/office/drawing/2014/main" id="{F9F91C46-21E0-4692-B2EE-39888A3E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7825" y="6243638"/>
            <a:ext cx="304800" cy="304800"/>
          </a:xfrm>
          <a:custGeom xmlns:a="http://schemas.openxmlformats.org/drawingml/2006/main">
            <a:pathLst>
              <a:path w="304800" h="304800">
                <a:moveTo>
                  <a:pt x="304800" y="152400"/>
                </a:moveTo>
                <a:cubicBezTo>
                  <a:pt x="304800" y="236568"/>
                  <a:pt x="236568" y="304800"/>
                  <a:pt x="152400" y="304800"/>
                </a:cubicBezTo>
                <a:cubicBezTo>
                  <a:pt x="68232" y="304800"/>
                  <a:pt x="0" y="236568"/>
                  <a:pt x="0" y="152400"/>
                </a:cubicBezTo>
                <a:cubicBezTo>
                  <a:pt x="0" y="68232"/>
                  <a:pt x="68232" y="0"/>
                  <a:pt x="152400" y="0"/>
                </a:cubicBezTo>
                <a:cubicBezTo>
                  <a:pt x="236568" y="0"/>
                  <a:pt x="304800" y="68232"/>
                  <a:pt x="304800" y="152400"/>
                </a:cubicBezTo>
                <a:close/>
              </a:path>
            </a:pathLst>
          </a:custGeom>
          <a:solidFill xmlns:a="http://schemas.openxmlformats.org/drawingml/2006/main">
            <a:srgbClr val="00AF5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77" name="One incorrect checklist item">
            <a:extLst xmlns:a="http://schemas.openxmlformats.org/drawingml/2006/main">
              <a:ext uri="{FF2B5EF4-FFF2-40B4-BE49-F238E27FC236}">
                <a16:creationId xmlns:a16="http://schemas.microsoft.com/office/drawing/2014/main" id="{6515B87B-77F7-41A3-B328-887F784AC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0225" y="6243638"/>
            <a:ext cx="144941" cy="152400"/>
          </a:xfrm>
          <a:custGeom xmlns:a="http://schemas.openxmlformats.org/drawingml/2006/main">
            <a:pathLst>
              <a:path w="144941" h="152400">
                <a:moveTo>
                  <a:pt x="0" y="0"/>
                </a:moveTo>
                <a:lnTo>
                  <a:pt x="4787" y="75"/>
                </a:lnTo>
                <a:lnTo>
                  <a:pt x="9569" y="301"/>
                </a:lnTo>
                <a:lnTo>
                  <a:pt x="14342" y="676"/>
                </a:lnTo>
                <a:lnTo>
                  <a:pt x="19101" y="1202"/>
                </a:lnTo>
                <a:lnTo>
                  <a:pt x="23841" y="1876"/>
                </a:lnTo>
                <a:lnTo>
                  <a:pt x="28557" y="2699"/>
                </a:lnTo>
                <a:lnTo>
                  <a:pt x="33245" y="3670"/>
                </a:lnTo>
                <a:lnTo>
                  <a:pt x="37900" y="4788"/>
                </a:lnTo>
                <a:lnTo>
                  <a:pt x="42518" y="6051"/>
                </a:lnTo>
                <a:lnTo>
                  <a:pt x="47094" y="7459"/>
                </a:lnTo>
                <a:lnTo>
                  <a:pt x="51624" y="9010"/>
                </a:lnTo>
                <a:lnTo>
                  <a:pt x="56102" y="10702"/>
                </a:lnTo>
                <a:lnTo>
                  <a:pt x="60525" y="12534"/>
                </a:lnTo>
                <a:lnTo>
                  <a:pt x="64889" y="14504"/>
                </a:lnTo>
                <a:lnTo>
                  <a:pt x="69188" y="16611"/>
                </a:lnTo>
                <a:lnTo>
                  <a:pt x="73419" y="18851"/>
                </a:lnTo>
                <a:lnTo>
                  <a:pt x="77578" y="21223"/>
                </a:lnTo>
                <a:lnTo>
                  <a:pt x="81660" y="23724"/>
                </a:lnTo>
                <a:lnTo>
                  <a:pt x="85662" y="26353"/>
                </a:lnTo>
                <a:lnTo>
                  <a:pt x="89578" y="29106"/>
                </a:lnTo>
                <a:lnTo>
                  <a:pt x="93407" y="31980"/>
                </a:lnTo>
                <a:lnTo>
                  <a:pt x="97143" y="34974"/>
                </a:lnTo>
                <a:lnTo>
                  <a:pt x="100784" y="38083"/>
                </a:lnTo>
                <a:lnTo>
                  <a:pt x="104325" y="41305"/>
                </a:lnTo>
                <a:lnTo>
                  <a:pt x="107763" y="44637"/>
                </a:lnTo>
                <a:lnTo>
                  <a:pt x="111095" y="48075"/>
                </a:lnTo>
                <a:lnTo>
                  <a:pt x="114317" y="51616"/>
                </a:lnTo>
                <a:lnTo>
                  <a:pt x="117426" y="55257"/>
                </a:lnTo>
                <a:lnTo>
                  <a:pt x="120420" y="58993"/>
                </a:lnTo>
                <a:lnTo>
                  <a:pt x="123294" y="62822"/>
                </a:lnTo>
                <a:lnTo>
                  <a:pt x="126047" y="66738"/>
                </a:lnTo>
                <a:lnTo>
                  <a:pt x="128676" y="70740"/>
                </a:lnTo>
                <a:lnTo>
                  <a:pt x="131177" y="74822"/>
                </a:lnTo>
                <a:lnTo>
                  <a:pt x="133549" y="78981"/>
                </a:lnTo>
                <a:lnTo>
                  <a:pt x="135789" y="83212"/>
                </a:lnTo>
                <a:lnTo>
                  <a:pt x="137896" y="87511"/>
                </a:lnTo>
                <a:lnTo>
                  <a:pt x="139866" y="91875"/>
                </a:lnTo>
                <a:lnTo>
                  <a:pt x="141698" y="96298"/>
                </a:lnTo>
                <a:lnTo>
                  <a:pt x="143390" y="100776"/>
                </a:lnTo>
                <a:lnTo>
                  <a:pt x="144941" y="105306"/>
                </a:lnTo>
                <a:lnTo>
                  <a:pt x="0" y="152400"/>
                </a:lnTo>
                <a:lnTo>
                  <a:pt x="0" y="152400"/>
                </a:lnTo>
                <a:lnTo>
                  <a:pt x="0" y="152400"/>
                </a:lnTo>
                <a:lnTo>
                  <a:pt x="0" y="152400"/>
                </a:lnTo>
                <a:lnTo>
                  <a:pt x="0" y="152400"/>
                </a:lnTo>
                <a:lnTo>
                  <a:pt x="0" y="152400"/>
                </a:lnTo>
                <a:lnTo>
                  <a:pt x="0" y="152400"/>
                </a:lnTo>
                <a:lnTo>
                  <a:pt x="0" y="152400"/>
                </a:lnTo>
                <a:lnTo>
                  <a:pt x="0" y="152400"/>
                </a:lnTo>
                <a:lnTo>
                  <a:pt x="0" y="152400"/>
                </a:lnTo>
                <a:lnTo>
                  <a:pt x="0" y="152400"/>
                </a:lnTo>
                <a:lnTo>
                  <a:pt x="0" y="152400"/>
                </a:lnTo>
                <a:lnTo>
                  <a:pt x="0" y="152400"/>
                </a:lnTo>
                <a:lnTo>
                  <a:pt x="0" y="152400"/>
                </a:lnTo>
                <a:lnTo>
                  <a:pt x="0" y="152400"/>
                </a:lnTo>
                <a:lnTo>
                  <a:pt x="0" y="152400"/>
                </a:lnTo>
                <a:lnTo>
                  <a:pt x="0" y="152400"/>
                </a:lnTo>
                <a:lnTo>
                  <a:pt x="0" y="152400"/>
                </a:lnTo>
                <a:lnTo>
                  <a:pt x="0" y="152400"/>
                </a:lnTo>
                <a:lnTo>
                  <a:pt x="0" y="152400"/>
                </a:lnTo>
                <a:lnTo>
                  <a:pt x="0" y="152400"/>
                </a:lnTo>
                <a:lnTo>
                  <a:pt x="0" y="152400"/>
                </a:lnTo>
                <a:lnTo>
                  <a:pt x="0" y="152400"/>
                </a:lnTo>
                <a:lnTo>
                  <a:pt x="0" y="152400"/>
                </a:lnTo>
                <a:lnTo>
                  <a:pt x="0" y="152400"/>
                </a:lnTo>
                <a:lnTo>
                  <a:pt x="0" y="152400"/>
                </a:lnTo>
                <a:lnTo>
                  <a:pt x="0" y="152400"/>
                </a:lnTo>
                <a:lnTo>
                  <a:pt x="0" y="152400"/>
                </a:lnTo>
                <a:lnTo>
                  <a:pt x="0" y="152400"/>
                </a:lnTo>
                <a:lnTo>
                  <a:pt x="0" y="152400"/>
                </a:lnTo>
                <a:lnTo>
                  <a:pt x="0" y="152400"/>
                </a:lnTo>
                <a:lnTo>
                  <a:pt x="0" y="152400"/>
                </a:lnTo>
                <a:lnTo>
                  <a:pt x="0" y="152400"/>
                </a:lnTo>
                <a:lnTo>
                  <a:pt x="0" y="152400"/>
                </a:lnTo>
                <a:lnTo>
                  <a:pt x="0" y="152400"/>
                </a:lnTo>
                <a:lnTo>
                  <a:pt x="0" y="152400"/>
                </a:lnTo>
                <a:lnTo>
                  <a:pt x="0" y="152400"/>
                </a:lnTo>
                <a:lnTo>
                  <a:pt x="0" y="152400"/>
                </a:lnTo>
                <a:lnTo>
                  <a:pt x="0" y="152400"/>
                </a:lnTo>
                <a:lnTo>
                  <a:pt x="0" y="152400"/>
                </a:lnTo>
                <a:lnTo>
                  <a:pt x="0" y="152400"/>
                </a:lnTo>
                <a:close/>
              </a:path>
            </a:pathLst>
          </a:custGeom>
          <a:solidFill xmlns:a="http://schemas.openxmlformats.org/drawingml/2006/main">
            <a:srgbClr val="F0373C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78" name="Incorrect (4/5)">
            <a:extLst xmlns:a="http://schemas.openxmlformats.org/drawingml/2006/main">
              <a:ext uri="{FF2B5EF4-FFF2-40B4-BE49-F238E27FC236}">
                <a16:creationId xmlns:a16="http://schemas.microsoft.com/office/drawing/2014/main" id="{F354ECD2-9C5B-45CA-8B7A-485A34627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82650" y="6215063"/>
            <a:ext cx="4086225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 i="0">
                <a:solidFill>
                  <a:srgbClr val="006DA7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50" b="1" i="0">
                <a:solidFill>
                  <a:srgbClr val="006DA7"/>
                </a:solidFill>
                <a:latin typeface="Comic Sans MS"/>
                <a:ea typeface="Comic Sans MS"/>
                <a:cs typeface="Comic Sans MS"/>
              </a:defRPr>
            </a:pPr>
            <a:r>
              <a:rPr sz="3150" b="1" i="0">
                <a:solidFill>
                  <a:srgbClr val="006DA7"/>
                </a:solidFill>
                <a:latin typeface="Comic Sans MS"/>
                <a:ea typeface="Comic Sans MS"/>
                <a:cs typeface="Comic Sans MS"/>
              </a:rPr>
              <a:t>Incorrect (4/5)</a:t>
            </a:r>
          </a:p>
        </p:txBody>
      </p:sp>
      <p:sp>
        <p:nvSpPr>
          <p:cNvPr id="279" name="Complex Textual Instructions">
            <a:extLst xmlns:a="http://schemas.openxmlformats.org/drawingml/2006/main">
              <a:ext uri="{FF2B5EF4-FFF2-40B4-BE49-F238E27FC236}">
                <a16:creationId xmlns:a16="http://schemas.microsoft.com/office/drawing/2014/main" id="{0C8A175D-E061-449E-BF5C-AF7C7A10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1800" y="5434013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5" b="1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75" b="1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775" b="1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Complex Textual Instructions</a:t>
            </a:r>
          </a:p>
        </p:txBody>
      </p:sp>
      <p:sp>
        <p:nvSpPr>
          <p:cNvPr id="280" name="Avoid indicator saturation">
            <a:extLst xmlns:a="http://schemas.openxmlformats.org/drawingml/2006/main">
              <a:ext uri="{FF2B5EF4-FFF2-40B4-BE49-F238E27FC236}">
                <a16:creationId xmlns:a16="http://schemas.microsoft.com/office/drawing/2014/main" id="{5408C4C6-1DDA-47AF-BF90-FE7475D6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10375" y="6196013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5" b="1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75" b="1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775" b="1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Avoid indicator saturation</a:t>
            </a:r>
          </a:p>
        </p:txBody>
      </p:sp>
      <p:sp>
        <p:nvSpPr>
          <p:cNvPr id="281" name="Imagine instruction frame">
            <a:extLst xmlns:a="http://schemas.openxmlformats.org/drawingml/2006/main">
              <a:ext uri="{FF2B5EF4-FFF2-40B4-BE49-F238E27FC236}">
                <a16:creationId xmlns:a16="http://schemas.microsoft.com/office/drawing/2014/main" id="{635AE8F9-C991-48A0-A554-A7816D59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310563"/>
            <a:ext cx="3181350" cy="1895475"/>
          </a:xfrm>
          <a:custGeom xmlns:a="http://schemas.openxmlformats.org/drawingml/2006/main">
            <a:pathLst>
              <a:path w="3181350" h="1895475">
                <a:moveTo>
                  <a:pt x="200025" y="0"/>
                </a:moveTo>
                <a:lnTo>
                  <a:pt x="2981325" y="0"/>
                </a:lnTo>
                <a:cubicBezTo>
                  <a:pt x="3091796" y="0"/>
                  <a:pt x="3181350" y="89554"/>
                  <a:pt x="3181350" y="200025"/>
                </a:cubicBezTo>
                <a:lnTo>
                  <a:pt x="3181350" y="1695450"/>
                </a:lnTo>
                <a:cubicBezTo>
                  <a:pt x="3181350" y="1805921"/>
                  <a:pt x="3091796" y="1895475"/>
                  <a:pt x="2981325" y="1895475"/>
                </a:cubicBezTo>
                <a:lnTo>
                  <a:pt x="200025" y="1895475"/>
                </a:lnTo>
                <a:cubicBezTo>
                  <a:pt x="89554" y="1895475"/>
                  <a:pt x="0" y="1805921"/>
                  <a:pt x="0" y="1695450"/>
                </a:cubicBezTo>
                <a:lnTo>
                  <a:pt x="0" y="200025"/>
                </a:lnTo>
                <a:cubicBezTo>
                  <a:pt x="0" y="89554"/>
                  <a:pt x="89554" y="0"/>
                  <a:pt x="20002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6F3395"/>
            </a:solidFill>
            <a:prstDash val="solid"/>
          </a:ln>
        </p:spPr>
      </p:sp>
      <p:sp>
        <p:nvSpPr>
          <p:cNvPr id="282" name="&quot;A photo of">
            <a:extLst xmlns:a="http://schemas.openxmlformats.org/drawingml/2006/main">
              <a:ext uri="{FF2B5EF4-FFF2-40B4-BE49-F238E27FC236}">
                <a16:creationId xmlns:a16="http://schemas.microsoft.com/office/drawing/2014/main" id="{68D4D0D3-CE10-4A1A-B118-BDEFC4F8E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" y="8501063"/>
            <a:ext cx="29432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075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3075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3075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"A photo of</a:t>
            </a:r>
          </a:p>
        </p:txBody>
      </p:sp>
      <p:sp>
        <p:nvSpPr>
          <p:cNvPr id="283" name="a square">
            <a:extLst xmlns:a="http://schemas.openxmlformats.org/drawingml/2006/main">
              <a:ext uri="{FF2B5EF4-FFF2-40B4-BE49-F238E27FC236}">
                <a16:creationId xmlns:a16="http://schemas.microsoft.com/office/drawing/2014/main" id="{7B69743F-083F-4B9F-8E4C-40CF09EAA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" y="9034463"/>
            <a:ext cx="29432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075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3075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3075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 square</a:t>
            </a:r>
          </a:p>
        </p:txBody>
      </p:sp>
      <p:sp>
        <p:nvSpPr>
          <p:cNvPr id="284" name="soccer ball&quot;">
            <a:extLst xmlns:a="http://schemas.openxmlformats.org/drawingml/2006/main">
              <a:ext uri="{FF2B5EF4-FFF2-40B4-BE49-F238E27FC236}">
                <a16:creationId xmlns:a16="http://schemas.microsoft.com/office/drawing/2014/main" id="{7FBDB033-CA0F-4E96-A047-BC9FF330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" y="9567863"/>
            <a:ext cx="29432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075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3075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3075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soccer ball"</a:t>
            </a:r>
          </a:p>
        </p:txBody>
      </p:sp>
      <p:sp>
        <p:nvSpPr>
          <p:cNvPr id="285" name="Text Instruction label background">
            <a:extLst xmlns:a="http://schemas.openxmlformats.org/drawingml/2006/main">
              <a:ext uri="{FF2B5EF4-FFF2-40B4-BE49-F238E27FC236}">
                <a16:creationId xmlns:a16="http://schemas.microsoft.com/office/drawing/2014/main" id="{4E75D923-8DB5-4827-B054-97CF1013D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396538"/>
            <a:ext cx="3171825" cy="466725"/>
          </a:xfrm>
          <a:custGeom xmlns:a="http://schemas.openxmlformats.org/drawingml/2006/main">
            <a:pathLst>
              <a:path w="3171825" h="466725">
                <a:moveTo>
                  <a:pt x="233363" y="0"/>
                </a:moveTo>
                <a:lnTo>
                  <a:pt x="2938463" y="0"/>
                </a:lnTo>
                <a:cubicBezTo>
                  <a:pt x="3067345" y="0"/>
                  <a:pt x="3171825" y="104480"/>
                  <a:pt x="3171825" y="233363"/>
                </a:cubicBezTo>
                <a:lnTo>
                  <a:pt x="3171825" y="233363"/>
                </a:lnTo>
                <a:cubicBezTo>
                  <a:pt x="3171825" y="362245"/>
                  <a:pt x="3067345" y="466725"/>
                  <a:pt x="2938463" y="466725"/>
                </a:cubicBezTo>
                <a:lnTo>
                  <a:pt x="233363" y="466725"/>
                </a:lnTo>
                <a:cubicBezTo>
                  <a:pt x="104480" y="466725"/>
                  <a:pt x="0" y="362245"/>
                  <a:pt x="0" y="233363"/>
                </a:cubicBezTo>
                <a:lnTo>
                  <a:pt x="0" y="233363"/>
                </a:lnTo>
                <a:cubicBezTo>
                  <a:pt x="0" y="104480"/>
                  <a:pt x="104480" y="0"/>
                  <a:pt x="233363" y="0"/>
                </a:cubicBezTo>
                <a:close/>
              </a:path>
            </a:pathLst>
          </a:custGeom>
          <a:solidFill xmlns:a="http://schemas.openxmlformats.org/drawingml/2006/main">
            <a:srgbClr val="EEE5FA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86" name="Text Instruction">
            <a:extLst xmlns:a="http://schemas.openxmlformats.org/drawingml/2006/main">
              <a:ext uri="{FF2B5EF4-FFF2-40B4-BE49-F238E27FC236}">
                <a16:creationId xmlns:a16="http://schemas.microsoft.com/office/drawing/2014/main" id="{BCAA28C1-0754-4C53-80E1-A23B9A42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10415588"/>
            <a:ext cx="29432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550" b="1" i="0">
                <a:solidFill>
                  <a:srgbClr val="6F3395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550" b="1" i="0">
                <a:solidFill>
                  <a:srgbClr val="6F3395"/>
                </a:solidFill>
                <a:latin typeface="Comic Sans MS"/>
                <a:ea typeface="Comic Sans MS"/>
                <a:cs typeface="Comic Sans MS"/>
              </a:defRPr>
            </a:pPr>
            <a:r>
              <a:rPr sz="2550" b="1" i="0">
                <a:solidFill>
                  <a:srgbClr val="6F3395"/>
                </a:solidFill>
                <a:latin typeface="Comic Sans MS"/>
                <a:ea typeface="Comic Sans MS"/>
                <a:cs typeface="Comic Sans MS"/>
              </a:rPr>
              <a:t>Text Instruction</a:t>
            </a:r>
          </a:p>
        </p:txBody>
      </p:sp>
      <p:sp>
        <p:nvSpPr>
          <p:cNvPr id="287" name="Fantasy instruction to generator">
            <a:extLst xmlns:a="http://schemas.openxmlformats.org/drawingml/2006/main">
              <a:ext uri="{FF2B5EF4-FFF2-40B4-BE49-F238E27FC236}">
                <a16:creationId xmlns:a16="http://schemas.microsoft.com/office/drawing/2014/main" id="{6769DDAE-45D4-4D02-9CF3-7FE82D821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9148763"/>
            <a:ext cx="819150" cy="819150"/>
          </a:xfrm>
          <a:custGeom xmlns:a="http://schemas.openxmlformats.org/drawingml/2006/main">
            <a:pathLst>
              <a:path w="819150" h="819150">
                <a:moveTo>
                  <a:pt x="0" y="614363"/>
                </a:moveTo>
                <a:lnTo>
                  <a:pt x="409575" y="614363"/>
                </a:lnTo>
                <a:lnTo>
                  <a:pt x="409575" y="819150"/>
                </a:lnTo>
                <a:lnTo>
                  <a:pt x="819150" y="409575"/>
                </a:lnTo>
                <a:lnTo>
                  <a:pt x="409575" y="0"/>
                </a:lnTo>
                <a:lnTo>
                  <a:pt x="409575" y="204788"/>
                </a:lnTo>
                <a:lnTo>
                  <a:pt x="0" y="204788"/>
                </a:lnTo>
                <a:close/>
              </a:path>
            </a:pathLst>
          </a:custGeom>
          <a:solidFill xmlns:a="http://schemas.openxmlformats.org/drawingml/2006/main">
            <a:srgbClr val="BCA1D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88" name="GPT4o generator module native soft shadow">
            <a:extLst xmlns:a="http://schemas.openxmlformats.org/drawingml/2006/main">
              <a:ext uri="{FF2B5EF4-FFF2-40B4-BE49-F238E27FC236}">
                <a16:creationId xmlns:a16="http://schemas.microsoft.com/office/drawing/2014/main" id="{F43C234D-E672-42A2-B896-5C3201895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8872538"/>
            <a:ext cx="1438275" cy="1438275"/>
          </a:xfrm>
          <a:custGeom xmlns:a="http://schemas.openxmlformats.org/drawingml/2006/main">
            <a:pathLst>
              <a:path w="1438275" h="1438275">
                <a:moveTo>
                  <a:pt x="133350" y="0"/>
                </a:moveTo>
                <a:lnTo>
                  <a:pt x="1304925" y="0"/>
                </a:lnTo>
                <a:cubicBezTo>
                  <a:pt x="1378572" y="0"/>
                  <a:pt x="1438275" y="59703"/>
                  <a:pt x="1438275" y="133350"/>
                </a:cubicBezTo>
                <a:lnTo>
                  <a:pt x="1438275" y="1304925"/>
                </a:lnTo>
                <a:cubicBezTo>
                  <a:pt x="1438275" y="1378572"/>
                  <a:pt x="1378572" y="1438275"/>
                  <a:pt x="1304925" y="1438275"/>
                </a:cubicBezTo>
                <a:lnTo>
                  <a:pt x="133350" y="1438275"/>
                </a:lnTo>
                <a:cubicBezTo>
                  <a:pt x="59703" y="1438275"/>
                  <a:pt x="0" y="1378572"/>
                  <a:pt x="0" y="130492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 xmlns:a="http://schemas.openxmlformats.org/drawingml/2006/main">
            <a:srgbClr val="D6D6D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89" name="GPT4o generator module">
            <a:extLst xmlns:a="http://schemas.openxmlformats.org/drawingml/2006/main">
              <a:ext uri="{FF2B5EF4-FFF2-40B4-BE49-F238E27FC236}">
                <a16:creationId xmlns:a16="http://schemas.microsoft.com/office/drawing/2014/main" id="{575A8C4D-7C53-4951-B7DC-B58DD163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8824913"/>
            <a:ext cx="1438275" cy="1438275"/>
          </a:xfrm>
          <a:custGeom xmlns:a="http://schemas.openxmlformats.org/drawingml/2006/main">
            <a:pathLst>
              <a:path w="1438275" h="1438275">
                <a:moveTo>
                  <a:pt x="133350" y="0"/>
                </a:moveTo>
                <a:lnTo>
                  <a:pt x="1304925" y="0"/>
                </a:lnTo>
                <a:cubicBezTo>
                  <a:pt x="1378572" y="0"/>
                  <a:pt x="1438275" y="59703"/>
                  <a:pt x="1438275" y="133350"/>
                </a:cubicBezTo>
                <a:lnTo>
                  <a:pt x="1438275" y="1304925"/>
                </a:lnTo>
                <a:cubicBezTo>
                  <a:pt x="1438275" y="1378572"/>
                  <a:pt x="1378572" y="1438275"/>
                  <a:pt x="1304925" y="1438275"/>
                </a:cubicBezTo>
                <a:lnTo>
                  <a:pt x="133350" y="1438275"/>
                </a:lnTo>
                <a:cubicBezTo>
                  <a:pt x="59703" y="1438275"/>
                  <a:pt x="0" y="1378572"/>
                  <a:pt x="0" y="130492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0E6F8"/>
            </a:solidFill>
            <a:prstDash val="solid"/>
          </a:ln>
        </p:spPr>
      </p:sp>
      <p:pic>
        <p:nvPic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0A356CEA-7482-4CA3-B36A-7252CABD48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9660f91245451b"/>
          <a:stretch xmlns:a="http://schemas.openxmlformats.org/drawingml/2006/main"/>
        </p:blipFill>
        <p:spPr>
          <a:xfrm xmlns:a="http://schemas.openxmlformats.org/drawingml/2006/main">
            <a:off x="4879649" y="8872538"/>
            <a:ext cx="899177" cy="923925"/>
          </a:xfrm>
          <a:prstGeom xmlns:a="http://schemas.openxmlformats.org/drawingml/2006/main" prst="rect">
            <a:avLst/>
          </a:prstGeom>
        </p:spPr>
      </p:pic>
      <p:sp>
        <p:nvSpPr>
          <p:cNvPr id="291" name="GPT-4o">
            <a:extLst xmlns:a="http://schemas.openxmlformats.org/drawingml/2006/main">
              <a:ext uri="{FF2B5EF4-FFF2-40B4-BE49-F238E27FC236}">
                <a16:creationId xmlns:a16="http://schemas.microsoft.com/office/drawing/2014/main" id="{BA91464E-631C-463E-87F9-083CCB1C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2025" y="9891713"/>
            <a:ext cx="1362075" cy="413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2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32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GPT-4o</a:t>
            </a:r>
          </a:p>
        </p:txBody>
      </p:sp>
      <p:sp>
        <p:nvSpPr>
          <p:cNvPr id="292" name="Generator to fantasy checklist">
            <a:extLst xmlns:a="http://schemas.openxmlformats.org/drawingml/2006/main">
              <a:ext uri="{FF2B5EF4-FFF2-40B4-BE49-F238E27FC236}">
                <a16:creationId xmlns:a16="http://schemas.microsoft.com/office/drawing/2014/main" id="{4F06848D-A3D4-454C-B598-815F39274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9158288"/>
            <a:ext cx="933450" cy="819150"/>
          </a:xfrm>
          <a:custGeom xmlns:a="http://schemas.openxmlformats.org/drawingml/2006/main">
            <a:pathLst>
              <a:path w="933450" h="819150">
                <a:moveTo>
                  <a:pt x="0" y="614363"/>
                </a:moveTo>
                <a:lnTo>
                  <a:pt x="523875" y="614363"/>
                </a:lnTo>
                <a:lnTo>
                  <a:pt x="523875" y="819150"/>
                </a:lnTo>
                <a:lnTo>
                  <a:pt x="933450" y="409575"/>
                </a:lnTo>
                <a:lnTo>
                  <a:pt x="523875" y="0"/>
                </a:lnTo>
                <a:lnTo>
                  <a:pt x="523875" y="204788"/>
                </a:lnTo>
                <a:lnTo>
                  <a:pt x="0" y="204788"/>
                </a:lnTo>
                <a:close/>
              </a:path>
            </a:pathLst>
          </a:custGeom>
          <a:solidFill xmlns:a="http://schemas.openxmlformats.org/drawingml/2006/main">
            <a:srgbClr val="B99CDA"/>
          </a:solidFill>
          <a:ln xmlns:a="http://schemas.openxmlformats.org/drawingml/2006/main" w="9525">
            <a:noFill/>
            <a:prstDash val="solid"/>
          </a:ln>
        </p:spPr>
      </p:sp>
      <p:pic>
        <p:nvPic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BC78F152-3C9C-4A9D-9AA5-705668F920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ce2d3d849149b9"/>
          <a:stretch xmlns:a="http://schemas.openxmlformats.org/drawingml/2006/main"/>
        </p:blipFill>
        <p:spPr>
          <a:xfrm xmlns:a="http://schemas.openxmlformats.org/drawingml/2006/main">
            <a:off x="7724775" y="7339341"/>
            <a:ext cx="1676400" cy="1618593"/>
          </a:xfrm>
          <a:prstGeom xmlns:a="http://schemas.openxmlformats.org/drawingml/2006/main" prst="rect">
            <a:avLst/>
          </a:prstGeom>
        </p:spPr>
      </p:pic>
      <p:sp>
        <p:nvSpPr>
          <p:cNvPr id="294" name="Square ball frame">
            <a:extLst xmlns:a="http://schemas.openxmlformats.org/drawingml/2006/main">
              <a:ext uri="{FF2B5EF4-FFF2-40B4-BE49-F238E27FC236}">
                <a16:creationId xmlns:a16="http://schemas.microsoft.com/office/drawing/2014/main" id="{F5A2429A-7CA3-410C-8074-EADD46BE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7300913"/>
            <a:ext cx="1733550" cy="1714500"/>
          </a:xfrm>
          <a:custGeom xmlns:a="http://schemas.openxmlformats.org/drawingml/2006/main">
            <a:pathLst>
              <a:path w="1733550" h="1714500">
                <a:moveTo>
                  <a:pt x="123825" y="0"/>
                </a:moveTo>
                <a:lnTo>
                  <a:pt x="1609725" y="0"/>
                </a:lnTo>
                <a:cubicBezTo>
                  <a:pt x="1678112" y="0"/>
                  <a:pt x="1733550" y="55438"/>
                  <a:pt x="1733550" y="123825"/>
                </a:cubicBezTo>
                <a:lnTo>
                  <a:pt x="1733550" y="1590675"/>
                </a:lnTo>
                <a:cubicBezTo>
                  <a:pt x="1733550" y="1659062"/>
                  <a:pt x="1678112" y="1714500"/>
                  <a:pt x="1609725" y="1714500"/>
                </a:cubicBezTo>
                <a:lnTo>
                  <a:pt x="123825" y="1714500"/>
                </a:lnTo>
                <a:cubicBezTo>
                  <a:pt x="55438" y="1714500"/>
                  <a:pt x="0" y="1659062"/>
                  <a:pt x="0" y="1590675"/>
                </a:cubicBezTo>
                <a:lnTo>
                  <a:pt x="0" y="123825"/>
                </a:lnTo>
                <a:cubicBezTo>
                  <a:pt x="0" y="55438"/>
                  <a:pt x="55438" y="0"/>
                  <a:pt x="12382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6F3395"/>
            </a:solidFill>
            <a:prstDash val="solid"/>
          </a:ln>
        </p:spPr>
      </p:sp>
      <p:sp>
        <p:nvSpPr>
          <p:cNvPr id="295" name="Checklist label background">
            <a:extLst xmlns:a="http://schemas.openxmlformats.org/drawingml/2006/main">
              <a:ext uri="{FF2B5EF4-FFF2-40B4-BE49-F238E27FC236}">
                <a16:creationId xmlns:a16="http://schemas.microsoft.com/office/drawing/2014/main" id="{64C81257-ECA3-46A1-8F5D-A216EF4E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9205913"/>
            <a:ext cx="2266950" cy="571500"/>
          </a:xfrm>
          <a:custGeom xmlns:a="http://schemas.openxmlformats.org/drawingml/2006/main">
            <a:pathLst>
              <a:path w="2266950" h="571500">
                <a:moveTo>
                  <a:pt x="285750" y="0"/>
                </a:moveTo>
                <a:lnTo>
                  <a:pt x="1981200" y="0"/>
                </a:lnTo>
                <a:cubicBezTo>
                  <a:pt x="2139015" y="0"/>
                  <a:pt x="2266950" y="127935"/>
                  <a:pt x="2266950" y="285750"/>
                </a:cubicBezTo>
                <a:lnTo>
                  <a:pt x="2266950" y="285750"/>
                </a:lnTo>
                <a:cubicBezTo>
                  <a:pt x="2266950" y="443565"/>
                  <a:pt x="2139015" y="571500"/>
                  <a:pt x="1981200" y="571500"/>
                </a:cubicBezTo>
                <a:lnTo>
                  <a:pt x="285750" y="571500"/>
                </a:lnTo>
                <a:cubicBezTo>
                  <a:pt x="127935" y="571500"/>
                  <a:pt x="0" y="443565"/>
                  <a:pt x="0" y="285750"/>
                </a:cubicBezTo>
                <a:lnTo>
                  <a:pt x="0" y="285750"/>
                </a:lnTo>
                <a:cubicBezTo>
                  <a:pt x="0" y="127935"/>
                  <a:pt x="127935" y="0"/>
                  <a:pt x="285750" y="0"/>
                </a:cubicBezTo>
                <a:close/>
              </a:path>
            </a:pathLst>
          </a:custGeom>
          <a:solidFill xmlns:a="http://schemas.openxmlformats.org/drawingml/2006/main">
            <a:srgbClr val="EFE6FB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96" name="Checklist">
            <a:extLst xmlns:a="http://schemas.openxmlformats.org/drawingml/2006/main">
              <a:ext uri="{FF2B5EF4-FFF2-40B4-BE49-F238E27FC236}">
                <a16:creationId xmlns:a16="http://schemas.microsoft.com/office/drawing/2014/main" id="{8589B89F-BBC9-4101-9CAE-8F7CF6362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15225" y="9224963"/>
            <a:ext cx="2038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075" b="1" i="0">
                <a:solidFill>
                  <a:srgbClr val="6F3395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3075" b="1" i="0">
                <a:solidFill>
                  <a:srgbClr val="6F3395"/>
                </a:solidFill>
                <a:latin typeface="Comic Sans MS"/>
                <a:ea typeface="Comic Sans MS"/>
                <a:cs typeface="Comic Sans MS"/>
              </a:defRPr>
            </a:pPr>
            <a:r>
              <a:rPr sz="3075" b="1" i="0">
                <a:solidFill>
                  <a:srgbClr val="6F3395"/>
                </a:solidFill>
                <a:latin typeface="Comic Sans MS"/>
                <a:ea typeface="Comic Sans MS"/>
                <a:cs typeface="Comic Sans MS"/>
              </a:rPr>
              <a:t>Checklist</a:t>
            </a:r>
          </a:p>
        </p:txBody>
      </p:sp>
      <p:sp>
        <p:nvSpPr>
          <p:cNvPr id="297" name="Image branch to evaluator">
            <a:extLst xmlns:a="http://schemas.openxmlformats.org/drawingml/2006/main">
              <a:ext uri="{FF2B5EF4-FFF2-40B4-BE49-F238E27FC236}">
                <a16:creationId xmlns:a16="http://schemas.microsoft.com/office/drawing/2014/main" id="{7FBFEECB-3B23-4F8D-9F2E-2AB32781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8158163"/>
            <a:ext cx="1990725" cy="666750"/>
          </a:xfrm>
          <a:custGeom xmlns:a="http://schemas.openxmlformats.org/drawingml/2006/main">
            <a:pathLst>
              <a:path w="1990725" h="666750">
                <a:moveTo>
                  <a:pt x="0" y="0"/>
                </a:moveTo>
                <a:lnTo>
                  <a:pt x="771525" y="0"/>
                </a:lnTo>
                <a:cubicBezTo>
                  <a:pt x="1057275" y="0"/>
                  <a:pt x="1143000" y="104775"/>
                  <a:pt x="1143000" y="371475"/>
                </a:cubicBezTo>
                <a:lnTo>
                  <a:pt x="1143000" y="666750"/>
                </a:lnTo>
                <a:lnTo>
                  <a:pt x="1990725" y="66675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A66BCB"/>
            </a:solidFill>
            <a:prstDash val="solid"/>
          </a:ln>
        </p:spPr>
      </p:sp>
      <p:sp>
        <p:nvSpPr>
          <p:cNvPr id="298" name="Checklist branch to evaluator">
            <a:extLst xmlns:a="http://schemas.openxmlformats.org/drawingml/2006/main">
              <a:ext uri="{FF2B5EF4-FFF2-40B4-BE49-F238E27FC236}">
                <a16:creationId xmlns:a16="http://schemas.microsoft.com/office/drawing/2014/main" id="{1481A4BE-ABC9-4117-97B6-7949E3990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8824913"/>
            <a:ext cx="904875" cy="657225"/>
          </a:xfrm>
          <a:custGeom xmlns:a="http://schemas.openxmlformats.org/drawingml/2006/main">
            <a:pathLst>
              <a:path w="904875" h="657225">
                <a:moveTo>
                  <a:pt x="0" y="657225"/>
                </a:moveTo>
                <a:lnTo>
                  <a:pt x="533400" y="657225"/>
                </a:lnTo>
                <a:cubicBezTo>
                  <a:pt x="800100" y="657225"/>
                  <a:pt x="904875" y="619125"/>
                  <a:pt x="904875" y="361950"/>
                </a:cubicBezTo>
                <a:lnTo>
                  <a:pt x="904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A66BCB"/>
            </a:solidFill>
            <a:prstDash val="solid"/>
          </a:ln>
        </p:spPr>
      </p:sp>
      <p:sp>
        <p:nvSpPr>
          <p:cNvPr id="299" name="Checklist merge endpoint">
            <a:extLst xmlns:a="http://schemas.openxmlformats.org/drawingml/2006/main">
              <a:ext uri="{FF2B5EF4-FFF2-40B4-BE49-F238E27FC236}">
                <a16:creationId xmlns:a16="http://schemas.microsoft.com/office/drawing/2014/main" id="{E9248023-11D6-428F-B90F-89CE1D76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8072438"/>
            <a:ext cx="171450" cy="171450"/>
          </a:xfrm>
          <a:custGeom xmlns:a="http://schemas.openxmlformats.org/drawingml/2006/main">
            <a:pathLst>
              <a:path w="171450" h="171450">
                <a:moveTo>
                  <a:pt x="171450" y="85725"/>
                </a:moveTo>
                <a:cubicBezTo>
                  <a:pt x="171450" y="133070"/>
                  <a:pt x="133070" y="171450"/>
                  <a:pt x="85725" y="171450"/>
                </a:cubicBezTo>
                <a:cubicBezTo>
                  <a:pt x="38380" y="171450"/>
                  <a:pt x="0" y="133070"/>
                  <a:pt x="0" y="85725"/>
                </a:cubicBezTo>
                <a:cubicBezTo>
                  <a:pt x="0" y="38380"/>
                  <a:pt x="38380" y="0"/>
                  <a:pt x="85725" y="0"/>
                </a:cubicBezTo>
                <a:cubicBezTo>
                  <a:pt x="133070" y="0"/>
                  <a:pt x="171450" y="38380"/>
                  <a:pt x="171450" y="85725"/>
                </a:cubicBezTo>
                <a:close/>
              </a:path>
            </a:pathLst>
          </a:custGeom>
          <a:solidFill xmlns:a="http://schemas.openxmlformats.org/drawingml/2006/main">
            <a:srgbClr val="A66BCB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300" name="Checklist merge endpoint">
            <a:extLst xmlns:a="http://schemas.openxmlformats.org/drawingml/2006/main">
              <a:ext uri="{FF2B5EF4-FFF2-40B4-BE49-F238E27FC236}">
                <a16:creationId xmlns:a16="http://schemas.microsoft.com/office/drawing/2014/main" id="{1693435D-98C1-4218-9DFC-E0640910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9396413"/>
            <a:ext cx="171450" cy="171450"/>
          </a:xfrm>
          <a:custGeom xmlns:a="http://schemas.openxmlformats.org/drawingml/2006/main">
            <a:pathLst>
              <a:path w="171450" h="171450">
                <a:moveTo>
                  <a:pt x="171450" y="85725"/>
                </a:moveTo>
                <a:cubicBezTo>
                  <a:pt x="171450" y="133070"/>
                  <a:pt x="133070" y="171450"/>
                  <a:pt x="85725" y="171450"/>
                </a:cubicBezTo>
                <a:cubicBezTo>
                  <a:pt x="38380" y="171450"/>
                  <a:pt x="0" y="133070"/>
                  <a:pt x="0" y="85725"/>
                </a:cubicBezTo>
                <a:cubicBezTo>
                  <a:pt x="0" y="38380"/>
                  <a:pt x="38380" y="0"/>
                  <a:pt x="85725" y="0"/>
                </a:cubicBezTo>
                <a:cubicBezTo>
                  <a:pt x="133070" y="0"/>
                  <a:pt x="171450" y="38380"/>
                  <a:pt x="171450" y="85725"/>
                </a:cubicBezTo>
                <a:close/>
              </a:path>
            </a:pathLst>
          </a:custGeom>
          <a:solidFill xmlns:a="http://schemas.openxmlformats.org/drawingml/2006/main">
            <a:srgbClr val="A66BCB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301" name="Checklist merge endpoint">
            <a:extLst xmlns:a="http://schemas.openxmlformats.org/drawingml/2006/main">
              <a:ext uri="{FF2B5EF4-FFF2-40B4-BE49-F238E27FC236}">
                <a16:creationId xmlns:a16="http://schemas.microsoft.com/office/drawing/2014/main" id="{546C484D-A692-46A1-AE76-8720EF15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8739188"/>
            <a:ext cx="171450" cy="171450"/>
          </a:xfrm>
          <a:custGeom xmlns:a="http://schemas.openxmlformats.org/drawingml/2006/main">
            <a:pathLst>
              <a:path w="171450" h="171450">
                <a:moveTo>
                  <a:pt x="171450" y="85725"/>
                </a:moveTo>
                <a:cubicBezTo>
                  <a:pt x="171450" y="133070"/>
                  <a:pt x="133070" y="171450"/>
                  <a:pt x="85725" y="171450"/>
                </a:cubicBezTo>
                <a:cubicBezTo>
                  <a:pt x="38380" y="171450"/>
                  <a:pt x="0" y="133070"/>
                  <a:pt x="0" y="85725"/>
                </a:cubicBezTo>
                <a:cubicBezTo>
                  <a:pt x="0" y="38380"/>
                  <a:pt x="38380" y="0"/>
                  <a:pt x="85725" y="0"/>
                </a:cubicBezTo>
                <a:cubicBezTo>
                  <a:pt x="133070" y="0"/>
                  <a:pt x="171450" y="38380"/>
                  <a:pt x="171450" y="85725"/>
                </a:cubicBezTo>
                <a:close/>
              </a:path>
            </a:pathLst>
          </a:custGeom>
          <a:solidFill xmlns:a="http://schemas.openxmlformats.org/drawingml/2006/main">
            <a:srgbClr val="A66BCB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302" name="Fantasy evaluator module native soft shadow">
            <a:extLst xmlns:a="http://schemas.openxmlformats.org/drawingml/2006/main">
              <a:ext uri="{FF2B5EF4-FFF2-40B4-BE49-F238E27FC236}">
                <a16:creationId xmlns:a16="http://schemas.microsoft.com/office/drawing/2014/main" id="{81336A8F-0FE3-4D22-9D9A-B94C7E0D0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7929563"/>
            <a:ext cx="1714500" cy="1857375"/>
          </a:xfrm>
          <a:custGeom xmlns:a="http://schemas.openxmlformats.org/drawingml/2006/main">
            <a:pathLst>
              <a:path w="1714500" h="1857375">
                <a:moveTo>
                  <a:pt x="133350" y="0"/>
                </a:moveTo>
                <a:lnTo>
                  <a:pt x="1581150" y="0"/>
                </a:lnTo>
                <a:cubicBezTo>
                  <a:pt x="1654797" y="0"/>
                  <a:pt x="1714500" y="59703"/>
                  <a:pt x="1714500" y="133350"/>
                </a:cubicBezTo>
                <a:lnTo>
                  <a:pt x="1714500" y="1724025"/>
                </a:lnTo>
                <a:cubicBezTo>
                  <a:pt x="1714500" y="1797672"/>
                  <a:pt x="1654797" y="1857375"/>
                  <a:pt x="1581150" y="1857375"/>
                </a:cubicBezTo>
                <a:lnTo>
                  <a:pt x="133350" y="1857375"/>
                </a:lnTo>
                <a:cubicBezTo>
                  <a:pt x="59703" y="1857375"/>
                  <a:pt x="0" y="1797672"/>
                  <a:pt x="0" y="172402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 xmlns:a="http://schemas.openxmlformats.org/drawingml/2006/main">
            <a:srgbClr val="D6D6D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303" name="Fantasy evaluator module">
            <a:extLst xmlns:a="http://schemas.openxmlformats.org/drawingml/2006/main">
              <a:ext uri="{FF2B5EF4-FFF2-40B4-BE49-F238E27FC236}">
                <a16:creationId xmlns:a16="http://schemas.microsoft.com/office/drawing/2014/main" id="{DBCA7D35-2407-4887-9717-AB8CBF577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7881938"/>
            <a:ext cx="1714500" cy="1857375"/>
          </a:xfrm>
          <a:custGeom xmlns:a="http://schemas.openxmlformats.org/drawingml/2006/main">
            <a:pathLst>
              <a:path w="1714500" h="1857375">
                <a:moveTo>
                  <a:pt x="133350" y="0"/>
                </a:moveTo>
                <a:lnTo>
                  <a:pt x="1581150" y="0"/>
                </a:lnTo>
                <a:cubicBezTo>
                  <a:pt x="1654797" y="0"/>
                  <a:pt x="1714500" y="59703"/>
                  <a:pt x="1714500" y="133350"/>
                </a:cubicBezTo>
                <a:lnTo>
                  <a:pt x="1714500" y="1724025"/>
                </a:lnTo>
                <a:cubicBezTo>
                  <a:pt x="1714500" y="1797672"/>
                  <a:pt x="1654797" y="1857375"/>
                  <a:pt x="1581150" y="1857375"/>
                </a:cubicBezTo>
                <a:lnTo>
                  <a:pt x="133350" y="1857375"/>
                </a:lnTo>
                <a:cubicBezTo>
                  <a:pt x="59703" y="1857375"/>
                  <a:pt x="0" y="1797672"/>
                  <a:pt x="0" y="172402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1E8F7"/>
            </a:solidFill>
            <a:prstDash val="solid"/>
          </a:ln>
        </p:spPr>
      </p:sp>
      <p:pic>
        <p:nvPic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0E0447B2-89C5-47D0-8D3B-A8E906B044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bf6195b01e4615"/>
          <a:stretch xmlns:a="http://schemas.openxmlformats.org/drawingml/2006/main"/>
        </p:blipFill>
        <p:spPr>
          <a:xfrm xmlns:a="http://schemas.openxmlformats.org/drawingml/2006/main">
            <a:off x="11802218" y="7958138"/>
            <a:ext cx="979589" cy="904875"/>
          </a:xfrm>
          <a:prstGeom xmlns:a="http://schemas.openxmlformats.org/drawingml/2006/main" prst="rect">
            <a:avLst/>
          </a:prstGeom>
        </p:spPr>
      </p:pic>
      <p:sp>
        <p:nvSpPr>
          <p:cNvPr id="305" name="GPT-4.1">
            <a:extLst xmlns:a="http://schemas.openxmlformats.org/drawingml/2006/main">
              <a:ext uri="{FF2B5EF4-FFF2-40B4-BE49-F238E27FC236}">
                <a16:creationId xmlns:a16="http://schemas.microsoft.com/office/drawing/2014/main" id="{DAA51EEB-98FC-489B-8149-F163AEC3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58600" y="8977313"/>
            <a:ext cx="1609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25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GPT-4.1</a:t>
            </a:r>
          </a:p>
        </p:txBody>
      </p:sp>
      <p:sp>
        <p:nvSpPr>
          <p:cNvPr id="306" name="Evaluator">
            <a:extLst xmlns:a="http://schemas.openxmlformats.org/drawingml/2006/main">
              <a:ext uri="{FF2B5EF4-FFF2-40B4-BE49-F238E27FC236}">
                <a16:creationId xmlns:a16="http://schemas.microsoft.com/office/drawing/2014/main" id="{5A7687DA-F9D6-4939-9575-1C7EE7C0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58600" y="9358313"/>
            <a:ext cx="1647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25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Evaluator</a:t>
            </a:r>
          </a:p>
        </p:txBody>
      </p:sp>
      <p:sp>
        <p:nvSpPr>
          <p:cNvPr id="307" name="•">
            <a:extLst xmlns:a="http://schemas.openxmlformats.org/drawingml/2006/main">
              <a:ext uri="{FF2B5EF4-FFF2-40B4-BE49-F238E27FC236}">
                <a16:creationId xmlns:a16="http://schemas.microsoft.com/office/drawing/2014/main" id="{C3EE092E-B4E3-47F0-8429-783BF145B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00925" y="9891713"/>
            <a:ext cx="32385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 i="0">
                <a:solidFill>
                  <a:srgbClr val="6F3395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 i="0">
                <a:solidFill>
                  <a:srgbClr val="6F3395"/>
                </a:solidFill>
                <a:latin typeface="Comic Sans MS"/>
                <a:ea typeface="Comic Sans MS"/>
                <a:cs typeface="Comic Sans MS"/>
              </a:defRPr>
            </a:pPr>
            <a:r>
              <a:rPr sz="2100" b="0" i="0">
                <a:solidFill>
                  <a:srgbClr val="6F3395"/>
                </a:solidFill>
                <a:latin typeface="Comic Sans MS"/>
                <a:ea typeface="Comic Sans MS"/>
                <a:cs typeface="Comic Sans MS"/>
              </a:rPr>
              <a:t>•</a:t>
            </a:r>
          </a:p>
        </p:txBody>
      </p:sp>
      <p:sp>
        <p:nvSpPr>
          <p:cNvPr id="308" name="A square football instead of round one">
            <a:extLst xmlns:a="http://schemas.openxmlformats.org/drawingml/2006/main">
              <a:ext uri="{FF2B5EF4-FFF2-40B4-BE49-F238E27FC236}">
                <a16:creationId xmlns:a16="http://schemas.microsoft.com/office/drawing/2014/main" id="{3BA7B301-5A00-4E09-8933-18B8FB82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96200" y="9853613"/>
            <a:ext cx="6429375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550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 square football instead of round one</a:t>
            </a:r>
          </a:p>
        </p:txBody>
      </p:sp>
      <p:sp>
        <p:nvSpPr>
          <p:cNvPr id="309" name="•">
            <a:extLst xmlns:a="http://schemas.openxmlformats.org/drawingml/2006/main">
              <a:ext uri="{FF2B5EF4-FFF2-40B4-BE49-F238E27FC236}">
                <a16:creationId xmlns:a16="http://schemas.microsoft.com/office/drawing/2014/main" id="{811D7B82-9126-4BAF-A05F-9A7929BB2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00925" y="10301288"/>
            <a:ext cx="32385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 i="0">
                <a:solidFill>
                  <a:srgbClr val="6F3395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 i="0">
                <a:solidFill>
                  <a:srgbClr val="6F3395"/>
                </a:solidFill>
                <a:latin typeface="Comic Sans MS"/>
                <a:ea typeface="Comic Sans MS"/>
                <a:cs typeface="Comic Sans MS"/>
              </a:defRPr>
            </a:pPr>
            <a:r>
              <a:rPr sz="2100" b="0" i="0">
                <a:solidFill>
                  <a:srgbClr val="6F3395"/>
                </a:solidFill>
                <a:latin typeface="Comic Sans MS"/>
                <a:ea typeface="Comic Sans MS"/>
                <a:cs typeface="Comic Sans MS"/>
              </a:rPr>
              <a:t>•</a:t>
            </a:r>
          </a:p>
        </p:txBody>
      </p:sp>
      <p:sp>
        <p:nvSpPr>
          <p:cNvPr id="310" name="Black and white texture">
            <a:extLst xmlns:a="http://schemas.openxmlformats.org/drawingml/2006/main">
              <a:ext uri="{FF2B5EF4-FFF2-40B4-BE49-F238E27FC236}">
                <a16:creationId xmlns:a16="http://schemas.microsoft.com/office/drawing/2014/main" id="{A02F072A-72EC-4229-AAA3-6E4FDFAD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96200" y="10263188"/>
            <a:ext cx="6429375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550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Black and white texture</a:t>
            </a:r>
          </a:p>
        </p:txBody>
      </p:sp>
      <p:sp>
        <p:nvSpPr>
          <p:cNvPr id="311" name="•">
            <a:extLst xmlns:a="http://schemas.openxmlformats.org/drawingml/2006/main">
              <a:ext uri="{FF2B5EF4-FFF2-40B4-BE49-F238E27FC236}">
                <a16:creationId xmlns:a16="http://schemas.microsoft.com/office/drawing/2014/main" id="{51D7308C-8FBD-4CAC-B22A-38258928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00925" y="10710863"/>
            <a:ext cx="32385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 i="0">
                <a:solidFill>
                  <a:srgbClr val="6F3395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 i="0">
                <a:solidFill>
                  <a:srgbClr val="6F3395"/>
                </a:solidFill>
                <a:latin typeface="Comic Sans MS"/>
                <a:ea typeface="Comic Sans MS"/>
                <a:cs typeface="Comic Sans MS"/>
              </a:defRPr>
            </a:pPr>
            <a:r>
              <a:rPr sz="2100" b="0" i="0">
                <a:solidFill>
                  <a:srgbClr val="6F3395"/>
                </a:solidFill>
                <a:latin typeface="Comic Sans MS"/>
                <a:ea typeface="Comic Sans MS"/>
                <a:cs typeface="Comic Sans MS"/>
              </a:rPr>
              <a:t>•</a:t>
            </a:r>
          </a:p>
        </p:txBody>
      </p:sp>
      <p:sp>
        <p:nvSpPr>
          <p:cNvPr id="312" name="...">
            <a:extLst xmlns:a="http://schemas.openxmlformats.org/drawingml/2006/main">
              <a:ext uri="{FF2B5EF4-FFF2-40B4-BE49-F238E27FC236}">
                <a16:creationId xmlns:a16="http://schemas.microsoft.com/office/drawing/2014/main" id="{02C0365A-999A-4A41-A6D1-278ECEF4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96200" y="10672763"/>
            <a:ext cx="6429375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550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...</a:t>
            </a:r>
          </a:p>
        </p:txBody>
      </p:sp>
      <p:sp>
        <p:nvSpPr>
          <p:cNvPr id="313" name="Judgement Dimension label background">
            <a:extLst xmlns:a="http://schemas.openxmlformats.org/drawingml/2006/main">
              <a:ext uri="{FF2B5EF4-FFF2-40B4-BE49-F238E27FC236}">
                <a16:creationId xmlns:a16="http://schemas.microsoft.com/office/drawing/2014/main" id="{D81E6992-1DB3-41ED-A92A-3E76D318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1775" y="7405688"/>
            <a:ext cx="4857750" cy="704850"/>
          </a:xfrm>
          <a:custGeom xmlns:a="http://schemas.openxmlformats.org/drawingml/2006/main">
            <a:pathLst>
              <a:path w="4857750" h="704850">
                <a:moveTo>
                  <a:pt x="352425" y="0"/>
                </a:moveTo>
                <a:lnTo>
                  <a:pt x="4505325" y="0"/>
                </a:lnTo>
                <a:cubicBezTo>
                  <a:pt x="4699964" y="0"/>
                  <a:pt x="4857750" y="157786"/>
                  <a:pt x="4857750" y="352425"/>
                </a:cubicBezTo>
                <a:lnTo>
                  <a:pt x="4857750" y="352425"/>
                </a:lnTo>
                <a:cubicBezTo>
                  <a:pt x="4857750" y="547064"/>
                  <a:pt x="4699964" y="704850"/>
                  <a:pt x="4505325" y="704850"/>
                </a:cubicBezTo>
                <a:lnTo>
                  <a:pt x="352425" y="704850"/>
                </a:lnTo>
                <a:cubicBezTo>
                  <a:pt x="157786" y="704850"/>
                  <a:pt x="0" y="547064"/>
                  <a:pt x="0" y="352425"/>
                </a:cubicBezTo>
                <a:lnTo>
                  <a:pt x="0" y="352425"/>
                </a:lnTo>
                <a:cubicBezTo>
                  <a:pt x="0" y="157786"/>
                  <a:pt x="157786" y="0"/>
                  <a:pt x="352425" y="0"/>
                </a:cubicBezTo>
                <a:close/>
              </a:path>
            </a:pathLst>
          </a:custGeom>
          <a:solidFill xmlns:a="http://schemas.openxmlformats.org/drawingml/2006/main">
            <a:srgbClr val="EDE3FA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314" name="Judgement Dimension">
            <a:extLst xmlns:a="http://schemas.openxmlformats.org/drawingml/2006/main">
              <a:ext uri="{FF2B5EF4-FFF2-40B4-BE49-F238E27FC236}">
                <a16:creationId xmlns:a16="http://schemas.microsoft.com/office/drawing/2014/main" id="{1EEAB151-DB80-4044-AD49-7ADDF9E1D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16075" y="7424738"/>
            <a:ext cx="4629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150" b="1" i="0">
                <a:solidFill>
                  <a:srgbClr val="6F3395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3150" b="1" i="0">
                <a:solidFill>
                  <a:srgbClr val="6F3395"/>
                </a:solidFill>
                <a:latin typeface="Comic Sans MS"/>
                <a:ea typeface="Comic Sans MS"/>
                <a:cs typeface="Comic Sans MS"/>
              </a:defRPr>
            </a:pPr>
            <a:r>
              <a:rPr sz="3150" b="1" i="0">
                <a:solidFill>
                  <a:srgbClr val="6F3395"/>
                </a:solidFill>
                <a:latin typeface="Comic Sans MS"/>
                <a:ea typeface="Comic Sans MS"/>
                <a:cs typeface="Comic Sans MS"/>
              </a:rPr>
              <a:t>Judgement Dimension</a:t>
            </a:r>
          </a:p>
        </p:txBody>
      </p:sp>
      <p:sp>
        <p:nvSpPr>
          <p:cNvPr id="315" name="•">
            <a:extLst xmlns:a="http://schemas.openxmlformats.org/drawingml/2006/main">
              <a:ext uri="{FF2B5EF4-FFF2-40B4-BE49-F238E27FC236}">
                <a16:creationId xmlns:a16="http://schemas.microsoft.com/office/drawing/2014/main" id="{7162F6AD-7379-46F8-9CD1-F4DCED03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16075" y="8424863"/>
            <a:ext cx="3238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 i="0">
                <a:solidFill>
                  <a:srgbClr val="6F3395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5" b="0" i="0">
                <a:solidFill>
                  <a:srgbClr val="6F3395"/>
                </a:solidFill>
                <a:latin typeface="Comic Sans MS"/>
                <a:ea typeface="Comic Sans MS"/>
                <a:cs typeface="Comic Sans MS"/>
              </a:defRPr>
            </a:pPr>
            <a:r>
              <a:rPr sz="2175" b="0" i="0">
                <a:solidFill>
                  <a:srgbClr val="6F3395"/>
                </a:solidFill>
                <a:latin typeface="Comic Sans MS"/>
                <a:ea typeface="Comic Sans MS"/>
                <a:cs typeface="Comic Sans MS"/>
              </a:rPr>
              <a:t>•</a:t>
            </a:r>
          </a:p>
        </p:txBody>
      </p:sp>
      <p:sp>
        <p:nvSpPr>
          <p:cNvPr id="316" name="Fantasy Fulfillment">
            <a:extLst xmlns:a="http://schemas.openxmlformats.org/drawingml/2006/main">
              <a:ext uri="{FF2B5EF4-FFF2-40B4-BE49-F238E27FC236}">
                <a16:creationId xmlns:a16="http://schemas.microsoft.com/office/drawing/2014/main" id="{D9AF78C2-4CEB-445F-9ED9-504EB5547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11350" y="8396288"/>
            <a:ext cx="485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000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3000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Fantasy Fulfillment</a:t>
            </a:r>
          </a:p>
        </p:txBody>
      </p:sp>
      <p:sp>
        <p:nvSpPr>
          <p:cNvPr id="317" name="•">
            <a:extLst xmlns:a="http://schemas.openxmlformats.org/drawingml/2006/main">
              <a:ext uri="{FF2B5EF4-FFF2-40B4-BE49-F238E27FC236}">
                <a16:creationId xmlns:a16="http://schemas.microsoft.com/office/drawing/2014/main" id="{282F7AC6-1F87-457E-AD9F-D26E153A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16075" y="9034463"/>
            <a:ext cx="3238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 i="0">
                <a:solidFill>
                  <a:srgbClr val="6F3395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5" b="0" i="0">
                <a:solidFill>
                  <a:srgbClr val="6F3395"/>
                </a:solidFill>
                <a:latin typeface="Comic Sans MS"/>
                <a:ea typeface="Comic Sans MS"/>
                <a:cs typeface="Comic Sans MS"/>
              </a:defRPr>
            </a:pPr>
            <a:r>
              <a:rPr sz="2175" b="0" i="0">
                <a:solidFill>
                  <a:srgbClr val="6F3395"/>
                </a:solidFill>
                <a:latin typeface="Comic Sans MS"/>
                <a:ea typeface="Comic Sans MS"/>
                <a:cs typeface="Comic Sans MS"/>
              </a:rPr>
              <a:t>•</a:t>
            </a:r>
          </a:p>
        </p:txBody>
      </p:sp>
      <p:sp>
        <p:nvSpPr>
          <p:cNvPr id="318" name="Identity Preservation">
            <a:extLst xmlns:a="http://schemas.openxmlformats.org/drawingml/2006/main">
              <a:ext uri="{FF2B5EF4-FFF2-40B4-BE49-F238E27FC236}">
                <a16:creationId xmlns:a16="http://schemas.microsoft.com/office/drawing/2014/main" id="{4D2B6895-999B-40D1-9A59-D19A7BA9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11350" y="9005888"/>
            <a:ext cx="485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000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3000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Identity Preservation</a:t>
            </a:r>
          </a:p>
        </p:txBody>
      </p:sp>
      <p:sp>
        <p:nvSpPr>
          <p:cNvPr id="319" name="•">
            <a:extLst xmlns:a="http://schemas.openxmlformats.org/drawingml/2006/main">
              <a:ext uri="{FF2B5EF4-FFF2-40B4-BE49-F238E27FC236}">
                <a16:creationId xmlns:a16="http://schemas.microsoft.com/office/drawing/2014/main" id="{D16DC436-FBC9-4CA6-B468-8A1ECE47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16075" y="9644063"/>
            <a:ext cx="3238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 i="0">
                <a:solidFill>
                  <a:srgbClr val="6F3395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5" b="0" i="0">
                <a:solidFill>
                  <a:srgbClr val="6F3395"/>
                </a:solidFill>
                <a:latin typeface="Comic Sans MS"/>
                <a:ea typeface="Comic Sans MS"/>
                <a:cs typeface="Comic Sans MS"/>
              </a:defRPr>
            </a:pPr>
            <a:r>
              <a:rPr sz="2175" b="0" i="0">
                <a:solidFill>
                  <a:srgbClr val="6F3395"/>
                </a:solidFill>
                <a:latin typeface="Comic Sans MS"/>
                <a:ea typeface="Comic Sans MS"/>
                <a:cs typeface="Comic Sans MS"/>
              </a:rPr>
              <a:t>•</a:t>
            </a:r>
          </a:p>
        </p:txBody>
      </p:sp>
      <p:sp>
        <p:nvSpPr>
          <p:cNvPr id="320" name="Aesthetic Quality">
            <a:extLst xmlns:a="http://schemas.openxmlformats.org/drawingml/2006/main">
              <a:ext uri="{FF2B5EF4-FFF2-40B4-BE49-F238E27FC236}">
                <a16:creationId xmlns:a16="http://schemas.microsoft.com/office/drawing/2014/main" id="{671CBC27-CDBC-4234-A729-8CB3BF3E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11350" y="9615488"/>
            <a:ext cx="485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000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3000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Aesthetic Quality</a:t>
            </a:r>
          </a:p>
        </p:txBody>
      </p:sp>
      <p:sp>
        <p:nvSpPr>
          <p:cNvPr id="321" name="Score and reason bar">
            <a:extLst xmlns:a="http://schemas.openxmlformats.org/drawingml/2006/main">
              <a:ext uri="{FF2B5EF4-FFF2-40B4-BE49-F238E27FC236}">
                <a16:creationId xmlns:a16="http://schemas.microsoft.com/office/drawing/2014/main" id="{E647EB57-8980-499A-86BB-59AF1A05F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1775" y="10301288"/>
            <a:ext cx="4857750" cy="676275"/>
          </a:xfrm>
          <a:custGeom xmlns:a="http://schemas.openxmlformats.org/drawingml/2006/main">
            <a:pathLst>
              <a:path w="4857750" h="676275">
                <a:moveTo>
                  <a:pt x="333375" y="0"/>
                </a:moveTo>
                <a:lnTo>
                  <a:pt x="4524375" y="0"/>
                </a:lnTo>
                <a:cubicBezTo>
                  <a:pt x="4708493" y="0"/>
                  <a:pt x="4857750" y="149257"/>
                  <a:pt x="4857750" y="333375"/>
                </a:cubicBezTo>
                <a:lnTo>
                  <a:pt x="4857750" y="342900"/>
                </a:lnTo>
                <a:cubicBezTo>
                  <a:pt x="4857750" y="527018"/>
                  <a:pt x="4708493" y="676275"/>
                  <a:pt x="4524375" y="676275"/>
                </a:cubicBezTo>
                <a:lnTo>
                  <a:pt x="333375" y="676275"/>
                </a:lnTo>
                <a:cubicBezTo>
                  <a:pt x="149257" y="676275"/>
                  <a:pt x="0" y="527018"/>
                  <a:pt x="0" y="342900"/>
                </a:cubicBezTo>
                <a:lnTo>
                  <a:pt x="0" y="333375"/>
                </a:lnTo>
                <a:cubicBezTo>
                  <a:pt x="0" y="149257"/>
                  <a:pt x="149257" y="0"/>
                  <a:pt x="333375" y="0"/>
                </a:cubicBezTo>
                <a:close/>
              </a:path>
            </a:pathLst>
          </a:custGeom>
          <a:solidFill xmlns:a="http://schemas.openxmlformats.org/drawingml/2006/main">
            <a:srgbClr val="EEE5FC"/>
          </a:solidFill>
          <a:ln xmlns:a="http://schemas.openxmlformats.org/drawingml/2006/main" w="19050">
            <a:noFill/>
            <a:prstDash val="solid"/>
          </a:ln>
        </p:spPr>
      </p:sp>
      <p:pic>
        <p:nvPic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7B89A614-8EFB-4026-8BC3-C66010EEDE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5d171e394c421d"/>
          <a:stretch xmlns:a="http://schemas.openxmlformats.org/drawingml/2006/main"/>
        </p:blipFill>
        <p:spPr>
          <a:xfrm xmlns:a="http://schemas.openxmlformats.org/drawingml/2006/main">
            <a:off x="14422120" y="10434638"/>
            <a:ext cx="635635" cy="495300"/>
          </a:xfrm>
          <a:prstGeom xmlns:a="http://schemas.openxmlformats.org/drawingml/2006/main" prst="rect">
            <a:avLst/>
          </a:prstGeom>
        </p:spPr>
      </p:pic>
      <p:sp>
        <p:nvSpPr>
          <p:cNvPr id="323" name="Score + Reason">
            <a:extLst xmlns:a="http://schemas.openxmlformats.org/drawingml/2006/main">
              <a:ext uri="{FF2B5EF4-FFF2-40B4-BE49-F238E27FC236}">
                <a16:creationId xmlns:a16="http://schemas.microsoft.com/office/drawing/2014/main" id="{27479F0F-1844-47B7-B053-F46A84AFF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87625" y="10396538"/>
            <a:ext cx="3810000" cy="586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1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1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3300" b="1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Score + Reason</a:t>
            </a:r>
          </a:p>
        </p:txBody>
      </p:sp>
    </p:spTree>
    <p:extLst>
      <p:ext uri="{BB962C8B-B14F-4D97-AF65-F5344CB8AC3E}">
        <p14:creationId xmlns:p14="http://schemas.microsoft.com/office/powerpoint/2010/main" val="20702016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2026-10-18T16:24:23.4980000Z</dcterms:created>
  <dcterms:modified xsi:type="dcterms:W3CDTF">2026-10-18T16:24:23.4980000Z</dcterms:modified>
</coreProperties>
</file>