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5f18922f84f8b" /><Relationship Type="http://schemas.openxmlformats.org/officeDocument/2006/relationships/extended-properties" Target="/docProps/app.xml" Id="R15c5117c114c4566" /><Relationship Type="http://schemas.openxmlformats.org/officeDocument/2006/relationships/officeDocument" Target="/ppt/presentation.xml" Id="R53f7bc0719be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81f7bd8bf431c"/>
  </p:sldMasterIdLst>
  <p:notesMasterIdLst>
    <p:notesMasterId xmlns:r="http://schemas.openxmlformats.org/officeDocument/2006/relationships" r:id="R43f0e50aa1464b1e"/>
  </p:notesMasterIdLst>
  <p:sldIdLst>
    <p:sldId xmlns:r="http://schemas.openxmlformats.org/officeDocument/2006/relationships" id="256" r:id="R14225ce3ab5c4d0e"/>
  </p:sldIdLst>
  <p:sldSz cx="19735800" cy="9839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446b4fb0194f1d" /><Relationship Type="http://schemas.openxmlformats.org/officeDocument/2006/relationships/slideMaster" Target="/ppt/slideMasters/slideMaster1.xml" Id="R19a81f7bd8bf431c" /><Relationship Type="http://schemas.openxmlformats.org/officeDocument/2006/relationships/notesMaster" Target="/ppt/notesMasters/notesMaster1.xml" Id="R43f0e50aa1464b1e" /><Relationship Type="http://schemas.openxmlformats.org/officeDocument/2006/relationships/presProps" Target="/ppt/presProps.xml" Id="Rd2ff57e96dbf45ba" /><Relationship Type="http://schemas.openxmlformats.org/officeDocument/2006/relationships/tableStyles" Target="/ppt/tableStyles.xml" Id="R11f61cd1ed2342ff" /><Relationship Type="http://schemas.openxmlformats.org/officeDocument/2006/relationships/slide" Target="/ppt/slides/slide1.xml" Id="R14225ce3ab5c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8b05f34a5e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784b134ea4508" /><Relationship Type="http://schemas.openxmlformats.org/officeDocument/2006/relationships/notesMaster" Target="/ppt/notesMasters/notesMaster1.xml" Id="R646bd6f8cc9d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MajutsuCity fig1</a:t>
            </a:r>
          </a:p>
          <a:p xmlns:a="http://schemas.openxmlformats.org/drawingml/2006/main">
            <a:r>
              <a:t>Source: https://arxiv.org/abs/2511.20415v2</a:t>
            </a:r>
          </a:p>
          <a:p xmlns:a="http://schemas.openxmlformats.org/drawingml/2006/main">
            <a:r>
              <a:t>Approved image: fig1_language_driven_city_generation_and_editing.png; SHA-256: 1cbdfa73e0934a1136e155e3782ec03c58697d79755139ff4541b3c387db199e</a:t>
            </a:r>
          </a:p>
          <a:p xmlns:a="http://schemas.openxmlformats.org/drawingml/2006/main">
            <a:r>
              <a:t>The reference PDF artwork is raster-only. Primary readable captions, stage/module labels, panels, category badges, arrow paths and diagram geometry are reconstructed native editable PowerPoint objects. Arrow paths are freeforms, not endpoint-bound connectors. Original 3D buildings/cities, maps, noise tensors, materials, skyboxes, source logos, small pictograms and embedded local illustration annotations remain named independent raster objects (29);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Arial, Calibri approximate the source typefaces. Pattern frequency, shadows, some decorative icons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41c9d11e84c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ca61acbe148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91eb60c1440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da06c259443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4ce174cab49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2f6d19318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5D0EBD-DFF0-4CE1-B718-A88FCBCB6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3580" y="3717078"/>
            <a:ext cx="15788640" cy="142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8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D5BB72-6146-42CF-A058-C08D448FB0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60370" y="5411629"/>
            <a:ext cx="13815060" cy="1093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96E36B-01AF-4FFA-A630-3E4B54BCFA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3580" y="4099719"/>
            <a:ext cx="15788640" cy="163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A399E-9B4B-4E01-AC46-29F169B0F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765281"/>
            <a:ext cx="17515523" cy="120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9AC091-D9DD-4137-9CFD-D6D20DC7D5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733146"/>
            <a:ext cx="17515523" cy="6122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97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1pPr>
            <a:lvl2pPr marL="76528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2pPr>
            <a:lvl3pPr marL="120258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3pPr>
            <a:lvl4pPr marL="163988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4pPr>
            <a:lvl5pPr marL="207719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5pPr>
            <a:lvl6pPr marL="251449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6pPr>
            <a:lvl7pPr marL="295179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7pPr>
            <a:lvl8pPr marL="338910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8pPr>
            <a:lvl9pPr marL="382640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04B2EC-1A44-4A5F-877B-EE27A5B8A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765281"/>
            <a:ext cx="17515523" cy="120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4D6512-B85F-4296-B875-F220EDB1E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733146"/>
            <a:ext cx="8141017" cy="6122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97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1pPr>
            <a:lvl2pPr marL="76528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2pPr>
            <a:lvl3pPr marL="120258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3pPr>
            <a:lvl4pPr marL="163988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4pPr>
            <a:lvl5pPr marL="207719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5pPr>
            <a:lvl6pPr marL="251449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6pPr>
            <a:lvl7pPr marL="295179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7pPr>
            <a:lvl8pPr marL="338910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8pPr>
            <a:lvl9pPr marL="382640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A81044-639D-42E4-AE4D-C19B7F75ED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484644" y="2733146"/>
            <a:ext cx="8141017" cy="6122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97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1pPr>
            <a:lvl2pPr marL="76528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2pPr>
            <a:lvl3pPr marL="120258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3pPr>
            <a:lvl4pPr marL="163988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4pPr>
            <a:lvl5pPr marL="207719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5pPr>
            <a:lvl6pPr marL="251449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6pPr>
            <a:lvl7pPr marL="295179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7pPr>
            <a:lvl8pPr marL="338910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8pPr>
            <a:lvl9pPr marL="382640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6A0B7E-B85A-4631-A332-B44E194B58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765281"/>
            <a:ext cx="17515523" cy="120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92E6F8-5B06-4C8A-9E94-82C48A673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733146"/>
            <a:ext cx="8141017" cy="6122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97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1pPr>
            <a:lvl2pPr marL="76528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2pPr>
            <a:lvl3pPr marL="120258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3pPr>
            <a:lvl4pPr marL="163988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4pPr>
            <a:lvl5pPr marL="207719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5pPr>
            <a:lvl6pPr marL="251449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6pPr>
            <a:lvl7pPr marL="2951798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7pPr>
            <a:lvl8pPr marL="3389101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8pPr>
            <a:lvl9pPr marL="3826404" indent="-327978">
              <a:lnSpc>
                <a:spcPct val="110000"/>
              </a:lnSpc>
              <a:spcBef>
                <a:spcPts val="0"/>
              </a:spcBef>
              <a:spcAft>
                <a:spcPts val="172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60dd2d4cb24307" /><Relationship Type="http://schemas.openxmlformats.org/officeDocument/2006/relationships/slideLayout" Target="/ppt/slideLayouts/slideLayout1.xml" Id="R08d999e8379f4ea8" /><Relationship Type="http://schemas.openxmlformats.org/officeDocument/2006/relationships/slideLayout" Target="/ppt/slideLayouts/slideLayout2.xml" Id="R30f9fd235cb046e7" /><Relationship Type="http://schemas.openxmlformats.org/officeDocument/2006/relationships/slideLayout" Target="/ppt/slideLayouts/slideLayout3.xml" Id="R3e435bd7ba954e9c" /><Relationship Type="http://schemas.openxmlformats.org/officeDocument/2006/relationships/slideLayout" Target="/ppt/slideLayouts/slideLayout4.xml" Id="Rf13da838dba04360" /><Relationship Type="http://schemas.openxmlformats.org/officeDocument/2006/relationships/slideLayout" Target="/ppt/slideLayouts/slideLayout5.xml" Id="R1f2f070635ee4027" /><Relationship Type="http://schemas.openxmlformats.org/officeDocument/2006/relationships/slideLayout" Target="/ppt/slideLayouts/slideLayout6.xml" Id="R0237699c54b1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d999e8379f4ea8"/>
    <p:sldLayoutId xmlns:r="http://schemas.openxmlformats.org/officeDocument/2006/relationships" id="2147483650" r:id="R30f9fd235cb046e7"/>
    <p:sldLayoutId xmlns:r="http://schemas.openxmlformats.org/officeDocument/2006/relationships" id="2147483651" r:id="R3e435bd7ba954e9c"/>
    <p:sldLayoutId xmlns:r="http://schemas.openxmlformats.org/officeDocument/2006/relationships" id="2147483652" r:id="Rf13da838dba04360"/>
    <p:sldLayoutId xmlns:r="http://schemas.openxmlformats.org/officeDocument/2006/relationships" id="2147483653" r:id="R1f2f070635ee4027"/>
    <p:sldLayoutId xmlns:r="http://schemas.openxmlformats.org/officeDocument/2006/relationships" id="2147483654" r:id="R0237699c54b1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c9c9ddc094132" /><Relationship Type="http://schemas.openxmlformats.org/officeDocument/2006/relationships/image" Target="/ppt/media/image.png" Id="Rbb17eb79c36148dd" /><Relationship Type="http://schemas.openxmlformats.org/officeDocument/2006/relationships/image" Target="/ppt/media/image2.png" Id="Rabdd4c09f1ee4efe" /><Relationship Type="http://schemas.openxmlformats.org/officeDocument/2006/relationships/image" Target="/ppt/media/image3.png" Id="R10cb35b402094c37" /><Relationship Type="http://schemas.openxmlformats.org/officeDocument/2006/relationships/image" Target="/ppt/media/image4.png" Id="Rdf772c3e088f487c" /><Relationship Type="http://schemas.openxmlformats.org/officeDocument/2006/relationships/image" Target="/ppt/media/image5.png" Id="R2c299bca76574ad5" /><Relationship Type="http://schemas.openxmlformats.org/officeDocument/2006/relationships/image" Target="/ppt/media/image6.png" Id="Rbe84522e31034367" /><Relationship Type="http://schemas.openxmlformats.org/officeDocument/2006/relationships/image" Target="/ppt/media/image7.png" Id="R24f99fb4597e4a67" /><Relationship Type="http://schemas.openxmlformats.org/officeDocument/2006/relationships/image" Target="/ppt/media/image8.png" Id="R9323f7d222b943c0" /><Relationship Type="http://schemas.openxmlformats.org/officeDocument/2006/relationships/image" Target="/ppt/media/image9.png" Id="Rac94357a61124256" /><Relationship Type="http://schemas.openxmlformats.org/officeDocument/2006/relationships/image" Target="/ppt/media/image10.png" Id="R1e2149d80f7640de" /><Relationship Type="http://schemas.openxmlformats.org/officeDocument/2006/relationships/image" Target="/ppt/media/image11.png" Id="Ra10819ffadca4b8f" /><Relationship Type="http://schemas.openxmlformats.org/officeDocument/2006/relationships/image" Target="/ppt/media/image12.png" Id="R6bb440f4866a4b05" /><Relationship Type="http://schemas.openxmlformats.org/officeDocument/2006/relationships/image" Target="/ppt/media/image13.png" Id="R86e80a3105e24022" /><Relationship Type="http://schemas.openxmlformats.org/officeDocument/2006/relationships/image" Target="/ppt/media/image14.png" Id="R1c39efeda6074303" /><Relationship Type="http://schemas.openxmlformats.org/officeDocument/2006/relationships/image" Target="/ppt/media/image15.png" Id="R0d381cdbebbd4d2b" /><Relationship Type="http://schemas.openxmlformats.org/officeDocument/2006/relationships/image" Target="/ppt/media/image16.png" Id="Ree86914285e941bf" /><Relationship Type="http://schemas.openxmlformats.org/officeDocument/2006/relationships/image" Target="/ppt/media/image17.png" Id="R29a10d3b5fb54115" /><Relationship Type="http://schemas.openxmlformats.org/officeDocument/2006/relationships/image" Target="/ppt/media/image18.png" Id="Rc4344fc9afd2435c" /><Relationship Type="http://schemas.openxmlformats.org/officeDocument/2006/relationships/image" Target="/ppt/media/image19.png" Id="Rfc9f490eba064a7e" /><Relationship Type="http://schemas.openxmlformats.org/officeDocument/2006/relationships/image" Target="/ppt/media/image20.png" Id="R8f16b2c794d54586" /><Relationship Type="http://schemas.openxmlformats.org/officeDocument/2006/relationships/image" Target="/ppt/media/image21.png" Id="R48be05837cf64cfb" /><Relationship Type="http://schemas.openxmlformats.org/officeDocument/2006/relationships/image" Target="/ppt/media/image22.png" Id="R678e8bcc340d4b13" /><Relationship Type="http://schemas.openxmlformats.org/officeDocument/2006/relationships/image" Target="/ppt/media/image23.png" Id="Rba99eba59fb84eac" /><Relationship Type="http://schemas.openxmlformats.org/officeDocument/2006/relationships/image" Target="/ppt/media/image24.png" Id="R8c0f746fdda6467c" /><Relationship Type="http://schemas.openxmlformats.org/officeDocument/2006/relationships/image" Target="/ppt/media/image25.png" Id="R7be7a74a6cbe4607" /><Relationship Type="http://schemas.openxmlformats.org/officeDocument/2006/relationships/image" Target="/ppt/media/image26.png" Id="R83f7676205ed4f90" /><Relationship Type="http://schemas.openxmlformats.org/officeDocument/2006/relationships/image" Target="/ppt/media/image27.png" Id="Rf6ce9f94c3a2441b" /><Relationship Type="http://schemas.openxmlformats.org/officeDocument/2006/relationships/image" Target="/ppt/media/image28.png" Id="R9584bff5a0c04550" /><Relationship Type="http://schemas.openxmlformats.org/officeDocument/2006/relationships/image" Target="/ppt/media/image29.png" Id="Rec519f13e9a64cf4" /><Relationship Type="http://schemas.openxmlformats.org/officeDocument/2006/relationships/notesSlide" Target="/ppt/notesSlides/notesSlide1.xml" Id="R5249e2aa92534f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pink canvas">
            <a:extLst xmlns:a="http://schemas.openxmlformats.org/drawingml/2006/main">
              <a:ext uri="{FF2B5EF4-FFF2-40B4-BE49-F238E27FC236}">
                <a16:creationId xmlns:a16="http://schemas.microsoft.com/office/drawing/2014/main" id="{4E1F9A2E-038A-48DA-90F7-137C2437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735800" cy="9839325"/>
          </a:xfrm>
          <a:custGeom xmlns:a="http://schemas.openxmlformats.org/drawingml/2006/main">
            <a:pathLst>
              <a:path w="19735800" h="9839325">
                <a:moveTo>
                  <a:pt x="0" y="0"/>
                </a:moveTo>
                <a:lnTo>
                  <a:pt x="19735800" y="0"/>
                </a:lnTo>
                <a:cubicBezTo>
                  <a:pt x="19735800" y="0"/>
                  <a:pt x="19735800" y="0"/>
                  <a:pt x="19735800" y="0"/>
                </a:cubicBezTo>
                <a:lnTo>
                  <a:pt x="19735800" y="9839325"/>
                </a:lnTo>
                <a:cubicBezTo>
                  <a:pt x="19735800" y="9839325"/>
                  <a:pt x="19735800" y="9839325"/>
                  <a:pt x="19735800" y="9839325"/>
                </a:cubicBezTo>
                <a:lnTo>
                  <a:pt x="0" y="9839325"/>
                </a:lnTo>
                <a:cubicBezTo>
                  <a:pt x="0" y="9839325"/>
                  <a:pt x="0" y="9839325"/>
                  <a:pt x="0" y="98393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AD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outer frame">
            <a:extLst xmlns:a="http://schemas.openxmlformats.org/drawingml/2006/main">
              <a:ext uri="{FF2B5EF4-FFF2-40B4-BE49-F238E27FC236}">
                <a16:creationId xmlns:a16="http://schemas.microsoft.com/office/drawing/2014/main" id="{4CE06D48-98A1-4FB7-BAA4-D884413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8916650" cy="9277350"/>
          </a:xfrm>
          <a:custGeom xmlns:a="http://schemas.openxmlformats.org/drawingml/2006/main">
            <a:pathLst>
              <a:path w="18916650" h="9277350">
                <a:moveTo>
                  <a:pt x="209550" y="0"/>
                </a:moveTo>
                <a:lnTo>
                  <a:pt x="18707100" y="0"/>
                </a:lnTo>
                <a:cubicBezTo>
                  <a:pt x="18822831" y="0"/>
                  <a:pt x="18916650" y="93819"/>
                  <a:pt x="18916650" y="209550"/>
                </a:cubicBezTo>
                <a:lnTo>
                  <a:pt x="18916650" y="9067800"/>
                </a:lnTo>
                <a:cubicBezTo>
                  <a:pt x="18916650" y="9183531"/>
                  <a:pt x="18822831" y="9277350"/>
                  <a:pt x="18707100" y="9277350"/>
                </a:cubicBezTo>
                <a:lnTo>
                  <a:pt x="209550" y="9277350"/>
                </a:lnTo>
                <a:cubicBezTo>
                  <a:pt x="93819" y="9277350"/>
                  <a:pt x="0" y="9183531"/>
                  <a:pt x="0" y="906780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pattFill xmlns:a="http://schemas.openxmlformats.org/drawingml/2006/main" prst="smCheck">
            <a:fgClr>
              <a:srgbClr val="FFF7FA"/>
            </a:fgClr>
            <a:bgClr>
              <a:srgbClr val="FFFDFE"/>
            </a:bgClr>
          </a:pattFill>
          <a:ln xmlns:a="http://schemas.openxmlformats.org/drawingml/2006/main" w="38100">
            <a:solidFill>
              <a:srgbClr val="F5A5C1"/>
            </a:solidFill>
            <a:prstDash val="solid"/>
          </a:ln>
        </p:spPr>
      </p:sp>
      <p:sp>
        <p:nvSpPr>
          <p:cNvPr id="3" name="CITY AGENT heading">
            <a:extLst xmlns:a="http://schemas.openxmlformats.org/drawingml/2006/main">
              <a:ext uri="{FF2B5EF4-FFF2-40B4-BE49-F238E27FC236}">
                <a16:creationId xmlns:a16="http://schemas.microsoft.com/office/drawing/2014/main" id="{D7EA2640-FEC2-4BDB-A438-F2F7D4C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108585"/>
            <a:ext cx="4143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50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50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CITY AGENT</a:t>
            </a:r>
          </a:p>
        </p:txBody>
      </p:sp>
      <p:sp>
        <p:nvSpPr>
          <p:cNvPr id="4" name="CITY GENERATION heading">
            <a:extLst xmlns:a="http://schemas.openxmlformats.org/drawingml/2006/main">
              <a:ext uri="{FF2B5EF4-FFF2-40B4-BE49-F238E27FC236}">
                <a16:creationId xmlns:a16="http://schemas.microsoft.com/office/drawing/2014/main" id="{F7347E5C-9213-460D-A313-2DB4780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8990416"/>
            <a:ext cx="5857875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52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52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5052" b="1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CITY GENERATION</a:t>
            </a:r>
          </a:p>
        </p:txBody>
      </p:sp>
      <p:sp>
        <p:nvSpPr>
          <p:cNvPr id="5" name="CITY AGENT native stripe 30">
            <a:extLst xmlns:a="http://schemas.openxmlformats.org/drawingml/2006/main">
              <a:ext uri="{FF2B5EF4-FFF2-40B4-BE49-F238E27FC236}">
                <a16:creationId xmlns:a16="http://schemas.microsoft.com/office/drawing/2014/main" id="{506C917E-3627-466C-BD3D-7CDCEBE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6" name="CITY AGENT native stripe 33">
            <a:extLst xmlns:a="http://schemas.openxmlformats.org/drawingml/2006/main">
              <a:ext uri="{FF2B5EF4-FFF2-40B4-BE49-F238E27FC236}">
                <a16:creationId xmlns:a16="http://schemas.microsoft.com/office/drawing/2014/main" id="{0B3A9D3D-5D32-4AE9-81D0-34E92770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432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7" name="CITY AGENT native stripe 36">
            <a:extLst xmlns:a="http://schemas.openxmlformats.org/drawingml/2006/main">
              <a:ext uri="{FF2B5EF4-FFF2-40B4-BE49-F238E27FC236}">
                <a16:creationId xmlns:a16="http://schemas.microsoft.com/office/drawing/2014/main" id="{330D1743-3E3D-41DB-BD58-1C092A5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8" name="CITY AGENT native stripe 39">
            <a:extLst xmlns:a="http://schemas.openxmlformats.org/drawingml/2006/main">
              <a:ext uri="{FF2B5EF4-FFF2-40B4-BE49-F238E27FC236}">
                <a16:creationId xmlns:a16="http://schemas.microsoft.com/office/drawing/2014/main" id="{31F8F645-69CD-4C5F-ACBE-A07D65E6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147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9" name="CITY AGENT native stripe 42">
            <a:extLst xmlns:a="http://schemas.openxmlformats.org/drawingml/2006/main">
              <a:ext uri="{FF2B5EF4-FFF2-40B4-BE49-F238E27FC236}">
                <a16:creationId xmlns:a16="http://schemas.microsoft.com/office/drawing/2014/main" id="{5844509F-83A6-4372-8C36-6F9A3FF8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0" name="CITY AGENT native stripe 45">
            <a:extLst xmlns:a="http://schemas.openxmlformats.org/drawingml/2006/main">
              <a:ext uri="{FF2B5EF4-FFF2-40B4-BE49-F238E27FC236}">
                <a16:creationId xmlns:a16="http://schemas.microsoft.com/office/drawing/2014/main" id="{AB26BFFB-DAF1-4024-9450-975C09A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862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1" name="CITY AGENT native stripe 48">
            <a:extLst xmlns:a="http://schemas.openxmlformats.org/drawingml/2006/main">
              <a:ext uri="{FF2B5EF4-FFF2-40B4-BE49-F238E27FC236}">
                <a16:creationId xmlns:a16="http://schemas.microsoft.com/office/drawing/2014/main" id="{1B8CF23E-43D0-48E5-B640-0DB0D905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720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2" name="CITY AGENT native stripe 51">
            <a:extLst xmlns:a="http://schemas.openxmlformats.org/drawingml/2006/main">
              <a:ext uri="{FF2B5EF4-FFF2-40B4-BE49-F238E27FC236}">
                <a16:creationId xmlns:a16="http://schemas.microsoft.com/office/drawing/2014/main" id="{EA3CE626-E518-4546-AEBB-60837F0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577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3" name="CITY AGENT native stripe 54">
            <a:extLst xmlns:a="http://schemas.openxmlformats.org/drawingml/2006/main">
              <a:ext uri="{FF2B5EF4-FFF2-40B4-BE49-F238E27FC236}">
                <a16:creationId xmlns:a16="http://schemas.microsoft.com/office/drawing/2014/main" id="{39626E43-9193-4B3A-AE39-8D14DC9D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4" name="CITY AGENT native stripe 57">
            <a:extLst xmlns:a="http://schemas.openxmlformats.org/drawingml/2006/main">
              <a:ext uri="{FF2B5EF4-FFF2-40B4-BE49-F238E27FC236}">
                <a16:creationId xmlns:a16="http://schemas.microsoft.com/office/drawing/2014/main" id="{C15AC020-845B-45C3-994D-13C0C19D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4292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5" name="CITY AGENT native stripe 60">
            <a:extLst xmlns:a="http://schemas.openxmlformats.org/drawingml/2006/main">
              <a:ext uri="{FF2B5EF4-FFF2-40B4-BE49-F238E27FC236}">
                <a16:creationId xmlns:a16="http://schemas.microsoft.com/office/drawing/2014/main" id="{ADBC6E3E-0CB7-4CBB-900C-B56DAA11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7150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6" name="CITY AGENT native stripe 63">
            <a:extLst xmlns:a="http://schemas.openxmlformats.org/drawingml/2006/main">
              <a:ext uri="{FF2B5EF4-FFF2-40B4-BE49-F238E27FC236}">
                <a16:creationId xmlns:a16="http://schemas.microsoft.com/office/drawing/2014/main" id="{94AB3FFD-7E14-43F8-94FD-705BA25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0007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7" name="CITY AGENT native stripe 66">
            <a:extLst xmlns:a="http://schemas.openxmlformats.org/drawingml/2006/main">
              <a:ext uri="{FF2B5EF4-FFF2-40B4-BE49-F238E27FC236}">
                <a16:creationId xmlns:a16="http://schemas.microsoft.com/office/drawing/2014/main" id="{C17CF808-36AC-4C27-931F-F7500CD0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865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8" name="CITY AGENT native stripe 69">
            <a:extLst xmlns:a="http://schemas.openxmlformats.org/drawingml/2006/main">
              <a:ext uri="{FF2B5EF4-FFF2-40B4-BE49-F238E27FC236}">
                <a16:creationId xmlns:a16="http://schemas.microsoft.com/office/drawing/2014/main" id="{38D0E43B-0685-44DE-B1F7-6D32698E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9" name="CITY AGENT native stripe 72">
            <a:extLst xmlns:a="http://schemas.openxmlformats.org/drawingml/2006/main">
              <a:ext uri="{FF2B5EF4-FFF2-40B4-BE49-F238E27FC236}">
                <a16:creationId xmlns:a16="http://schemas.microsoft.com/office/drawing/2014/main" id="{1815177B-6A71-47C4-8CF7-7920BF2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0" name="CITY AGENT native stripe 75">
            <a:extLst xmlns:a="http://schemas.openxmlformats.org/drawingml/2006/main">
              <a:ext uri="{FF2B5EF4-FFF2-40B4-BE49-F238E27FC236}">
                <a16:creationId xmlns:a16="http://schemas.microsoft.com/office/drawing/2014/main" id="{40872CE9-D1EE-44B0-B6C9-B4DF0B61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4375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1" name="CITY GENERATION native stripe 962">
            <a:extLst xmlns:a="http://schemas.openxmlformats.org/drawingml/2006/main">
              <a:ext uri="{FF2B5EF4-FFF2-40B4-BE49-F238E27FC236}">
                <a16:creationId xmlns:a16="http://schemas.microsoft.com/office/drawing/2014/main" id="{5ABA3992-C697-4504-8380-7928D661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16305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2" name="CITY GENERATION native stripe 965">
            <a:extLst xmlns:a="http://schemas.openxmlformats.org/drawingml/2006/main">
              <a:ext uri="{FF2B5EF4-FFF2-40B4-BE49-F238E27FC236}">
                <a16:creationId xmlns:a16="http://schemas.microsoft.com/office/drawing/2014/main" id="{E6444DDB-80E1-4573-82D9-C747506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19162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3" name="CITY GENERATION native stripe 968">
            <a:extLst xmlns:a="http://schemas.openxmlformats.org/drawingml/2006/main">
              <a:ext uri="{FF2B5EF4-FFF2-40B4-BE49-F238E27FC236}">
                <a16:creationId xmlns:a16="http://schemas.microsoft.com/office/drawing/2014/main" id="{6398A9D2-9027-4934-B208-EA41C43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22020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4" name="CITY GENERATION native stripe 971">
            <a:extLst xmlns:a="http://schemas.openxmlformats.org/drawingml/2006/main">
              <a:ext uri="{FF2B5EF4-FFF2-40B4-BE49-F238E27FC236}">
                <a16:creationId xmlns:a16="http://schemas.microsoft.com/office/drawing/2014/main" id="{B8CB2FCE-37DE-403F-8FBF-2C50B2B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24877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5" name="CITY GENERATION native stripe 974">
            <a:extLst xmlns:a="http://schemas.openxmlformats.org/drawingml/2006/main">
              <a:ext uri="{FF2B5EF4-FFF2-40B4-BE49-F238E27FC236}">
                <a16:creationId xmlns:a16="http://schemas.microsoft.com/office/drawing/2014/main" id="{C1BF25E5-A061-42EB-93CF-18233494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27735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6" name="CITY GENERATION native stripe 977">
            <a:extLst xmlns:a="http://schemas.openxmlformats.org/drawingml/2006/main">
              <a:ext uri="{FF2B5EF4-FFF2-40B4-BE49-F238E27FC236}">
                <a16:creationId xmlns:a16="http://schemas.microsoft.com/office/drawing/2014/main" id="{D7DEFC69-5ACA-41AE-B698-952BA52D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30592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7" name="CITY GENERATION native stripe 980">
            <a:extLst xmlns:a="http://schemas.openxmlformats.org/drawingml/2006/main">
              <a:ext uri="{FF2B5EF4-FFF2-40B4-BE49-F238E27FC236}">
                <a16:creationId xmlns:a16="http://schemas.microsoft.com/office/drawing/2014/main" id="{DEE260D0-EDB0-4FCF-AFD5-2017089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33450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8" name="CITY GENERATION native stripe 983">
            <a:extLst xmlns:a="http://schemas.openxmlformats.org/drawingml/2006/main">
              <a:ext uri="{FF2B5EF4-FFF2-40B4-BE49-F238E27FC236}">
                <a16:creationId xmlns:a16="http://schemas.microsoft.com/office/drawing/2014/main" id="{5B675133-D1CF-411A-A14B-098B2D73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36307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9" name="CITY GENERATION native stripe 986">
            <a:extLst xmlns:a="http://schemas.openxmlformats.org/drawingml/2006/main">
              <a:ext uri="{FF2B5EF4-FFF2-40B4-BE49-F238E27FC236}">
                <a16:creationId xmlns:a16="http://schemas.microsoft.com/office/drawing/2014/main" id="{8CEDDFE0-F06D-4039-9BDC-95F0C6C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39165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0" name="CITY GENERATION native stripe 989">
            <a:extLst xmlns:a="http://schemas.openxmlformats.org/drawingml/2006/main">
              <a:ext uri="{FF2B5EF4-FFF2-40B4-BE49-F238E27FC236}">
                <a16:creationId xmlns:a16="http://schemas.microsoft.com/office/drawing/2014/main" id="{3F198A60-C31E-40E3-888A-5D8ECD1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42022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1" name="CITY GENERATION native stripe 992">
            <a:extLst xmlns:a="http://schemas.openxmlformats.org/drawingml/2006/main">
              <a:ext uri="{FF2B5EF4-FFF2-40B4-BE49-F238E27FC236}">
                <a16:creationId xmlns:a16="http://schemas.microsoft.com/office/drawing/2014/main" id="{5FC8CF63-75CB-40D0-972B-3271490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44880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2" name="CITY GENERATION native stripe 995">
            <a:extLst xmlns:a="http://schemas.openxmlformats.org/drawingml/2006/main">
              <a:ext uri="{FF2B5EF4-FFF2-40B4-BE49-F238E27FC236}">
                <a16:creationId xmlns:a16="http://schemas.microsoft.com/office/drawing/2014/main" id="{2BC19A6D-0385-449C-8FAC-BC00D21F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47737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3" name="CITY GENERATION native stripe 998">
            <a:extLst xmlns:a="http://schemas.openxmlformats.org/drawingml/2006/main">
              <a:ext uri="{FF2B5EF4-FFF2-40B4-BE49-F238E27FC236}">
                <a16:creationId xmlns:a16="http://schemas.microsoft.com/office/drawing/2014/main" id="{B5CBBE8F-5482-48B1-9991-730CCFF8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0595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4" name="CITY GENERATION native stripe 1001">
            <a:extLst xmlns:a="http://schemas.openxmlformats.org/drawingml/2006/main">
              <a:ext uri="{FF2B5EF4-FFF2-40B4-BE49-F238E27FC236}">
                <a16:creationId xmlns:a16="http://schemas.microsoft.com/office/drawing/2014/main" id="{F97AC349-887C-4CBA-B882-B683C989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3452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5" name="CITY GENERATION native stripe 1004">
            <a:extLst xmlns:a="http://schemas.openxmlformats.org/drawingml/2006/main">
              <a:ext uri="{FF2B5EF4-FFF2-40B4-BE49-F238E27FC236}">
                <a16:creationId xmlns:a16="http://schemas.microsoft.com/office/drawing/2014/main" id="{F5B33EF6-7236-410E-B36C-4DCEDD02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63100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6" name="CITY GENERATION native stripe 1007">
            <a:extLst xmlns:a="http://schemas.openxmlformats.org/drawingml/2006/main">
              <a:ext uri="{FF2B5EF4-FFF2-40B4-BE49-F238E27FC236}">
                <a16:creationId xmlns:a16="http://schemas.microsoft.com/office/drawing/2014/main" id="{9D5099F0-1988-48F3-B390-D60C33D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91675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7" name="generation input frame">
            <a:extLst xmlns:a="http://schemas.openxmlformats.org/drawingml/2006/main">
              <a:ext uri="{FF2B5EF4-FFF2-40B4-BE49-F238E27FC236}">
                <a16:creationId xmlns:a16="http://schemas.microsoft.com/office/drawing/2014/main" id="{1D4561FB-65E4-47A3-B89A-A760B92E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4350"/>
            <a:ext cx="6143625" cy="809625"/>
          </a:xfrm>
          <a:custGeom xmlns:a="http://schemas.openxmlformats.org/drawingml/2006/main">
            <a:pathLst>
              <a:path w="6143625" h="809625">
                <a:moveTo>
                  <a:pt x="76200" y="0"/>
                </a:moveTo>
                <a:lnTo>
                  <a:pt x="6067425" y="0"/>
                </a:lnTo>
                <a:cubicBezTo>
                  <a:pt x="6109509" y="0"/>
                  <a:pt x="6143625" y="34116"/>
                  <a:pt x="6143625" y="76200"/>
                </a:cubicBezTo>
                <a:lnTo>
                  <a:pt x="6143625" y="733425"/>
                </a:lnTo>
                <a:cubicBezTo>
                  <a:pt x="6143625" y="775509"/>
                  <a:pt x="6109509" y="809625"/>
                  <a:pt x="6067425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9FC"/>
          </a:solidFill>
          <a:ln xmlns:a="http://schemas.openxmlformats.org/drawingml/2006/main" w="19050">
            <a:solidFill>
              <a:srgbClr val="F792B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0054E-394D-479D-8264-73F328F51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7eb79c36148dd"/>
          <a:stretch xmlns:a="http://schemas.openxmlformats.org/drawingml/2006/main"/>
        </p:blipFill>
        <p:spPr>
          <a:xfrm xmlns:a="http://schemas.openxmlformats.org/drawingml/2006/main">
            <a:off x="885825" y="523875"/>
            <a:ext cx="819150" cy="809625"/>
          </a:xfrm>
          <a:prstGeom xmlns:a="http://schemas.openxmlformats.org/drawingml/2006/main" prst="rect">
            <a:avLst/>
          </a:prstGeom>
        </p:spPr>
      </p:pic>
      <p:sp>
        <p:nvSpPr>
          <p:cNvPr id="39" name="input prefix">
            <a:extLst xmlns:a="http://schemas.openxmlformats.org/drawingml/2006/main">
              <a:ext uri="{FF2B5EF4-FFF2-40B4-BE49-F238E27FC236}">
                <a16:creationId xmlns:a16="http://schemas.microsoft.com/office/drawing/2014/main" id="{F05675AA-2A83-45B6-9510-EB2269FE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655892"/>
            <a:ext cx="762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40" name="input first line">
            <a:extLst xmlns:a="http://schemas.openxmlformats.org/drawingml/2006/main">
              <a:ext uri="{FF2B5EF4-FFF2-40B4-BE49-F238E27FC236}">
                <a16:creationId xmlns:a16="http://schemas.microsoft.com/office/drawing/2014/main" id="{A95050C4-9DA6-479C-995D-DCFDB1C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665417"/>
            <a:ext cx="50006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autumn anime-style scene with pink buildings</a:t>
            </a:r>
          </a:p>
        </p:txBody>
      </p:sp>
      <p:sp>
        <p:nvSpPr>
          <p:cNvPr id="41" name="input second line">
            <a:extLst xmlns:a="http://schemas.openxmlformats.org/drawingml/2006/main">
              <a:ext uri="{FF2B5EF4-FFF2-40B4-BE49-F238E27FC236}">
                <a16:creationId xmlns:a16="http://schemas.microsoft.com/office/drawing/2014/main" id="{0976993F-C000-4B8B-A97A-65A4A598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913067"/>
            <a:ext cx="57721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a land with sunset pink and purple lighting.</a:t>
            </a:r>
          </a:p>
        </p:txBody>
      </p:sp>
      <p:sp>
        <p:nvSpPr>
          <p:cNvPr id="42" name="Step 1: label panel">
            <a:extLst xmlns:a="http://schemas.openxmlformats.org/drawingml/2006/main">
              <a:ext uri="{FF2B5EF4-FFF2-40B4-BE49-F238E27FC236}">
                <a16:creationId xmlns:a16="http://schemas.microsoft.com/office/drawing/2014/main" id="{404AC0BF-1E22-43FC-A33E-2759EEB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9725"/>
            <a:ext cx="4305300" cy="504825"/>
          </a:xfrm>
          <a:custGeom xmlns:a="http://schemas.openxmlformats.org/drawingml/2006/main">
            <a:pathLst>
              <a:path w="4305300" h="504825">
                <a:moveTo>
                  <a:pt x="85725" y="0"/>
                </a:moveTo>
                <a:lnTo>
                  <a:pt x="4219575" y="0"/>
                </a:lnTo>
                <a:cubicBezTo>
                  <a:pt x="4266920" y="0"/>
                  <a:pt x="4305300" y="38380"/>
                  <a:pt x="4305300" y="85725"/>
                </a:cubicBezTo>
                <a:lnTo>
                  <a:pt x="4305300" y="419100"/>
                </a:lnTo>
                <a:cubicBezTo>
                  <a:pt x="4305300" y="466445"/>
                  <a:pt x="4266920" y="504825"/>
                  <a:pt x="4219575" y="504825"/>
                </a:cubicBezTo>
                <a:lnTo>
                  <a:pt x="85725" y="504825"/>
                </a:lnTo>
                <a:cubicBezTo>
                  <a:pt x="38380" y="504825"/>
                  <a:pt x="0" y="466445"/>
                  <a:pt x="0" y="4191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Step 1: prefix">
            <a:extLst xmlns:a="http://schemas.openxmlformats.org/drawingml/2006/main">
              <a:ext uri="{FF2B5EF4-FFF2-40B4-BE49-F238E27FC236}">
                <a16:creationId xmlns:a16="http://schemas.microsoft.com/office/drawing/2014/main" id="{5F6846FC-D68D-4488-9835-3020F750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1722530"/>
            <a:ext cx="733425" cy="307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1732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Step 1:</a:t>
            </a:r>
          </a:p>
        </p:txBody>
      </p:sp>
      <p:sp>
        <p:nvSpPr>
          <p:cNvPr id="44" name="Step 1: title">
            <a:extLst xmlns:a="http://schemas.openxmlformats.org/drawingml/2006/main">
              <a:ext uri="{FF2B5EF4-FFF2-40B4-BE49-F238E27FC236}">
                <a16:creationId xmlns:a16="http://schemas.microsoft.com/office/drawing/2014/main" id="{85E70702-3BB5-44A4-B405-088EAA4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1721256"/>
            <a:ext cx="3305175" cy="317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Layout/Height map Generation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0D152-3D99-44DF-8694-FB32F2BD4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d4c09f1ee4efe"/>
          <a:stretch xmlns:a="http://schemas.openxmlformats.org/drawingml/2006/main"/>
        </p:blipFill>
        <p:spPr>
          <a:xfrm xmlns:a="http://schemas.openxmlformats.org/drawingml/2006/main">
            <a:off x="1647825" y="1609725"/>
            <a:ext cx="504825" cy="485775"/>
          </a:xfrm>
          <a:prstGeom xmlns:a="http://schemas.openxmlformats.org/drawingml/2006/main" prst="rect">
            <a:avLst/>
          </a:prstGeom>
        </p:spPr>
      </p:pic>
      <p:sp>
        <p:nvSpPr>
          <p:cNvPr id="46" name="Step 2: label panel">
            <a:extLst xmlns:a="http://schemas.openxmlformats.org/drawingml/2006/main">
              <a:ext uri="{FF2B5EF4-FFF2-40B4-BE49-F238E27FC236}">
                <a16:creationId xmlns:a16="http://schemas.microsoft.com/office/drawing/2014/main" id="{3409A2AF-6AA8-4400-A403-E1CFAE4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48100"/>
            <a:ext cx="2971800" cy="504825"/>
          </a:xfrm>
          <a:custGeom xmlns:a="http://schemas.openxmlformats.org/drawingml/2006/main">
            <a:pathLst>
              <a:path w="2971800" h="504825">
                <a:moveTo>
                  <a:pt x="85725" y="0"/>
                </a:moveTo>
                <a:lnTo>
                  <a:pt x="2886075" y="0"/>
                </a:lnTo>
                <a:cubicBezTo>
                  <a:pt x="2933420" y="0"/>
                  <a:pt x="2971800" y="38380"/>
                  <a:pt x="2971800" y="85725"/>
                </a:cubicBezTo>
                <a:lnTo>
                  <a:pt x="2971800" y="419100"/>
                </a:lnTo>
                <a:cubicBezTo>
                  <a:pt x="2971800" y="466445"/>
                  <a:pt x="2933420" y="504825"/>
                  <a:pt x="2886075" y="504825"/>
                </a:cubicBezTo>
                <a:lnTo>
                  <a:pt x="85725" y="504825"/>
                </a:lnTo>
                <a:cubicBezTo>
                  <a:pt x="38380" y="504825"/>
                  <a:pt x="0" y="466445"/>
                  <a:pt x="0" y="4191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7" name="Step 2: prefix">
            <a:extLst xmlns:a="http://schemas.openxmlformats.org/drawingml/2006/main">
              <a:ext uri="{FF2B5EF4-FFF2-40B4-BE49-F238E27FC236}">
                <a16:creationId xmlns:a16="http://schemas.microsoft.com/office/drawing/2014/main" id="{918143D9-AF2C-4A32-BD68-493FDFD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3960905"/>
            <a:ext cx="733425" cy="307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1732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Step 2:</a:t>
            </a:r>
          </a:p>
        </p:txBody>
      </p:sp>
      <p:sp>
        <p:nvSpPr>
          <p:cNvPr id="48" name="Step 2: title">
            <a:extLst xmlns:a="http://schemas.openxmlformats.org/drawingml/2006/main">
              <a:ext uri="{FF2B5EF4-FFF2-40B4-BE49-F238E27FC236}">
                <a16:creationId xmlns:a16="http://schemas.microsoft.com/office/drawing/2014/main" id="{3D87EF24-6526-4509-BAA4-606F150A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3960336"/>
            <a:ext cx="1971675" cy="31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Generation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54ED5D-BDD7-4262-A068-210663AFC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b35b402094c37"/>
          <a:stretch xmlns:a="http://schemas.openxmlformats.org/drawingml/2006/main"/>
        </p:blipFill>
        <p:spPr>
          <a:xfrm xmlns:a="http://schemas.openxmlformats.org/drawingml/2006/main">
            <a:off x="1638300" y="3848100"/>
            <a:ext cx="514350" cy="504825"/>
          </a:xfrm>
          <a:prstGeom xmlns:a="http://schemas.openxmlformats.org/drawingml/2006/main" prst="rect">
            <a:avLst/>
          </a:prstGeom>
        </p:spPr>
      </p:pic>
      <p:sp>
        <p:nvSpPr>
          <p:cNvPr id="50" name="Step 3: label panel">
            <a:extLst xmlns:a="http://schemas.openxmlformats.org/drawingml/2006/main">
              <a:ext uri="{FF2B5EF4-FFF2-40B4-BE49-F238E27FC236}">
                <a16:creationId xmlns:a16="http://schemas.microsoft.com/office/drawing/2014/main" id="{E17E1C82-D558-42A0-B783-D4F4C152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000750"/>
            <a:ext cx="3048000" cy="504825"/>
          </a:xfrm>
          <a:custGeom xmlns:a="http://schemas.openxmlformats.org/drawingml/2006/main">
            <a:pathLst>
              <a:path w="3048000" h="504825">
                <a:moveTo>
                  <a:pt x="85725" y="0"/>
                </a:moveTo>
                <a:lnTo>
                  <a:pt x="2962275" y="0"/>
                </a:lnTo>
                <a:cubicBezTo>
                  <a:pt x="3009620" y="0"/>
                  <a:pt x="3048000" y="38380"/>
                  <a:pt x="3048000" y="85725"/>
                </a:cubicBezTo>
                <a:lnTo>
                  <a:pt x="3048000" y="419100"/>
                </a:lnTo>
                <a:cubicBezTo>
                  <a:pt x="3048000" y="466445"/>
                  <a:pt x="3009620" y="504825"/>
                  <a:pt x="2962275" y="504825"/>
                </a:cubicBezTo>
                <a:lnTo>
                  <a:pt x="85725" y="504825"/>
                </a:lnTo>
                <a:cubicBezTo>
                  <a:pt x="38380" y="504825"/>
                  <a:pt x="0" y="466445"/>
                  <a:pt x="0" y="4191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Step 3: prefix">
            <a:extLst xmlns:a="http://schemas.openxmlformats.org/drawingml/2006/main">
              <a:ext uri="{FF2B5EF4-FFF2-40B4-BE49-F238E27FC236}">
                <a16:creationId xmlns:a16="http://schemas.microsoft.com/office/drawing/2014/main" id="{1D4B3797-3237-407B-8556-D6DBAC18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6113555"/>
            <a:ext cx="733425" cy="307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1732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Step 3:</a:t>
            </a:r>
          </a:p>
        </p:txBody>
      </p:sp>
      <p:sp>
        <p:nvSpPr>
          <p:cNvPr id="52" name="Step 3: title">
            <a:extLst xmlns:a="http://schemas.openxmlformats.org/drawingml/2006/main">
              <a:ext uri="{FF2B5EF4-FFF2-40B4-BE49-F238E27FC236}">
                <a16:creationId xmlns:a16="http://schemas.microsoft.com/office/drawing/2014/main" id="{5E49EDDA-7C92-422C-A889-CFC4F06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6112002"/>
            <a:ext cx="2047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Terrain Generation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F6F52D-6D37-4932-9640-E72169663D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72c3e088f487c"/>
          <a:stretch xmlns:a="http://schemas.openxmlformats.org/drawingml/2006/main"/>
        </p:blipFill>
        <p:spPr>
          <a:xfrm xmlns:a="http://schemas.openxmlformats.org/drawingml/2006/main">
            <a:off x="1971675" y="6000750"/>
            <a:ext cx="533400" cy="504825"/>
          </a:xfrm>
          <a:prstGeom xmlns:a="http://schemas.openxmlformats.org/drawingml/2006/main" prst="rect">
            <a:avLst/>
          </a:prstGeom>
        </p:spPr>
      </p:pic>
      <p:sp>
        <p:nvSpPr>
          <p:cNvPr id="54" name="layout generation group">
            <a:extLst xmlns:a="http://schemas.openxmlformats.org/drawingml/2006/main">
              <a:ext uri="{FF2B5EF4-FFF2-40B4-BE49-F238E27FC236}">
                <a16:creationId xmlns:a16="http://schemas.microsoft.com/office/drawing/2014/main" id="{04897AE5-E651-4F86-B72C-0F5304B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371975" cy="1390650"/>
          </a:xfrm>
          <a:custGeom xmlns:a="http://schemas.openxmlformats.org/drawingml/2006/main">
            <a:pathLst>
              <a:path w="4371975" h="1390650">
                <a:moveTo>
                  <a:pt x="0" y="0"/>
                </a:moveTo>
                <a:lnTo>
                  <a:pt x="4371975" y="0"/>
                </a:lnTo>
                <a:cubicBezTo>
                  <a:pt x="4371975" y="0"/>
                  <a:pt x="4371975" y="0"/>
                  <a:pt x="4371975" y="0"/>
                </a:cubicBezTo>
                <a:lnTo>
                  <a:pt x="4371975" y="1390650"/>
                </a:lnTo>
                <a:cubicBezTo>
                  <a:pt x="4371975" y="1390650"/>
                  <a:pt x="4371975" y="1390650"/>
                  <a:pt x="4371975" y="1390650"/>
                </a:cubicBezTo>
                <a:lnTo>
                  <a:pt x="0" y="1390650"/>
                </a:lnTo>
                <a:cubicBezTo>
                  <a:pt x="0" y="1390650"/>
                  <a:pt x="0" y="1390650"/>
                  <a:pt x="0" y="13906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DB7CD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layout panel grid vertical 136">
            <a:extLst xmlns:a="http://schemas.openxmlformats.org/drawingml/2006/main">
              <a:ext uri="{FF2B5EF4-FFF2-40B4-BE49-F238E27FC236}">
                <a16:creationId xmlns:a16="http://schemas.microsoft.com/office/drawing/2014/main" id="{E5A21B29-E692-4EE5-A23F-EACAABF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6" name="layout panel grid vertical 158">
            <a:extLst xmlns:a="http://schemas.openxmlformats.org/drawingml/2006/main">
              <a:ext uri="{FF2B5EF4-FFF2-40B4-BE49-F238E27FC236}">
                <a16:creationId xmlns:a16="http://schemas.microsoft.com/office/drawing/2014/main" id="{917CFAFF-FA91-46BB-B2EB-038A905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7" name="layout panel grid vertical 180">
            <a:extLst xmlns:a="http://schemas.openxmlformats.org/drawingml/2006/main">
              <a:ext uri="{FF2B5EF4-FFF2-40B4-BE49-F238E27FC236}">
                <a16:creationId xmlns:a16="http://schemas.microsoft.com/office/drawing/2014/main" id="{735971D0-B961-42D9-94F2-4E0CF81B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8" name="layout panel grid vertical 202">
            <a:extLst xmlns:a="http://schemas.openxmlformats.org/drawingml/2006/main">
              <a:ext uri="{FF2B5EF4-FFF2-40B4-BE49-F238E27FC236}">
                <a16:creationId xmlns:a16="http://schemas.microsoft.com/office/drawing/2014/main" id="{5AE89C6E-87CB-4565-A65F-4DD74A10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9" name="layout panel grid vertical 224">
            <a:extLst xmlns:a="http://schemas.openxmlformats.org/drawingml/2006/main">
              <a:ext uri="{FF2B5EF4-FFF2-40B4-BE49-F238E27FC236}">
                <a16:creationId xmlns:a16="http://schemas.microsoft.com/office/drawing/2014/main" id="{5FB4063A-7E8C-4AE8-ADD0-E094CC3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0" name="layout panel grid vertical 246">
            <a:extLst xmlns:a="http://schemas.openxmlformats.org/drawingml/2006/main">
              <a:ext uri="{FF2B5EF4-FFF2-40B4-BE49-F238E27FC236}">
                <a16:creationId xmlns:a16="http://schemas.microsoft.com/office/drawing/2014/main" id="{498A7E25-00CC-4937-8FFF-E3F14CC4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1" name="layout panel grid vertical 268">
            <a:extLst xmlns:a="http://schemas.openxmlformats.org/drawingml/2006/main">
              <a:ext uri="{FF2B5EF4-FFF2-40B4-BE49-F238E27FC236}">
                <a16:creationId xmlns:a16="http://schemas.microsoft.com/office/drawing/2014/main" id="{04DA6633-1338-437E-8E0C-FA97C2EC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2" name="layout panel grid vertical 290">
            <a:extLst xmlns:a="http://schemas.openxmlformats.org/drawingml/2006/main">
              <a:ext uri="{FF2B5EF4-FFF2-40B4-BE49-F238E27FC236}">
                <a16:creationId xmlns:a16="http://schemas.microsoft.com/office/drawing/2014/main" id="{A33F70F0-84EB-453A-9799-B91709DF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3" name="layout panel grid vertical 312">
            <a:extLst xmlns:a="http://schemas.openxmlformats.org/drawingml/2006/main">
              <a:ext uri="{FF2B5EF4-FFF2-40B4-BE49-F238E27FC236}">
                <a16:creationId xmlns:a16="http://schemas.microsoft.com/office/drawing/2014/main" id="{EB201A2E-E9EE-4E30-B114-D49384E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4" name="layout panel grid vertical 334">
            <a:extLst xmlns:a="http://schemas.openxmlformats.org/drawingml/2006/main">
              <a:ext uri="{FF2B5EF4-FFF2-40B4-BE49-F238E27FC236}">
                <a16:creationId xmlns:a16="http://schemas.microsoft.com/office/drawing/2014/main" id="{6ED424B5-B9AE-44CC-9D4B-BDDF7E4F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5" name="layout panel grid vertical 356">
            <a:extLst xmlns:a="http://schemas.openxmlformats.org/drawingml/2006/main">
              <a:ext uri="{FF2B5EF4-FFF2-40B4-BE49-F238E27FC236}">
                <a16:creationId xmlns:a16="http://schemas.microsoft.com/office/drawing/2014/main" id="{B9A7532E-9CE3-4EBB-B53F-CA188887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6" name="layout panel grid vertical 378">
            <a:extLst xmlns:a="http://schemas.openxmlformats.org/drawingml/2006/main">
              <a:ext uri="{FF2B5EF4-FFF2-40B4-BE49-F238E27FC236}">
                <a16:creationId xmlns:a16="http://schemas.microsoft.com/office/drawing/2014/main" id="{77D26274-48D8-4274-BE88-64E61EC6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7" name="layout panel grid vertical 400">
            <a:extLst xmlns:a="http://schemas.openxmlformats.org/drawingml/2006/main">
              <a:ext uri="{FF2B5EF4-FFF2-40B4-BE49-F238E27FC236}">
                <a16:creationId xmlns:a16="http://schemas.microsoft.com/office/drawing/2014/main" id="{DAF7B812-41FE-4635-AA11-E0ACD1E4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8" name="layout panel grid vertical 422">
            <a:extLst xmlns:a="http://schemas.openxmlformats.org/drawingml/2006/main">
              <a:ext uri="{FF2B5EF4-FFF2-40B4-BE49-F238E27FC236}">
                <a16:creationId xmlns:a16="http://schemas.microsoft.com/office/drawing/2014/main" id="{F6F4ABD9-9872-4BB1-B0F0-00D3192E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9" name="layout panel grid vertical 444">
            <a:extLst xmlns:a="http://schemas.openxmlformats.org/drawingml/2006/main">
              <a:ext uri="{FF2B5EF4-FFF2-40B4-BE49-F238E27FC236}">
                <a16:creationId xmlns:a16="http://schemas.microsoft.com/office/drawing/2014/main" id="{903CE8DA-8E29-4F6F-B45E-D0F7E67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0" name="layout panel grid vertical 466">
            <a:extLst xmlns:a="http://schemas.openxmlformats.org/drawingml/2006/main">
              <a:ext uri="{FF2B5EF4-FFF2-40B4-BE49-F238E27FC236}">
                <a16:creationId xmlns:a16="http://schemas.microsoft.com/office/drawing/2014/main" id="{AC0CFE9C-EACA-4126-A958-247FCB5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1" name="layout panel grid vertical 488">
            <a:extLst xmlns:a="http://schemas.openxmlformats.org/drawingml/2006/main">
              <a:ext uri="{FF2B5EF4-FFF2-40B4-BE49-F238E27FC236}">
                <a16:creationId xmlns:a16="http://schemas.microsoft.com/office/drawing/2014/main" id="{9E659817-6ABE-49ED-B7BF-3E8D174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2" name="layout panel grid vertical 510">
            <a:extLst xmlns:a="http://schemas.openxmlformats.org/drawingml/2006/main">
              <a:ext uri="{FF2B5EF4-FFF2-40B4-BE49-F238E27FC236}">
                <a16:creationId xmlns:a16="http://schemas.microsoft.com/office/drawing/2014/main" id="{4CC20CF8-F078-4C0D-827A-977AD6F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3" name="layout panel grid vertical 532">
            <a:extLst xmlns:a="http://schemas.openxmlformats.org/drawingml/2006/main">
              <a:ext uri="{FF2B5EF4-FFF2-40B4-BE49-F238E27FC236}">
                <a16:creationId xmlns:a16="http://schemas.microsoft.com/office/drawing/2014/main" id="{C10BD9CE-7481-4E97-8919-6F946DF1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4" name="layout panel grid vertical 554">
            <a:extLst xmlns:a="http://schemas.openxmlformats.org/drawingml/2006/main">
              <a:ext uri="{FF2B5EF4-FFF2-40B4-BE49-F238E27FC236}">
                <a16:creationId xmlns:a16="http://schemas.microsoft.com/office/drawing/2014/main" id="{D2FF112A-562B-4913-B3AB-6B316396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5" name="layout panel grid vertical 576">
            <a:extLst xmlns:a="http://schemas.openxmlformats.org/drawingml/2006/main">
              <a:ext uri="{FF2B5EF4-FFF2-40B4-BE49-F238E27FC236}">
                <a16:creationId xmlns:a16="http://schemas.microsoft.com/office/drawing/2014/main" id="{9513E1AC-09F2-41FF-AF4B-CA5942D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43150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6" name="layout panel grid horizontal 246">
            <a:extLst xmlns:a="http://schemas.openxmlformats.org/drawingml/2006/main">
              <a:ext uri="{FF2B5EF4-FFF2-40B4-BE49-F238E27FC236}">
                <a16:creationId xmlns:a16="http://schemas.microsoft.com/office/drawing/2014/main" id="{13FC9CB4-97FF-4377-8F4C-0265956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7" name="layout panel grid horizontal 268">
            <a:extLst xmlns:a="http://schemas.openxmlformats.org/drawingml/2006/main">
              <a:ext uri="{FF2B5EF4-FFF2-40B4-BE49-F238E27FC236}">
                <a16:creationId xmlns:a16="http://schemas.microsoft.com/office/drawing/2014/main" id="{BE8793A4-F909-44B0-A83B-D0D9B6BA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8" name="layout panel grid horizontal 290">
            <a:extLst xmlns:a="http://schemas.openxmlformats.org/drawingml/2006/main">
              <a:ext uri="{FF2B5EF4-FFF2-40B4-BE49-F238E27FC236}">
                <a16:creationId xmlns:a16="http://schemas.microsoft.com/office/drawing/2014/main" id="{609D1E7B-3DBD-4F25-ADAF-C9E1976E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9" name="layout panel grid horizontal 312">
            <a:extLst xmlns:a="http://schemas.openxmlformats.org/drawingml/2006/main">
              <a:ext uri="{FF2B5EF4-FFF2-40B4-BE49-F238E27FC236}">
                <a16:creationId xmlns:a16="http://schemas.microsoft.com/office/drawing/2014/main" id="{9B796E7E-E5D7-4DBF-82A2-7B2E2B42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7180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0" name="layout panel grid horizontal 334">
            <a:extLst xmlns:a="http://schemas.openxmlformats.org/drawingml/2006/main">
              <a:ext uri="{FF2B5EF4-FFF2-40B4-BE49-F238E27FC236}">
                <a16:creationId xmlns:a16="http://schemas.microsoft.com/office/drawing/2014/main" id="{1B2C57CD-D1EB-429E-80BE-F33A4DD7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1" name="layout panel grid horizontal 356">
            <a:extLst xmlns:a="http://schemas.openxmlformats.org/drawingml/2006/main">
              <a:ext uri="{FF2B5EF4-FFF2-40B4-BE49-F238E27FC236}">
                <a16:creationId xmlns:a16="http://schemas.microsoft.com/office/drawing/2014/main" id="{680FCD44-F236-42DC-9C74-ABE34E5E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2" name="layout panel grid horizontal 378">
            <a:extLst xmlns:a="http://schemas.openxmlformats.org/drawingml/2006/main">
              <a:ext uri="{FF2B5EF4-FFF2-40B4-BE49-F238E27FC236}">
                <a16:creationId xmlns:a16="http://schemas.microsoft.com/office/drawing/2014/main" id="{4B8D8535-D399-4F82-A8A8-4695D2F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3" name="layout group dashed inset">
            <a:extLst xmlns:a="http://schemas.openxmlformats.org/drawingml/2006/main">
              <a:ext uri="{FF2B5EF4-FFF2-40B4-BE49-F238E27FC236}">
                <a16:creationId xmlns:a16="http://schemas.microsoft.com/office/drawing/2014/main" id="{52110168-549F-49B6-9D7C-D961E2D8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4248150" cy="1266825"/>
          </a:xfrm>
          <a:custGeom xmlns:a="http://schemas.openxmlformats.org/drawingml/2006/main">
            <a:pathLst>
              <a:path w="4248150" h="1266825">
                <a:moveTo>
                  <a:pt x="0" y="0"/>
                </a:moveTo>
                <a:lnTo>
                  <a:pt x="4248150" y="0"/>
                </a:lnTo>
                <a:cubicBezTo>
                  <a:pt x="4248150" y="0"/>
                  <a:pt x="4248150" y="0"/>
                  <a:pt x="4248150" y="0"/>
                </a:cubicBezTo>
                <a:lnTo>
                  <a:pt x="4248150" y="1266825"/>
                </a:lnTo>
                <a:cubicBezTo>
                  <a:pt x="4248150" y="1266825"/>
                  <a:pt x="4248150" y="1266825"/>
                  <a:pt x="4248150" y="1266825"/>
                </a:cubicBezTo>
                <a:lnTo>
                  <a:pt x="0" y="1266825"/>
                </a:lnTo>
                <a:cubicBezTo>
                  <a:pt x="0" y="1266825"/>
                  <a:pt x="0" y="1266825"/>
                  <a:pt x="0" y="12668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DE8F0"/>
            </a:solidFill>
            <a:prstDash val="dash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71A807-CCF9-4D32-9B20-8CA1FB62AE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99bca76574ad5"/>
          <a:stretch xmlns:a="http://schemas.openxmlformats.org/drawingml/2006/main"/>
        </p:blipFill>
        <p:spPr>
          <a:xfrm xmlns:a="http://schemas.openxmlformats.org/drawingml/2006/main">
            <a:off x="2105025" y="2352675"/>
            <a:ext cx="1162050" cy="1181100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49FDC5-D8EC-4253-AE86-07088DAF1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4522e31034367"/>
          <a:stretch xmlns:a="http://schemas.openxmlformats.org/drawingml/2006/main"/>
        </p:blipFill>
        <p:spPr>
          <a:xfrm xmlns:a="http://schemas.openxmlformats.org/drawingml/2006/main">
            <a:off x="3686175" y="2371725"/>
            <a:ext cx="1171575" cy="1162050"/>
          </a:xfrm>
          <a:prstGeom xmlns:a="http://schemas.openxmlformats.org/drawingml/2006/main" prst="rect">
            <a:avLst/>
          </a:prstGeom>
        </p:spPr>
      </p:pic>
      <p:sp>
        <p:nvSpPr>
          <p:cNvPr id="86" name="assets generation group">
            <a:extLst xmlns:a="http://schemas.openxmlformats.org/drawingml/2006/main">
              <a:ext uri="{FF2B5EF4-FFF2-40B4-BE49-F238E27FC236}">
                <a16:creationId xmlns:a16="http://schemas.microsoft.com/office/drawing/2014/main" id="{2A8A2CAE-563C-4A07-AF6D-35AE7F23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4391025" cy="1362075"/>
          </a:xfrm>
          <a:custGeom xmlns:a="http://schemas.openxmlformats.org/drawingml/2006/main">
            <a:pathLst>
              <a:path w="4391025" h="1362075">
                <a:moveTo>
                  <a:pt x="0" y="0"/>
                </a:moveTo>
                <a:lnTo>
                  <a:pt x="4391025" y="0"/>
                </a:lnTo>
                <a:cubicBezTo>
                  <a:pt x="4391025" y="0"/>
                  <a:pt x="4391025" y="0"/>
                  <a:pt x="4391025" y="0"/>
                </a:cubicBezTo>
                <a:lnTo>
                  <a:pt x="4391025" y="1362075"/>
                </a:lnTo>
                <a:cubicBezTo>
                  <a:pt x="4391025" y="1362075"/>
                  <a:pt x="4391025" y="1362075"/>
                  <a:pt x="4391025" y="1362075"/>
                </a:cubicBezTo>
                <a:lnTo>
                  <a:pt x="0" y="1362075"/>
                </a:lnTo>
                <a:cubicBezTo>
                  <a:pt x="0" y="1362075"/>
                  <a:pt x="0" y="1362075"/>
                  <a:pt x="0" y="1362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DB7CD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7" name="assets panel grid vertical 99">
            <a:extLst xmlns:a="http://schemas.openxmlformats.org/drawingml/2006/main">
              <a:ext uri="{FF2B5EF4-FFF2-40B4-BE49-F238E27FC236}">
                <a16:creationId xmlns:a16="http://schemas.microsoft.com/office/drawing/2014/main" id="{70D153B7-6C1F-4484-9E0D-48EE2FDB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8" name="assets panel grid vertical 121">
            <a:extLst xmlns:a="http://schemas.openxmlformats.org/drawingml/2006/main">
              <a:ext uri="{FF2B5EF4-FFF2-40B4-BE49-F238E27FC236}">
                <a16:creationId xmlns:a16="http://schemas.microsoft.com/office/drawing/2014/main" id="{D88532C1-EC2C-415A-96F5-0E0AB33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9" name="assets panel grid vertical 143">
            <a:extLst xmlns:a="http://schemas.openxmlformats.org/drawingml/2006/main">
              <a:ext uri="{FF2B5EF4-FFF2-40B4-BE49-F238E27FC236}">
                <a16:creationId xmlns:a16="http://schemas.microsoft.com/office/drawing/2014/main" id="{2E62AA2A-16CA-42FC-BE68-C75705A8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0" name="assets panel grid vertical 165">
            <a:extLst xmlns:a="http://schemas.openxmlformats.org/drawingml/2006/main">
              <a:ext uri="{FF2B5EF4-FFF2-40B4-BE49-F238E27FC236}">
                <a16:creationId xmlns:a16="http://schemas.microsoft.com/office/drawing/2014/main" id="{4454DE5D-0676-4E0A-9511-DDC4E6FA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1" name="assets panel grid vertical 187">
            <a:extLst xmlns:a="http://schemas.openxmlformats.org/drawingml/2006/main">
              <a:ext uri="{FF2B5EF4-FFF2-40B4-BE49-F238E27FC236}">
                <a16:creationId xmlns:a16="http://schemas.microsoft.com/office/drawing/2014/main" id="{B83E4207-00D3-4165-8E82-0931AABE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2" name="assets panel grid vertical 209">
            <a:extLst xmlns:a="http://schemas.openxmlformats.org/drawingml/2006/main">
              <a:ext uri="{FF2B5EF4-FFF2-40B4-BE49-F238E27FC236}">
                <a16:creationId xmlns:a16="http://schemas.microsoft.com/office/drawing/2014/main" id="{43BEFE7C-366D-4943-B20E-B4599946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3" name="assets panel grid vertical 231">
            <a:extLst xmlns:a="http://schemas.openxmlformats.org/drawingml/2006/main">
              <a:ext uri="{FF2B5EF4-FFF2-40B4-BE49-F238E27FC236}">
                <a16:creationId xmlns:a16="http://schemas.microsoft.com/office/drawing/2014/main" id="{FCCFC6CD-11EF-4CDF-825F-DCE8DB11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4" name="assets panel grid vertical 253">
            <a:extLst xmlns:a="http://schemas.openxmlformats.org/drawingml/2006/main">
              <a:ext uri="{FF2B5EF4-FFF2-40B4-BE49-F238E27FC236}">
                <a16:creationId xmlns:a16="http://schemas.microsoft.com/office/drawing/2014/main" id="{CAA7E5BA-5FD8-443B-BF41-5A921992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5" name="assets panel grid vertical 275">
            <a:extLst xmlns:a="http://schemas.openxmlformats.org/drawingml/2006/main">
              <a:ext uri="{FF2B5EF4-FFF2-40B4-BE49-F238E27FC236}">
                <a16:creationId xmlns:a16="http://schemas.microsoft.com/office/drawing/2014/main" id="{C071BDAC-A8AA-4371-BD49-34875F4F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6" name="assets panel grid vertical 297">
            <a:extLst xmlns:a="http://schemas.openxmlformats.org/drawingml/2006/main">
              <a:ext uri="{FF2B5EF4-FFF2-40B4-BE49-F238E27FC236}">
                <a16:creationId xmlns:a16="http://schemas.microsoft.com/office/drawing/2014/main" id="{49350FBE-02C3-407F-93F5-1167D09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7" name="assets panel grid vertical 319">
            <a:extLst xmlns:a="http://schemas.openxmlformats.org/drawingml/2006/main">
              <a:ext uri="{FF2B5EF4-FFF2-40B4-BE49-F238E27FC236}">
                <a16:creationId xmlns:a16="http://schemas.microsoft.com/office/drawing/2014/main" id="{B8FE662E-BE7D-473D-91EA-D650E40F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8" name="assets panel grid vertical 341">
            <a:extLst xmlns:a="http://schemas.openxmlformats.org/drawingml/2006/main">
              <a:ext uri="{FF2B5EF4-FFF2-40B4-BE49-F238E27FC236}">
                <a16:creationId xmlns:a16="http://schemas.microsoft.com/office/drawing/2014/main" id="{0537288A-9DE3-42A7-AF50-15AF4907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9" name="assets panel grid vertical 363">
            <a:extLst xmlns:a="http://schemas.openxmlformats.org/drawingml/2006/main">
              <a:ext uri="{FF2B5EF4-FFF2-40B4-BE49-F238E27FC236}">
                <a16:creationId xmlns:a16="http://schemas.microsoft.com/office/drawing/2014/main" id="{14CEA1C7-6877-472E-856D-6A7071FF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0" name="assets panel grid vertical 385">
            <a:extLst xmlns:a="http://schemas.openxmlformats.org/drawingml/2006/main">
              <a:ext uri="{FF2B5EF4-FFF2-40B4-BE49-F238E27FC236}">
                <a16:creationId xmlns:a16="http://schemas.microsoft.com/office/drawing/2014/main" id="{D571CDB6-F125-4033-B6D2-037FD4E3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1" name="assets panel grid vertical 407">
            <a:extLst xmlns:a="http://schemas.openxmlformats.org/drawingml/2006/main">
              <a:ext uri="{FF2B5EF4-FFF2-40B4-BE49-F238E27FC236}">
                <a16:creationId xmlns:a16="http://schemas.microsoft.com/office/drawing/2014/main" id="{5D970043-41B5-4703-AFA4-2A4E6D35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2" name="assets panel grid vertical 429">
            <a:extLst xmlns:a="http://schemas.openxmlformats.org/drawingml/2006/main">
              <a:ext uri="{FF2B5EF4-FFF2-40B4-BE49-F238E27FC236}">
                <a16:creationId xmlns:a16="http://schemas.microsoft.com/office/drawing/2014/main" id="{A7012E17-9E46-44A2-A808-818BD061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3" name="assets panel grid vertical 451">
            <a:extLst xmlns:a="http://schemas.openxmlformats.org/drawingml/2006/main">
              <a:ext uri="{FF2B5EF4-FFF2-40B4-BE49-F238E27FC236}">
                <a16:creationId xmlns:a16="http://schemas.microsoft.com/office/drawing/2014/main" id="{9A20578B-15A6-4096-BF33-CADBEB6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4" name="assets panel grid vertical 473">
            <a:extLst xmlns:a="http://schemas.openxmlformats.org/drawingml/2006/main">
              <a:ext uri="{FF2B5EF4-FFF2-40B4-BE49-F238E27FC236}">
                <a16:creationId xmlns:a16="http://schemas.microsoft.com/office/drawing/2014/main" id="{930FA1D2-7DE3-4A16-BD0A-F0FE16C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5" name="assets panel grid vertical 495">
            <a:extLst xmlns:a="http://schemas.openxmlformats.org/drawingml/2006/main">
              <a:ext uri="{FF2B5EF4-FFF2-40B4-BE49-F238E27FC236}">
                <a16:creationId xmlns:a16="http://schemas.microsoft.com/office/drawing/2014/main" id="{80554A0B-E7AC-4DC4-9F16-612DC99A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6" name="assets panel grid vertical 517">
            <a:extLst xmlns:a="http://schemas.openxmlformats.org/drawingml/2006/main">
              <a:ext uri="{FF2B5EF4-FFF2-40B4-BE49-F238E27FC236}">
                <a16:creationId xmlns:a16="http://schemas.microsoft.com/office/drawing/2014/main" id="{E985FC86-5F56-461E-8F64-E249A92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7" name="assets panel grid vertical 539">
            <a:extLst xmlns:a="http://schemas.openxmlformats.org/drawingml/2006/main">
              <a:ext uri="{FF2B5EF4-FFF2-40B4-BE49-F238E27FC236}">
                <a16:creationId xmlns:a16="http://schemas.microsoft.com/office/drawing/2014/main" id="{822CC763-9995-4B1A-97AB-30569610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543425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8" name="assets panel grid horizontal 477">
            <a:extLst xmlns:a="http://schemas.openxmlformats.org/drawingml/2006/main">
              <a:ext uri="{FF2B5EF4-FFF2-40B4-BE49-F238E27FC236}">
                <a16:creationId xmlns:a16="http://schemas.microsoft.com/office/drawing/2014/main" id="{D0343F13-4766-4CA3-A86B-4B8666AD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43425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9" name="assets panel grid horizontal 499">
            <a:extLst xmlns:a="http://schemas.openxmlformats.org/drawingml/2006/main">
              <a:ext uri="{FF2B5EF4-FFF2-40B4-BE49-F238E27FC236}">
                <a16:creationId xmlns:a16="http://schemas.microsoft.com/office/drawing/2014/main" id="{3F2B1489-A505-47CD-B5BA-5BC1311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52975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0" name="assets panel grid horizontal 521">
            <a:extLst xmlns:a="http://schemas.openxmlformats.org/drawingml/2006/main">
              <a:ext uri="{FF2B5EF4-FFF2-40B4-BE49-F238E27FC236}">
                <a16:creationId xmlns:a16="http://schemas.microsoft.com/office/drawing/2014/main" id="{EB2733B6-6938-4C28-8120-1251979D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62525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1" name="assets panel grid horizontal 543">
            <a:extLst xmlns:a="http://schemas.openxmlformats.org/drawingml/2006/main">
              <a:ext uri="{FF2B5EF4-FFF2-40B4-BE49-F238E27FC236}">
                <a16:creationId xmlns:a16="http://schemas.microsoft.com/office/drawing/2014/main" id="{E771132F-8BAC-48E4-BE8F-7C0CE52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72075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2" name="assets panel grid horizontal 565">
            <a:extLst xmlns:a="http://schemas.openxmlformats.org/drawingml/2006/main">
              <a:ext uri="{FF2B5EF4-FFF2-40B4-BE49-F238E27FC236}">
                <a16:creationId xmlns:a16="http://schemas.microsoft.com/office/drawing/2014/main" id="{46026090-7952-4F9B-9E97-0995691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81625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3" name="assets panel grid horizontal 587">
            <a:extLst xmlns:a="http://schemas.openxmlformats.org/drawingml/2006/main">
              <a:ext uri="{FF2B5EF4-FFF2-40B4-BE49-F238E27FC236}">
                <a16:creationId xmlns:a16="http://schemas.microsoft.com/office/drawing/2014/main" id="{104C5F7C-FFAD-4C56-9F20-9000DBC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91175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C14E7BD-47F4-4EF8-8B27-0283A992E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99fb4597e4a67"/>
          <a:stretch xmlns:a="http://schemas.openxmlformats.org/drawingml/2006/main"/>
        </p:blipFill>
        <p:spPr>
          <a:xfrm xmlns:a="http://schemas.openxmlformats.org/drawingml/2006/main">
            <a:off x="1409700" y="4552950"/>
            <a:ext cx="742950" cy="1171575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DAE374-313D-4364-B0A9-0F03EC1EF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3f7d222b943c0"/>
          <a:stretch xmlns:a="http://schemas.openxmlformats.org/drawingml/2006/main"/>
        </p:blipFill>
        <p:spPr>
          <a:xfrm xmlns:a="http://schemas.openxmlformats.org/drawingml/2006/main">
            <a:off x="2514600" y="4667250"/>
            <a:ext cx="1114425" cy="1047750"/>
          </a:xfrm>
          <a:prstGeom xmlns:a="http://schemas.openxmlformats.org/drawingml/2006/main" prst="rect">
            <a:avLst/>
          </a:prstGeom>
        </p:spPr>
      </p:pic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78CA3B-3017-4A1C-8981-DB4518DF5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4357a61124256"/>
          <a:stretch xmlns:a="http://schemas.openxmlformats.org/drawingml/2006/main"/>
        </p:blipFill>
        <p:spPr>
          <a:xfrm xmlns:a="http://schemas.openxmlformats.org/drawingml/2006/main">
            <a:off x="4124325" y="4600575"/>
            <a:ext cx="466725" cy="1114425"/>
          </a:xfrm>
          <a:prstGeom xmlns:a="http://schemas.openxmlformats.org/drawingml/2006/main" prst="rect">
            <a:avLst/>
          </a:prstGeom>
        </p:spPr>
      </p:pic>
      <p:sp>
        <p:nvSpPr>
          <p:cNvPr id="117" name="building 1">
            <a:extLst xmlns:a="http://schemas.openxmlformats.org/drawingml/2006/main">
              <a:ext uri="{FF2B5EF4-FFF2-40B4-BE49-F238E27FC236}">
                <a16:creationId xmlns:a16="http://schemas.microsoft.com/office/drawing/2014/main" id="{D4778D8B-CE30-4727-89A7-FC2D9BDF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291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118" name="building 1 inset">
            <a:extLst xmlns:a="http://schemas.openxmlformats.org/drawingml/2006/main">
              <a:ext uri="{FF2B5EF4-FFF2-40B4-BE49-F238E27FC236}">
                <a16:creationId xmlns:a16="http://schemas.microsoft.com/office/drawing/2014/main" id="{C4A93520-944D-494C-BAC4-4508BC0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667250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119" name="building 1 label">
            <a:extLst xmlns:a="http://schemas.openxmlformats.org/drawingml/2006/main">
              <a:ext uri="{FF2B5EF4-FFF2-40B4-BE49-F238E27FC236}">
                <a16:creationId xmlns:a16="http://schemas.microsoft.com/office/drawing/2014/main" id="{01907856-1CFD-4FDD-9D01-AA33DB9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4614520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0" name="building 2">
            <a:extLst xmlns:a="http://schemas.openxmlformats.org/drawingml/2006/main">
              <a:ext uri="{FF2B5EF4-FFF2-40B4-BE49-F238E27FC236}">
                <a16:creationId xmlns:a16="http://schemas.microsoft.com/office/drawing/2014/main" id="{0B04EB55-8823-40B3-8A1D-C7AFB9C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291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121" name="building 2 inset">
            <a:extLst xmlns:a="http://schemas.openxmlformats.org/drawingml/2006/main">
              <a:ext uri="{FF2B5EF4-FFF2-40B4-BE49-F238E27FC236}">
                <a16:creationId xmlns:a16="http://schemas.microsoft.com/office/drawing/2014/main" id="{4167A7DD-5DB7-4D81-B3FA-3ACB3B2F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122" name="building 2 label">
            <a:extLst xmlns:a="http://schemas.openxmlformats.org/drawingml/2006/main">
              <a:ext uri="{FF2B5EF4-FFF2-40B4-BE49-F238E27FC236}">
                <a16:creationId xmlns:a16="http://schemas.microsoft.com/office/drawing/2014/main" id="{BFF254DE-A184-4E86-8892-178752F9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4614520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3" name="building 3">
            <a:extLst xmlns:a="http://schemas.openxmlformats.org/drawingml/2006/main">
              <a:ext uri="{FF2B5EF4-FFF2-40B4-BE49-F238E27FC236}">
                <a16:creationId xmlns:a16="http://schemas.microsoft.com/office/drawing/2014/main" id="{E02B4C5B-77CA-4270-9129-A8C12DCF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291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124" name="building 3 inset">
            <a:extLst xmlns:a="http://schemas.openxmlformats.org/drawingml/2006/main">
              <a:ext uri="{FF2B5EF4-FFF2-40B4-BE49-F238E27FC236}">
                <a16:creationId xmlns:a16="http://schemas.microsoft.com/office/drawing/2014/main" id="{6615BBE5-07DC-4A39-96B4-73897EB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67250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125" name="building 3 label">
            <a:extLst xmlns:a="http://schemas.openxmlformats.org/drawingml/2006/main">
              <a:ext uri="{FF2B5EF4-FFF2-40B4-BE49-F238E27FC236}">
                <a16:creationId xmlns:a16="http://schemas.microsoft.com/office/drawing/2014/main" id="{D639AFF4-DAA5-4DBE-893E-CA98455B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614520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6" name="terrain generation group">
            <a:extLst xmlns:a="http://schemas.openxmlformats.org/drawingml/2006/main">
              <a:ext uri="{FF2B5EF4-FFF2-40B4-BE49-F238E27FC236}">
                <a16:creationId xmlns:a16="http://schemas.microsoft.com/office/drawing/2014/main" id="{6CD87FA6-1AFD-4B70-8990-6A426D20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715125"/>
            <a:ext cx="5238750" cy="2295525"/>
          </a:xfrm>
          <a:custGeom xmlns:a="http://schemas.openxmlformats.org/drawingml/2006/main">
            <a:pathLst>
              <a:path w="5238750" h="2295525">
                <a:moveTo>
                  <a:pt x="0" y="0"/>
                </a:moveTo>
                <a:lnTo>
                  <a:pt x="5238750" y="0"/>
                </a:lnTo>
                <a:cubicBezTo>
                  <a:pt x="5238750" y="0"/>
                  <a:pt x="5238750" y="0"/>
                  <a:pt x="5238750" y="0"/>
                </a:cubicBezTo>
                <a:lnTo>
                  <a:pt x="5238750" y="2295525"/>
                </a:lnTo>
                <a:cubicBezTo>
                  <a:pt x="5238750" y="2295525"/>
                  <a:pt x="5238750" y="2295525"/>
                  <a:pt x="5238750" y="2295525"/>
                </a:cubicBezTo>
                <a:lnTo>
                  <a:pt x="0" y="2295525"/>
                </a:lnTo>
                <a:cubicBezTo>
                  <a:pt x="0" y="2295525"/>
                  <a:pt x="0" y="2295525"/>
                  <a:pt x="0" y="22955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DB7CD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7" name="terrain panel grid vertical 89">
            <a:extLst xmlns:a="http://schemas.openxmlformats.org/drawingml/2006/main">
              <a:ext uri="{FF2B5EF4-FFF2-40B4-BE49-F238E27FC236}">
                <a16:creationId xmlns:a16="http://schemas.microsoft.com/office/drawing/2014/main" id="{AE487196-ECB3-4AA8-A28C-1D7FFB2E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28" name="terrain panel grid vertical 111">
            <a:extLst xmlns:a="http://schemas.openxmlformats.org/drawingml/2006/main">
              <a:ext uri="{FF2B5EF4-FFF2-40B4-BE49-F238E27FC236}">
                <a16:creationId xmlns:a16="http://schemas.microsoft.com/office/drawing/2014/main" id="{59184F0F-8406-48B3-B6B1-39826419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29" name="terrain panel grid vertical 133">
            <a:extLst xmlns:a="http://schemas.openxmlformats.org/drawingml/2006/main">
              <a:ext uri="{FF2B5EF4-FFF2-40B4-BE49-F238E27FC236}">
                <a16:creationId xmlns:a16="http://schemas.microsoft.com/office/drawing/2014/main" id="{977A65A8-750B-41D5-BE03-DAC5421D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0" name="terrain panel grid vertical 155">
            <a:extLst xmlns:a="http://schemas.openxmlformats.org/drawingml/2006/main">
              <a:ext uri="{FF2B5EF4-FFF2-40B4-BE49-F238E27FC236}">
                <a16:creationId xmlns:a16="http://schemas.microsoft.com/office/drawing/2014/main" id="{01E54F75-75DC-43A7-BBAE-F3A7E0F8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1" name="terrain panel grid vertical 177">
            <a:extLst xmlns:a="http://schemas.openxmlformats.org/drawingml/2006/main">
              <a:ext uri="{FF2B5EF4-FFF2-40B4-BE49-F238E27FC236}">
                <a16:creationId xmlns:a16="http://schemas.microsoft.com/office/drawing/2014/main" id="{565AEA74-84C8-4350-A1F6-6A56ACF4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2" name="terrain panel grid vertical 199">
            <a:extLst xmlns:a="http://schemas.openxmlformats.org/drawingml/2006/main">
              <a:ext uri="{FF2B5EF4-FFF2-40B4-BE49-F238E27FC236}">
                <a16:creationId xmlns:a16="http://schemas.microsoft.com/office/drawing/2014/main" id="{2E14E131-0140-4195-82BF-41D2EC64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3" name="terrain panel grid vertical 221">
            <a:extLst xmlns:a="http://schemas.openxmlformats.org/drawingml/2006/main">
              <a:ext uri="{FF2B5EF4-FFF2-40B4-BE49-F238E27FC236}">
                <a16:creationId xmlns:a16="http://schemas.microsoft.com/office/drawing/2014/main" id="{BEE424AA-1CC9-4CA8-AA43-552FBEE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4" name="terrain panel grid vertical 243">
            <a:extLst xmlns:a="http://schemas.openxmlformats.org/drawingml/2006/main">
              <a:ext uri="{FF2B5EF4-FFF2-40B4-BE49-F238E27FC236}">
                <a16:creationId xmlns:a16="http://schemas.microsoft.com/office/drawing/2014/main" id="{8E86C4AC-7F6D-4644-A75C-528AB7A2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5" name="terrain panel grid vertical 265">
            <a:extLst xmlns:a="http://schemas.openxmlformats.org/drawingml/2006/main">
              <a:ext uri="{FF2B5EF4-FFF2-40B4-BE49-F238E27FC236}">
                <a16:creationId xmlns:a16="http://schemas.microsoft.com/office/drawing/2014/main" id="{A27F08E6-0558-4D6B-BD55-F0324126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6" name="terrain panel grid vertical 287">
            <a:extLst xmlns:a="http://schemas.openxmlformats.org/drawingml/2006/main">
              <a:ext uri="{FF2B5EF4-FFF2-40B4-BE49-F238E27FC236}">
                <a16:creationId xmlns:a16="http://schemas.microsoft.com/office/drawing/2014/main" id="{9057C4E7-F88B-4866-8052-03595C3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7" name="terrain panel grid vertical 309">
            <a:extLst xmlns:a="http://schemas.openxmlformats.org/drawingml/2006/main">
              <a:ext uri="{FF2B5EF4-FFF2-40B4-BE49-F238E27FC236}">
                <a16:creationId xmlns:a16="http://schemas.microsoft.com/office/drawing/2014/main" id="{2851FF8D-7021-4738-BD99-37CB3994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8" name="terrain panel grid vertical 331">
            <a:extLst xmlns:a="http://schemas.openxmlformats.org/drawingml/2006/main">
              <a:ext uri="{FF2B5EF4-FFF2-40B4-BE49-F238E27FC236}">
                <a16:creationId xmlns:a16="http://schemas.microsoft.com/office/drawing/2014/main" id="{19AAC7D2-5DC2-4BB3-9BD3-63691F93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9" name="terrain panel grid vertical 353">
            <a:extLst xmlns:a="http://schemas.openxmlformats.org/drawingml/2006/main">
              <a:ext uri="{FF2B5EF4-FFF2-40B4-BE49-F238E27FC236}">
                <a16:creationId xmlns:a16="http://schemas.microsoft.com/office/drawing/2014/main" id="{AAC58758-B593-4683-A527-716289B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0" name="terrain panel grid vertical 375">
            <a:extLst xmlns:a="http://schemas.openxmlformats.org/drawingml/2006/main">
              <a:ext uri="{FF2B5EF4-FFF2-40B4-BE49-F238E27FC236}">
                <a16:creationId xmlns:a16="http://schemas.microsoft.com/office/drawing/2014/main" id="{1FC85E20-F24F-490C-9A06-3272B5D2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1" name="terrain panel grid vertical 397">
            <a:extLst xmlns:a="http://schemas.openxmlformats.org/drawingml/2006/main">
              <a:ext uri="{FF2B5EF4-FFF2-40B4-BE49-F238E27FC236}">
                <a16:creationId xmlns:a16="http://schemas.microsoft.com/office/drawing/2014/main" id="{D4BF0C37-04CB-4DD5-9B3B-8997E122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2" name="terrain panel grid vertical 419">
            <a:extLst xmlns:a="http://schemas.openxmlformats.org/drawingml/2006/main">
              <a:ext uri="{FF2B5EF4-FFF2-40B4-BE49-F238E27FC236}">
                <a16:creationId xmlns:a16="http://schemas.microsoft.com/office/drawing/2014/main" id="{B93B8A77-82A6-4F12-82AD-52CBEA8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3" name="terrain panel grid vertical 441">
            <a:extLst xmlns:a="http://schemas.openxmlformats.org/drawingml/2006/main">
              <a:ext uri="{FF2B5EF4-FFF2-40B4-BE49-F238E27FC236}">
                <a16:creationId xmlns:a16="http://schemas.microsoft.com/office/drawing/2014/main" id="{469764DD-AA69-41AF-8571-349998DC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4" name="terrain panel grid vertical 463">
            <a:extLst xmlns:a="http://schemas.openxmlformats.org/drawingml/2006/main">
              <a:ext uri="{FF2B5EF4-FFF2-40B4-BE49-F238E27FC236}">
                <a16:creationId xmlns:a16="http://schemas.microsoft.com/office/drawing/2014/main" id="{06C345F3-3FDD-4AE2-9455-09C93A71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5" name="terrain panel grid vertical 485">
            <a:extLst xmlns:a="http://schemas.openxmlformats.org/drawingml/2006/main">
              <a:ext uri="{FF2B5EF4-FFF2-40B4-BE49-F238E27FC236}">
                <a16:creationId xmlns:a16="http://schemas.microsoft.com/office/drawing/2014/main" id="{DABF0F9F-5C36-4081-BC42-51F49C91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6" name="terrain panel grid vertical 507">
            <a:extLst xmlns:a="http://schemas.openxmlformats.org/drawingml/2006/main">
              <a:ext uri="{FF2B5EF4-FFF2-40B4-BE49-F238E27FC236}">
                <a16:creationId xmlns:a16="http://schemas.microsoft.com/office/drawing/2014/main" id="{131136B8-6CFB-49D5-9BF0-4C5F339E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7" name="terrain panel grid vertical 529">
            <a:extLst xmlns:a="http://schemas.openxmlformats.org/drawingml/2006/main">
              <a:ext uri="{FF2B5EF4-FFF2-40B4-BE49-F238E27FC236}">
                <a16:creationId xmlns:a16="http://schemas.microsoft.com/office/drawing/2014/main" id="{BCCF621B-CACF-45D7-AB62-9AB71DCB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8" name="terrain panel grid vertical 551">
            <a:extLst xmlns:a="http://schemas.openxmlformats.org/drawingml/2006/main">
              <a:ext uri="{FF2B5EF4-FFF2-40B4-BE49-F238E27FC236}">
                <a16:creationId xmlns:a16="http://schemas.microsoft.com/office/drawing/2014/main" id="{36322AFC-D57A-43B0-A08B-985549D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9" name="terrain panel grid vertical 573">
            <a:extLst xmlns:a="http://schemas.openxmlformats.org/drawingml/2006/main">
              <a:ext uri="{FF2B5EF4-FFF2-40B4-BE49-F238E27FC236}">
                <a16:creationId xmlns:a16="http://schemas.microsoft.com/office/drawing/2014/main" id="{032D3865-AAAC-4699-860A-C678360C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0" name="terrain panel grid vertical 595">
            <a:extLst xmlns:a="http://schemas.openxmlformats.org/drawingml/2006/main">
              <a:ext uri="{FF2B5EF4-FFF2-40B4-BE49-F238E27FC236}">
                <a16:creationId xmlns:a16="http://schemas.microsoft.com/office/drawing/2014/main" id="{AD5FEFF8-3A44-4028-B01C-E81B55A2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1" name="terrain panel grid vertical 617">
            <a:extLst xmlns:a="http://schemas.openxmlformats.org/drawingml/2006/main">
              <a:ext uri="{FF2B5EF4-FFF2-40B4-BE49-F238E27FC236}">
                <a16:creationId xmlns:a16="http://schemas.microsoft.com/office/drawing/2014/main" id="{97CD0B56-4DEF-4D71-9D62-A2E8D83F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772275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2" name="terrain panel grid horizontal 711">
            <a:extLst xmlns:a="http://schemas.openxmlformats.org/drawingml/2006/main">
              <a:ext uri="{FF2B5EF4-FFF2-40B4-BE49-F238E27FC236}">
                <a16:creationId xmlns:a16="http://schemas.microsoft.com/office/drawing/2014/main" id="{B15551BE-9632-420D-85C8-ECE8754E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7227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3" name="terrain panel grid horizontal 733">
            <a:extLst xmlns:a="http://schemas.openxmlformats.org/drawingml/2006/main">
              <a:ext uri="{FF2B5EF4-FFF2-40B4-BE49-F238E27FC236}">
                <a16:creationId xmlns:a16="http://schemas.microsoft.com/office/drawing/2014/main" id="{94A5E492-73DA-4BE0-8676-4C10D1F3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98182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4" name="terrain panel grid horizontal 755">
            <a:extLst xmlns:a="http://schemas.openxmlformats.org/drawingml/2006/main">
              <a:ext uri="{FF2B5EF4-FFF2-40B4-BE49-F238E27FC236}">
                <a16:creationId xmlns:a16="http://schemas.microsoft.com/office/drawing/2014/main" id="{1B7527B8-B3C0-4750-9CB5-B1F68009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9137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5" name="terrain panel grid horizontal 777">
            <a:extLst xmlns:a="http://schemas.openxmlformats.org/drawingml/2006/main">
              <a:ext uri="{FF2B5EF4-FFF2-40B4-BE49-F238E27FC236}">
                <a16:creationId xmlns:a16="http://schemas.microsoft.com/office/drawing/2014/main" id="{E46DC2CC-D28B-4FB3-A46A-EB8EFD6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40092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6" name="terrain panel grid horizontal 799">
            <a:extLst xmlns:a="http://schemas.openxmlformats.org/drawingml/2006/main">
              <a:ext uri="{FF2B5EF4-FFF2-40B4-BE49-F238E27FC236}">
                <a16:creationId xmlns:a16="http://schemas.microsoft.com/office/drawing/2014/main" id="{A273A3BC-26BF-4B84-B45A-9B1A4980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61047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7" name="terrain panel grid horizontal 821">
            <a:extLst xmlns:a="http://schemas.openxmlformats.org/drawingml/2006/main">
              <a:ext uri="{FF2B5EF4-FFF2-40B4-BE49-F238E27FC236}">
                <a16:creationId xmlns:a16="http://schemas.microsoft.com/office/drawing/2014/main" id="{2B37C566-1CF6-4CA9-BF08-5D9FB14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82002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8" name="terrain panel grid horizontal 843">
            <a:extLst xmlns:a="http://schemas.openxmlformats.org/drawingml/2006/main">
              <a:ext uri="{FF2B5EF4-FFF2-40B4-BE49-F238E27FC236}">
                <a16:creationId xmlns:a16="http://schemas.microsoft.com/office/drawing/2014/main" id="{3741551C-BF3F-43B3-AC0D-7688DAA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02957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9" name="terrain panel grid horizontal 865">
            <a:extLst xmlns:a="http://schemas.openxmlformats.org/drawingml/2006/main">
              <a:ext uri="{FF2B5EF4-FFF2-40B4-BE49-F238E27FC236}">
                <a16:creationId xmlns:a16="http://schemas.microsoft.com/office/drawing/2014/main" id="{30358BEF-1B39-4C4B-B702-927C2BF3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23912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60" name="terrain panel grid horizontal 887">
            <a:extLst xmlns:a="http://schemas.openxmlformats.org/drawingml/2006/main">
              <a:ext uri="{FF2B5EF4-FFF2-40B4-BE49-F238E27FC236}">
                <a16:creationId xmlns:a16="http://schemas.microsoft.com/office/drawing/2014/main" id="{88D4D9B6-4575-415C-9148-4DFAC7C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44867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61" name="terrain panel grid horizontal 909">
            <a:extLst xmlns:a="http://schemas.openxmlformats.org/drawingml/2006/main">
              <a:ext uri="{FF2B5EF4-FFF2-40B4-BE49-F238E27FC236}">
                <a16:creationId xmlns:a16="http://schemas.microsoft.com/office/drawing/2014/main" id="{A5AD1819-D56C-42F0-8C4A-7D48186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65822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62" name="terrain panel grid horizontal 931">
            <a:extLst xmlns:a="http://schemas.openxmlformats.org/drawingml/2006/main">
              <a:ext uri="{FF2B5EF4-FFF2-40B4-BE49-F238E27FC236}">
                <a16:creationId xmlns:a16="http://schemas.microsoft.com/office/drawing/2014/main" id="{2B149258-385C-4BA4-958E-465EAF1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867775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8AA2FBB-0507-41A8-84E5-52D03D89A4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149d80f7640de"/>
          <a:stretch xmlns:a="http://schemas.openxmlformats.org/drawingml/2006/main"/>
        </p:blipFill>
        <p:spPr>
          <a:xfrm xmlns:a="http://schemas.openxmlformats.org/drawingml/2006/main">
            <a:off x="1247775" y="6772275"/>
            <a:ext cx="1457325" cy="1323975"/>
          </a:xfrm>
          <a:prstGeom xmlns:a="http://schemas.openxmlformats.org/drawingml/2006/main" prst="rect">
            <a:avLst/>
          </a:prstGeom>
        </p:spPr>
      </p:pic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E295AC3-DC55-4AAF-AB9F-DD83E1593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819ffadca4b8f"/>
          <a:stretch xmlns:a="http://schemas.openxmlformats.org/drawingml/2006/main"/>
        </p:blipFill>
        <p:spPr>
          <a:xfrm xmlns:a="http://schemas.openxmlformats.org/drawingml/2006/main">
            <a:off x="1247775" y="8115300"/>
            <a:ext cx="1466850" cy="762000"/>
          </a:xfrm>
          <a:prstGeom xmlns:a="http://schemas.openxmlformats.org/drawingml/2006/main" prst="rect">
            <a:avLst/>
          </a:prstGeom>
        </p:spPr>
      </p:pic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6BE965B-2075-4DB3-85C7-3435B6DAA1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440f4866a4b05"/>
          <a:stretch xmlns:a="http://schemas.openxmlformats.org/drawingml/2006/main"/>
        </p:blipFill>
        <p:spPr>
          <a:xfrm xmlns:a="http://schemas.openxmlformats.org/drawingml/2006/main">
            <a:off x="2781300" y="6858000"/>
            <a:ext cx="3171825" cy="1990725"/>
          </a:xfrm>
          <a:prstGeom xmlns:a="http://schemas.openxmlformats.org/drawingml/2006/main" prst="rect">
            <a:avLst/>
          </a:prstGeom>
        </p:spPr>
      </p:pic>
      <p:sp>
        <p:nvSpPr>
          <p:cNvPr id="166" name="pink tape 134">
            <a:extLst xmlns:a="http://schemas.openxmlformats.org/drawingml/2006/main">
              <a:ext uri="{FF2B5EF4-FFF2-40B4-BE49-F238E27FC236}">
                <a16:creationId xmlns:a16="http://schemas.microsoft.com/office/drawing/2014/main" id="{50046B86-0BB5-4AEF-8AA9-677D163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7" name="pink tape 565">
            <a:extLst xmlns:a="http://schemas.openxmlformats.org/drawingml/2006/main">
              <a:ext uri="{FF2B5EF4-FFF2-40B4-BE49-F238E27FC236}">
                <a16:creationId xmlns:a16="http://schemas.microsoft.com/office/drawing/2014/main" id="{4B684A14-F377-4442-8188-B55409C8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8" name="pink tape 102">
            <a:extLst xmlns:a="http://schemas.openxmlformats.org/drawingml/2006/main">
              <a:ext uri="{FF2B5EF4-FFF2-40B4-BE49-F238E27FC236}">
                <a16:creationId xmlns:a16="http://schemas.microsoft.com/office/drawing/2014/main" id="{8A18B561-5FDE-4AD7-84AA-5E13862D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71975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pink tape 529">
            <a:extLst xmlns:a="http://schemas.openxmlformats.org/drawingml/2006/main">
              <a:ext uri="{FF2B5EF4-FFF2-40B4-BE49-F238E27FC236}">
                <a16:creationId xmlns:a16="http://schemas.microsoft.com/office/drawing/2014/main" id="{B7F8C2A8-52F3-4455-958A-7B28A89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05450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0" name="pink tape 82">
            <a:extLst xmlns:a="http://schemas.openxmlformats.org/drawingml/2006/main">
              <a:ext uri="{FF2B5EF4-FFF2-40B4-BE49-F238E27FC236}">
                <a16:creationId xmlns:a16="http://schemas.microsoft.com/office/drawing/2014/main" id="{693554C1-7B6D-4524-854B-D7E0450D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00825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1" name="pink tape 616">
            <a:extLst xmlns:a="http://schemas.openxmlformats.org/drawingml/2006/main">
              <a:ext uri="{FF2B5EF4-FFF2-40B4-BE49-F238E27FC236}">
                <a16:creationId xmlns:a16="http://schemas.microsoft.com/office/drawing/2014/main" id="{A88B4D49-71F0-4DDB-9521-FF47980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8648700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2" name="generation layout pictogram frame">
            <a:extLst xmlns:a="http://schemas.openxmlformats.org/drawingml/2006/main">
              <a:ext uri="{FF2B5EF4-FFF2-40B4-BE49-F238E27FC236}">
                <a16:creationId xmlns:a16="http://schemas.microsoft.com/office/drawing/2014/main" id="{14FC9D68-D9E2-487E-8FEE-349FD3B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790575" cy="790575"/>
          </a:xfrm>
          <a:custGeom xmlns:a="http://schemas.openxmlformats.org/drawingml/2006/main">
            <a:pathLst>
              <a:path w="790575" h="790575">
                <a:moveTo>
                  <a:pt x="133350" y="0"/>
                </a:moveTo>
                <a:lnTo>
                  <a:pt x="657225" y="0"/>
                </a:lnTo>
                <a:cubicBezTo>
                  <a:pt x="730872" y="0"/>
                  <a:pt x="790575" y="59703"/>
                  <a:pt x="790575" y="133350"/>
                </a:cubicBezTo>
                <a:lnTo>
                  <a:pt x="790575" y="657225"/>
                </a:lnTo>
                <a:cubicBezTo>
                  <a:pt x="790575" y="730872"/>
                  <a:pt x="730872" y="790575"/>
                  <a:pt x="657225" y="790575"/>
                </a:cubicBezTo>
                <a:lnTo>
                  <a:pt x="133350" y="790575"/>
                </a:lnTo>
                <a:cubicBezTo>
                  <a:pt x="59703" y="790575"/>
                  <a:pt x="0" y="730872"/>
                  <a:pt x="0" y="6572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73" name="generation layout pictogram inset">
            <a:extLst xmlns:a="http://schemas.openxmlformats.org/drawingml/2006/main">
              <a:ext uri="{FF2B5EF4-FFF2-40B4-BE49-F238E27FC236}">
                <a16:creationId xmlns:a16="http://schemas.microsoft.com/office/drawing/2014/main" id="{3E856685-8BFF-4B67-ADDC-FBB103F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52700"/>
            <a:ext cx="638175" cy="638175"/>
          </a:xfrm>
          <a:custGeom xmlns:a="http://schemas.openxmlformats.org/drawingml/2006/main">
            <a:pathLst>
              <a:path w="638175" h="638175">
                <a:moveTo>
                  <a:pt x="85725" y="0"/>
                </a:moveTo>
                <a:lnTo>
                  <a:pt x="552450" y="0"/>
                </a:lnTo>
                <a:cubicBezTo>
                  <a:pt x="599795" y="0"/>
                  <a:pt x="638175" y="38380"/>
                  <a:pt x="638175" y="85725"/>
                </a:cubicBezTo>
                <a:lnTo>
                  <a:pt x="638175" y="552450"/>
                </a:lnTo>
                <a:cubicBezTo>
                  <a:pt x="638175" y="599795"/>
                  <a:pt x="599795" y="638175"/>
                  <a:pt x="552450" y="638175"/>
                </a:cubicBezTo>
                <a:lnTo>
                  <a:pt x="85725" y="638175"/>
                </a:lnTo>
                <a:cubicBezTo>
                  <a:pt x="38380" y="638175"/>
                  <a:pt x="0" y="599795"/>
                  <a:pt x="0" y="5524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174" name="generation layout pictogram left">
            <a:extLst xmlns:a="http://schemas.openxmlformats.org/drawingml/2006/main">
              <a:ext uri="{FF2B5EF4-FFF2-40B4-BE49-F238E27FC236}">
                <a16:creationId xmlns:a16="http://schemas.microsoft.com/office/drawing/2014/main" id="{C6518858-5B49-45BA-837F-FF5A208D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47950"/>
            <a:ext cx="152400" cy="438150"/>
          </a:xfrm>
          <a:custGeom xmlns:a="http://schemas.openxmlformats.org/drawingml/2006/main">
            <a:pathLst>
              <a:path w="152400" h="438150">
                <a:moveTo>
                  <a:pt x="0" y="0"/>
                </a:moveTo>
                <a:lnTo>
                  <a:pt x="152400" y="0"/>
                </a:lnTo>
                <a:cubicBezTo>
                  <a:pt x="152400" y="0"/>
                  <a:pt x="152400" y="0"/>
                  <a:pt x="152400" y="0"/>
                </a:cubicBezTo>
                <a:lnTo>
                  <a:pt x="152400" y="438150"/>
                </a:lnTo>
                <a:cubicBezTo>
                  <a:pt x="152400" y="438150"/>
                  <a:pt x="152400" y="438150"/>
                  <a:pt x="152400" y="438150"/>
                </a:cubicBezTo>
                <a:lnTo>
                  <a:pt x="0" y="438150"/>
                </a:lnTo>
                <a:cubicBezTo>
                  <a:pt x="0" y="438150"/>
                  <a:pt x="0" y="438150"/>
                  <a:pt x="0" y="4381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5" name="generation layout pictogram upper">
            <a:extLst xmlns:a="http://schemas.openxmlformats.org/drawingml/2006/main">
              <a:ext uri="{FF2B5EF4-FFF2-40B4-BE49-F238E27FC236}">
                <a16:creationId xmlns:a16="http://schemas.microsoft.com/office/drawing/2014/main" id="{15C4F357-2551-40F4-9252-7ECAC4DF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19075" cy="171450"/>
          </a:xfrm>
          <a:custGeom xmlns:a="http://schemas.openxmlformats.org/drawingml/2006/main">
            <a:pathLst>
              <a:path w="219075" h="171450">
                <a:moveTo>
                  <a:pt x="0" y="0"/>
                </a:moveTo>
                <a:lnTo>
                  <a:pt x="219075" y="0"/>
                </a:lnTo>
                <a:cubicBezTo>
                  <a:pt x="219075" y="0"/>
                  <a:pt x="219075" y="0"/>
                  <a:pt x="219075" y="0"/>
                </a:cubicBezTo>
                <a:lnTo>
                  <a:pt x="219075" y="171450"/>
                </a:lnTo>
                <a:cubicBezTo>
                  <a:pt x="219075" y="171450"/>
                  <a:pt x="219075" y="171450"/>
                  <a:pt x="219075" y="171450"/>
                </a:cubicBezTo>
                <a:lnTo>
                  <a:pt x="0" y="171450"/>
                </a:lnTo>
                <a:cubicBezTo>
                  <a:pt x="0" y="171450"/>
                  <a:pt x="0" y="171450"/>
                  <a:pt x="0" y="1714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6" name="generation layout pictogram lower">
            <a:extLst xmlns:a="http://schemas.openxmlformats.org/drawingml/2006/main">
              <a:ext uri="{FF2B5EF4-FFF2-40B4-BE49-F238E27FC236}">
                <a16:creationId xmlns:a16="http://schemas.microsoft.com/office/drawing/2014/main" id="{571A27D2-5B66-4258-B771-282CF065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219075" cy="200025"/>
          </a:xfrm>
          <a:custGeom xmlns:a="http://schemas.openxmlformats.org/drawingml/2006/main">
            <a:pathLst>
              <a:path w="219075" h="200025">
                <a:moveTo>
                  <a:pt x="0" y="0"/>
                </a:moveTo>
                <a:lnTo>
                  <a:pt x="219075" y="0"/>
                </a:lnTo>
                <a:cubicBezTo>
                  <a:pt x="219075" y="0"/>
                  <a:pt x="219075" y="0"/>
                  <a:pt x="219075" y="0"/>
                </a:cubicBezTo>
                <a:lnTo>
                  <a:pt x="219075" y="200025"/>
                </a:lnTo>
                <a:cubicBezTo>
                  <a:pt x="219075" y="200025"/>
                  <a:pt x="219075" y="200025"/>
                  <a:pt x="219075" y="200025"/>
                </a:cubicBezTo>
                <a:lnTo>
                  <a:pt x="0" y="200025"/>
                </a:lnTo>
                <a:cubicBezTo>
                  <a:pt x="0" y="200025"/>
                  <a:pt x="0" y="200025"/>
                  <a:pt x="0" y="2000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7" name="generation assets pictogram frame">
            <a:extLst xmlns:a="http://schemas.openxmlformats.org/drawingml/2006/main">
              <a:ext uri="{FF2B5EF4-FFF2-40B4-BE49-F238E27FC236}">
                <a16:creationId xmlns:a16="http://schemas.microsoft.com/office/drawing/2014/main" id="{376C2E71-738A-42C5-9E34-24B46A1D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67250"/>
            <a:ext cx="838200" cy="838200"/>
          </a:xfrm>
          <a:custGeom xmlns:a="http://schemas.openxmlformats.org/drawingml/2006/main">
            <a:pathLst>
              <a:path w="838200" h="838200">
                <a:moveTo>
                  <a:pt x="133350" y="0"/>
                </a:moveTo>
                <a:lnTo>
                  <a:pt x="704850" y="0"/>
                </a:lnTo>
                <a:cubicBezTo>
                  <a:pt x="778497" y="0"/>
                  <a:pt x="838200" y="59703"/>
                  <a:pt x="838200" y="133350"/>
                </a:cubicBezTo>
                <a:lnTo>
                  <a:pt x="838200" y="704850"/>
                </a:lnTo>
                <a:cubicBezTo>
                  <a:pt x="838200" y="778497"/>
                  <a:pt x="778497" y="838200"/>
                  <a:pt x="7048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78" name="generation assets pictogram inset">
            <a:extLst xmlns:a="http://schemas.openxmlformats.org/drawingml/2006/main">
              <a:ext uri="{FF2B5EF4-FFF2-40B4-BE49-F238E27FC236}">
                <a16:creationId xmlns:a16="http://schemas.microsoft.com/office/drawing/2014/main" id="{FFE3D2FE-EEF7-42AC-8B8E-86C5214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4345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cubicBezTo>
                  <a:pt x="647420" y="0"/>
                  <a:pt x="685800" y="38380"/>
                  <a:pt x="685800" y="85725"/>
                </a:cubicBezTo>
                <a:lnTo>
                  <a:pt x="685800" y="600075"/>
                </a:lnTo>
                <a:cubicBezTo>
                  <a:pt x="685800" y="647420"/>
                  <a:pt x="647420" y="685800"/>
                  <a:pt x="600075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179" name="generation assets pictogram skyline">
            <a:extLst xmlns:a="http://schemas.openxmlformats.org/drawingml/2006/main">
              <a:ext uri="{FF2B5EF4-FFF2-40B4-BE49-F238E27FC236}">
                <a16:creationId xmlns:a16="http://schemas.microsoft.com/office/drawing/2014/main" id="{F6D05DD8-18AA-40E6-A596-E79B0111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38700"/>
            <a:ext cx="390620" cy="409670"/>
          </a:xfrm>
          <a:custGeom xmlns:a="http://schemas.openxmlformats.org/drawingml/2006/main">
            <a:pathLst>
              <a:path w="390620" h="409670">
                <a:moveTo>
                  <a:pt x="0" y="409575"/>
                </a:moveTo>
                <a:lnTo>
                  <a:pt x="0" y="228600"/>
                </a:lnTo>
                <a:lnTo>
                  <a:pt x="123825" y="228600"/>
                </a:lnTo>
                <a:lnTo>
                  <a:pt x="123825" y="76200"/>
                </a:lnTo>
                <a:lnTo>
                  <a:pt x="247650" y="0"/>
                </a:lnTo>
                <a:lnTo>
                  <a:pt x="390525" y="114300"/>
                </a:lnTo>
                <a:lnTo>
                  <a:pt x="390525" y="409575"/>
                </a:ln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0" name="generation assets pictogram building">
            <a:extLst xmlns:a="http://schemas.openxmlformats.org/drawingml/2006/main">
              <a:ext uri="{FF2B5EF4-FFF2-40B4-BE49-F238E27FC236}">
                <a16:creationId xmlns:a16="http://schemas.microsoft.com/office/drawing/2014/main" id="{4CB4FC5D-B502-4BD3-8DB0-F5E3B0F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67300"/>
            <a:ext cx="123920" cy="181070"/>
          </a:xfrm>
          <a:custGeom xmlns:a="http://schemas.openxmlformats.org/drawingml/2006/main">
            <a:pathLst>
              <a:path w="123920" h="181070">
                <a:moveTo>
                  <a:pt x="0" y="0"/>
                </a:moveTo>
                <a:lnTo>
                  <a:pt x="123825" y="66675"/>
                </a:lnTo>
                <a:lnTo>
                  <a:pt x="123825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1" name="generation terrain pictogram frame">
            <a:extLst xmlns:a="http://schemas.openxmlformats.org/drawingml/2006/main">
              <a:ext uri="{FF2B5EF4-FFF2-40B4-BE49-F238E27FC236}">
                <a16:creationId xmlns:a16="http://schemas.microsoft.com/office/drawing/2014/main" id="{7E2AE7FF-A7D6-46F2-BDD4-362D023C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810375"/>
            <a:ext cx="838200" cy="838200"/>
          </a:xfrm>
          <a:custGeom xmlns:a="http://schemas.openxmlformats.org/drawingml/2006/main">
            <a:pathLst>
              <a:path w="838200" h="838200">
                <a:moveTo>
                  <a:pt x="133350" y="0"/>
                </a:moveTo>
                <a:lnTo>
                  <a:pt x="704850" y="0"/>
                </a:lnTo>
                <a:cubicBezTo>
                  <a:pt x="778497" y="0"/>
                  <a:pt x="838200" y="59703"/>
                  <a:pt x="838200" y="133350"/>
                </a:cubicBezTo>
                <a:lnTo>
                  <a:pt x="838200" y="704850"/>
                </a:lnTo>
                <a:cubicBezTo>
                  <a:pt x="838200" y="778497"/>
                  <a:pt x="778497" y="838200"/>
                  <a:pt x="7048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82" name="generation terrain pictogram inset">
            <a:extLst xmlns:a="http://schemas.openxmlformats.org/drawingml/2006/main">
              <a:ext uri="{FF2B5EF4-FFF2-40B4-BE49-F238E27FC236}">
                <a16:creationId xmlns:a16="http://schemas.microsoft.com/office/drawing/2014/main" id="{13E812C3-C0BD-42BC-B7A7-30E5E309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86575"/>
            <a:ext cx="685800" cy="685800"/>
          </a:xfrm>
          <a:custGeom xmlns:a="http://schemas.openxmlformats.org/drawingml/2006/main"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cubicBezTo>
                  <a:pt x="647420" y="0"/>
                  <a:pt x="685800" y="38380"/>
                  <a:pt x="685800" y="85725"/>
                </a:cubicBezTo>
                <a:lnTo>
                  <a:pt x="685800" y="600075"/>
                </a:lnTo>
                <a:cubicBezTo>
                  <a:pt x="685800" y="647420"/>
                  <a:pt x="647420" y="685800"/>
                  <a:pt x="600075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183" name="generation terrain pictogram square">
            <a:extLst xmlns:a="http://schemas.openxmlformats.org/drawingml/2006/main">
              <a:ext uri="{FF2B5EF4-FFF2-40B4-BE49-F238E27FC236}">
                <a16:creationId xmlns:a16="http://schemas.microsoft.com/office/drawing/2014/main" id="{AB61587B-B261-4598-8CCB-524033E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7000875"/>
            <a:ext cx="409575" cy="409575"/>
          </a:xfrm>
          <a:custGeom xmlns:a="http://schemas.openxmlformats.org/drawingml/2006/main">
            <a:pathLst>
              <a:path w="409575" h="409575">
                <a:moveTo>
                  <a:pt x="0" y="0"/>
                </a:moveTo>
                <a:lnTo>
                  <a:pt x="409575" y="0"/>
                </a:lnTo>
                <a:cubicBezTo>
                  <a:pt x="409575" y="0"/>
                  <a:pt x="409575" y="0"/>
                  <a:pt x="409575" y="0"/>
                </a:cubicBezTo>
                <a:lnTo>
                  <a:pt x="409575" y="409575"/>
                </a:lnTo>
                <a:cubicBezTo>
                  <a:pt x="409575" y="409575"/>
                  <a:pt x="409575" y="409575"/>
                  <a:pt x="409575" y="409575"/>
                </a:cubicBezTo>
                <a:lnTo>
                  <a:pt x="0" y="409575"/>
                </a:lnTo>
                <a:cubicBezTo>
                  <a:pt x="0" y="409575"/>
                  <a:pt x="0" y="409575"/>
                  <a:pt x="0" y="4095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4" name="generation terrain pictogram diag1">
            <a:extLst xmlns:a="http://schemas.openxmlformats.org/drawingml/2006/main">
              <a:ext uri="{FF2B5EF4-FFF2-40B4-BE49-F238E27FC236}">
                <a16:creationId xmlns:a16="http://schemas.microsoft.com/office/drawing/2014/main" id="{FA053985-79FB-4233-9263-5EAD64B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7000875"/>
            <a:ext cx="314420" cy="314420"/>
          </a:xfrm>
          <a:custGeom xmlns:a="http://schemas.openxmlformats.org/drawingml/2006/main">
            <a:pathLst>
              <a:path w="314420" h="314420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185" name="generation terrain pictogram diag2">
            <a:extLst xmlns:a="http://schemas.openxmlformats.org/drawingml/2006/main">
              <a:ext uri="{FF2B5EF4-FFF2-40B4-BE49-F238E27FC236}">
                <a16:creationId xmlns:a16="http://schemas.microsoft.com/office/drawing/2014/main" id="{30AB10E7-90D5-4C86-8C2E-643B002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096125"/>
            <a:ext cx="314420" cy="314420"/>
          </a:xfrm>
          <a:custGeom xmlns:a="http://schemas.openxmlformats.org/drawingml/2006/main">
            <a:pathLst>
              <a:path w="314420" h="314420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186" name="layout to assets">
            <a:extLst xmlns:a="http://schemas.openxmlformats.org/drawingml/2006/main">
              <a:ext uri="{FF2B5EF4-FFF2-40B4-BE49-F238E27FC236}">
                <a16:creationId xmlns:a16="http://schemas.microsoft.com/office/drawing/2014/main" id="{71CA4398-3FF4-442A-8844-D66BF263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86150"/>
            <a:ext cx="238220" cy="876395"/>
          </a:xfrm>
          <a:custGeom xmlns:a="http://schemas.openxmlformats.org/drawingml/2006/main">
            <a:pathLst>
              <a:path w="238220" h="876395">
                <a:moveTo>
                  <a:pt x="238125" y="0"/>
                </a:moveTo>
                <a:lnTo>
                  <a:pt x="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0">
            <a:solidFill>
              <a:srgbClr val="EE5B91"/>
            </a:solidFill>
            <a:prstDash val="solid"/>
          </a:ln>
        </p:spPr>
      </p:sp>
      <p:sp>
        <p:nvSpPr>
          <p:cNvPr id="187" name="layout to assets arrowhead">
            <a:extLst xmlns:a="http://schemas.openxmlformats.org/drawingml/2006/main">
              <a:ext uri="{FF2B5EF4-FFF2-40B4-BE49-F238E27FC236}">
                <a16:creationId xmlns:a16="http://schemas.microsoft.com/office/drawing/2014/main" id="{31E18676-3CDF-4357-B59F-DF196C3D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90950"/>
            <a:ext cx="1143000" cy="1143000"/>
          </a:xfrm>
          <a:custGeom xmlns:a="http://schemas.openxmlformats.org/drawingml/2006/main">
            <a:pathLst>
              <a:path w="1143000" h="1143000">
                <a:moveTo>
                  <a:pt x="571500" y="571500"/>
                </a:moveTo>
                <a:lnTo>
                  <a:pt x="494929" y="155876"/>
                </a:lnTo>
                <a:lnTo>
                  <a:pt x="847890" y="251789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8" name="assets to terrain">
            <a:extLst xmlns:a="http://schemas.openxmlformats.org/drawingml/2006/main">
              <a:ext uri="{FF2B5EF4-FFF2-40B4-BE49-F238E27FC236}">
                <a16:creationId xmlns:a16="http://schemas.microsoft.com/office/drawing/2014/main" id="{8AFA1B91-36D1-4DE7-8AD5-6B3FA2A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295370" cy="971645"/>
          </a:xfrm>
          <a:custGeom xmlns:a="http://schemas.openxmlformats.org/drawingml/2006/main">
            <a:pathLst>
              <a:path w="295370" h="971645">
                <a:moveTo>
                  <a:pt x="0" y="0"/>
                </a:moveTo>
                <a:lnTo>
                  <a:pt x="295275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71450">
            <a:solidFill>
              <a:srgbClr val="EE5B91"/>
            </a:solidFill>
            <a:prstDash val="solid"/>
          </a:ln>
        </p:spPr>
      </p:sp>
      <p:sp>
        <p:nvSpPr>
          <p:cNvPr id="189" name="assets to terrain arrowhead">
            <a:extLst xmlns:a="http://schemas.openxmlformats.org/drawingml/2006/main">
              <a:ext uri="{FF2B5EF4-FFF2-40B4-BE49-F238E27FC236}">
                <a16:creationId xmlns:a16="http://schemas.microsoft.com/office/drawing/2014/main" id="{12E468FC-C151-4845-A589-7609539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6019800"/>
            <a:ext cx="1143000" cy="1143000"/>
          </a:xfrm>
          <a:custGeom xmlns:a="http://schemas.openxmlformats.org/drawingml/2006/main">
            <a:pathLst>
              <a:path w="1143000" h="1143000">
                <a:moveTo>
                  <a:pt x="571500" y="571500"/>
                </a:moveTo>
                <a:lnTo>
                  <a:pt x="285732" y="260143"/>
                </a:lnTo>
                <a:lnTo>
                  <a:pt x="635687" y="153785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0" name="city disc">
            <a:extLst xmlns:a="http://schemas.openxmlformats.org/drawingml/2006/main">
              <a:ext uri="{FF2B5EF4-FFF2-40B4-BE49-F238E27FC236}">
                <a16:creationId xmlns:a16="http://schemas.microsoft.com/office/drawing/2014/main" id="{46DD3FFE-C2B1-43B4-907A-CE93D090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19300"/>
            <a:ext cx="6362700" cy="5924550"/>
          </a:xfrm>
          <a:custGeom xmlns:a="http://schemas.openxmlformats.org/drawingml/2006/main">
            <a:pathLst>
              <a:path w="6362700" h="5924550">
                <a:moveTo>
                  <a:pt x="6362700" y="2962275"/>
                </a:moveTo>
                <a:cubicBezTo>
                  <a:pt x="6362700" y="4598294"/>
                  <a:pt x="4938361" y="5924550"/>
                  <a:pt x="3181350" y="5924550"/>
                </a:cubicBezTo>
                <a:cubicBezTo>
                  <a:pt x="1424339" y="5924550"/>
                  <a:pt x="0" y="4598294"/>
                  <a:pt x="0" y="2962275"/>
                </a:cubicBezTo>
                <a:cubicBezTo>
                  <a:pt x="0" y="1326256"/>
                  <a:pt x="1424339" y="0"/>
                  <a:pt x="3181350" y="0"/>
                </a:cubicBezTo>
                <a:cubicBezTo>
                  <a:pt x="4938361" y="0"/>
                  <a:pt x="6362700" y="1326256"/>
                  <a:pt x="6362700" y="2962275"/>
                </a:cubicBezTo>
                <a:close/>
              </a:path>
            </a:pathLst>
          </a:custGeom>
          <a:solidFill xmlns:a="http://schemas.openxmlformats.org/drawingml/2006/main">
            <a:srgbClr val="FFFCFE"/>
          </a:solidFill>
          <a:ln xmlns:a="http://schemas.openxmlformats.org/drawingml/2006/main" w="47625">
            <a:solidFill>
              <a:srgbClr val="F792B4"/>
            </a:solidFill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A0FE329-5075-4DF4-89C9-024428E1F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80a3105e24022"/>
          <a:stretch xmlns:a="http://schemas.openxmlformats.org/drawingml/2006/main"/>
        </p:blipFill>
        <p:spPr>
          <a:xfrm xmlns:a="http://schemas.openxmlformats.org/drawingml/2006/main">
            <a:off x="6810375" y="2771775"/>
            <a:ext cx="6096000" cy="4219575"/>
          </a:xfrm>
          <a:prstGeom xmlns:a="http://schemas.openxmlformats.org/drawingml/2006/main" prst="rect">
            <a:avLst/>
          </a:prstGeom>
        </p:spPr>
      </p:pic>
      <p:sp>
        <p:nvSpPr>
          <p:cNvPr id="192" name="gold city arc -145">
            <a:extLst xmlns:a="http://schemas.openxmlformats.org/drawingml/2006/main">
              <a:ext uri="{FF2B5EF4-FFF2-40B4-BE49-F238E27FC236}">
                <a16:creationId xmlns:a16="http://schemas.microsoft.com/office/drawing/2014/main" id="{23914D3D-ACBF-4734-9E07-7355969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974" y="1945429"/>
            <a:ext cx="1873443" cy="1233347"/>
          </a:xfrm>
          <a:custGeom xmlns:a="http://schemas.openxmlformats.org/drawingml/2006/main">
            <a:pathLst>
              <a:path w="1873443" h="1233347">
                <a:moveTo>
                  <a:pt x="0" y="1233252"/>
                </a:moveTo>
                <a:lnTo>
                  <a:pt x="68592" y="1144491"/>
                </a:lnTo>
                <a:lnTo>
                  <a:pt x="140438" y="1058035"/>
                </a:lnTo>
                <a:lnTo>
                  <a:pt x="215449" y="973989"/>
                </a:lnTo>
                <a:lnTo>
                  <a:pt x="293534" y="892455"/>
                </a:lnTo>
                <a:lnTo>
                  <a:pt x="374598" y="813533"/>
                </a:lnTo>
                <a:lnTo>
                  <a:pt x="458542" y="737319"/>
                </a:lnTo>
                <a:lnTo>
                  <a:pt x="545265" y="663905"/>
                </a:lnTo>
                <a:lnTo>
                  <a:pt x="634659" y="593382"/>
                </a:lnTo>
                <a:lnTo>
                  <a:pt x="726617" y="525835"/>
                </a:lnTo>
                <a:lnTo>
                  <a:pt x="821027" y="461347"/>
                </a:lnTo>
                <a:lnTo>
                  <a:pt x="917772" y="399995"/>
                </a:lnTo>
                <a:lnTo>
                  <a:pt x="1016737" y="341855"/>
                </a:lnTo>
                <a:lnTo>
                  <a:pt x="1117799" y="286998"/>
                </a:lnTo>
                <a:lnTo>
                  <a:pt x="1220835" y="235490"/>
                </a:lnTo>
                <a:lnTo>
                  <a:pt x="1325721" y="187394"/>
                </a:lnTo>
                <a:lnTo>
                  <a:pt x="1432329" y="142769"/>
                </a:lnTo>
                <a:lnTo>
                  <a:pt x="1540528" y="101670"/>
                </a:lnTo>
                <a:lnTo>
                  <a:pt x="1650187" y="64145"/>
                </a:lnTo>
                <a:lnTo>
                  <a:pt x="1761172" y="30241"/>
                </a:lnTo>
                <a:lnTo>
                  <a:pt x="18733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sp>
        <p:nvSpPr>
          <p:cNvPr id="193" name="gold city arc 151">
            <a:extLst xmlns:a="http://schemas.openxmlformats.org/drawingml/2006/main">
              <a:ext uri="{FF2B5EF4-FFF2-40B4-BE49-F238E27FC236}">
                <a16:creationId xmlns:a16="http://schemas.microsoft.com/office/drawing/2014/main" id="{6B1353E5-CFA9-4398-97E1-BD58564C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859" y="3178681"/>
            <a:ext cx="604211" cy="3326867"/>
          </a:xfrm>
          <a:custGeom xmlns:a="http://schemas.openxmlformats.org/drawingml/2006/main">
            <a:pathLst>
              <a:path w="604211" h="3326867">
                <a:moveTo>
                  <a:pt x="418672" y="3326772"/>
                </a:moveTo>
                <a:lnTo>
                  <a:pt x="363886" y="3229900"/>
                </a:lnTo>
                <a:lnTo>
                  <a:pt x="312730" y="3131289"/>
                </a:lnTo>
                <a:lnTo>
                  <a:pt x="265265" y="3031060"/>
                </a:lnTo>
                <a:lnTo>
                  <a:pt x="221550" y="2929334"/>
                </a:lnTo>
                <a:lnTo>
                  <a:pt x="181637" y="2826236"/>
                </a:lnTo>
                <a:lnTo>
                  <a:pt x="145576" y="2721891"/>
                </a:lnTo>
                <a:lnTo>
                  <a:pt x="113410" y="2616427"/>
                </a:lnTo>
                <a:lnTo>
                  <a:pt x="85179" y="2509972"/>
                </a:lnTo>
                <a:lnTo>
                  <a:pt x="60916" y="2402655"/>
                </a:lnTo>
                <a:lnTo>
                  <a:pt x="40652" y="2294607"/>
                </a:lnTo>
                <a:lnTo>
                  <a:pt x="24411" y="2185960"/>
                </a:lnTo>
                <a:lnTo>
                  <a:pt x="12213" y="2076846"/>
                </a:lnTo>
                <a:lnTo>
                  <a:pt x="4073" y="1967399"/>
                </a:lnTo>
                <a:lnTo>
                  <a:pt x="0" y="1857751"/>
                </a:lnTo>
                <a:lnTo>
                  <a:pt x="0" y="1748037"/>
                </a:lnTo>
                <a:lnTo>
                  <a:pt x="4073" y="1638389"/>
                </a:lnTo>
                <a:lnTo>
                  <a:pt x="12213" y="1528942"/>
                </a:lnTo>
                <a:lnTo>
                  <a:pt x="24411" y="1419828"/>
                </a:lnTo>
                <a:lnTo>
                  <a:pt x="40652" y="1311182"/>
                </a:lnTo>
                <a:lnTo>
                  <a:pt x="60916" y="1203134"/>
                </a:lnTo>
                <a:lnTo>
                  <a:pt x="85179" y="1095817"/>
                </a:lnTo>
                <a:lnTo>
                  <a:pt x="113410" y="989361"/>
                </a:lnTo>
                <a:lnTo>
                  <a:pt x="145576" y="883897"/>
                </a:lnTo>
                <a:lnTo>
                  <a:pt x="181637" y="779552"/>
                </a:lnTo>
                <a:lnTo>
                  <a:pt x="221550" y="676454"/>
                </a:lnTo>
                <a:lnTo>
                  <a:pt x="265265" y="574729"/>
                </a:lnTo>
                <a:lnTo>
                  <a:pt x="312730" y="474499"/>
                </a:lnTo>
                <a:lnTo>
                  <a:pt x="363886" y="375888"/>
                </a:lnTo>
                <a:lnTo>
                  <a:pt x="418672" y="279016"/>
                </a:lnTo>
                <a:lnTo>
                  <a:pt x="477020" y="184001"/>
                </a:lnTo>
                <a:lnTo>
                  <a:pt x="538859" y="90957"/>
                </a:lnTo>
                <a:lnTo>
                  <a:pt x="604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sp>
        <p:nvSpPr>
          <p:cNvPr id="194" name="gold city arc -62">
            <a:extLst xmlns:a="http://schemas.openxmlformats.org/drawingml/2006/main">
              <a:ext uri="{FF2B5EF4-FFF2-40B4-BE49-F238E27FC236}">
                <a16:creationId xmlns:a16="http://schemas.microsoft.com/office/drawing/2014/main" id="{0014EDAB-1E14-458C-98C4-2E5C20E8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198" y="2206250"/>
            <a:ext cx="1382459" cy="1299754"/>
          </a:xfrm>
          <a:custGeom xmlns:a="http://schemas.openxmlformats.org/drawingml/2006/main">
            <a:pathLst>
              <a:path w="1382459" h="1299754">
                <a:moveTo>
                  <a:pt x="0" y="0"/>
                </a:moveTo>
                <a:lnTo>
                  <a:pt x="102065" y="53191"/>
                </a:lnTo>
                <a:lnTo>
                  <a:pt x="202093" y="109698"/>
                </a:lnTo>
                <a:lnTo>
                  <a:pt x="299963" y="169453"/>
                </a:lnTo>
                <a:lnTo>
                  <a:pt x="395555" y="232382"/>
                </a:lnTo>
                <a:lnTo>
                  <a:pt x="488753" y="298410"/>
                </a:lnTo>
                <a:lnTo>
                  <a:pt x="579443" y="367456"/>
                </a:lnTo>
                <a:lnTo>
                  <a:pt x="667515" y="439435"/>
                </a:lnTo>
                <a:lnTo>
                  <a:pt x="752861" y="514260"/>
                </a:lnTo>
                <a:lnTo>
                  <a:pt x="835378" y="591840"/>
                </a:lnTo>
                <a:lnTo>
                  <a:pt x="914965" y="672080"/>
                </a:lnTo>
                <a:lnTo>
                  <a:pt x="991525" y="754883"/>
                </a:lnTo>
                <a:lnTo>
                  <a:pt x="1064964" y="840147"/>
                </a:lnTo>
                <a:lnTo>
                  <a:pt x="1135194" y="927769"/>
                </a:lnTo>
                <a:lnTo>
                  <a:pt x="1202128" y="1017642"/>
                </a:lnTo>
                <a:lnTo>
                  <a:pt x="1265685" y="1109656"/>
                </a:lnTo>
                <a:lnTo>
                  <a:pt x="1325789" y="1203700"/>
                </a:lnTo>
                <a:lnTo>
                  <a:pt x="1382364" y="1299659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sp>
        <p:nvSpPr>
          <p:cNvPr id="195" name="gold city arc -20">
            <a:extLst xmlns:a="http://schemas.openxmlformats.org/drawingml/2006/main">
              <a:ext uri="{FF2B5EF4-FFF2-40B4-BE49-F238E27FC236}">
                <a16:creationId xmlns:a16="http://schemas.microsoft.com/office/drawing/2014/main" id="{7CA6CA8A-0B70-4E66-851B-1E1A6417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722" y="3906520"/>
            <a:ext cx="782273" cy="3095592"/>
          </a:xfrm>
          <a:custGeom xmlns:a="http://schemas.openxmlformats.org/drawingml/2006/main">
            <a:pathLst>
              <a:path w="782273" h="3095592">
                <a:moveTo>
                  <a:pt x="580554" y="0"/>
                </a:moveTo>
                <a:lnTo>
                  <a:pt x="618546" y="103737"/>
                </a:lnTo>
                <a:lnTo>
                  <a:pt x="652665" y="208658"/>
                </a:lnTo>
                <a:lnTo>
                  <a:pt x="682868" y="314634"/>
                </a:lnTo>
                <a:lnTo>
                  <a:pt x="709119" y="421536"/>
                </a:lnTo>
                <a:lnTo>
                  <a:pt x="731386" y="529235"/>
                </a:lnTo>
                <a:lnTo>
                  <a:pt x="749641" y="637599"/>
                </a:lnTo>
                <a:lnTo>
                  <a:pt x="763863" y="746496"/>
                </a:lnTo>
                <a:lnTo>
                  <a:pt x="774034" y="855793"/>
                </a:lnTo>
                <a:lnTo>
                  <a:pt x="780141" y="965357"/>
                </a:lnTo>
                <a:lnTo>
                  <a:pt x="782178" y="1075055"/>
                </a:lnTo>
                <a:lnTo>
                  <a:pt x="780141" y="1184753"/>
                </a:lnTo>
                <a:lnTo>
                  <a:pt x="774034" y="1294317"/>
                </a:lnTo>
                <a:lnTo>
                  <a:pt x="763863" y="1403614"/>
                </a:lnTo>
                <a:lnTo>
                  <a:pt x="749641" y="1512511"/>
                </a:lnTo>
                <a:lnTo>
                  <a:pt x="731386" y="1620874"/>
                </a:lnTo>
                <a:lnTo>
                  <a:pt x="709119" y="1728573"/>
                </a:lnTo>
                <a:lnTo>
                  <a:pt x="682868" y="1835476"/>
                </a:lnTo>
                <a:lnTo>
                  <a:pt x="652665" y="1941452"/>
                </a:lnTo>
                <a:lnTo>
                  <a:pt x="618546" y="2046372"/>
                </a:lnTo>
                <a:lnTo>
                  <a:pt x="580554" y="2150110"/>
                </a:lnTo>
                <a:lnTo>
                  <a:pt x="538733" y="2252537"/>
                </a:lnTo>
                <a:lnTo>
                  <a:pt x="493136" y="2353530"/>
                </a:lnTo>
                <a:lnTo>
                  <a:pt x="443818" y="2452965"/>
                </a:lnTo>
                <a:lnTo>
                  <a:pt x="390839" y="2550721"/>
                </a:lnTo>
                <a:lnTo>
                  <a:pt x="334264" y="2646680"/>
                </a:lnTo>
                <a:lnTo>
                  <a:pt x="274161" y="2740724"/>
                </a:lnTo>
                <a:lnTo>
                  <a:pt x="210603" y="2832738"/>
                </a:lnTo>
                <a:lnTo>
                  <a:pt x="143669" y="2922611"/>
                </a:lnTo>
                <a:lnTo>
                  <a:pt x="73439" y="3010233"/>
                </a:lnTo>
                <a:lnTo>
                  <a:pt x="0" y="3095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57FE389-DC10-46D1-A79B-75FEC4539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efeda6074303"/>
          <a:stretch xmlns:a="http://schemas.openxmlformats.org/drawingml/2006/main"/>
        </p:blipFill>
        <p:spPr>
          <a:xfrm xmlns:a="http://schemas.openxmlformats.org/drawingml/2006/main">
            <a:off x="7381875" y="6562725"/>
            <a:ext cx="5267325" cy="2514600"/>
          </a:xfrm>
          <a:prstGeom xmlns:a="http://schemas.openxmlformats.org/drawingml/2006/main" prst="rect">
            <a:avLst/>
          </a:prstGeom>
        </p:spPr>
      </p:pic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480AFAC-237A-4F05-A241-CE9BFA4525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81cdbebbd4d2b"/>
          <a:stretch xmlns:a="http://schemas.openxmlformats.org/drawingml/2006/main"/>
        </p:blipFill>
        <p:spPr>
          <a:xfrm xmlns:a="http://schemas.openxmlformats.org/drawingml/2006/main">
            <a:off x="7991475" y="9077325"/>
            <a:ext cx="4657725" cy="352425"/>
          </a:xfrm>
          <a:prstGeom xmlns:a="http://schemas.openxmlformats.org/drawingml/2006/main" prst="rect">
            <a:avLst/>
          </a:prstGeom>
        </p:spPr>
      </p:pic>
      <p:sp>
        <p:nvSpPr>
          <p:cNvPr id="198" name="Edit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5B6B0B3B-1BBC-41F0-B43A-0F2857B1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95375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99" name="Edit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F0ED433A-CDF7-4013-8ACE-17AFBCD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1171575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00" name="Edit operation icon">
            <a:extLst xmlns:a="http://schemas.openxmlformats.org/drawingml/2006/main">
              <a:ext uri="{FF2B5EF4-FFF2-40B4-BE49-F238E27FC236}">
                <a16:creationId xmlns:a16="http://schemas.microsoft.com/office/drawing/2014/main" id="{154ADD35-3228-41EA-9318-0F6F93A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23975"/>
            <a:ext cx="295370" cy="295370"/>
          </a:xfrm>
          <a:custGeom xmlns:a="http://schemas.openxmlformats.org/drawingml/2006/main">
            <a:pathLst>
              <a:path w="295370" h="295370">
                <a:moveTo>
                  <a:pt x="0" y="295275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FFFFFF"/>
            </a:solidFill>
            <a:prstDash val="solid"/>
          </a:ln>
        </p:spPr>
      </p:sp>
      <p:sp>
        <p:nvSpPr>
          <p:cNvPr id="201" name="Edit operation icon floor">
            <a:extLst xmlns:a="http://schemas.openxmlformats.org/drawingml/2006/main">
              <a:ext uri="{FF2B5EF4-FFF2-40B4-BE49-F238E27FC236}">
                <a16:creationId xmlns:a16="http://schemas.microsoft.com/office/drawing/2014/main" id="{F4A351A2-6A3D-4437-AA78-EA89EB5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685925"/>
            <a:ext cx="381095" cy="191"/>
          </a:xfrm>
          <a:custGeom xmlns:a="http://schemas.openxmlformats.org/drawingml/2006/main">
            <a:pathLst>
              <a:path w="381095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2" name="Edit operation name">
            <a:extLst xmlns:a="http://schemas.openxmlformats.org/drawingml/2006/main">
              <a:ext uri="{FF2B5EF4-FFF2-40B4-BE49-F238E27FC236}">
                <a16:creationId xmlns:a16="http://schemas.microsoft.com/office/drawing/2014/main" id="{1CE177A4-5689-41CA-895F-E620E3DB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6875" y="1245299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203" name="Add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810C9B0E-32BC-41C5-B227-080F3A81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533650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04" name="Add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E0168954-2001-4260-B99A-317E0FE5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609850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05" name="Add operation icon">
            <a:extLst xmlns:a="http://schemas.openxmlformats.org/drawingml/2006/main">
              <a:ext uri="{FF2B5EF4-FFF2-40B4-BE49-F238E27FC236}">
                <a16:creationId xmlns:a16="http://schemas.microsoft.com/office/drawing/2014/main" id="{0683AD8B-F0A9-4F3D-8904-A50B56D2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2724150"/>
            <a:ext cx="428625" cy="428625"/>
          </a:xfrm>
          <a:custGeom xmlns:a="http://schemas.openxmlformats.org/drawingml/2006/main">
            <a:pathLst>
              <a:path w="428625" h="428625">
                <a:moveTo>
                  <a:pt x="428625" y="214313"/>
                </a:moveTo>
                <a:cubicBezTo>
                  <a:pt x="428625" y="332674"/>
                  <a:pt x="332674" y="428625"/>
                  <a:pt x="214313" y="428625"/>
                </a:cubicBezTo>
                <a:cubicBezTo>
                  <a:pt x="95951" y="428625"/>
                  <a:pt x="0" y="332674"/>
                  <a:pt x="0" y="214313"/>
                </a:cubicBezTo>
                <a:cubicBezTo>
                  <a:pt x="0" y="95951"/>
                  <a:pt x="95951" y="0"/>
                  <a:pt x="214313" y="0"/>
                </a:cubicBezTo>
                <a:cubicBezTo>
                  <a:pt x="332674" y="0"/>
                  <a:pt x="428625" y="95951"/>
                  <a:pt x="428625" y="214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6" name="Add operation icon plusH">
            <a:extLst xmlns:a="http://schemas.openxmlformats.org/drawingml/2006/main">
              <a:ext uri="{FF2B5EF4-FFF2-40B4-BE49-F238E27FC236}">
                <a16:creationId xmlns:a16="http://schemas.microsoft.com/office/drawing/2014/main" id="{6F7C8CCB-1AC3-471C-AFD4-BEAFD0FC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938463"/>
            <a:ext cx="295370" cy="191"/>
          </a:xfrm>
          <a:custGeom xmlns:a="http://schemas.openxmlformats.org/drawingml/2006/main">
            <a:pathLst>
              <a:path w="295370" h="191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7" name="Add operation icon plusV">
            <a:extLst xmlns:a="http://schemas.openxmlformats.org/drawingml/2006/main">
              <a:ext uri="{FF2B5EF4-FFF2-40B4-BE49-F238E27FC236}">
                <a16:creationId xmlns:a16="http://schemas.microsoft.com/office/drawing/2014/main" id="{932BCA27-9D0A-4E7A-8C8B-E5FFB93F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988" y="2790825"/>
            <a:ext cx="191" cy="295370"/>
          </a:xfrm>
          <a:custGeom xmlns:a="http://schemas.openxmlformats.org/drawingml/2006/main">
            <a:pathLst>
              <a:path w="191" h="295370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8" name="Add operation name">
            <a:extLst xmlns:a="http://schemas.openxmlformats.org/drawingml/2006/main">
              <a:ext uri="{FF2B5EF4-FFF2-40B4-BE49-F238E27FC236}">
                <a16:creationId xmlns:a16="http://schemas.microsoft.com/office/drawing/2014/main" id="{F7BBBE24-8716-4500-9109-3A13889C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2635949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09" name="Del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A4AF389F-A3A0-4BC2-9856-4F7CC34B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067175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10" name="Del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781B3034-E07C-4902-BEDA-415A98E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143375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11" name="Del operation icon bin">
            <a:extLst xmlns:a="http://schemas.openxmlformats.org/drawingml/2006/main">
              <a:ext uri="{FF2B5EF4-FFF2-40B4-BE49-F238E27FC236}">
                <a16:creationId xmlns:a16="http://schemas.microsoft.com/office/drawing/2014/main" id="{6B23EE3F-6D76-4D44-A63A-AB1C2B2B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4314825"/>
            <a:ext cx="276225" cy="381000"/>
          </a:xfrm>
          <a:custGeom xmlns:a="http://schemas.openxmlformats.org/drawingml/2006/main">
            <a:pathLst>
              <a:path w="276225" h="381000">
                <a:moveTo>
                  <a:pt x="0" y="0"/>
                </a:moveTo>
                <a:lnTo>
                  <a:pt x="276225" y="0"/>
                </a:lnTo>
                <a:cubicBezTo>
                  <a:pt x="276225" y="0"/>
                  <a:pt x="276225" y="0"/>
                  <a:pt x="276225" y="0"/>
                </a:cubicBezTo>
                <a:lnTo>
                  <a:pt x="276225" y="381000"/>
                </a:lnTo>
                <a:cubicBezTo>
                  <a:pt x="276225" y="381000"/>
                  <a:pt x="276225" y="381000"/>
                  <a:pt x="276225" y="381000"/>
                </a:cubicBezTo>
                <a:lnTo>
                  <a:pt x="0" y="381000"/>
                </a:lnTo>
                <a:cubicBezTo>
                  <a:pt x="0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2" name="Del operation icon lid">
            <a:extLst xmlns:a="http://schemas.openxmlformats.org/drawingml/2006/main">
              <a:ext uri="{FF2B5EF4-FFF2-40B4-BE49-F238E27FC236}">
                <a16:creationId xmlns:a16="http://schemas.microsoft.com/office/drawing/2014/main" id="{2E1C7B69-1142-49F8-89D9-C32C48A6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276725"/>
            <a:ext cx="400145" cy="191"/>
          </a:xfrm>
          <a:custGeom xmlns:a="http://schemas.openxmlformats.org/drawingml/2006/main">
            <a:pathLst>
              <a:path w="400145" h="191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13" name="Del operation icon handle">
            <a:extLst xmlns:a="http://schemas.openxmlformats.org/drawingml/2006/main">
              <a:ext uri="{FF2B5EF4-FFF2-40B4-BE49-F238E27FC236}">
                <a16:creationId xmlns:a16="http://schemas.microsoft.com/office/drawing/2014/main" id="{166B2D28-09CF-4941-BAA9-75D93257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219575"/>
            <a:ext cx="152495" cy="191"/>
          </a:xfrm>
          <a:custGeom xmlns:a="http://schemas.openxmlformats.org/drawingml/2006/main">
            <a:pathLst>
              <a:path w="152495" h="191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4" name="Del operation icon bar33">
            <a:extLst xmlns:a="http://schemas.openxmlformats.org/drawingml/2006/main">
              <a:ext uri="{FF2B5EF4-FFF2-40B4-BE49-F238E27FC236}">
                <a16:creationId xmlns:a16="http://schemas.microsoft.com/office/drawing/2014/main" id="{9B2FA5B2-E4F1-4B1D-BCD1-B77079D6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381500"/>
            <a:ext cx="191" cy="247745"/>
          </a:xfrm>
          <a:custGeom xmlns:a="http://schemas.openxmlformats.org/drawingml/2006/main">
            <a:pathLst>
              <a:path w="191" h="247745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5" name="Del operation icon bar41">
            <a:extLst xmlns:a="http://schemas.openxmlformats.org/drawingml/2006/main">
              <a:ext uri="{FF2B5EF4-FFF2-40B4-BE49-F238E27FC236}">
                <a16:creationId xmlns:a16="http://schemas.microsoft.com/office/drawing/2014/main" id="{4C4961CC-5021-4757-8CF0-D64BAA6F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381500"/>
            <a:ext cx="191" cy="247745"/>
          </a:xfrm>
          <a:custGeom xmlns:a="http://schemas.openxmlformats.org/drawingml/2006/main">
            <a:pathLst>
              <a:path w="191" h="247745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6" name="Del operation icon bar49">
            <a:extLst xmlns:a="http://schemas.openxmlformats.org/drawingml/2006/main">
              <a:ext uri="{FF2B5EF4-FFF2-40B4-BE49-F238E27FC236}">
                <a16:creationId xmlns:a16="http://schemas.microsoft.com/office/drawing/2014/main" id="{1D5D9ED4-389E-401B-A289-88DB99A0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381500"/>
            <a:ext cx="191" cy="247745"/>
          </a:xfrm>
          <a:custGeom xmlns:a="http://schemas.openxmlformats.org/drawingml/2006/main">
            <a:pathLst>
              <a:path w="191" h="247745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7" name="Del operation name">
            <a:extLst xmlns:a="http://schemas.openxmlformats.org/drawingml/2006/main">
              <a:ext uri="{FF2B5EF4-FFF2-40B4-BE49-F238E27FC236}">
                <a16:creationId xmlns:a16="http://schemas.microsoft.com/office/drawing/2014/main" id="{08249F0B-173B-42E3-AE24-70A7B066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2800" y="4178999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Del</a:t>
            </a:r>
          </a:p>
        </p:txBody>
      </p:sp>
      <p:sp>
        <p:nvSpPr>
          <p:cNvPr id="218" name="Move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B62A3381-1EFA-4A7E-B004-98C9B131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629275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19" name="Move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95D9CA51-DB49-4E1D-914E-E24B457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705475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20" name="Move operation icon h">
            <a:extLst xmlns:a="http://schemas.openxmlformats.org/drawingml/2006/main">
              <a:ext uri="{FF2B5EF4-FFF2-40B4-BE49-F238E27FC236}">
                <a16:creationId xmlns:a16="http://schemas.microsoft.com/office/drawing/2014/main" id="{23E10035-8A7A-4F8F-B781-17D9BB0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010275"/>
            <a:ext cx="419195" cy="191"/>
          </a:xfrm>
          <a:custGeom xmlns:a="http://schemas.openxmlformats.org/drawingml/2006/main">
            <a:pathLst>
              <a:path w="419195" h="191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1" name="Move operation icon h arrowhead">
            <a:extLst xmlns:a="http://schemas.openxmlformats.org/drawingml/2006/main">
              <a:ext uri="{FF2B5EF4-FFF2-40B4-BE49-F238E27FC236}">
                <a16:creationId xmlns:a16="http://schemas.microsoft.com/office/drawing/2014/main" id="{F24C967E-41CF-4DBE-9A89-7476D013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8674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47625" y="188595"/>
                </a:lnTo>
                <a:lnTo>
                  <a:pt x="47625" y="971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2" name="Move operation icon hr">
            <a:extLst xmlns:a="http://schemas.openxmlformats.org/drawingml/2006/main">
              <a:ext uri="{FF2B5EF4-FFF2-40B4-BE49-F238E27FC236}">
                <a16:creationId xmlns:a16="http://schemas.microsoft.com/office/drawing/2014/main" id="{9E11656D-D629-4EFB-B6FA-A245B2C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010275"/>
            <a:ext cx="419195" cy="191"/>
          </a:xfrm>
          <a:custGeom xmlns:a="http://schemas.openxmlformats.org/drawingml/2006/main">
            <a:pathLst>
              <a:path w="419195" h="191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3" name="Move operation icon hr arrowhead">
            <a:extLst xmlns:a="http://schemas.openxmlformats.org/drawingml/2006/main">
              <a:ext uri="{FF2B5EF4-FFF2-40B4-BE49-F238E27FC236}">
                <a16:creationId xmlns:a16="http://schemas.microsoft.com/office/drawing/2014/main" id="{8A85E572-E1C1-453D-9AB7-A094E5BA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58674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238125" y="97155"/>
                </a:lnTo>
                <a:lnTo>
                  <a:pt x="238125" y="188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4" name="Move operation icon v">
            <a:extLst xmlns:a="http://schemas.openxmlformats.org/drawingml/2006/main">
              <a:ext uri="{FF2B5EF4-FFF2-40B4-BE49-F238E27FC236}">
                <a16:creationId xmlns:a16="http://schemas.microsoft.com/office/drawing/2014/main" id="{2D35627F-3F09-4E70-8DE5-29BC8BB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800725"/>
            <a:ext cx="191" cy="419195"/>
          </a:xfrm>
          <a:custGeom xmlns:a="http://schemas.openxmlformats.org/drawingml/2006/main">
            <a:pathLst>
              <a:path w="191" h="419195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5" name="Move operation icon v arrowhead">
            <a:extLst xmlns:a="http://schemas.openxmlformats.org/drawingml/2006/main">
              <a:ext uri="{FF2B5EF4-FFF2-40B4-BE49-F238E27FC236}">
                <a16:creationId xmlns:a16="http://schemas.microsoft.com/office/drawing/2014/main" id="{B5DC855B-D093-4B6C-8CA6-F135112D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07695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97155" y="47625"/>
                </a:lnTo>
                <a:lnTo>
                  <a:pt x="188595" y="47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6" name="Move operation icon vr">
            <a:extLst xmlns:a="http://schemas.openxmlformats.org/drawingml/2006/main">
              <a:ext uri="{FF2B5EF4-FFF2-40B4-BE49-F238E27FC236}">
                <a16:creationId xmlns:a16="http://schemas.microsoft.com/office/drawing/2014/main" id="{8518EFC3-F662-4A98-8282-51A4B626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800725"/>
            <a:ext cx="191" cy="419195"/>
          </a:xfrm>
          <a:custGeom xmlns:a="http://schemas.openxmlformats.org/drawingml/2006/main">
            <a:pathLst>
              <a:path w="191" h="419195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7" name="Move operation icon vr arrowhead">
            <a:extLst xmlns:a="http://schemas.openxmlformats.org/drawingml/2006/main">
              <a:ext uri="{FF2B5EF4-FFF2-40B4-BE49-F238E27FC236}">
                <a16:creationId xmlns:a16="http://schemas.microsoft.com/office/drawing/2014/main" id="{3BD4BEF9-F793-4999-AC80-179D1E1D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565785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188595" y="238125"/>
                </a:lnTo>
                <a:lnTo>
                  <a:pt x="97155" y="238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8" name="Move operation name">
            <a:extLst xmlns:a="http://schemas.openxmlformats.org/drawingml/2006/main">
              <a:ext uri="{FF2B5EF4-FFF2-40B4-BE49-F238E27FC236}">
                <a16:creationId xmlns:a16="http://schemas.microsoft.com/office/drawing/2014/main" id="{8A891392-E622-40F5-B0C2-47B5D58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2300" y="5769674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29" name="Replace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B18B9C3C-139F-4366-8033-FFB8D6F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038975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30" name="Replace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AED3CF16-03FF-49B8-935A-F64CEB10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115175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31" name="Replace operation icon check0-0">
            <a:extLst xmlns:a="http://schemas.openxmlformats.org/drawingml/2006/main">
              <a:ext uri="{FF2B5EF4-FFF2-40B4-BE49-F238E27FC236}">
                <a16:creationId xmlns:a16="http://schemas.microsoft.com/office/drawing/2014/main" id="{2DE89F75-C2B4-4E2D-9890-81691410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2199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2" name="Replace operation icon check1-0">
            <a:extLst xmlns:a="http://schemas.openxmlformats.org/drawingml/2006/main">
              <a:ext uri="{FF2B5EF4-FFF2-40B4-BE49-F238E27FC236}">
                <a16:creationId xmlns:a16="http://schemas.microsoft.com/office/drawing/2014/main" id="{B8FA19F0-4CB6-4CB4-8892-BC0BFF12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2199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3" name="Replace operation icon check2-0">
            <a:extLst xmlns:a="http://schemas.openxmlformats.org/drawingml/2006/main">
              <a:ext uri="{FF2B5EF4-FFF2-40B4-BE49-F238E27FC236}">
                <a16:creationId xmlns:a16="http://schemas.microsoft.com/office/drawing/2014/main" id="{D8F14658-A0B1-489C-9B98-49CEB35A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2199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4" name="Replace operation icon check3-0">
            <a:extLst xmlns:a="http://schemas.openxmlformats.org/drawingml/2006/main">
              <a:ext uri="{FF2B5EF4-FFF2-40B4-BE49-F238E27FC236}">
                <a16:creationId xmlns:a16="http://schemas.microsoft.com/office/drawing/2014/main" id="{5F770D70-2611-4A8F-A899-BCA271E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2199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5" name="Replace operation icon check0-1">
            <a:extLst xmlns:a="http://schemas.openxmlformats.org/drawingml/2006/main">
              <a:ext uri="{FF2B5EF4-FFF2-40B4-BE49-F238E27FC236}">
                <a16:creationId xmlns:a16="http://schemas.microsoft.com/office/drawing/2014/main" id="{712A95C0-E9EA-40F6-A9EA-87A0BD8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3247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Replace operation icon check1-1">
            <a:extLst xmlns:a="http://schemas.openxmlformats.org/drawingml/2006/main">
              <a:ext uri="{FF2B5EF4-FFF2-40B4-BE49-F238E27FC236}">
                <a16:creationId xmlns:a16="http://schemas.microsoft.com/office/drawing/2014/main" id="{50196779-9B86-4F70-A57D-74F2FD44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3247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7" name="Replace operation icon check2-1">
            <a:extLst xmlns:a="http://schemas.openxmlformats.org/drawingml/2006/main">
              <a:ext uri="{FF2B5EF4-FFF2-40B4-BE49-F238E27FC236}">
                <a16:creationId xmlns:a16="http://schemas.microsoft.com/office/drawing/2014/main" id="{09F36B3D-379E-4189-B549-78B24D3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3247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8" name="Replace operation icon check3-1">
            <a:extLst xmlns:a="http://schemas.openxmlformats.org/drawingml/2006/main">
              <a:ext uri="{FF2B5EF4-FFF2-40B4-BE49-F238E27FC236}">
                <a16:creationId xmlns:a16="http://schemas.microsoft.com/office/drawing/2014/main" id="{13D44EF1-4C56-4FD1-8BDA-49D71242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3247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9" name="Replace operation icon check0-2">
            <a:extLst xmlns:a="http://schemas.openxmlformats.org/drawingml/2006/main">
              <a:ext uri="{FF2B5EF4-FFF2-40B4-BE49-F238E27FC236}">
                <a16:creationId xmlns:a16="http://schemas.microsoft.com/office/drawing/2014/main" id="{B2FF9251-F1DD-4333-8936-6FF7F72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4295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0" name="Replace operation icon check1-2">
            <a:extLst xmlns:a="http://schemas.openxmlformats.org/drawingml/2006/main">
              <a:ext uri="{FF2B5EF4-FFF2-40B4-BE49-F238E27FC236}">
                <a16:creationId xmlns:a16="http://schemas.microsoft.com/office/drawing/2014/main" id="{6B878A39-EB6E-4CFE-BF3F-24FF9DE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4295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1" name="Replace operation icon check2-2">
            <a:extLst xmlns:a="http://schemas.openxmlformats.org/drawingml/2006/main">
              <a:ext uri="{FF2B5EF4-FFF2-40B4-BE49-F238E27FC236}">
                <a16:creationId xmlns:a16="http://schemas.microsoft.com/office/drawing/2014/main" id="{B649523A-6D09-45B3-A05F-1329A2E0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4295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2" name="Replace operation icon check3-2">
            <a:extLst xmlns:a="http://schemas.openxmlformats.org/drawingml/2006/main">
              <a:ext uri="{FF2B5EF4-FFF2-40B4-BE49-F238E27FC236}">
                <a16:creationId xmlns:a16="http://schemas.microsoft.com/office/drawing/2014/main" id="{480F4C70-4635-4F74-A5D2-6F6053D5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4295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3" name="Replace operation icon check0-3">
            <a:extLst xmlns:a="http://schemas.openxmlformats.org/drawingml/2006/main">
              <a:ext uri="{FF2B5EF4-FFF2-40B4-BE49-F238E27FC236}">
                <a16:creationId xmlns:a16="http://schemas.microsoft.com/office/drawing/2014/main" id="{BE3F76DA-73E9-465B-AAC7-CA08B86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5342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4" name="Replace operation icon check1-3">
            <a:extLst xmlns:a="http://schemas.openxmlformats.org/drawingml/2006/main">
              <a:ext uri="{FF2B5EF4-FFF2-40B4-BE49-F238E27FC236}">
                <a16:creationId xmlns:a16="http://schemas.microsoft.com/office/drawing/2014/main" id="{7C5F20B7-6E2B-4F72-A8BF-9FEBF402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5342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5" name="Replace operation icon check2-3">
            <a:extLst xmlns:a="http://schemas.openxmlformats.org/drawingml/2006/main">
              <a:ext uri="{FF2B5EF4-FFF2-40B4-BE49-F238E27FC236}">
                <a16:creationId xmlns:a16="http://schemas.microsoft.com/office/drawing/2014/main" id="{35922BA0-91EF-45A4-AB2B-29F36AFD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5342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6" name="Replace operation icon check3-3">
            <a:extLst xmlns:a="http://schemas.openxmlformats.org/drawingml/2006/main">
              <a:ext uri="{FF2B5EF4-FFF2-40B4-BE49-F238E27FC236}">
                <a16:creationId xmlns:a16="http://schemas.microsoft.com/office/drawing/2014/main" id="{2EEB3F15-E6AE-4A80-81B1-0C6E3CC8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5342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7" name="Replace operation name">
            <a:extLst xmlns:a="http://schemas.openxmlformats.org/drawingml/2006/main">
              <a:ext uri="{FF2B5EF4-FFF2-40B4-BE49-F238E27FC236}">
                <a16:creationId xmlns:a16="http://schemas.microsoft.com/office/drawing/2014/main" id="{B85C5333-62F0-4B34-98C6-C6AFE78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8875" y="7162253"/>
            <a:ext cx="1952625" cy="745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91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91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191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248" name="edit example card">
            <a:extLst xmlns:a="http://schemas.openxmlformats.org/drawingml/2006/main">
              <a:ext uri="{FF2B5EF4-FFF2-40B4-BE49-F238E27FC236}">
                <a16:creationId xmlns:a16="http://schemas.microsoft.com/office/drawing/2014/main" id="{8F79BE6F-912B-4A18-BD6E-2932B01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714375"/>
            <a:ext cx="4533900" cy="1400175"/>
          </a:xfrm>
          <a:custGeom xmlns:a="http://schemas.openxmlformats.org/drawingml/2006/main">
            <a:pathLst>
              <a:path w="4533900" h="1400175">
                <a:moveTo>
                  <a:pt x="114300" y="0"/>
                </a:moveTo>
                <a:lnTo>
                  <a:pt x="4419600" y="0"/>
                </a:lnTo>
                <a:cubicBezTo>
                  <a:pt x="4482726" y="0"/>
                  <a:pt x="4533900" y="51174"/>
                  <a:pt x="4533900" y="114300"/>
                </a:cubicBezTo>
                <a:lnTo>
                  <a:pt x="4533900" y="1285875"/>
                </a:lnTo>
                <a:cubicBezTo>
                  <a:pt x="4533900" y="1349001"/>
                  <a:pt x="4482726" y="1400175"/>
                  <a:pt x="4419600" y="1400175"/>
                </a:cubicBezTo>
                <a:lnTo>
                  <a:pt x="114300" y="1400175"/>
                </a:lnTo>
                <a:cubicBezTo>
                  <a:pt x="51174" y="1400175"/>
                  <a:pt x="0" y="1349001"/>
                  <a:pt x="0" y="12858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9" name="edit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AA6A2460-E070-4B92-A7F3-23AC0354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66750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50" name="edit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B785398A-134F-4B1B-810B-FB064BDF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66750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1" name="edit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385FCA68-00E4-47B5-8F50-002C365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3775" y="181927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52" name="edit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EB4D12EB-4BB0-4F06-A1E1-29521CB9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3775" y="181927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1604E11-5731-420D-BAD6-D44D202E0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6914285e941bf"/>
          <a:stretch xmlns:a="http://schemas.openxmlformats.org/drawingml/2006/main"/>
        </p:blipFill>
        <p:spPr>
          <a:xfrm xmlns:a="http://schemas.openxmlformats.org/drawingml/2006/main">
            <a:off x="14925675" y="762000"/>
            <a:ext cx="895350" cy="1266825"/>
          </a:xfrm>
          <a:prstGeom xmlns:a="http://schemas.openxmlformats.org/drawingml/2006/main" prst="rect">
            <a:avLst/>
          </a:prstGeom>
        </p:spPr>
      </p:pic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425F376-31F5-4A61-94E7-BFA53C601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10d3b5fb54115"/>
          <a:stretch xmlns:a="http://schemas.openxmlformats.org/drawingml/2006/main"/>
        </p:blipFill>
        <p:spPr>
          <a:xfrm xmlns:a="http://schemas.openxmlformats.org/drawingml/2006/main">
            <a:off x="17459325" y="762000"/>
            <a:ext cx="1190625" cy="1285875"/>
          </a:xfrm>
          <a:prstGeom xmlns:a="http://schemas.openxmlformats.org/drawingml/2006/main" prst="rect">
            <a:avLst/>
          </a:prstGeom>
        </p:spPr>
      </p:pic>
      <p:sp>
        <p:nvSpPr>
          <p:cNvPr id="255" name="edit example marker">
            <a:extLst xmlns:a="http://schemas.openxmlformats.org/drawingml/2006/main">
              <a:ext uri="{FF2B5EF4-FFF2-40B4-BE49-F238E27FC236}">
                <a16:creationId xmlns:a16="http://schemas.microsoft.com/office/drawing/2014/main" id="{A7FA4FAF-7526-4689-90A4-40D5548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5" y="7810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56" name="edit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5F306162-9A87-44E1-A6FE-3B7CF43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819150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57" name="edit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1553C6AB-32E7-46DA-BB7E-2BC5A127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450" y="766420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8" name="edit direction">
            <a:extLst xmlns:a="http://schemas.openxmlformats.org/drawingml/2006/main">
              <a:ext uri="{FF2B5EF4-FFF2-40B4-BE49-F238E27FC236}">
                <a16:creationId xmlns:a16="http://schemas.microsoft.com/office/drawing/2014/main" id="{B7597D45-AA83-4362-B02F-18A3C85B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1142619"/>
            <a:ext cx="100012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edit to</a:t>
            </a:r>
          </a:p>
        </p:txBody>
      </p:sp>
      <p:sp>
        <p:nvSpPr>
          <p:cNvPr id="259" name="edit example arrow">
            <a:extLst xmlns:a="http://schemas.openxmlformats.org/drawingml/2006/main">
              <a:ext uri="{FF2B5EF4-FFF2-40B4-BE49-F238E27FC236}">
                <a16:creationId xmlns:a16="http://schemas.microsoft.com/office/drawing/2014/main" id="{260A0F2B-2D38-4E6F-ABBD-F0DC5D6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1495425"/>
            <a:ext cx="943070" cy="191"/>
          </a:xfrm>
          <a:custGeom xmlns:a="http://schemas.openxmlformats.org/drawingml/2006/main">
            <a:pathLst>
              <a:path w="943070" h="191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EE5B91"/>
            </a:solidFill>
            <a:prstDash val="solid"/>
          </a:ln>
        </p:spPr>
      </p:sp>
      <p:sp>
        <p:nvSpPr>
          <p:cNvPr id="260" name="edit example arrow arrowhead">
            <a:extLst xmlns:a="http://schemas.openxmlformats.org/drawingml/2006/main">
              <a:ext uri="{FF2B5EF4-FFF2-40B4-BE49-F238E27FC236}">
                <a16:creationId xmlns:a16="http://schemas.microsoft.com/office/drawing/2014/main" id="{E303D7B3-8023-44F5-B563-0FCE1666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132397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171450" y="171450"/>
                </a:moveTo>
                <a:lnTo>
                  <a:pt x="57150" y="226314"/>
                </a:lnTo>
                <a:lnTo>
                  <a:pt x="57150" y="116586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1" name="add example card">
            <a:extLst xmlns:a="http://schemas.openxmlformats.org/drawingml/2006/main">
              <a:ext uri="{FF2B5EF4-FFF2-40B4-BE49-F238E27FC236}">
                <a16:creationId xmlns:a16="http://schemas.microsoft.com/office/drawing/2014/main" id="{85FCA568-FB0F-4CFB-8305-FC9C741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333625"/>
            <a:ext cx="3429000" cy="1323975"/>
          </a:xfrm>
          <a:custGeom xmlns:a="http://schemas.openxmlformats.org/drawingml/2006/main">
            <a:pathLst>
              <a:path w="3429000" h="1323975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228725"/>
                </a:lnTo>
                <a:cubicBezTo>
                  <a:pt x="3429000" y="1281330"/>
                  <a:pt x="3386355" y="1323975"/>
                  <a:pt x="3333750" y="1323975"/>
                </a:cubicBezTo>
                <a:lnTo>
                  <a:pt x="95250" y="1323975"/>
                </a:lnTo>
                <a:cubicBezTo>
                  <a:pt x="42645" y="1323975"/>
                  <a:pt x="0" y="1281330"/>
                  <a:pt x="0" y="1228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2" name="add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6495D019-141A-4CBF-83D2-6B3EC0B2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305050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63" name="add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91BD8FC6-0DDB-4506-91C2-5547AFC9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305050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4" name="add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2F9D7791-1CD1-4ED1-B13A-3B08EF31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338137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65" name="add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54F66CFE-2D99-45EC-BA8A-7A2DCD42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338137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949E0FE-8110-4A9D-B2D5-AC157EB75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44fc9afd2435c"/>
          <a:stretch xmlns:a="http://schemas.openxmlformats.org/drawingml/2006/main"/>
        </p:blipFill>
        <p:spPr>
          <a:xfrm xmlns:a="http://schemas.openxmlformats.org/drawingml/2006/main">
            <a:off x="16221075" y="2466975"/>
            <a:ext cx="1143000" cy="1085850"/>
          </a:xfrm>
          <a:prstGeom xmlns:a="http://schemas.openxmlformats.org/drawingml/2006/main" prst="rect">
            <a:avLst/>
          </a:prstGeom>
        </p:spPr>
      </p:pic>
      <p:sp>
        <p:nvSpPr>
          <p:cNvPr id="267" name="add example marker">
            <a:extLst xmlns:a="http://schemas.openxmlformats.org/drawingml/2006/main">
              <a:ext uri="{FF2B5EF4-FFF2-40B4-BE49-F238E27FC236}">
                <a16:creationId xmlns:a16="http://schemas.microsoft.com/office/drawing/2014/main" id="{28418C01-9504-4DFB-8694-439B5C1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42887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68" name="add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1F686F9F-3422-4B1C-8FF3-888D45B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246697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69" name="add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0330ACF9-2440-4161-9A1B-D9582B8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2414245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0" name="add text">
            <a:extLst xmlns:a="http://schemas.openxmlformats.org/drawingml/2006/main">
              <a:ext uri="{FF2B5EF4-FFF2-40B4-BE49-F238E27FC236}">
                <a16:creationId xmlns:a16="http://schemas.microsoft.com/office/drawing/2014/main" id="{85E1C5F2-9FB6-4DA8-B865-0214E5E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9850" y="2674429"/>
            <a:ext cx="7524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71" name="add text second">
            <a:extLst xmlns:a="http://schemas.openxmlformats.org/drawingml/2006/main">
              <a:ext uri="{FF2B5EF4-FFF2-40B4-BE49-F238E27FC236}">
                <a16:creationId xmlns:a16="http://schemas.microsoft.com/office/drawing/2014/main" id="{FF9E29F6-0722-4FD8-A62A-5C0EE9C0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4575" y="3017329"/>
            <a:ext cx="11620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to scene</a:t>
            </a:r>
          </a:p>
        </p:txBody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4AAADFB-413B-47C3-9D3D-B1CBC89C0E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f490eba064a7e"/>
          <a:stretch xmlns:a="http://schemas.openxmlformats.org/drawingml/2006/main"/>
        </p:blipFill>
        <p:spPr>
          <a:xfrm xmlns:a="http://schemas.openxmlformats.org/drawingml/2006/main">
            <a:off x="18849975" y="2276475"/>
            <a:ext cx="295275" cy="304800"/>
          </a:xfrm>
          <a:prstGeom xmlns:a="http://schemas.openxmlformats.org/drawingml/2006/main" prst="rect">
            <a:avLst/>
          </a:prstGeom>
        </p:spPr>
      </p:pic>
      <p:sp>
        <p:nvSpPr>
          <p:cNvPr id="273" name="delete example card">
            <a:extLst xmlns:a="http://schemas.openxmlformats.org/drawingml/2006/main">
              <a:ext uri="{FF2B5EF4-FFF2-40B4-BE49-F238E27FC236}">
                <a16:creationId xmlns:a16="http://schemas.microsoft.com/office/drawing/2014/main" id="{F9B53792-699F-4627-9BAF-C28A272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3876675"/>
            <a:ext cx="3257550" cy="1333500"/>
          </a:xfrm>
          <a:custGeom xmlns:a="http://schemas.openxmlformats.org/drawingml/2006/main">
            <a:pathLst>
              <a:path w="3257550" h="1333500">
                <a:moveTo>
                  <a:pt x="95250" y="0"/>
                </a:moveTo>
                <a:lnTo>
                  <a:pt x="3162300" y="0"/>
                </a:lnTo>
                <a:cubicBezTo>
                  <a:pt x="3214905" y="0"/>
                  <a:pt x="3257550" y="42645"/>
                  <a:pt x="3257550" y="95250"/>
                </a:cubicBezTo>
                <a:lnTo>
                  <a:pt x="3257550" y="1238250"/>
                </a:lnTo>
                <a:cubicBezTo>
                  <a:pt x="3257550" y="1290855"/>
                  <a:pt x="3214905" y="1333500"/>
                  <a:pt x="316230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4" name="delete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7F0BF713-F3D5-4729-825F-FB99C5EA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3848100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75" name="delete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FD7AF157-680A-4048-8850-4BDD37CB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3848100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6" name="delete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339A12AE-7BB4-4286-8A0F-627A95A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492442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77" name="delete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4B59B736-D4A2-4A24-B1FA-4B5542FC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492442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ACEE46B-6E0C-4024-B5EE-2710C685B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6b2c794d54586"/>
          <a:stretch xmlns:a="http://schemas.openxmlformats.org/drawingml/2006/main"/>
        </p:blipFill>
        <p:spPr>
          <a:xfrm xmlns:a="http://schemas.openxmlformats.org/drawingml/2006/main">
            <a:off x="16354425" y="4019550"/>
            <a:ext cx="552450" cy="1114425"/>
          </a:xfrm>
          <a:prstGeom xmlns:a="http://schemas.openxmlformats.org/drawingml/2006/main" prst="rect">
            <a:avLst/>
          </a:prstGeom>
        </p:spPr>
      </p:pic>
      <p:sp>
        <p:nvSpPr>
          <p:cNvPr id="279" name="delete example marker">
            <a:extLst xmlns:a="http://schemas.openxmlformats.org/drawingml/2006/main">
              <a:ext uri="{FF2B5EF4-FFF2-40B4-BE49-F238E27FC236}">
                <a16:creationId xmlns:a16="http://schemas.microsoft.com/office/drawing/2014/main" id="{F2CAF3D7-C6FD-4769-B002-0A782990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9814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80" name="delete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C46D7DFF-8C22-46C4-80F5-BAE3F5A3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4019550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81" name="delete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92FC3986-EE6E-4DE0-93D5-1F65A60A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3966820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82" name="delete text">
            <a:extLst xmlns:a="http://schemas.openxmlformats.org/drawingml/2006/main">
              <a:ext uri="{FF2B5EF4-FFF2-40B4-BE49-F238E27FC236}">
                <a16:creationId xmlns:a16="http://schemas.microsoft.com/office/drawing/2014/main" id="{ECAC2CE6-ABF2-428D-A29B-860A058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1275" y="4255580"/>
            <a:ext cx="9525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83" name="delete text second">
            <a:extLst xmlns:a="http://schemas.openxmlformats.org/drawingml/2006/main">
              <a:ext uri="{FF2B5EF4-FFF2-40B4-BE49-F238E27FC236}">
                <a16:creationId xmlns:a16="http://schemas.microsoft.com/office/drawing/2014/main" id="{9F602367-20B7-43C3-9459-EBBFB5AD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92650" y="4598480"/>
            <a:ext cx="15144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from scene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B19650B-B1C1-4DBE-A607-DE6768D6A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e05837cf64cfb"/>
          <a:stretch xmlns:a="http://schemas.openxmlformats.org/drawingml/2006/main"/>
        </p:blipFill>
        <p:spPr>
          <a:xfrm xmlns:a="http://schemas.openxmlformats.org/drawingml/2006/main">
            <a:off x="18821400" y="3762375"/>
            <a:ext cx="333375" cy="371475"/>
          </a:xfrm>
          <a:prstGeom xmlns:a="http://schemas.openxmlformats.org/drawingml/2006/main" prst="rect">
            <a:avLst/>
          </a:prstGeom>
        </p:spPr>
      </p:pic>
      <p:sp>
        <p:nvSpPr>
          <p:cNvPr id="285" name="move example card">
            <a:extLst xmlns:a="http://schemas.openxmlformats.org/drawingml/2006/main">
              <a:ext uri="{FF2B5EF4-FFF2-40B4-BE49-F238E27FC236}">
                <a16:creationId xmlns:a16="http://schemas.microsoft.com/office/drawing/2014/main" id="{8CC5BD5C-3821-420B-991D-FA23AE6E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467350"/>
            <a:ext cx="2990850" cy="1295400"/>
          </a:xfrm>
          <a:custGeom xmlns:a="http://schemas.openxmlformats.org/drawingml/2006/main">
            <a:pathLst>
              <a:path w="2990850" h="1295400">
                <a:moveTo>
                  <a:pt x="95250" y="0"/>
                </a:moveTo>
                <a:lnTo>
                  <a:pt x="2895600" y="0"/>
                </a:lnTo>
                <a:cubicBezTo>
                  <a:pt x="2948205" y="0"/>
                  <a:pt x="2990850" y="42645"/>
                  <a:pt x="2990850" y="95250"/>
                </a:cubicBezTo>
                <a:lnTo>
                  <a:pt x="2990850" y="1200150"/>
                </a:lnTo>
                <a:cubicBezTo>
                  <a:pt x="2990850" y="1252755"/>
                  <a:pt x="2948205" y="1295400"/>
                  <a:pt x="2895600" y="1295400"/>
                </a:cubicBezTo>
                <a:lnTo>
                  <a:pt x="95250" y="1295400"/>
                </a:lnTo>
                <a:cubicBezTo>
                  <a:pt x="42645" y="1295400"/>
                  <a:pt x="0" y="1252755"/>
                  <a:pt x="0" y="1200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6" name="move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F6EFC73F-E22C-42F5-B928-EC5FFAB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457825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87" name="move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CC3DBCAD-B73B-4E15-AAA2-2A9F1442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457825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8" name="move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AE0C7B33-D53C-4217-8F45-61449AEB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650557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89" name="move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84DBCC0E-D0B0-465F-8AE8-8C758CD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6505575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F732075-74C5-472E-9D1D-58C91DA056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e8bcc340d4b13"/>
          <a:stretch xmlns:a="http://schemas.openxmlformats.org/drawingml/2006/main"/>
        </p:blipFill>
        <p:spPr>
          <a:xfrm xmlns:a="http://schemas.openxmlformats.org/drawingml/2006/main">
            <a:off x="16240125" y="5648325"/>
            <a:ext cx="1038225" cy="1057275"/>
          </a:xfrm>
          <a:prstGeom xmlns:a="http://schemas.openxmlformats.org/drawingml/2006/main" prst="rect">
            <a:avLst/>
          </a:prstGeom>
        </p:spPr>
      </p:pic>
      <p:sp>
        <p:nvSpPr>
          <p:cNvPr id="291" name="move example marker">
            <a:extLst xmlns:a="http://schemas.openxmlformats.org/drawingml/2006/main">
              <a:ext uri="{FF2B5EF4-FFF2-40B4-BE49-F238E27FC236}">
                <a16:creationId xmlns:a16="http://schemas.microsoft.com/office/drawing/2014/main" id="{9628B8B2-8CC7-4E13-9002-725CF9E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559117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92" name="move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376CA622-95C1-4234-B510-3DB4026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62927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93" name="move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D2A9FD91-6127-4446-A067-857738F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5576545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4" name="move from text">
            <a:extLst xmlns:a="http://schemas.openxmlformats.org/drawingml/2006/main">
              <a:ext uri="{FF2B5EF4-FFF2-40B4-BE49-F238E27FC236}">
                <a16:creationId xmlns:a16="http://schemas.microsoft.com/office/drawing/2014/main" id="{8716D94A-0604-48DF-8B22-4AA5BD8C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0" y="5771769"/>
            <a:ext cx="7239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295" name="move to text">
            <a:extLst xmlns:a="http://schemas.openxmlformats.org/drawingml/2006/main">
              <a:ext uri="{FF2B5EF4-FFF2-40B4-BE49-F238E27FC236}">
                <a16:creationId xmlns:a16="http://schemas.microsoft.com/office/drawing/2014/main" id="{67F940F1-FAE2-4EAE-97C3-CF423794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9825" y="6219444"/>
            <a:ext cx="5334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5700CF7-40CB-42DD-A981-70A892504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9eba59fb84eac"/>
          <a:stretch xmlns:a="http://schemas.openxmlformats.org/drawingml/2006/main"/>
        </p:blipFill>
        <p:spPr>
          <a:xfrm xmlns:a="http://schemas.openxmlformats.org/drawingml/2006/main">
            <a:off x="18145125" y="5676900"/>
            <a:ext cx="533400" cy="466725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AF02C37-5028-4500-9935-6F901D5690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f746fdda6467c"/>
          <a:stretch xmlns:a="http://schemas.openxmlformats.org/drawingml/2006/main"/>
        </p:blipFill>
        <p:spPr>
          <a:xfrm xmlns:a="http://schemas.openxmlformats.org/drawingml/2006/main">
            <a:off x="18145125" y="6210300"/>
            <a:ext cx="533400" cy="447675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58EC795-26D2-4441-BB17-E69E0114B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7a74a6cbe4607"/>
          <a:stretch xmlns:a="http://schemas.openxmlformats.org/drawingml/2006/main"/>
        </p:blipFill>
        <p:spPr>
          <a:xfrm xmlns:a="http://schemas.openxmlformats.org/drawingml/2006/main">
            <a:off x="18821400" y="5391150"/>
            <a:ext cx="323850" cy="266700"/>
          </a:xfrm>
          <a:prstGeom xmlns:a="http://schemas.openxmlformats.org/drawingml/2006/main" prst="rect">
            <a:avLst/>
          </a:prstGeom>
        </p:spPr>
      </p:pic>
      <p:sp>
        <p:nvSpPr>
          <p:cNvPr id="299" name="replace example card">
            <a:extLst xmlns:a="http://schemas.openxmlformats.org/drawingml/2006/main">
              <a:ext uri="{FF2B5EF4-FFF2-40B4-BE49-F238E27FC236}">
                <a16:creationId xmlns:a16="http://schemas.microsoft.com/office/drawing/2014/main" id="{92DCB09E-CFCA-49A5-A572-3B608A8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6915150"/>
            <a:ext cx="3124200" cy="1323975"/>
          </a:xfrm>
          <a:custGeom xmlns:a="http://schemas.openxmlformats.org/drawingml/2006/main">
            <a:pathLst>
              <a:path w="3124200" h="1323975">
                <a:moveTo>
                  <a:pt x="95250" y="0"/>
                </a:moveTo>
                <a:lnTo>
                  <a:pt x="3028950" y="0"/>
                </a:lnTo>
                <a:cubicBezTo>
                  <a:pt x="3081555" y="0"/>
                  <a:pt x="3124200" y="42645"/>
                  <a:pt x="3124200" y="95250"/>
                </a:cubicBezTo>
                <a:lnTo>
                  <a:pt x="3124200" y="1228725"/>
                </a:lnTo>
                <a:cubicBezTo>
                  <a:pt x="3124200" y="1281330"/>
                  <a:pt x="3081555" y="1323975"/>
                  <a:pt x="3028950" y="1323975"/>
                </a:cubicBezTo>
                <a:lnTo>
                  <a:pt x="95250" y="1323975"/>
                </a:lnTo>
                <a:cubicBezTo>
                  <a:pt x="42645" y="1323975"/>
                  <a:pt x="0" y="1281330"/>
                  <a:pt x="0" y="1228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0" name="replace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511361B6-FFAC-471D-B1F1-F1026F39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6886575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301" name="replace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AACB6AC0-0EF0-4E09-86B4-8E618783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6886575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02" name="replace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D1899B53-CF1B-48BE-8F76-F48E0877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7962900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303" name="replace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15F157AF-D059-41EB-A5AE-A032FBD0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7962900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097CB76-9E0D-4252-B661-08B174871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7676205ed4f90"/>
          <a:stretch xmlns:a="http://schemas.openxmlformats.org/drawingml/2006/main"/>
        </p:blipFill>
        <p:spPr>
          <a:xfrm xmlns:a="http://schemas.openxmlformats.org/drawingml/2006/main">
            <a:off x="16097250" y="7143750"/>
            <a:ext cx="876300" cy="838200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8AEEE5D-550A-46D9-8488-73CA21A75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e9f94c3a2441b"/>
          <a:stretch xmlns:a="http://schemas.openxmlformats.org/drawingml/2006/main"/>
        </p:blipFill>
        <p:spPr>
          <a:xfrm xmlns:a="http://schemas.openxmlformats.org/drawingml/2006/main">
            <a:off x="17973675" y="7143750"/>
            <a:ext cx="885825" cy="838200"/>
          </a:xfrm>
          <a:prstGeom xmlns:a="http://schemas.openxmlformats.org/drawingml/2006/main" prst="rect">
            <a:avLst/>
          </a:prstGeom>
        </p:spPr>
      </p:pic>
      <p:sp>
        <p:nvSpPr>
          <p:cNvPr id="306" name="replace text">
            <a:extLst xmlns:a="http://schemas.openxmlformats.org/drawingml/2006/main">
              <a:ext uri="{FF2B5EF4-FFF2-40B4-BE49-F238E27FC236}">
                <a16:creationId xmlns:a16="http://schemas.microsoft.com/office/drawing/2014/main" id="{FECEF2A4-86F8-40D8-9D28-5BEF4517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9275" y="7221284"/>
            <a:ext cx="9334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307" name="replace example arrow">
            <a:extLst xmlns:a="http://schemas.openxmlformats.org/drawingml/2006/main">
              <a:ext uri="{FF2B5EF4-FFF2-40B4-BE49-F238E27FC236}">
                <a16:creationId xmlns:a16="http://schemas.microsoft.com/office/drawing/2014/main" id="{08CEBE11-B3A8-4BF6-922B-826911F4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7610475"/>
            <a:ext cx="752570" cy="191"/>
          </a:xfrm>
          <a:custGeom xmlns:a="http://schemas.openxmlformats.org/drawingml/2006/main">
            <a:pathLst>
              <a:path w="752570" h="191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EE5B91"/>
            </a:solidFill>
            <a:prstDash val="solid"/>
          </a:ln>
        </p:spPr>
      </p:sp>
      <p:sp>
        <p:nvSpPr>
          <p:cNvPr id="308" name="replace example arrow arrowhead">
            <a:extLst xmlns:a="http://schemas.openxmlformats.org/drawingml/2006/main">
              <a:ext uri="{FF2B5EF4-FFF2-40B4-BE49-F238E27FC236}">
                <a16:creationId xmlns:a16="http://schemas.microsoft.com/office/drawing/2014/main" id="{FCD5EFE3-54DE-40A7-B916-191AB5C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50" y="743902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171450" y="171450"/>
                </a:moveTo>
                <a:lnTo>
                  <a:pt x="57150" y="226314"/>
                </a:lnTo>
                <a:lnTo>
                  <a:pt x="57150" y="116586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195AB1C-B6BA-488E-A64A-83B35B8B8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4bff5a0c04550"/>
          <a:stretch xmlns:a="http://schemas.openxmlformats.org/drawingml/2006/main"/>
        </p:blipFill>
        <p:spPr>
          <a:xfrm xmlns:a="http://schemas.openxmlformats.org/drawingml/2006/main">
            <a:off x="18821400" y="6838950"/>
            <a:ext cx="333375" cy="304800"/>
          </a:xfrm>
          <a:prstGeom xmlns:a="http://schemas.openxmlformats.org/drawingml/2006/main" prst="rect">
            <a:avLst/>
          </a:prstGeom>
        </p:spPr>
      </p:pic>
      <p:sp>
        <p:nvSpPr>
          <p:cNvPr id="310" name="editing input frame">
            <a:extLst xmlns:a="http://schemas.openxmlformats.org/drawingml/2006/main">
              <a:ext uri="{FF2B5EF4-FFF2-40B4-BE49-F238E27FC236}">
                <a16:creationId xmlns:a16="http://schemas.microsoft.com/office/drawing/2014/main" id="{8E153809-D972-42EB-92F1-37004D3D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429625"/>
            <a:ext cx="5391150" cy="819150"/>
          </a:xfrm>
          <a:custGeom xmlns:a="http://schemas.openxmlformats.org/drawingml/2006/main">
            <a:pathLst>
              <a:path w="5391150" h="819150">
                <a:moveTo>
                  <a:pt x="76200" y="0"/>
                </a:moveTo>
                <a:lnTo>
                  <a:pt x="5314950" y="0"/>
                </a:lnTo>
                <a:cubicBezTo>
                  <a:pt x="5357034" y="0"/>
                  <a:pt x="5391150" y="34116"/>
                  <a:pt x="5391150" y="76200"/>
                </a:cubicBezTo>
                <a:lnTo>
                  <a:pt x="5391150" y="742950"/>
                </a:lnTo>
                <a:cubicBezTo>
                  <a:pt x="5391150" y="785034"/>
                  <a:pt x="5357034" y="819150"/>
                  <a:pt x="531495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9FC"/>
          </a:solidFill>
          <a:ln xmlns:a="http://schemas.openxmlformats.org/drawingml/2006/main" w="19050">
            <a:solidFill>
              <a:srgbClr val="F792B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1" name="editing input prefix">
            <a:extLst xmlns:a="http://schemas.openxmlformats.org/drawingml/2006/main">
              <a:ext uri="{FF2B5EF4-FFF2-40B4-BE49-F238E27FC236}">
                <a16:creationId xmlns:a16="http://schemas.microsoft.com/office/drawing/2014/main" id="{9170E2D6-D554-4379-88E8-633BAEB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275" y="8571167"/>
            <a:ext cx="7239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312" name="editing input line one">
            <a:extLst xmlns:a="http://schemas.openxmlformats.org/drawingml/2006/main">
              <a:ext uri="{FF2B5EF4-FFF2-40B4-BE49-F238E27FC236}">
                <a16:creationId xmlns:a16="http://schemas.microsoft.com/office/drawing/2014/main" id="{99230AED-9C20-4887-B1A9-0F45FB9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8571167"/>
            <a:ext cx="43719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Please EDIT / ADD / DEL / MOVE / REPL-</a:t>
            </a:r>
          </a:p>
        </p:txBody>
      </p:sp>
      <p:sp>
        <p:nvSpPr>
          <p:cNvPr id="313" name="editing input line two">
            <a:extLst xmlns:a="http://schemas.openxmlformats.org/drawingml/2006/main">
              <a:ext uri="{FF2B5EF4-FFF2-40B4-BE49-F238E27FC236}">
                <a16:creationId xmlns:a16="http://schemas.microsoft.com/office/drawing/2014/main" id="{0E055FF6-FA94-410E-A72D-B3894EC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275" y="8809292"/>
            <a:ext cx="4191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ACE the asset X ...</a:t>
            </a:r>
          </a:p>
        </p:txBody>
      </p:sp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14800139-C8C9-42F6-A802-FB47CEA0A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19f13e9a64cf4"/>
          <a:stretch xmlns:a="http://schemas.openxmlformats.org/drawingml/2006/main"/>
        </p:blipFill>
        <p:spPr>
          <a:xfrm xmlns:a="http://schemas.openxmlformats.org/drawingml/2006/main">
            <a:off x="18345150" y="8439150"/>
            <a:ext cx="790575" cy="790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8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2026-10-18T11:25:25.8530000Z</dcterms:created>
  <dcterms:modified xsi:type="dcterms:W3CDTF">2026-10-18T11:25:25.8530000Z</dcterms:modified>
</coreProperties>
</file>