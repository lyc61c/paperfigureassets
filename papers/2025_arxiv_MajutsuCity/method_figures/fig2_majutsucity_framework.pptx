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41ef53b2b483c" /><Relationship Type="http://schemas.openxmlformats.org/officeDocument/2006/relationships/extended-properties" Target="/docProps/app.xml" Id="Rcd502926a8a34cef" /><Relationship Type="http://schemas.openxmlformats.org/officeDocument/2006/relationships/officeDocument" Target="/ppt/presentation.xml" Id="R6197b690ead2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58f657fb84710"/>
  </p:sldMasterIdLst>
  <p:notesMasterIdLst>
    <p:notesMasterId xmlns:r="http://schemas.openxmlformats.org/officeDocument/2006/relationships" r:id="Rf87417ab034b435e"/>
  </p:notesMasterIdLst>
  <p:sldIdLst>
    <p:sldId xmlns:r="http://schemas.openxmlformats.org/officeDocument/2006/relationships" id="256" r:id="R9a181f2800594577"/>
  </p:sldIdLst>
  <p:sldSz cx="197358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b9a86632b4cab" /><Relationship Type="http://schemas.openxmlformats.org/officeDocument/2006/relationships/slideMaster" Target="/ppt/slideMasters/slideMaster1.xml" Id="Rbd158f657fb84710" /><Relationship Type="http://schemas.openxmlformats.org/officeDocument/2006/relationships/notesMaster" Target="/ppt/notesMasters/notesMaster1.xml" Id="Rf87417ab034b435e" /><Relationship Type="http://schemas.openxmlformats.org/officeDocument/2006/relationships/presProps" Target="/ppt/presProps.xml" Id="Rfa13f9a5f154441d" /><Relationship Type="http://schemas.openxmlformats.org/officeDocument/2006/relationships/tableStyles" Target="/ppt/tableStyles.xml" Id="R15a12a3587b346b2" /><Relationship Type="http://schemas.openxmlformats.org/officeDocument/2006/relationships/slide" Target="/ppt/slides/slide1.xml" Id="R9a181f28005945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aadba93bf4e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58678d599f4417" /><Relationship Type="http://schemas.openxmlformats.org/officeDocument/2006/relationships/notesMaster" Target="/ppt/notesMasters/notesMaster1.xml" Id="R55bb88fc9619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MajutsuCity fig2</a:t>
            </a:r>
          </a:p>
          <a:p xmlns:a="http://schemas.openxmlformats.org/drawingml/2006/main">
            <a:r>
              <a:t>Source: https://arxiv.org/abs/2511.20415v2</a:t>
            </a:r>
          </a:p>
          <a:p xmlns:a="http://schemas.openxmlformats.org/drawingml/2006/main">
            <a:r>
              <a:t>Approved image: fig2_majutsucity_framework.png; SHA-256: 41d26b9436e0026cab14b96ed8f371246b724bd9fcf86d8075192a21f566be0f</a:t>
            </a:r>
          </a:p>
          <a:p xmlns:a="http://schemas.openxmlformats.org/drawingml/2006/main">
            <a:r>
              <a:t>The reference PDF artwork is raster-only. Primary readable captions, stage/module labels, panels, category badges, arrow paths and diagram geometry are reconstructed native editable PowerPoint objects. Arrow paths are freeforms, not endpoint-bound connectors. Original 3D buildings/cities, maps, noise tensors, materials, skyboxes, source logos, small pictograms and embedded local illustration annotations remain named independent raster objects (78);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 approximate the source typefaces. Pattern frequency, shadows, some decorative icons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fd6be1aa846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2eb4a2d8e43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02f9a7f154f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3f8fe91a04a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3fd293fbe49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749e3d565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1900D0-E73D-43B3-9C96-46AC3FFFEF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3580" y="3706283"/>
            <a:ext cx="15788640" cy="1417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1CFD0E-DB11-4E68-B0F2-2F73745D09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60370" y="5395913"/>
            <a:ext cx="13815060" cy="109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3D16C4-D1E8-44A5-97B0-CF3A4574E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73580" y="4087813"/>
            <a:ext cx="15788640" cy="163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4E0A0B-511D-4D45-9001-34BF0A04B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763058"/>
            <a:ext cx="17515523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27FF5C-3C35-421E-A115-9A03995F4A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725208"/>
            <a:ext cx="17515523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33E822-7752-422C-A3EE-CE869EB7D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763058"/>
            <a:ext cx="17515523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8AD02-E260-4707-BA6F-7551552E1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725208"/>
            <a:ext cx="8141017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AB317B-1D43-4BA4-A6F5-938C2C059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484644" y="2725208"/>
            <a:ext cx="8141017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B1512-5D90-477E-B8A7-C8BD04472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0139" y="763058"/>
            <a:ext cx="17515523" cy="119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7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7C5279-3350-43A1-A28D-607197835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139" y="2725208"/>
            <a:ext cx="8141017" cy="6104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70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1pPr>
            <a:lvl2pPr marL="7630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2pPr>
            <a:lvl3pPr marL="11990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3pPr>
            <a:lvl4pPr marL="16351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4pPr>
            <a:lvl5pPr marL="20711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5pPr>
            <a:lvl6pPr marL="25071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6pPr>
            <a:lvl7pPr marL="2943225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7pPr>
            <a:lvl8pPr marL="3379258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8pPr>
            <a:lvl9pPr marL="3815292" indent="-327025">
              <a:lnSpc>
                <a:spcPct val="110000"/>
              </a:lnSpc>
              <a:spcBef>
                <a:spcPts val="0"/>
              </a:spcBef>
              <a:spcAft>
                <a:spcPts val="17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51da726804b11" /><Relationship Type="http://schemas.openxmlformats.org/officeDocument/2006/relationships/slideLayout" Target="/ppt/slideLayouts/slideLayout1.xml" Id="Rb3b26f1686da4f21" /><Relationship Type="http://schemas.openxmlformats.org/officeDocument/2006/relationships/slideLayout" Target="/ppt/slideLayouts/slideLayout2.xml" Id="R22d5a3d8f173423b" /><Relationship Type="http://schemas.openxmlformats.org/officeDocument/2006/relationships/slideLayout" Target="/ppt/slideLayouts/slideLayout3.xml" Id="R7861d7c49fd74a51" /><Relationship Type="http://schemas.openxmlformats.org/officeDocument/2006/relationships/slideLayout" Target="/ppt/slideLayouts/slideLayout4.xml" Id="R85aa94bf0e044523" /><Relationship Type="http://schemas.openxmlformats.org/officeDocument/2006/relationships/slideLayout" Target="/ppt/slideLayouts/slideLayout5.xml" Id="R9434ed8978324209" /><Relationship Type="http://schemas.openxmlformats.org/officeDocument/2006/relationships/slideLayout" Target="/ppt/slideLayouts/slideLayout6.xml" Id="Ra193c150901d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26f1686da4f21"/>
    <p:sldLayoutId xmlns:r="http://schemas.openxmlformats.org/officeDocument/2006/relationships" id="2147483650" r:id="R22d5a3d8f173423b"/>
    <p:sldLayoutId xmlns:r="http://schemas.openxmlformats.org/officeDocument/2006/relationships" id="2147483651" r:id="R7861d7c49fd74a51"/>
    <p:sldLayoutId xmlns:r="http://schemas.openxmlformats.org/officeDocument/2006/relationships" id="2147483652" r:id="R85aa94bf0e044523"/>
    <p:sldLayoutId xmlns:r="http://schemas.openxmlformats.org/officeDocument/2006/relationships" id="2147483653" r:id="R9434ed8978324209"/>
    <p:sldLayoutId xmlns:r="http://schemas.openxmlformats.org/officeDocument/2006/relationships" id="2147483654" r:id="Ra193c150901d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808090ab94476" /><Relationship Type="http://schemas.openxmlformats.org/officeDocument/2006/relationships/image" Target="/ppt/media/image.png" Id="R5a5d594488eb4eae" /><Relationship Type="http://schemas.openxmlformats.org/officeDocument/2006/relationships/image" Target="/ppt/media/image2.png" Id="Rb18849ec5d554d11" /><Relationship Type="http://schemas.openxmlformats.org/officeDocument/2006/relationships/image" Target="/ppt/media/image3.png" Id="Rf9ad0b9883ca4ee8" /><Relationship Type="http://schemas.openxmlformats.org/officeDocument/2006/relationships/image" Target="/ppt/media/image4.png" Id="R07a9b30aaf784c8a" /><Relationship Type="http://schemas.openxmlformats.org/officeDocument/2006/relationships/image" Target="/ppt/media/image5.png" Id="Ree3ff7c603c146d7" /><Relationship Type="http://schemas.openxmlformats.org/officeDocument/2006/relationships/image" Target="/ppt/media/image6.png" Id="R0e419202c3cb41f4" /><Relationship Type="http://schemas.openxmlformats.org/officeDocument/2006/relationships/image" Target="/ppt/media/image7.png" Id="R8c8b1407a3ec43fa" /><Relationship Type="http://schemas.openxmlformats.org/officeDocument/2006/relationships/image" Target="/ppt/media/image8.png" Id="R5b0f2ab4f11f4057" /><Relationship Type="http://schemas.openxmlformats.org/officeDocument/2006/relationships/image" Target="/ppt/media/image9.png" Id="R4db1b6168d9a4a66" /><Relationship Type="http://schemas.openxmlformats.org/officeDocument/2006/relationships/image" Target="/ppt/media/image10.png" Id="R024aa2a8e0a04c02" /><Relationship Type="http://schemas.openxmlformats.org/officeDocument/2006/relationships/image" Target="/ppt/media/image11.png" Id="R417db0a2822a42db" /><Relationship Type="http://schemas.openxmlformats.org/officeDocument/2006/relationships/image" Target="/ppt/media/image12.png" Id="Re8e7a298835d4f06" /><Relationship Type="http://schemas.openxmlformats.org/officeDocument/2006/relationships/image" Target="/ppt/media/image13.png" Id="R61855b9398074f2f" /><Relationship Type="http://schemas.openxmlformats.org/officeDocument/2006/relationships/image" Target="/ppt/media/image14.png" Id="R14115b70702b4934" /><Relationship Type="http://schemas.openxmlformats.org/officeDocument/2006/relationships/image" Target="/ppt/media/image15.png" Id="Rc834bd7423ff4235" /><Relationship Type="http://schemas.openxmlformats.org/officeDocument/2006/relationships/image" Target="/ppt/media/image16.png" Id="R7e6dd93d1d0f4545" /><Relationship Type="http://schemas.openxmlformats.org/officeDocument/2006/relationships/image" Target="/ppt/media/image17.png" Id="R5c2c91ef74254c22" /><Relationship Type="http://schemas.openxmlformats.org/officeDocument/2006/relationships/image" Target="/ppt/media/image18.png" Id="Rfdfa90b374224bcc" /><Relationship Type="http://schemas.openxmlformats.org/officeDocument/2006/relationships/image" Target="/ppt/media/image19.png" Id="Rce2b0e998c214d56" /><Relationship Type="http://schemas.openxmlformats.org/officeDocument/2006/relationships/image" Target="/ppt/media/image20.png" Id="R9e6ec5707e50441f" /><Relationship Type="http://schemas.openxmlformats.org/officeDocument/2006/relationships/image" Target="/ppt/media/image21.png" Id="Rb2bab91be236416d" /><Relationship Type="http://schemas.openxmlformats.org/officeDocument/2006/relationships/image" Target="/ppt/media/image22.png" Id="Rbbed0680a00f4fac" /><Relationship Type="http://schemas.openxmlformats.org/officeDocument/2006/relationships/image" Target="/ppt/media/image23.png" Id="Rc854d66ec6024b9e" /><Relationship Type="http://schemas.openxmlformats.org/officeDocument/2006/relationships/image" Target="/ppt/media/image24.png" Id="Rf9925dbf89244751" /><Relationship Type="http://schemas.openxmlformats.org/officeDocument/2006/relationships/image" Target="/ppt/media/image25.png" Id="Rae67d749902d4c3a" /><Relationship Type="http://schemas.openxmlformats.org/officeDocument/2006/relationships/image" Target="/ppt/media/image26.png" Id="Rc107765e7739453b" /><Relationship Type="http://schemas.openxmlformats.org/officeDocument/2006/relationships/image" Target="/ppt/media/image27.png" Id="R6a81cebc21704391" /><Relationship Type="http://schemas.openxmlformats.org/officeDocument/2006/relationships/image" Target="/ppt/media/image28.png" Id="Re0fa9e63013141f3" /><Relationship Type="http://schemas.openxmlformats.org/officeDocument/2006/relationships/image" Target="/ppt/media/image29.png" Id="R372dc88f72664f67" /><Relationship Type="http://schemas.openxmlformats.org/officeDocument/2006/relationships/image" Target="/ppt/media/image30.png" Id="Rfc8bba4e4ace4ead" /><Relationship Type="http://schemas.openxmlformats.org/officeDocument/2006/relationships/image" Target="/ppt/media/image31.png" Id="R285a199ad1cc4dca" /><Relationship Type="http://schemas.openxmlformats.org/officeDocument/2006/relationships/image" Target="/ppt/media/image32.png" Id="R21554982c36b4f09" /><Relationship Type="http://schemas.openxmlformats.org/officeDocument/2006/relationships/image" Target="/ppt/media/image33.png" Id="R85d34769ec2a4631" /><Relationship Type="http://schemas.openxmlformats.org/officeDocument/2006/relationships/image" Target="/ppt/media/image34.png" Id="Rafbfda7687b24617" /><Relationship Type="http://schemas.openxmlformats.org/officeDocument/2006/relationships/image" Target="/ppt/media/image35.png" Id="R874916819fba41da" /><Relationship Type="http://schemas.openxmlformats.org/officeDocument/2006/relationships/image" Target="/ppt/media/image36.png" Id="R1d684c9acec14828" /><Relationship Type="http://schemas.openxmlformats.org/officeDocument/2006/relationships/image" Target="/ppt/media/image37.png" Id="Rafe63622c5054abb" /><Relationship Type="http://schemas.openxmlformats.org/officeDocument/2006/relationships/image" Target="/ppt/media/image38.png" Id="R90adfe8211914aaa" /><Relationship Type="http://schemas.openxmlformats.org/officeDocument/2006/relationships/image" Target="/ppt/media/image39.png" Id="Rbe18af07ae9347af" /><Relationship Type="http://schemas.openxmlformats.org/officeDocument/2006/relationships/image" Target="/ppt/media/image40.png" Id="Rb40c7cfaaa644a87" /><Relationship Type="http://schemas.openxmlformats.org/officeDocument/2006/relationships/image" Target="/ppt/media/image41.png" Id="Rfa8b7ce2d8324d46" /><Relationship Type="http://schemas.openxmlformats.org/officeDocument/2006/relationships/image" Target="/ppt/media/image42.png" Id="R2003137a743446fc" /><Relationship Type="http://schemas.openxmlformats.org/officeDocument/2006/relationships/image" Target="/ppt/media/image43.png" Id="R9498d2e81f6c421d" /><Relationship Type="http://schemas.openxmlformats.org/officeDocument/2006/relationships/image" Target="/ppt/media/image44.png" Id="Rf2b074a792484a9e" /><Relationship Type="http://schemas.openxmlformats.org/officeDocument/2006/relationships/image" Target="/ppt/media/image45.png" Id="Rffd1e8e4686540d0" /><Relationship Type="http://schemas.openxmlformats.org/officeDocument/2006/relationships/image" Target="/ppt/media/image46.png" Id="R06fb02abd0d944fa" /><Relationship Type="http://schemas.openxmlformats.org/officeDocument/2006/relationships/image" Target="/ppt/media/image47.png" Id="Refbd679c39b7409e" /><Relationship Type="http://schemas.openxmlformats.org/officeDocument/2006/relationships/image" Target="/ppt/media/image48.png" Id="R945750610fb44310" /><Relationship Type="http://schemas.openxmlformats.org/officeDocument/2006/relationships/image" Target="/ppt/media/image49.png" Id="Rc6640eeffc144373" /><Relationship Type="http://schemas.openxmlformats.org/officeDocument/2006/relationships/image" Target="/ppt/media/image50.png" Id="R2c2aab7560024943" /><Relationship Type="http://schemas.openxmlformats.org/officeDocument/2006/relationships/image" Target="/ppt/media/image51.png" Id="Rd9194d444c864554" /><Relationship Type="http://schemas.openxmlformats.org/officeDocument/2006/relationships/image" Target="/ppt/media/image52.png" Id="R65ef7c1a21504e2e" /><Relationship Type="http://schemas.openxmlformats.org/officeDocument/2006/relationships/image" Target="/ppt/media/image53.png" Id="R2044ff2804a34d94" /><Relationship Type="http://schemas.openxmlformats.org/officeDocument/2006/relationships/image" Target="/ppt/media/image54.png" Id="Rf6bcad97be1f423f" /><Relationship Type="http://schemas.openxmlformats.org/officeDocument/2006/relationships/image" Target="/ppt/media/image55.png" Id="Re82bf1e30db04325" /><Relationship Type="http://schemas.openxmlformats.org/officeDocument/2006/relationships/image" Target="/ppt/media/image56.png" Id="R477b47361cd34b6e" /><Relationship Type="http://schemas.openxmlformats.org/officeDocument/2006/relationships/image" Target="/ppt/media/image57.png" Id="R18ad806f98b34b6d" /><Relationship Type="http://schemas.openxmlformats.org/officeDocument/2006/relationships/image" Target="/ppt/media/image58.png" Id="R3fe575a4eac4450c" /><Relationship Type="http://schemas.openxmlformats.org/officeDocument/2006/relationships/image" Target="/ppt/media/image59.png" Id="R80c82bc7e739470b" /><Relationship Type="http://schemas.openxmlformats.org/officeDocument/2006/relationships/image" Target="/ppt/media/image60.png" Id="R4461b4c594554b02" /><Relationship Type="http://schemas.openxmlformats.org/officeDocument/2006/relationships/image" Target="/ppt/media/image61.png" Id="R9099d6c7adb34b74" /><Relationship Type="http://schemas.openxmlformats.org/officeDocument/2006/relationships/image" Target="/ppt/media/image62.png" Id="R3b7834450ec74eda" /><Relationship Type="http://schemas.openxmlformats.org/officeDocument/2006/relationships/image" Target="/ppt/media/image63.png" Id="Rddd9c2008ec749f6" /><Relationship Type="http://schemas.openxmlformats.org/officeDocument/2006/relationships/image" Target="/ppt/media/image64.png" Id="Rc6492bc7f4964d70" /><Relationship Type="http://schemas.openxmlformats.org/officeDocument/2006/relationships/image" Target="/ppt/media/image65.png" Id="R9a9f1d2dc8e94d40" /><Relationship Type="http://schemas.openxmlformats.org/officeDocument/2006/relationships/image" Target="/ppt/media/image66.png" Id="R2722f2ea43b94d55" /><Relationship Type="http://schemas.openxmlformats.org/officeDocument/2006/relationships/image" Target="/ppt/media/image67.png" Id="R6119908da07f43fe" /><Relationship Type="http://schemas.openxmlformats.org/officeDocument/2006/relationships/image" Target="/ppt/media/image68.png" Id="R8d17cc266e9f46a4" /><Relationship Type="http://schemas.openxmlformats.org/officeDocument/2006/relationships/image" Target="/ppt/media/image69.png" Id="R70c8abb16bb6407a" /><Relationship Type="http://schemas.openxmlformats.org/officeDocument/2006/relationships/image" Target="/ppt/media/image70.png" Id="Rea3b0b65ab6f46b1" /><Relationship Type="http://schemas.openxmlformats.org/officeDocument/2006/relationships/image" Target="/ppt/media/image71.png" Id="Rf2cdf03478424f06" /><Relationship Type="http://schemas.openxmlformats.org/officeDocument/2006/relationships/image" Target="/ppt/media/image72.png" Id="Rd4c3b5ae03b34817" /><Relationship Type="http://schemas.openxmlformats.org/officeDocument/2006/relationships/image" Target="/ppt/media/image73.png" Id="Rc267d99d65474ea9" /><Relationship Type="http://schemas.openxmlformats.org/officeDocument/2006/relationships/image" Target="/ppt/media/image74.png" Id="R541e07b178264171" /><Relationship Type="http://schemas.openxmlformats.org/officeDocument/2006/relationships/image" Target="/ppt/media/image75.png" Id="R661530f043f642ec" /><Relationship Type="http://schemas.openxmlformats.org/officeDocument/2006/relationships/image" Target="/ppt/media/image76.png" Id="R355699d97e734174" /><Relationship Type="http://schemas.openxmlformats.org/officeDocument/2006/relationships/image" Target="/ppt/media/image77.png" Id="Rae57862530394e75" /><Relationship Type="http://schemas.openxmlformats.org/officeDocument/2006/relationships/image" Target="/ppt/media/image78.png" Id="Rbf22e187ed8841e5" /><Relationship Type="http://schemas.openxmlformats.org/officeDocument/2006/relationships/notesSlide" Target="/ppt/notesSlides/notesSlide1.xml" Id="Raf6db7eed0d245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blue canvas">
            <a:extLst xmlns:a="http://schemas.openxmlformats.org/drawingml/2006/main">
              <a:ext uri="{FF2B5EF4-FFF2-40B4-BE49-F238E27FC236}">
                <a16:creationId xmlns:a16="http://schemas.microsoft.com/office/drawing/2014/main" id="{4DA594E6-1079-4BC5-A442-1D071BF2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735800" cy="9810750"/>
          </a:xfrm>
          <a:custGeom xmlns:a="http://schemas.openxmlformats.org/drawingml/2006/main">
            <a:pathLst>
              <a:path w="19735800" h="9810750">
                <a:moveTo>
                  <a:pt x="0" y="0"/>
                </a:moveTo>
                <a:lnTo>
                  <a:pt x="19735800" y="0"/>
                </a:lnTo>
                <a:cubicBezTo>
                  <a:pt x="19735800" y="0"/>
                  <a:pt x="19735800" y="0"/>
                  <a:pt x="19735800" y="0"/>
                </a:cubicBezTo>
                <a:lnTo>
                  <a:pt x="19735800" y="9810750"/>
                </a:lnTo>
                <a:cubicBezTo>
                  <a:pt x="19735800" y="9810750"/>
                  <a:pt x="19735800" y="9810750"/>
                  <a:pt x="19735800" y="9810750"/>
                </a:cubicBezTo>
                <a:lnTo>
                  <a:pt x="0" y="9810750"/>
                </a:lnTo>
                <a:cubicBezTo>
                  <a:pt x="0" y="9810750"/>
                  <a:pt x="0" y="9810750"/>
                  <a:pt x="0" y="98107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pattFill xmlns:a="http://schemas.openxmlformats.org/drawingml/2006/main" prst="smCheck">
            <a:fgClr>
              <a:srgbClr val="ECF5FD"/>
            </a:fgClr>
            <a:bgClr>
              <a:srgbClr val="F8FCFF"/>
            </a:bgClr>
          </a:pattFill>
          <a:ln xmlns:a="http://schemas.openxmlformats.org/drawingml/2006/main" w="9525">
            <a:noFill/>
            <a:prstDash val="solid"/>
          </a:ln>
        </p:spPr>
      </p:sp>
      <p:sp>
        <p:nvSpPr>
          <p:cNvPr id="2" name="instruction frame">
            <a:extLst xmlns:a="http://schemas.openxmlformats.org/drawingml/2006/main">
              <a:ext uri="{FF2B5EF4-FFF2-40B4-BE49-F238E27FC236}">
                <a16:creationId xmlns:a16="http://schemas.microsoft.com/office/drawing/2014/main" id="{A9672C4F-0539-4AEF-A1D7-712B7A7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"/>
            <a:ext cx="5915025" cy="981075"/>
          </a:xfrm>
          <a:custGeom xmlns:a="http://schemas.openxmlformats.org/drawingml/2006/main">
            <a:pathLst>
              <a:path w="5915025" h="981075">
                <a:moveTo>
                  <a:pt x="66675" y="0"/>
                </a:moveTo>
                <a:lnTo>
                  <a:pt x="5848350" y="0"/>
                </a:lnTo>
                <a:cubicBezTo>
                  <a:pt x="5885174" y="0"/>
                  <a:pt x="5915025" y="29851"/>
                  <a:pt x="5915025" y="66675"/>
                </a:cubicBezTo>
                <a:lnTo>
                  <a:pt x="5915025" y="914400"/>
                </a:lnTo>
                <a:cubicBezTo>
                  <a:pt x="5915025" y="951224"/>
                  <a:pt x="5885174" y="981075"/>
                  <a:pt x="5848350" y="981075"/>
                </a:cubicBezTo>
                <a:lnTo>
                  <a:pt x="66675" y="981075"/>
                </a:lnTo>
                <a:cubicBezTo>
                  <a:pt x="29851" y="981075"/>
                  <a:pt x="0" y="951224"/>
                  <a:pt x="0" y="914400"/>
                </a:cubicBezTo>
                <a:lnTo>
                  <a:pt x="0" y="66675"/>
                </a:lnTo>
                <a:cubicBezTo>
                  <a:pt x="0" y="29851"/>
                  <a:pt x="29851" y="0"/>
                  <a:pt x="66675" y="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B0D15-B044-4213-B428-B694FFECA2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594488eb4eae"/>
          <a:stretch xmlns:a="http://schemas.openxmlformats.org/drawingml/2006/main"/>
        </p:blipFill>
        <p:spPr>
          <a:xfrm xmlns:a="http://schemas.openxmlformats.org/drawingml/2006/main">
            <a:off x="333375" y="285750"/>
            <a:ext cx="666750" cy="1000125"/>
          </a:xfrm>
          <a:prstGeom xmlns:a="http://schemas.openxmlformats.org/drawingml/2006/main" prst="rect">
            <a:avLst/>
          </a:prstGeom>
        </p:spPr>
      </p:pic>
      <p:sp>
        <p:nvSpPr>
          <p:cNvPr id="4" name="input prefix">
            <a:extLst xmlns:a="http://schemas.openxmlformats.org/drawingml/2006/main">
              <a:ext uri="{FF2B5EF4-FFF2-40B4-BE49-F238E27FC236}">
                <a16:creationId xmlns:a16="http://schemas.microsoft.com/office/drawing/2014/main" id="{C10CCBE3-6A93-477D-B97D-CDEC87C1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446931"/>
            <a:ext cx="695325" cy="3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5" name="input line 1">
            <a:extLst xmlns:a="http://schemas.openxmlformats.org/drawingml/2006/main">
              <a:ext uri="{FF2B5EF4-FFF2-40B4-BE49-F238E27FC236}">
                <a16:creationId xmlns:a16="http://schemas.microsoft.com/office/drawing/2014/main" id="{70704CD0-7B8C-4B10-8E17-D340EFC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6450" y="444627"/>
            <a:ext cx="48196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technological scene with white-blue buildings</a:t>
            </a:r>
          </a:p>
        </p:txBody>
      </p:sp>
      <p:sp>
        <p:nvSpPr>
          <p:cNvPr id="6" name="input line 2">
            <a:extLst xmlns:a="http://schemas.openxmlformats.org/drawingml/2006/main">
              <a:ext uri="{FF2B5EF4-FFF2-40B4-BE49-F238E27FC236}">
                <a16:creationId xmlns:a16="http://schemas.microsoft.com/office/drawing/2014/main" id="{BE0049DB-F271-4473-B3EE-EC6A89AC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682752"/>
            <a:ext cx="55245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 atop a white marble floor, and the leaves of the</a:t>
            </a:r>
          </a:p>
        </p:txBody>
      </p:sp>
      <p:sp>
        <p:nvSpPr>
          <p:cNvPr id="7" name="input line 3">
            <a:extLst xmlns:a="http://schemas.openxmlformats.org/drawingml/2006/main">
              <a:ext uri="{FF2B5EF4-FFF2-40B4-BE49-F238E27FC236}">
                <a16:creationId xmlns:a16="http://schemas.microsoft.com/office/drawing/2014/main" id="{BBFA5FD7-AB60-4ABB-BCF9-09F6C559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" y="923894"/>
            <a:ext cx="5600700" cy="296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trees have glassy texture. The sky is blue with white clouds.</a:t>
            </a:r>
          </a:p>
        </p:txBody>
      </p:sp>
      <p:sp>
        <p:nvSpPr>
          <p:cNvPr id="8" name="1 number">
            <a:extLst xmlns:a="http://schemas.openxmlformats.org/drawingml/2006/main">
              <a:ext uri="{FF2B5EF4-FFF2-40B4-BE49-F238E27FC236}">
                <a16:creationId xmlns:a16="http://schemas.microsoft.com/office/drawing/2014/main" id="{0E633904-20CD-4839-BAEB-19A33928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620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9" name="1 index">
            <a:extLst xmlns:a="http://schemas.openxmlformats.org/drawingml/2006/main">
              <a:ext uri="{FF2B5EF4-FFF2-40B4-BE49-F238E27FC236}">
                <a16:creationId xmlns:a16="http://schemas.microsoft.com/office/drawing/2014/main" id="{97C305F1-344F-4119-B017-38E8AF1F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66294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1 heading">
            <a:extLst xmlns:a="http://schemas.openxmlformats.org/drawingml/2006/main">
              <a:ext uri="{FF2B5EF4-FFF2-40B4-BE49-F238E27FC236}">
                <a16:creationId xmlns:a16="http://schemas.microsoft.com/office/drawing/2014/main" id="{D057F2A8-F225-4438-8486-481480C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3825" y="87059"/>
            <a:ext cx="4286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DESIGN</a:t>
            </a:r>
          </a:p>
        </p:txBody>
      </p:sp>
      <p:sp>
        <p:nvSpPr>
          <p:cNvPr id="11" name="2 number">
            <a:extLst xmlns:a="http://schemas.openxmlformats.org/drawingml/2006/main">
              <a:ext uri="{FF2B5EF4-FFF2-40B4-BE49-F238E27FC236}">
                <a16:creationId xmlns:a16="http://schemas.microsoft.com/office/drawing/2014/main" id="{F12D3808-EE0D-4105-8A89-F95D427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9065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12" name="2 index">
            <a:extLst xmlns:a="http://schemas.openxmlformats.org/drawingml/2006/main">
              <a:ext uri="{FF2B5EF4-FFF2-40B4-BE49-F238E27FC236}">
                <a16:creationId xmlns:a16="http://schemas.microsoft.com/office/drawing/2014/main" id="{13187272-F1DC-4362-A85D-CDF7684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1380744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2 heading">
            <a:extLst xmlns:a="http://schemas.openxmlformats.org/drawingml/2006/main">
              <a:ext uri="{FF2B5EF4-FFF2-40B4-BE49-F238E27FC236}">
                <a16:creationId xmlns:a16="http://schemas.microsoft.com/office/drawing/2014/main" id="{3A7E8537-23E9-487B-B978-18DE84D0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1401508"/>
            <a:ext cx="6191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GENERATION</a:t>
            </a:r>
          </a:p>
        </p:txBody>
      </p:sp>
      <p:sp>
        <p:nvSpPr>
          <p:cNvPr id="14" name="3 number">
            <a:extLst xmlns:a="http://schemas.openxmlformats.org/drawingml/2006/main">
              <a:ext uri="{FF2B5EF4-FFF2-40B4-BE49-F238E27FC236}">
                <a16:creationId xmlns:a16="http://schemas.microsoft.com/office/drawing/2014/main" id="{8BDCFE2E-8D67-41B9-BBDE-157BA34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90650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15" name="3 index">
            <a:extLst xmlns:a="http://schemas.openxmlformats.org/drawingml/2006/main">
              <a:ext uri="{FF2B5EF4-FFF2-40B4-BE49-F238E27FC236}">
                <a16:creationId xmlns:a16="http://schemas.microsoft.com/office/drawing/2014/main" id="{63060B58-31B8-463B-86C3-AF87572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380744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3 heading">
            <a:extLst xmlns:a="http://schemas.openxmlformats.org/drawingml/2006/main">
              <a:ext uri="{FF2B5EF4-FFF2-40B4-BE49-F238E27FC236}">
                <a16:creationId xmlns:a16="http://schemas.microsoft.com/office/drawing/2014/main" id="{EAFC085A-310A-4207-93A2-63A36DED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401508"/>
            <a:ext cx="96202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ASSETS/MATERIALS GENERATION</a:t>
            </a:r>
          </a:p>
        </p:txBody>
      </p:sp>
      <p:sp>
        <p:nvSpPr>
          <p:cNvPr id="17" name="4 number">
            <a:extLst xmlns:a="http://schemas.openxmlformats.org/drawingml/2006/main">
              <a:ext uri="{FF2B5EF4-FFF2-40B4-BE49-F238E27FC236}">
                <a16:creationId xmlns:a16="http://schemas.microsoft.com/office/drawing/2014/main" id="{EE6E04D3-35B3-42B5-A88D-35A5052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57875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161925"/>
                </a:moveTo>
                <a:cubicBezTo>
                  <a:pt x="323850" y="251354"/>
                  <a:pt x="251354" y="323850"/>
                  <a:pt x="161925" y="323850"/>
                </a:cubicBezTo>
                <a:cubicBezTo>
                  <a:pt x="72496" y="323850"/>
                  <a:pt x="0" y="251354"/>
                  <a:pt x="0" y="161925"/>
                </a:cubicBezTo>
                <a:cubicBezTo>
                  <a:pt x="0" y="72496"/>
                  <a:pt x="72496" y="0"/>
                  <a:pt x="161925" y="0"/>
                </a:cubicBezTo>
                <a:cubicBezTo>
                  <a:pt x="251354" y="0"/>
                  <a:pt x="323850" y="72496"/>
                  <a:pt x="323850" y="161925"/>
                </a:cubicBezTo>
                <a:close/>
              </a:path>
            </a:pathLst>
          </a:custGeom>
          <a:solidFill xmlns:a="http://schemas.openxmlformats.org/drawingml/2006/main">
            <a:srgbClr val="FFFDF3"/>
          </a:solidFill>
          <a:ln xmlns:a="http://schemas.openxmlformats.org/drawingml/2006/main" w="28575">
            <a:solidFill>
              <a:srgbClr val="F6CC35"/>
            </a:solidFill>
            <a:prstDash val="solid"/>
          </a:ln>
        </p:spPr>
      </p:sp>
      <p:sp>
        <p:nvSpPr>
          <p:cNvPr id="18" name="4 index">
            <a:extLst xmlns:a="http://schemas.openxmlformats.org/drawingml/2006/main">
              <a:ext uri="{FF2B5EF4-FFF2-40B4-BE49-F238E27FC236}">
                <a16:creationId xmlns:a16="http://schemas.microsoft.com/office/drawing/2014/main" id="{F921B8D8-90A4-4B67-B3D8-B9281F0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5847969"/>
            <a:ext cx="1905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4 heading">
            <a:extLst xmlns:a="http://schemas.openxmlformats.org/drawingml/2006/main">
              <a:ext uri="{FF2B5EF4-FFF2-40B4-BE49-F238E27FC236}">
                <a16:creationId xmlns:a16="http://schemas.microsoft.com/office/drawing/2014/main" id="{BB333767-C3BB-4157-820A-9687833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5868734"/>
            <a:ext cx="64770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GENERATION</a:t>
            </a:r>
          </a:p>
        </p:txBody>
      </p:sp>
      <p:sp>
        <p:nvSpPr>
          <p:cNvPr id="20" name="scene design panel">
            <a:extLst xmlns:a="http://schemas.openxmlformats.org/drawingml/2006/main">
              <a:ext uri="{FF2B5EF4-FFF2-40B4-BE49-F238E27FC236}">
                <a16:creationId xmlns:a16="http://schemas.microsoft.com/office/drawing/2014/main" id="{FAB72B23-0749-45FE-A4B4-D518A3FA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"/>
            <a:ext cx="10553700" cy="781050"/>
          </a:xfrm>
          <a:custGeom xmlns:a="http://schemas.openxmlformats.org/drawingml/2006/main">
            <a:pathLst>
              <a:path w="10553700" h="781050">
                <a:moveTo>
                  <a:pt x="133350" y="0"/>
                </a:moveTo>
                <a:lnTo>
                  <a:pt x="10420350" y="0"/>
                </a:lnTo>
                <a:cubicBezTo>
                  <a:pt x="10493997" y="0"/>
                  <a:pt x="10553700" y="59703"/>
                  <a:pt x="10553700" y="133350"/>
                </a:cubicBezTo>
                <a:lnTo>
                  <a:pt x="10553700" y="647700"/>
                </a:lnTo>
                <a:cubicBezTo>
                  <a:pt x="10553700" y="721347"/>
                  <a:pt x="10493997" y="781050"/>
                  <a:pt x="10420350" y="781050"/>
                </a:cubicBezTo>
                <a:lnTo>
                  <a:pt x="133350" y="781050"/>
                </a:lnTo>
                <a:cubicBezTo>
                  <a:pt x="59703" y="781050"/>
                  <a:pt x="0" y="721347"/>
                  <a:pt x="0" y="6477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0B602-14F0-44ED-871B-545E5652B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849ec5d554d11"/>
          <a:stretch xmlns:a="http://schemas.openxmlformats.org/drawingml/2006/main"/>
        </p:blipFill>
        <p:spPr>
          <a:xfrm xmlns:a="http://schemas.openxmlformats.org/drawingml/2006/main">
            <a:off x="7400925" y="628650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2" name="Layout Planning pill">
            <a:extLst xmlns:a="http://schemas.openxmlformats.org/drawingml/2006/main">
              <a:ext uri="{FF2B5EF4-FFF2-40B4-BE49-F238E27FC236}">
                <a16:creationId xmlns:a16="http://schemas.microsoft.com/office/drawing/2014/main" id="{649B2307-0C38-4501-97B9-5D5CD269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1924050" cy="400050"/>
          </a:xfrm>
          <a:custGeom xmlns:a="http://schemas.openxmlformats.org/drawingml/2006/main">
            <a:pathLst>
              <a:path w="1924050" h="400050">
                <a:moveTo>
                  <a:pt x="200025" y="0"/>
                </a:moveTo>
                <a:lnTo>
                  <a:pt x="1724025" y="0"/>
                </a:lnTo>
                <a:cubicBezTo>
                  <a:pt x="1834496" y="0"/>
                  <a:pt x="1924050" y="89554"/>
                  <a:pt x="1924050" y="200025"/>
                </a:cubicBezTo>
                <a:lnTo>
                  <a:pt x="1924050" y="200025"/>
                </a:lnTo>
                <a:cubicBezTo>
                  <a:pt x="1924050" y="310496"/>
                  <a:pt x="1834496" y="400050"/>
                  <a:pt x="17240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1E6CC-2C43-41B6-88B1-10A781E5B7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d0b9883ca4ee8"/>
          <a:stretch xmlns:a="http://schemas.openxmlformats.org/drawingml/2006/main"/>
        </p:blipFill>
        <p:spPr>
          <a:xfrm xmlns:a="http://schemas.openxmlformats.org/drawingml/2006/main">
            <a:off x="8286750" y="685800"/>
            <a:ext cx="23812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Layout Planning label">
            <a:extLst xmlns:a="http://schemas.openxmlformats.org/drawingml/2006/main">
              <a:ext uri="{FF2B5EF4-FFF2-40B4-BE49-F238E27FC236}">
                <a16:creationId xmlns:a16="http://schemas.microsoft.com/office/drawing/2014/main" id="{16AF44A1-B1E5-4204-ABAC-66B4BB90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2025" y="696612"/>
            <a:ext cx="1466850" cy="286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Planning</a:t>
            </a:r>
          </a:p>
        </p:txBody>
      </p:sp>
      <p:sp>
        <p:nvSpPr>
          <p:cNvPr id="25" name="Assets Design pill">
            <a:extLst xmlns:a="http://schemas.openxmlformats.org/drawingml/2006/main">
              <a:ext uri="{FF2B5EF4-FFF2-40B4-BE49-F238E27FC236}">
                <a16:creationId xmlns:a16="http://schemas.microsoft.com/office/drawing/2014/main" id="{E5262F3B-86C7-49B8-9261-BAA2EE6B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628650"/>
            <a:ext cx="1952625" cy="400050"/>
          </a:xfrm>
          <a:custGeom xmlns:a="http://schemas.openxmlformats.org/drawingml/2006/main">
            <a:pathLst>
              <a:path w="1952625" h="400050">
                <a:moveTo>
                  <a:pt x="200025" y="0"/>
                </a:moveTo>
                <a:lnTo>
                  <a:pt x="1752600" y="0"/>
                </a:lnTo>
                <a:cubicBezTo>
                  <a:pt x="1863071" y="0"/>
                  <a:pt x="1952625" y="89554"/>
                  <a:pt x="1952625" y="200025"/>
                </a:cubicBezTo>
                <a:lnTo>
                  <a:pt x="1952625" y="200025"/>
                </a:lnTo>
                <a:cubicBezTo>
                  <a:pt x="1952625" y="310496"/>
                  <a:pt x="1863071" y="400050"/>
                  <a:pt x="1752600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37F4F-5FDA-4124-AA07-91A93F138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9b30aaf784c8a"/>
          <a:stretch xmlns:a="http://schemas.openxmlformats.org/drawingml/2006/main"/>
        </p:blipFill>
        <p:spPr>
          <a:xfrm xmlns:a="http://schemas.openxmlformats.org/drawingml/2006/main">
            <a:off x="10677525" y="685800"/>
            <a:ext cx="228600" cy="276225"/>
          </a:xfrm>
          <a:prstGeom xmlns:a="http://schemas.openxmlformats.org/drawingml/2006/main" prst="rect">
            <a:avLst/>
          </a:prstGeom>
        </p:spPr>
      </p:pic>
      <p:sp>
        <p:nvSpPr>
          <p:cNvPr id="27" name="Assets Design label">
            <a:extLst xmlns:a="http://schemas.openxmlformats.org/drawingml/2006/main">
              <a:ext uri="{FF2B5EF4-FFF2-40B4-BE49-F238E27FC236}">
                <a16:creationId xmlns:a16="http://schemas.microsoft.com/office/drawing/2014/main" id="{3A31F3E0-17B4-4687-B4B9-1018A56C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95706"/>
            <a:ext cx="14954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Design</a:t>
            </a:r>
          </a:p>
        </p:txBody>
      </p:sp>
      <p:sp>
        <p:nvSpPr>
          <p:cNvPr id="28" name="Materials Design pill">
            <a:extLst xmlns:a="http://schemas.openxmlformats.org/drawingml/2006/main">
              <a:ext uri="{FF2B5EF4-FFF2-40B4-BE49-F238E27FC236}">
                <a16:creationId xmlns:a16="http://schemas.microsoft.com/office/drawing/2014/main" id="{2433FB0E-5F74-4A6F-9B3A-8618396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28650"/>
            <a:ext cx="2105025" cy="400050"/>
          </a:xfrm>
          <a:custGeom xmlns:a="http://schemas.openxmlformats.org/drawingml/2006/main">
            <a:pathLst>
              <a:path w="2105025" h="400050">
                <a:moveTo>
                  <a:pt x="200025" y="0"/>
                </a:moveTo>
                <a:lnTo>
                  <a:pt x="1905000" y="0"/>
                </a:lnTo>
                <a:cubicBezTo>
                  <a:pt x="2015471" y="0"/>
                  <a:pt x="2105025" y="89554"/>
                  <a:pt x="2105025" y="200025"/>
                </a:cubicBezTo>
                <a:lnTo>
                  <a:pt x="2105025" y="200025"/>
                </a:lnTo>
                <a:cubicBezTo>
                  <a:pt x="2105025" y="310496"/>
                  <a:pt x="2015471" y="400050"/>
                  <a:pt x="1905000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DF50F-971A-46DB-9BDB-4CB7777D1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ff7c603c146d7"/>
          <a:stretch xmlns:a="http://schemas.openxmlformats.org/drawingml/2006/main"/>
        </p:blipFill>
        <p:spPr>
          <a:xfrm xmlns:a="http://schemas.openxmlformats.org/drawingml/2006/main">
            <a:off x="12992100" y="676275"/>
            <a:ext cx="31432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Materials Design label">
            <a:extLst xmlns:a="http://schemas.openxmlformats.org/drawingml/2006/main">
              <a:ext uri="{FF2B5EF4-FFF2-40B4-BE49-F238E27FC236}">
                <a16:creationId xmlns:a16="http://schemas.microsoft.com/office/drawing/2014/main" id="{50B2C9F7-E6F0-427F-8821-5CCF11F5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6425" y="695706"/>
            <a:ext cx="1647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 Design</a:t>
            </a:r>
          </a:p>
        </p:txBody>
      </p:sp>
      <p:sp>
        <p:nvSpPr>
          <p:cNvPr id="31" name="Skymap Design pill">
            <a:extLst xmlns:a="http://schemas.openxmlformats.org/drawingml/2006/main">
              <a:ext uri="{FF2B5EF4-FFF2-40B4-BE49-F238E27FC236}">
                <a16:creationId xmlns:a16="http://schemas.microsoft.com/office/drawing/2014/main" id="{205F1E1F-4248-4C37-A1D2-7970A24A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975" y="628650"/>
            <a:ext cx="1943100" cy="400050"/>
          </a:xfrm>
          <a:custGeom xmlns:a="http://schemas.openxmlformats.org/drawingml/2006/main">
            <a:pathLst>
              <a:path w="1943100" h="400050">
                <a:moveTo>
                  <a:pt x="200025" y="0"/>
                </a:moveTo>
                <a:lnTo>
                  <a:pt x="1743075" y="0"/>
                </a:lnTo>
                <a:cubicBezTo>
                  <a:pt x="1853546" y="0"/>
                  <a:pt x="1943100" y="89554"/>
                  <a:pt x="1943100" y="200025"/>
                </a:cubicBezTo>
                <a:lnTo>
                  <a:pt x="1943100" y="200025"/>
                </a:lnTo>
                <a:cubicBezTo>
                  <a:pt x="1943100" y="310496"/>
                  <a:pt x="1853546" y="400050"/>
                  <a:pt x="174307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677C0-81EB-4167-9D77-361663B131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19202c3cb41f4"/>
          <a:stretch xmlns:a="http://schemas.openxmlformats.org/drawingml/2006/main"/>
        </p:blipFill>
        <p:spPr>
          <a:xfrm xmlns:a="http://schemas.openxmlformats.org/drawingml/2006/main">
            <a:off x="15506700" y="657225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33" name="Skymap Design label">
            <a:extLst xmlns:a="http://schemas.openxmlformats.org/drawingml/2006/main">
              <a:ext uri="{FF2B5EF4-FFF2-40B4-BE49-F238E27FC236}">
                <a16:creationId xmlns:a16="http://schemas.microsoft.com/office/drawing/2014/main" id="{884476A9-96DF-468A-B8B2-C451EC8B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0550" y="695706"/>
            <a:ext cx="14859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Skymap Design</a:t>
            </a:r>
          </a:p>
        </p:txBody>
      </p:sp>
      <p:sp>
        <p:nvSpPr>
          <p:cNvPr id="34" name="legend heading">
            <a:extLst xmlns:a="http://schemas.openxmlformats.org/drawingml/2006/main">
              <a:ext uri="{FF2B5EF4-FFF2-40B4-BE49-F238E27FC236}">
                <a16:creationId xmlns:a16="http://schemas.microsoft.com/office/drawing/2014/main" id="{86F47372-0CED-4D81-9CE7-66D79B5D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78450" y="113919"/>
            <a:ext cx="140017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LEGEND</a:t>
            </a:r>
          </a:p>
        </p:txBody>
      </p:sp>
      <p:sp>
        <p:nvSpPr>
          <p:cNvPr id="35" name="legend panel">
            <a:extLst xmlns:a="http://schemas.openxmlformats.org/drawingml/2006/main">
              <a:ext uri="{FF2B5EF4-FFF2-40B4-BE49-F238E27FC236}">
                <a16:creationId xmlns:a16="http://schemas.microsoft.com/office/drawing/2014/main" id="{A8C705A3-B784-474D-8724-82EC8D7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1775" y="466725"/>
            <a:ext cx="1419225" cy="771525"/>
          </a:xfrm>
          <a:custGeom xmlns:a="http://schemas.openxmlformats.org/drawingml/2006/main">
            <a:pathLst>
              <a:path w="1419225" h="771525">
                <a:moveTo>
                  <a:pt x="95250" y="0"/>
                </a:moveTo>
                <a:lnTo>
                  <a:pt x="1323975" y="0"/>
                </a:lnTo>
                <a:cubicBezTo>
                  <a:pt x="1376580" y="0"/>
                  <a:pt x="1419225" y="42645"/>
                  <a:pt x="1419225" y="95250"/>
                </a:cubicBezTo>
                <a:lnTo>
                  <a:pt x="1419225" y="676275"/>
                </a:lnTo>
                <a:cubicBezTo>
                  <a:pt x="1419225" y="728880"/>
                  <a:pt x="1376580" y="771525"/>
                  <a:pt x="1323975" y="771525"/>
                </a:cubicBezTo>
                <a:lnTo>
                  <a:pt x="95250" y="771525"/>
                </a:lnTo>
                <a:cubicBezTo>
                  <a:pt x="42645" y="771525"/>
                  <a:pt x="0" y="728880"/>
                  <a:pt x="0" y="6762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C2865A-DBF5-4BFF-A0CB-3F519B1DF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b1407a3ec43fa"/>
          <a:stretch xmlns:a="http://schemas.openxmlformats.org/drawingml/2006/main"/>
        </p:blipFill>
        <p:spPr>
          <a:xfrm xmlns:a="http://schemas.openxmlformats.org/drawingml/2006/main">
            <a:off x="18173700" y="552450"/>
            <a:ext cx="276225" cy="257175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A9AB7-EAEE-40C6-A46B-EA203C876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f2ab4f11f4057"/>
          <a:stretch xmlns:a="http://schemas.openxmlformats.org/drawingml/2006/main"/>
        </p:blipFill>
        <p:spPr>
          <a:xfrm xmlns:a="http://schemas.openxmlformats.org/drawingml/2006/main">
            <a:off x="18173700" y="87630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38" name="Frozen legend">
            <a:extLst xmlns:a="http://schemas.openxmlformats.org/drawingml/2006/main">
              <a:ext uri="{FF2B5EF4-FFF2-40B4-BE49-F238E27FC236}">
                <a16:creationId xmlns:a16="http://schemas.microsoft.com/office/drawing/2014/main" id="{D70102AE-5820-4FB6-AA82-976953B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11850" y="571881"/>
            <a:ext cx="7524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39" name="Tunable legend">
            <a:extLst xmlns:a="http://schemas.openxmlformats.org/drawingml/2006/main">
              <a:ext uri="{FF2B5EF4-FFF2-40B4-BE49-F238E27FC236}">
                <a16:creationId xmlns:a16="http://schemas.microsoft.com/office/drawing/2014/main" id="{B702C571-61E8-4256-B97E-53A3DB4E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5650" y="895731"/>
            <a:ext cx="838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Tunable</a:t>
            </a:r>
          </a:p>
        </p:txBody>
      </p:sp>
      <p:sp>
        <p:nvSpPr>
          <p:cNvPr id="40" name="layout generation panel">
            <a:extLst xmlns:a="http://schemas.openxmlformats.org/drawingml/2006/main">
              <a:ext uri="{FF2B5EF4-FFF2-40B4-BE49-F238E27FC236}">
                <a16:creationId xmlns:a16="http://schemas.microsoft.com/office/drawing/2014/main" id="{72519322-A4F6-424B-8AC9-51A27784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790700"/>
            <a:ext cx="6753225" cy="3914775"/>
          </a:xfrm>
          <a:custGeom xmlns:a="http://schemas.openxmlformats.org/drawingml/2006/main">
            <a:pathLst>
              <a:path w="6753225" h="3914775">
                <a:moveTo>
                  <a:pt x="190500" y="0"/>
                </a:moveTo>
                <a:lnTo>
                  <a:pt x="6562725" y="0"/>
                </a:lnTo>
                <a:cubicBezTo>
                  <a:pt x="6667935" y="0"/>
                  <a:pt x="6753225" y="85290"/>
                  <a:pt x="6753225" y="190500"/>
                </a:cubicBezTo>
                <a:lnTo>
                  <a:pt x="6753225" y="3724275"/>
                </a:lnTo>
                <a:cubicBezTo>
                  <a:pt x="6753225" y="3829485"/>
                  <a:pt x="6667935" y="3914775"/>
                  <a:pt x="6562725" y="3914775"/>
                </a:cubicBezTo>
                <a:lnTo>
                  <a:pt x="190500" y="3914775"/>
                </a:lnTo>
                <a:cubicBezTo>
                  <a:pt x="85290" y="3914775"/>
                  <a:pt x="0" y="3829485"/>
                  <a:pt x="0" y="3724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1" name="layout generation dashed inset">
            <a:extLst xmlns:a="http://schemas.openxmlformats.org/drawingml/2006/main">
              <a:ext uri="{FF2B5EF4-FFF2-40B4-BE49-F238E27FC236}">
                <a16:creationId xmlns:a16="http://schemas.microsoft.com/office/drawing/2014/main" id="{F20897FD-4687-4827-873C-FB4B198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57375"/>
            <a:ext cx="6543675" cy="3705225"/>
          </a:xfrm>
          <a:custGeom xmlns:a="http://schemas.openxmlformats.org/drawingml/2006/main">
            <a:pathLst>
              <a:path w="6543675" h="3705225">
                <a:moveTo>
                  <a:pt x="142875" y="0"/>
                </a:moveTo>
                <a:lnTo>
                  <a:pt x="6400800" y="0"/>
                </a:lnTo>
                <a:cubicBezTo>
                  <a:pt x="6479708" y="0"/>
                  <a:pt x="6543675" y="63967"/>
                  <a:pt x="6543675" y="142875"/>
                </a:cubicBezTo>
                <a:lnTo>
                  <a:pt x="6543675" y="3562350"/>
                </a:lnTo>
                <a:cubicBezTo>
                  <a:pt x="6543675" y="3641258"/>
                  <a:pt x="6479708" y="3705225"/>
                  <a:pt x="6400800" y="3705225"/>
                </a:cubicBezTo>
                <a:lnTo>
                  <a:pt x="142875" y="3705225"/>
                </a:lnTo>
                <a:cubicBezTo>
                  <a:pt x="63967" y="3705225"/>
                  <a:pt x="0" y="3641258"/>
                  <a:pt x="0" y="35623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B9F3"/>
            </a:solidFill>
            <a:prstDash val="dash"/>
          </a:ln>
        </p:spPr>
      </p:sp>
      <p:sp>
        <p:nvSpPr>
          <p:cNvPr id="42" name="assets/materials panel">
            <a:extLst xmlns:a="http://schemas.openxmlformats.org/drawingml/2006/main">
              <a:ext uri="{FF2B5EF4-FFF2-40B4-BE49-F238E27FC236}">
                <a16:creationId xmlns:a16="http://schemas.microsoft.com/office/drawing/2014/main" id="{5C714E82-35A1-4A60-853D-0D4F095D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2192000" cy="3914775"/>
          </a:xfrm>
          <a:custGeom xmlns:a="http://schemas.openxmlformats.org/drawingml/2006/main">
            <a:pathLst>
              <a:path w="12192000" h="3914775">
                <a:moveTo>
                  <a:pt x="190500" y="0"/>
                </a:moveTo>
                <a:lnTo>
                  <a:pt x="12001500" y="0"/>
                </a:lnTo>
                <a:cubicBezTo>
                  <a:pt x="12106710" y="0"/>
                  <a:pt x="12192000" y="85290"/>
                  <a:pt x="12192000" y="190500"/>
                </a:cubicBezTo>
                <a:lnTo>
                  <a:pt x="12192000" y="3724275"/>
                </a:lnTo>
                <a:cubicBezTo>
                  <a:pt x="12192000" y="3829485"/>
                  <a:pt x="12106710" y="3914775"/>
                  <a:pt x="12001500" y="3914775"/>
                </a:cubicBezTo>
                <a:lnTo>
                  <a:pt x="190500" y="3914775"/>
                </a:lnTo>
                <a:cubicBezTo>
                  <a:pt x="85290" y="3914775"/>
                  <a:pt x="0" y="3829485"/>
                  <a:pt x="0" y="3724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3" name="assets/materials dashed inset">
            <a:extLst xmlns:a="http://schemas.openxmlformats.org/drawingml/2006/main">
              <a:ext uri="{FF2B5EF4-FFF2-40B4-BE49-F238E27FC236}">
                <a16:creationId xmlns:a16="http://schemas.microsoft.com/office/drawing/2014/main" id="{930E8E5F-F414-4DF5-89AE-217054F2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66900"/>
            <a:ext cx="11953875" cy="3695700"/>
          </a:xfrm>
          <a:custGeom xmlns:a="http://schemas.openxmlformats.org/drawingml/2006/main">
            <a:pathLst>
              <a:path w="11953875" h="3695700">
                <a:moveTo>
                  <a:pt x="142875" y="0"/>
                </a:moveTo>
                <a:lnTo>
                  <a:pt x="11811000" y="0"/>
                </a:lnTo>
                <a:cubicBezTo>
                  <a:pt x="11889908" y="0"/>
                  <a:pt x="11953875" y="63967"/>
                  <a:pt x="11953875" y="142875"/>
                </a:cubicBezTo>
                <a:lnTo>
                  <a:pt x="11953875" y="3552825"/>
                </a:lnTo>
                <a:cubicBezTo>
                  <a:pt x="11953875" y="3631733"/>
                  <a:pt x="11889908" y="3695700"/>
                  <a:pt x="11811000" y="3695700"/>
                </a:cubicBezTo>
                <a:lnTo>
                  <a:pt x="142875" y="3695700"/>
                </a:lnTo>
                <a:cubicBezTo>
                  <a:pt x="63967" y="3695700"/>
                  <a:pt x="0" y="3631733"/>
                  <a:pt x="0" y="35528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B9F3"/>
            </a:solidFill>
            <a:prstDash val="dash"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2D844C-4ADD-42C8-BF4F-48CEDD9BF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1b6168d9a4a66"/>
          <a:stretch xmlns:a="http://schemas.openxmlformats.org/drawingml/2006/main"/>
        </p:blipFill>
        <p:spPr>
          <a:xfrm xmlns:a="http://schemas.openxmlformats.org/drawingml/2006/main">
            <a:off x="409575" y="1895475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45" name="layout prompt box">
            <a:extLst xmlns:a="http://schemas.openxmlformats.org/drawingml/2006/main">
              <a:ext uri="{FF2B5EF4-FFF2-40B4-BE49-F238E27FC236}">
                <a16:creationId xmlns:a16="http://schemas.microsoft.com/office/drawing/2014/main" id="{C1A5022E-0BBA-459A-82F2-5B91777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581150" cy="923925"/>
          </a:xfrm>
          <a:custGeom xmlns:a="http://schemas.openxmlformats.org/drawingml/2006/main">
            <a:pathLst>
              <a:path w="1581150" h="923925">
                <a:moveTo>
                  <a:pt x="152400" y="0"/>
                </a:moveTo>
                <a:lnTo>
                  <a:pt x="1428750" y="0"/>
                </a:lnTo>
                <a:cubicBezTo>
                  <a:pt x="1512918" y="0"/>
                  <a:pt x="1581150" y="68232"/>
                  <a:pt x="1581150" y="152400"/>
                </a:cubicBezTo>
                <a:lnTo>
                  <a:pt x="1581150" y="771525"/>
                </a:lnTo>
                <a:cubicBezTo>
                  <a:pt x="1581150" y="855693"/>
                  <a:pt x="1512918" y="923925"/>
                  <a:pt x="1428750" y="923925"/>
                </a:cubicBezTo>
                <a:lnTo>
                  <a:pt x="152400" y="923925"/>
                </a:lnTo>
                <a:cubicBezTo>
                  <a:pt x="68232" y="923925"/>
                  <a:pt x="0" y="855693"/>
                  <a:pt x="0" y="7715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5F9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sp>
        <p:nvSpPr>
          <p:cNvPr id="46" name="layout prompt line 0 run 0">
            <a:extLst xmlns:a="http://schemas.openxmlformats.org/drawingml/2006/main">
              <a:ext uri="{FF2B5EF4-FFF2-40B4-BE49-F238E27FC236}">
                <a16:creationId xmlns:a16="http://schemas.microsoft.com/office/drawing/2014/main" id="{B312D072-853C-46F9-B559-5F908D76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142458"/>
            <a:ext cx="405289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radial </a:t>
            </a:r>
          </a:p>
        </p:txBody>
      </p:sp>
      <p:sp>
        <p:nvSpPr>
          <p:cNvPr id="47" name="layout prompt line 0 run 1">
            <a:extLst xmlns:a="http://schemas.openxmlformats.org/drawingml/2006/main">
              <a:ext uri="{FF2B5EF4-FFF2-40B4-BE49-F238E27FC236}">
                <a16:creationId xmlns:a16="http://schemas.microsoft.com/office/drawing/2014/main" id="{1937862B-2D25-4D39-ADFA-21C1506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314" y="2142458"/>
            <a:ext cx="904399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E236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E2362F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E2362F"/>
                </a:solidFill>
                <a:latin typeface="Arial"/>
                <a:ea typeface="Arial"/>
                <a:cs typeface="Arial"/>
              </a:rPr>
              <a:t>road network (red)</a:t>
            </a:r>
          </a:p>
        </p:txBody>
      </p:sp>
      <p:sp>
        <p:nvSpPr>
          <p:cNvPr id="48" name="layout prompt line 1 run 0">
            <a:extLst xmlns:a="http://schemas.openxmlformats.org/drawingml/2006/main">
              <a:ext uri="{FF2B5EF4-FFF2-40B4-BE49-F238E27FC236}">
                <a16:creationId xmlns:a16="http://schemas.microsoft.com/office/drawing/2014/main" id="{D46DE933-8F95-4466-8D97-BD3641D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261521"/>
            <a:ext cx="1251490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prominent concentric</a:t>
            </a:r>
          </a:p>
        </p:txBody>
      </p:sp>
      <p:sp>
        <p:nvSpPr>
          <p:cNvPr id="49" name="layout prompt line 2 run 0">
            <a:extLst xmlns:a="http://schemas.openxmlformats.org/drawingml/2006/main">
              <a:ext uri="{FF2B5EF4-FFF2-40B4-BE49-F238E27FC236}">
                <a16:creationId xmlns:a16="http://schemas.microsoft.com/office/drawing/2014/main" id="{221CDF33-E900-4DFF-80C6-A4EA3E26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380583"/>
            <a:ext cx="1014127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curves. Rectangular </a:t>
            </a:r>
          </a:p>
        </p:txBody>
      </p:sp>
      <p:sp>
        <p:nvSpPr>
          <p:cNvPr id="50" name="layout prompt line 2 run 1">
            <a:extLst xmlns:a="http://schemas.openxmlformats.org/drawingml/2006/main">
              <a:ext uri="{FF2B5EF4-FFF2-40B4-BE49-F238E27FC236}">
                <a16:creationId xmlns:a16="http://schemas.microsoft.com/office/drawing/2014/main" id="{46BBD698-289E-4743-B138-558E8A3A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5152" y="2380583"/>
            <a:ext cx="441865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DCAF00"/>
                </a:solidFill>
                <a:latin typeface="Arial"/>
                <a:ea typeface="Arial"/>
                <a:cs typeface="Arial"/>
              </a:rPr>
              <a:t>buildings</a:t>
            </a:r>
          </a:p>
        </p:txBody>
      </p:sp>
      <p:sp>
        <p:nvSpPr>
          <p:cNvPr id="51" name="layout prompt line 3 run 0">
            <a:extLst xmlns:a="http://schemas.openxmlformats.org/drawingml/2006/main">
              <a:ext uri="{FF2B5EF4-FFF2-40B4-BE49-F238E27FC236}">
                <a16:creationId xmlns:a16="http://schemas.microsoft.com/office/drawing/2014/main" id="{6ADF87F8-C04B-4748-AFAA-90904E5B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499646"/>
            <a:ext cx="508635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DCAF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DCAF00"/>
                </a:solidFill>
                <a:latin typeface="Arial"/>
                <a:ea typeface="Arial"/>
                <a:cs typeface="Arial"/>
              </a:rPr>
              <a:t>(yellow)... </a:t>
            </a:r>
          </a:p>
        </p:txBody>
      </p:sp>
      <p:sp>
        <p:nvSpPr>
          <p:cNvPr id="52" name="layout prompt line 3 run 1">
            <a:extLst xmlns:a="http://schemas.openxmlformats.org/drawingml/2006/main">
              <a:ext uri="{FF2B5EF4-FFF2-40B4-BE49-F238E27FC236}">
                <a16:creationId xmlns:a16="http://schemas.microsoft.com/office/drawing/2014/main" id="{F48939BF-D76A-4175-A3D6-90C854CB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" y="2499646"/>
            <a:ext cx="910781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3C96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3C9639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3C9639"/>
                </a:solidFill>
                <a:latin typeface="Arial"/>
                <a:ea typeface="Arial"/>
                <a:cs typeface="Arial"/>
              </a:rPr>
              <a:t>Vegetation (green)</a:t>
            </a:r>
          </a:p>
        </p:txBody>
      </p:sp>
      <p:sp>
        <p:nvSpPr>
          <p:cNvPr id="53" name="layout prompt line 4 run 0">
            <a:extLst xmlns:a="http://schemas.openxmlformats.org/drawingml/2006/main">
              <a:ext uri="{FF2B5EF4-FFF2-40B4-BE49-F238E27FC236}">
                <a16:creationId xmlns:a16="http://schemas.microsoft.com/office/drawing/2014/main" id="{F9A3778C-2187-4559-97B6-DD00235C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618708"/>
            <a:ext cx="1397794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in the northeast, bordering</a:t>
            </a:r>
          </a:p>
        </p:txBody>
      </p:sp>
      <p:sp>
        <p:nvSpPr>
          <p:cNvPr id="54" name="layout prompt line 5 run 0">
            <a:extLst xmlns:a="http://schemas.openxmlformats.org/drawingml/2006/main">
              <a:ext uri="{FF2B5EF4-FFF2-40B4-BE49-F238E27FC236}">
                <a16:creationId xmlns:a16="http://schemas.microsoft.com/office/drawing/2014/main" id="{0C8F23F0-B1DE-4FF9-9704-2B2E8763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737771"/>
            <a:ext cx="374904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large </a:t>
            </a:r>
          </a:p>
        </p:txBody>
      </p:sp>
      <p:sp>
        <p:nvSpPr>
          <p:cNvPr id="55" name="layout prompt line 5 run 1">
            <a:extLst xmlns:a="http://schemas.openxmlformats.org/drawingml/2006/main">
              <a:ext uri="{FF2B5EF4-FFF2-40B4-BE49-F238E27FC236}">
                <a16:creationId xmlns:a16="http://schemas.microsoft.com/office/drawing/2014/main" id="{C4C5344D-B74D-49E7-95C9-64BA9BC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929" y="2737771"/>
            <a:ext cx="855821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113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113DA8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113DA8"/>
                </a:solidFill>
                <a:latin typeface="Arial"/>
                <a:ea typeface="Arial"/>
                <a:cs typeface="Arial"/>
              </a:rPr>
              <a:t>water body (blue)</a:t>
            </a:r>
          </a:p>
        </p:txBody>
      </p:sp>
      <p:sp>
        <p:nvSpPr>
          <p:cNvPr id="56" name="layout prompt line 5 run 2">
            <a:extLst xmlns:a="http://schemas.openxmlformats.org/drawingml/2006/main">
              <a:ext uri="{FF2B5EF4-FFF2-40B4-BE49-F238E27FC236}">
                <a16:creationId xmlns:a16="http://schemas.microsoft.com/office/drawing/2014/main" id="{1A1B75F3-8BF4-4FB3-B5A0-B405ECF2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2225" y="2737771"/>
            <a:ext cx="125254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</a:t>
            </a:r>
          </a:p>
        </p:txBody>
      </p:sp>
      <p:sp>
        <p:nvSpPr>
          <p:cNvPr id="57" name="layout prompt line 6 run 0">
            <a:extLst xmlns:a="http://schemas.openxmlformats.org/drawingml/2006/main">
              <a:ext uri="{FF2B5EF4-FFF2-40B4-BE49-F238E27FC236}">
                <a16:creationId xmlns:a16="http://schemas.microsoft.com/office/drawing/2014/main" id="{C89C4CDD-1163-4FA3-A210-E15D7B60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856833"/>
            <a:ext cx="533209" cy="15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north...</a:t>
            </a:r>
          </a:p>
        </p:txBody>
      </p:sp>
      <p:sp>
        <p:nvSpPr>
          <p:cNvPr id="58" name="LongCLIP module">
            <a:extLst xmlns:a="http://schemas.openxmlformats.org/drawingml/2006/main">
              <a:ext uri="{FF2B5EF4-FFF2-40B4-BE49-F238E27FC236}">
                <a16:creationId xmlns:a16="http://schemas.microsoft.com/office/drawing/2014/main" id="{141E5C36-5867-40BE-8BE8-128FEFB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24075"/>
            <a:ext cx="304800" cy="828675"/>
          </a:xfrm>
          <a:custGeom xmlns:a="http://schemas.openxmlformats.org/drawingml/2006/main">
            <a:pathLst>
              <a:path w="304800" h="828675">
                <a:moveTo>
                  <a:pt x="0" y="0"/>
                </a:moveTo>
                <a:lnTo>
                  <a:pt x="304800" y="0"/>
                </a:lnTo>
                <a:cubicBezTo>
                  <a:pt x="304800" y="0"/>
                  <a:pt x="304800" y="0"/>
                  <a:pt x="304800" y="0"/>
                </a:cubicBezTo>
                <a:lnTo>
                  <a:pt x="304800" y="828675"/>
                </a:lnTo>
                <a:cubicBezTo>
                  <a:pt x="304800" y="828675"/>
                  <a:pt x="304800" y="828675"/>
                  <a:pt x="304800" y="828675"/>
                </a:cubicBezTo>
                <a:lnTo>
                  <a:pt x="0" y="828675"/>
                </a:lnTo>
                <a:cubicBezTo>
                  <a:pt x="0" y="828675"/>
                  <a:pt x="0" y="828675"/>
                  <a:pt x="0" y="8286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DF0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sp>
        <p:nvSpPr>
          <p:cNvPr id="59" name="LongCLIP label">
            <a:extLst xmlns:a="http://schemas.openxmlformats.org/drawingml/2006/main">
              <a:ext uri="{FF2B5EF4-FFF2-40B4-BE49-F238E27FC236}">
                <a16:creationId xmlns:a16="http://schemas.microsoft.com/office/drawing/2014/main" id="{8DAD557F-985C-4462-B181-72897AE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19313" y="2426018"/>
            <a:ext cx="6477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LongCLIP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077474-AA9B-4F33-9E25-C1465D896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aa2a8e0a04c02"/>
          <a:stretch xmlns:a="http://schemas.openxmlformats.org/drawingml/2006/main"/>
        </p:blipFill>
        <p:spPr>
          <a:xfrm xmlns:a="http://schemas.openxmlformats.org/drawingml/2006/main">
            <a:off x="2428875" y="2066925"/>
            <a:ext cx="333375" cy="276225"/>
          </a:xfrm>
          <a:prstGeom xmlns:a="http://schemas.openxmlformats.org/drawingml/2006/main" prst="rect">
            <a:avLst/>
          </a:prstGeom>
        </p:spPr>
      </p:pic>
      <p:sp>
        <p:nvSpPr>
          <p:cNvPr id="61" name="layout diffusion channel 0">
            <a:extLst xmlns:a="http://schemas.openxmlformats.org/drawingml/2006/main">
              <a:ext uri="{FF2B5EF4-FFF2-40B4-BE49-F238E27FC236}">
                <a16:creationId xmlns:a16="http://schemas.microsoft.com/office/drawing/2014/main" id="{E5910C66-4265-488C-BD8A-6AC3CED1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19300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2" name="layout diffusion channel 1">
            <a:extLst xmlns:a="http://schemas.openxmlformats.org/drawingml/2006/main">
              <a:ext uri="{FF2B5EF4-FFF2-40B4-BE49-F238E27FC236}">
                <a16:creationId xmlns:a16="http://schemas.microsoft.com/office/drawing/2014/main" id="{52D51982-8533-45D2-B25B-D174F16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85988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3" name="layout diffusion channel 2">
            <a:extLst xmlns:a="http://schemas.openxmlformats.org/drawingml/2006/main">
              <a:ext uri="{FF2B5EF4-FFF2-40B4-BE49-F238E27FC236}">
                <a16:creationId xmlns:a16="http://schemas.microsoft.com/office/drawing/2014/main" id="{D43C0B1E-2B8F-4965-AEA8-D05E652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05050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layout diffusion channel 3">
            <a:extLst xmlns:a="http://schemas.openxmlformats.org/drawingml/2006/main">
              <a:ext uri="{FF2B5EF4-FFF2-40B4-BE49-F238E27FC236}">
                <a16:creationId xmlns:a16="http://schemas.microsoft.com/office/drawing/2014/main" id="{C87258AD-FFBC-4211-96BA-EAEDCB2C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133350" cy="266700"/>
          </a:xfrm>
          <a:custGeom xmlns:a="http://schemas.openxmlformats.org/drawingml/2006/main">
            <a:pathLst>
              <a:path w="133350" h="26670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266700"/>
                </a:lnTo>
                <a:cubicBezTo>
                  <a:pt x="133350" y="266700"/>
                  <a:pt x="133350" y="266700"/>
                  <a:pt x="133350" y="266700"/>
                </a:cubicBezTo>
                <a:lnTo>
                  <a:pt x="0" y="266700"/>
                </a:lnTo>
                <a:cubicBezTo>
                  <a:pt x="0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layout diffusion channel 4">
            <a:extLst xmlns:a="http://schemas.openxmlformats.org/drawingml/2006/main">
              <a:ext uri="{FF2B5EF4-FFF2-40B4-BE49-F238E27FC236}">
                <a16:creationId xmlns:a16="http://schemas.microsoft.com/office/drawing/2014/main" id="{B5742038-3EF6-421B-A8F4-5BBE94A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05050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layout diffusion channel 5">
            <a:extLst xmlns:a="http://schemas.openxmlformats.org/drawingml/2006/main">
              <a:ext uri="{FF2B5EF4-FFF2-40B4-BE49-F238E27FC236}">
                <a16:creationId xmlns:a16="http://schemas.microsoft.com/office/drawing/2014/main" id="{B287D3D9-2535-46FE-9BD6-A95E3A7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85988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layout diffusion channel 6">
            <a:extLst xmlns:a="http://schemas.openxmlformats.org/drawingml/2006/main">
              <a:ext uri="{FF2B5EF4-FFF2-40B4-BE49-F238E27FC236}">
                <a16:creationId xmlns:a16="http://schemas.microsoft.com/office/drawing/2014/main" id="{4D086A3C-8829-4956-9E86-14F65A39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19300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layout diffusion label box">
            <a:extLst xmlns:a="http://schemas.openxmlformats.org/drawingml/2006/main">
              <a:ext uri="{FF2B5EF4-FFF2-40B4-BE49-F238E27FC236}">
                <a16:creationId xmlns:a16="http://schemas.microsoft.com/office/drawing/2014/main" id="{DF9279A1-CB68-4659-B4C2-1E1092A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14575"/>
            <a:ext cx="1400175" cy="514350"/>
          </a:xfrm>
          <a:custGeom xmlns:a="http://schemas.openxmlformats.org/drawingml/2006/main">
            <a:pathLst>
              <a:path w="1400175" h="514350">
                <a:moveTo>
                  <a:pt x="19050" y="0"/>
                </a:moveTo>
                <a:lnTo>
                  <a:pt x="1381125" y="0"/>
                </a:lnTo>
                <a:cubicBezTo>
                  <a:pt x="1391646" y="0"/>
                  <a:pt x="1400175" y="8529"/>
                  <a:pt x="1400175" y="19050"/>
                </a:cubicBezTo>
                <a:lnTo>
                  <a:pt x="1400175" y="495300"/>
                </a:lnTo>
                <a:cubicBezTo>
                  <a:pt x="1400175" y="505821"/>
                  <a:pt x="1391646" y="514350"/>
                  <a:pt x="1381125" y="514350"/>
                </a:cubicBezTo>
                <a:lnTo>
                  <a:pt x="19050" y="514350"/>
                </a:lnTo>
                <a:cubicBezTo>
                  <a:pt x="8529" y="514350"/>
                  <a:pt x="0" y="505821"/>
                  <a:pt x="0" y="495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E5F3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69" name="layout diffusion label first">
            <a:extLst xmlns:a="http://schemas.openxmlformats.org/drawingml/2006/main">
              <a:ext uri="{FF2B5EF4-FFF2-40B4-BE49-F238E27FC236}">
                <a16:creationId xmlns:a16="http://schemas.microsoft.com/office/drawing/2014/main" id="{DBB5C8F9-2062-4367-9B6A-01CE00E2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2332292"/>
            <a:ext cx="952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Diffusion</a:t>
            </a:r>
          </a:p>
        </p:txBody>
      </p:sp>
      <p:sp>
        <p:nvSpPr>
          <p:cNvPr id="70" name="layout diffusion label second">
            <a:extLst xmlns:a="http://schemas.openxmlformats.org/drawingml/2006/main">
              <a:ext uri="{FF2B5EF4-FFF2-40B4-BE49-F238E27FC236}">
                <a16:creationId xmlns:a16="http://schemas.microsoft.com/office/drawing/2014/main" id="{B2EC2D0C-A128-4794-8407-1383F0D5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2570417"/>
            <a:ext cx="7239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B0149E-9A91-4198-B525-52E166D67F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db0a2822a42db"/>
          <a:stretch xmlns:a="http://schemas.openxmlformats.org/drawingml/2006/main"/>
        </p:blipFill>
        <p:spPr>
          <a:xfrm xmlns:a="http://schemas.openxmlformats.org/drawingml/2006/main">
            <a:off x="4286250" y="2162175"/>
            <a:ext cx="219075" cy="295275"/>
          </a:xfrm>
          <a:prstGeom xmlns:a="http://schemas.openxmlformats.org/drawingml/2006/main" prst="rect">
            <a:avLst/>
          </a:prstGeom>
        </p:spPr>
      </p:pic>
      <p:sp>
        <p:nvSpPr>
          <p:cNvPr id="72" name="height diffusion channel 0">
            <a:extLst xmlns:a="http://schemas.openxmlformats.org/drawingml/2006/main">
              <a:ext uri="{FF2B5EF4-FFF2-40B4-BE49-F238E27FC236}">
                <a16:creationId xmlns:a16="http://schemas.microsoft.com/office/drawing/2014/main" id="{DA46552E-36CD-463B-B6BF-BD25612B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62425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height diffusion channel 1">
            <a:extLst xmlns:a="http://schemas.openxmlformats.org/drawingml/2006/main">
              <a:ext uri="{FF2B5EF4-FFF2-40B4-BE49-F238E27FC236}">
                <a16:creationId xmlns:a16="http://schemas.microsoft.com/office/drawing/2014/main" id="{BA543D00-C508-4223-B5E1-0C88055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9113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4" name="height diffusion channel 2">
            <a:extLst xmlns:a="http://schemas.openxmlformats.org/drawingml/2006/main">
              <a:ext uri="{FF2B5EF4-FFF2-40B4-BE49-F238E27FC236}">
                <a16:creationId xmlns:a16="http://schemas.microsoft.com/office/drawing/2014/main" id="{A0C524B6-AEA9-4582-88B6-E1EBA16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48175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height diffusion channel 3">
            <a:extLst xmlns:a="http://schemas.openxmlformats.org/drawingml/2006/main">
              <a:ext uri="{FF2B5EF4-FFF2-40B4-BE49-F238E27FC236}">
                <a16:creationId xmlns:a16="http://schemas.microsoft.com/office/drawing/2014/main" id="{4FF72F75-6CBA-417D-826B-9F220D2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33350" cy="266700"/>
          </a:xfrm>
          <a:custGeom xmlns:a="http://schemas.openxmlformats.org/drawingml/2006/main">
            <a:pathLst>
              <a:path w="133350" h="26670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266700"/>
                </a:lnTo>
                <a:cubicBezTo>
                  <a:pt x="133350" y="266700"/>
                  <a:pt x="133350" y="266700"/>
                  <a:pt x="133350" y="266700"/>
                </a:cubicBezTo>
                <a:lnTo>
                  <a:pt x="0" y="266700"/>
                </a:lnTo>
                <a:cubicBezTo>
                  <a:pt x="0" y="266700"/>
                  <a:pt x="0" y="266700"/>
                  <a:pt x="0" y="2667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6" name="height diffusion channel 4">
            <a:extLst xmlns:a="http://schemas.openxmlformats.org/drawingml/2006/main">
              <a:ext uri="{FF2B5EF4-FFF2-40B4-BE49-F238E27FC236}">
                <a16:creationId xmlns:a16="http://schemas.microsoft.com/office/drawing/2014/main" id="{829D6EF1-28A0-4491-A0B9-562E7F8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48175"/>
            <a:ext cx="133350" cy="514350"/>
          </a:xfrm>
          <a:custGeom xmlns:a="http://schemas.openxmlformats.org/drawingml/2006/main">
            <a:pathLst>
              <a:path w="133350" h="5143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514350"/>
                </a:lnTo>
                <a:cubicBezTo>
                  <a:pt x="133350" y="514350"/>
                  <a:pt x="133350" y="514350"/>
                  <a:pt x="133350" y="514350"/>
                </a:cubicBezTo>
                <a:lnTo>
                  <a:pt x="0" y="514350"/>
                </a:lnTo>
                <a:cubicBezTo>
                  <a:pt x="0" y="514350"/>
                  <a:pt x="0" y="514350"/>
                  <a:pt x="0" y="5143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height diffusion channel 5">
            <a:extLst xmlns:a="http://schemas.openxmlformats.org/drawingml/2006/main">
              <a:ext uri="{FF2B5EF4-FFF2-40B4-BE49-F238E27FC236}">
                <a16:creationId xmlns:a16="http://schemas.microsoft.com/office/drawing/2014/main" id="{F8EBE45E-0EFB-497F-AB82-9693085B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29113"/>
            <a:ext cx="133350" cy="752475"/>
          </a:xfrm>
          <a:custGeom xmlns:a="http://schemas.openxmlformats.org/drawingml/2006/main">
            <a:pathLst>
              <a:path w="133350" h="752475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752475"/>
                </a:lnTo>
                <a:cubicBezTo>
                  <a:pt x="133350" y="752475"/>
                  <a:pt x="133350" y="752475"/>
                  <a:pt x="133350" y="752475"/>
                </a:cubicBezTo>
                <a:lnTo>
                  <a:pt x="0" y="752475"/>
                </a:lnTo>
                <a:cubicBezTo>
                  <a:pt x="0" y="752475"/>
                  <a:pt x="0" y="752475"/>
                  <a:pt x="0" y="7524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height diffusion channel 6">
            <a:extLst xmlns:a="http://schemas.openxmlformats.org/drawingml/2006/main">
              <a:ext uri="{FF2B5EF4-FFF2-40B4-BE49-F238E27FC236}">
                <a16:creationId xmlns:a16="http://schemas.microsoft.com/office/drawing/2014/main" id="{2EA76D89-5464-46ED-AA8F-E6DAA48B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133350" cy="1085850"/>
          </a:xfrm>
          <a:custGeom xmlns:a="http://schemas.openxmlformats.org/drawingml/2006/main">
            <a:pathLst>
              <a:path w="133350" h="1085850">
                <a:moveTo>
                  <a:pt x="0" y="0"/>
                </a:moveTo>
                <a:lnTo>
                  <a:pt x="133350" y="0"/>
                </a:lnTo>
                <a:cubicBezTo>
                  <a:pt x="133350" y="0"/>
                  <a:pt x="133350" y="0"/>
                  <a:pt x="133350" y="0"/>
                </a:cubicBezTo>
                <a:lnTo>
                  <a:pt x="133350" y="1085850"/>
                </a:lnTo>
                <a:cubicBezTo>
                  <a:pt x="133350" y="1085850"/>
                  <a:pt x="133350" y="1085850"/>
                  <a:pt x="133350" y="1085850"/>
                </a:cubicBezTo>
                <a:lnTo>
                  <a:pt x="0" y="1085850"/>
                </a:lnTo>
                <a:cubicBezTo>
                  <a:pt x="0" y="1085850"/>
                  <a:pt x="0" y="1085850"/>
                  <a:pt x="0" y="10858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height diffusion label box">
            <a:extLst xmlns:a="http://schemas.openxmlformats.org/drawingml/2006/main">
              <a:ext uri="{FF2B5EF4-FFF2-40B4-BE49-F238E27FC236}">
                <a16:creationId xmlns:a16="http://schemas.microsoft.com/office/drawing/2014/main" id="{D6EE1885-27FB-4B6F-BBAD-F173D69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1400175" cy="514350"/>
          </a:xfrm>
          <a:custGeom xmlns:a="http://schemas.openxmlformats.org/drawingml/2006/main">
            <a:pathLst>
              <a:path w="1400175" h="514350">
                <a:moveTo>
                  <a:pt x="19050" y="0"/>
                </a:moveTo>
                <a:lnTo>
                  <a:pt x="1381125" y="0"/>
                </a:lnTo>
                <a:cubicBezTo>
                  <a:pt x="1391646" y="0"/>
                  <a:pt x="1400175" y="8529"/>
                  <a:pt x="1400175" y="19050"/>
                </a:cubicBezTo>
                <a:lnTo>
                  <a:pt x="1400175" y="495300"/>
                </a:lnTo>
                <a:cubicBezTo>
                  <a:pt x="1400175" y="505821"/>
                  <a:pt x="1391646" y="514350"/>
                  <a:pt x="1381125" y="514350"/>
                </a:cubicBezTo>
                <a:lnTo>
                  <a:pt x="19050" y="514350"/>
                </a:lnTo>
                <a:cubicBezTo>
                  <a:pt x="8529" y="514350"/>
                  <a:pt x="0" y="505821"/>
                  <a:pt x="0" y="495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E5F3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80" name="height diffusion label first">
            <a:extLst xmlns:a="http://schemas.openxmlformats.org/drawingml/2006/main">
              <a:ext uri="{FF2B5EF4-FFF2-40B4-BE49-F238E27FC236}">
                <a16:creationId xmlns:a16="http://schemas.microsoft.com/office/drawing/2014/main" id="{307CFDA6-B412-45DD-9373-DE0C4297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650" y="4475417"/>
            <a:ext cx="952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Diffusion</a:t>
            </a:r>
          </a:p>
        </p:txBody>
      </p:sp>
      <p:sp>
        <p:nvSpPr>
          <p:cNvPr id="81" name="height diffusion label second">
            <a:extLst xmlns:a="http://schemas.openxmlformats.org/drawingml/2006/main">
              <a:ext uri="{FF2B5EF4-FFF2-40B4-BE49-F238E27FC236}">
                <a16:creationId xmlns:a16="http://schemas.microsoft.com/office/drawing/2014/main" id="{E2F770A4-F5B3-49CC-B4C9-90EAC3D3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4713542"/>
            <a:ext cx="7239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D8875E-6E1E-430E-AB7F-09A2C2962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7a298835d4f06"/>
          <a:stretch xmlns:a="http://schemas.openxmlformats.org/drawingml/2006/main"/>
        </p:blipFill>
        <p:spPr>
          <a:xfrm xmlns:a="http://schemas.openxmlformats.org/drawingml/2006/main">
            <a:off x="4286250" y="4305300"/>
            <a:ext cx="219075" cy="295275"/>
          </a:xfrm>
          <a:prstGeom xmlns:a="http://schemas.openxmlformats.org/drawingml/2006/main" prst="rect">
            <a:avLst/>
          </a:prstGeom>
        </p:spPr>
      </p:pic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5107D29-1BEA-463C-A360-E6F24B2CF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55b9398074f2f"/>
          <a:stretch xmlns:a="http://schemas.openxmlformats.org/drawingml/2006/main"/>
        </p:blipFill>
        <p:spPr>
          <a:xfrm xmlns:a="http://schemas.openxmlformats.org/drawingml/2006/main">
            <a:off x="5448300" y="1990725"/>
            <a:ext cx="1171575" cy="1171575"/>
          </a:xfrm>
          <a:prstGeom xmlns:a="http://schemas.openxmlformats.org/drawingml/2006/main" prst="rect">
            <a:avLst/>
          </a:prstGeom>
        </p:spPr>
      </p:pic>
      <p:sp>
        <p:nvSpPr>
          <p:cNvPr id="84" name="layout output label">
            <a:extLst xmlns:a="http://schemas.openxmlformats.org/drawingml/2006/main">
              <a:ext uri="{FF2B5EF4-FFF2-40B4-BE49-F238E27FC236}">
                <a16:creationId xmlns:a16="http://schemas.microsoft.com/office/drawing/2014/main" id="{9DB06A76-AB3D-4CA0-87E6-7A06DFA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925" y="3237167"/>
            <a:ext cx="12382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Map</a:t>
            </a:r>
          </a:p>
        </p:txBody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BC08FF-EAA7-4DDC-B353-23DC29B19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15b70702b4934"/>
          <a:stretch xmlns:a="http://schemas.openxmlformats.org/drawingml/2006/main"/>
        </p:blipFill>
        <p:spPr>
          <a:xfrm xmlns:a="http://schemas.openxmlformats.org/drawingml/2006/main">
            <a:off x="5448300" y="4133850"/>
            <a:ext cx="1171575" cy="1190625"/>
          </a:xfrm>
          <a:prstGeom xmlns:a="http://schemas.openxmlformats.org/drawingml/2006/main" prst="rect">
            <a:avLst/>
          </a:prstGeom>
        </p:spPr>
      </p:pic>
      <p:sp>
        <p:nvSpPr>
          <p:cNvPr id="86" name="height output label">
            <a:extLst xmlns:a="http://schemas.openxmlformats.org/drawingml/2006/main">
              <a:ext uri="{FF2B5EF4-FFF2-40B4-BE49-F238E27FC236}">
                <a16:creationId xmlns:a16="http://schemas.microsoft.com/office/drawing/2014/main" id="{703DD0BF-E7FE-4A20-BEE0-D4DA2352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5361242"/>
            <a:ext cx="12192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Height Map</a:t>
            </a:r>
          </a:p>
        </p:txBody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BD94AA-9759-444F-B793-14581BA387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4bd7423ff4235"/>
          <a:stretch xmlns:a="http://schemas.openxmlformats.org/drawingml/2006/main"/>
        </p:blipFill>
        <p:spPr>
          <a:xfrm xmlns:a="http://schemas.openxmlformats.org/drawingml/2006/main">
            <a:off x="514350" y="4248150"/>
            <a:ext cx="933450" cy="952500"/>
          </a:xfrm>
          <a:prstGeom xmlns:a="http://schemas.openxmlformats.org/drawingml/2006/main" prst="rect">
            <a:avLst/>
          </a:prstGeom>
        </p:spPr>
      </p:pic>
      <p:sp>
        <p:nvSpPr>
          <p:cNvPr id="88" name="prompt to encoder">
            <a:extLst xmlns:a="http://schemas.openxmlformats.org/drawingml/2006/main">
              <a:ext uri="{FF2B5EF4-FFF2-40B4-BE49-F238E27FC236}">
                <a16:creationId xmlns:a16="http://schemas.microsoft.com/office/drawing/2014/main" id="{828CEC18-2930-406A-9B48-F382305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562225"/>
            <a:ext cx="190595" cy="191"/>
          </a:xfrm>
          <a:custGeom xmlns:a="http://schemas.openxmlformats.org/drawingml/2006/main">
            <a:pathLst>
              <a:path w="190595" h="191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89" name="prompt to encoder arrowhead">
            <a:extLst xmlns:a="http://schemas.openxmlformats.org/drawingml/2006/main">
              <a:ext uri="{FF2B5EF4-FFF2-40B4-BE49-F238E27FC236}">
                <a16:creationId xmlns:a16="http://schemas.microsoft.com/office/drawing/2014/main" id="{D0A07A1F-34AF-4BC4-88D8-530F247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938" y="24336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encoder to diffusion">
            <a:extLst xmlns:a="http://schemas.openxmlformats.org/drawingml/2006/main">
              <a:ext uri="{FF2B5EF4-FFF2-40B4-BE49-F238E27FC236}">
                <a16:creationId xmlns:a16="http://schemas.microsoft.com/office/drawing/2014/main" id="{F5A1EE5E-9AE9-43CA-AA03-F27E8A5E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562225"/>
            <a:ext cx="428720" cy="191"/>
          </a:xfrm>
          <a:custGeom xmlns:a="http://schemas.openxmlformats.org/drawingml/2006/main">
            <a:pathLst>
              <a:path w="428720" h="191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1" name="encoder to diffusion arrowhead">
            <a:extLst xmlns:a="http://schemas.openxmlformats.org/drawingml/2006/main">
              <a:ext uri="{FF2B5EF4-FFF2-40B4-BE49-F238E27FC236}">
                <a16:creationId xmlns:a16="http://schemas.microsoft.com/office/drawing/2014/main" id="{B306F346-223E-4AD5-B06D-BEE86322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24336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2" name="layout diffusion output">
            <a:extLst xmlns:a="http://schemas.openxmlformats.org/drawingml/2006/main">
              <a:ext uri="{FF2B5EF4-FFF2-40B4-BE49-F238E27FC236}">
                <a16:creationId xmlns:a16="http://schemas.microsoft.com/office/drawing/2014/main" id="{2C4FD568-76A5-4B9C-A2B8-39C4368D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62225"/>
            <a:ext cx="1019270" cy="191"/>
          </a:xfrm>
          <a:custGeom xmlns:a="http://schemas.openxmlformats.org/drawingml/2006/main">
            <a:pathLst>
              <a:path w="1019270" h="191">
                <a:moveTo>
                  <a:pt x="0" y="0"/>
                </a:move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3" name="layout diffus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D9376F30-87DE-4465-9989-1982AE3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713" y="24336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4" name="noise to height">
            <a:extLst xmlns:a="http://schemas.openxmlformats.org/drawingml/2006/main">
              <a:ext uri="{FF2B5EF4-FFF2-40B4-BE49-F238E27FC236}">
                <a16:creationId xmlns:a16="http://schemas.microsoft.com/office/drawing/2014/main" id="{EBB143AC-13E8-4842-B351-E31B503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14875"/>
            <a:ext cx="1581245" cy="191"/>
          </a:xfrm>
          <a:custGeom xmlns:a="http://schemas.openxmlformats.org/drawingml/2006/main">
            <a:pathLst>
              <a:path w="1581245" h="191">
                <a:moveTo>
                  <a:pt x="0" y="0"/>
                </a:moveTo>
                <a:lnTo>
                  <a:pt x="1581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5" name="noise to height arrowhead">
            <a:extLst xmlns:a="http://schemas.openxmlformats.org/drawingml/2006/main">
              <a:ext uri="{FF2B5EF4-FFF2-40B4-BE49-F238E27FC236}">
                <a16:creationId xmlns:a16="http://schemas.microsoft.com/office/drawing/2014/main" id="{440CC080-C76F-4091-8570-ABDDD73C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45862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6" name="height output">
            <a:extLst xmlns:a="http://schemas.openxmlformats.org/drawingml/2006/main">
              <a:ext uri="{FF2B5EF4-FFF2-40B4-BE49-F238E27FC236}">
                <a16:creationId xmlns:a16="http://schemas.microsoft.com/office/drawing/2014/main" id="{7C684672-D640-40B0-8C18-8E8C24CE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14875"/>
            <a:ext cx="1019270" cy="191"/>
          </a:xfrm>
          <a:custGeom xmlns:a="http://schemas.openxmlformats.org/drawingml/2006/main">
            <a:pathLst>
              <a:path w="1019270" h="191">
                <a:moveTo>
                  <a:pt x="0" y="0"/>
                </a:move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7" name="height output arrowhead">
            <a:extLst xmlns:a="http://schemas.openxmlformats.org/drawingml/2006/main">
              <a:ext uri="{FF2B5EF4-FFF2-40B4-BE49-F238E27FC236}">
                <a16:creationId xmlns:a16="http://schemas.microsoft.com/office/drawing/2014/main" id="{E35CC7F2-8888-4895-954E-44CC9E14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713" y="45862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8" name="layout prompt conditioning branch">
            <a:extLst xmlns:a="http://schemas.openxmlformats.org/drawingml/2006/main">
              <a:ext uri="{FF2B5EF4-FFF2-40B4-BE49-F238E27FC236}">
                <a16:creationId xmlns:a16="http://schemas.microsoft.com/office/drawing/2014/main" id="{30038AB7-0C95-42B8-A9A5-8B794AA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62225"/>
            <a:ext cx="819245" cy="1390745"/>
          </a:xfrm>
          <a:custGeom xmlns:a="http://schemas.openxmlformats.org/drawingml/2006/main">
            <a:pathLst>
              <a:path w="819245" h="1390745">
                <a:moveTo>
                  <a:pt x="819150" y="0"/>
                </a:moveTo>
                <a:lnTo>
                  <a:pt x="819150" y="609600"/>
                </a:lnTo>
                <a:lnTo>
                  <a:pt x="0" y="609600"/>
                </a:lnTo>
                <a:lnTo>
                  <a:pt x="0" y="1390650"/>
                </a:lnTo>
                <a:lnTo>
                  <a:pt x="161925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99" name="layout prompt conditioning branch arrowhead">
            <a:extLst xmlns:a="http://schemas.openxmlformats.org/drawingml/2006/main">
              <a:ext uri="{FF2B5EF4-FFF2-40B4-BE49-F238E27FC236}">
                <a16:creationId xmlns:a16="http://schemas.microsoft.com/office/drawing/2014/main" id="{652434A3-B283-4AA3-81C6-AE89B8E4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8242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0" name="layout sampling conditioning">
            <a:extLst xmlns:a="http://schemas.openxmlformats.org/drawingml/2006/main">
              <a:ext uri="{FF2B5EF4-FFF2-40B4-BE49-F238E27FC236}">
                <a16:creationId xmlns:a16="http://schemas.microsoft.com/office/drawing/2014/main" id="{F0A53650-DC9A-4B0A-8BC5-402BAD78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62225"/>
            <a:ext cx="2971895" cy="1390745"/>
          </a:xfrm>
          <a:custGeom xmlns:a="http://schemas.openxmlformats.org/drawingml/2006/main">
            <a:pathLst>
              <a:path w="2971895" h="1390745">
                <a:moveTo>
                  <a:pt x="2971800" y="0"/>
                </a:moveTo>
                <a:lnTo>
                  <a:pt x="2971800" y="790575"/>
                </a:lnTo>
                <a:lnTo>
                  <a:pt x="0" y="790575"/>
                </a:lnTo>
                <a:lnTo>
                  <a:pt x="0" y="1390650"/>
                </a:lnTo>
                <a:lnTo>
                  <a:pt x="161925" y="139065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01" name="layout sampling conditioning arrowhead">
            <a:extLst xmlns:a="http://schemas.openxmlformats.org/drawingml/2006/main">
              <a:ext uri="{FF2B5EF4-FFF2-40B4-BE49-F238E27FC236}">
                <a16:creationId xmlns:a16="http://schemas.microsoft.com/office/drawing/2014/main" id="{7CC4928C-202F-4FE9-B75D-86B560D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8242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2" name="noise condition branch">
            <a:extLst xmlns:a="http://schemas.openxmlformats.org/drawingml/2006/main">
              <a:ext uri="{FF2B5EF4-FFF2-40B4-BE49-F238E27FC236}">
                <a16:creationId xmlns:a16="http://schemas.microsoft.com/office/drawing/2014/main" id="{2134C014-E844-4DAD-BAA3-658A817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504920" cy="1362170"/>
          </a:xfrm>
          <a:custGeom xmlns:a="http://schemas.openxmlformats.org/drawingml/2006/main">
            <a:pathLst>
              <a:path w="504920" h="1362170">
                <a:moveTo>
                  <a:pt x="0" y="1362075"/>
                </a:moveTo>
                <a:lnTo>
                  <a:pt x="0" y="0"/>
                </a:lnTo>
                <a:lnTo>
                  <a:pt x="342900" y="0"/>
                </a:lnTo>
                <a:lnTo>
                  <a:pt x="342900" y="600075"/>
                </a:lnTo>
                <a:lnTo>
                  <a:pt x="504825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03" name="noise condition branch arrowhead">
            <a:extLst xmlns:a="http://schemas.openxmlformats.org/drawingml/2006/main">
              <a:ext uri="{FF2B5EF4-FFF2-40B4-BE49-F238E27FC236}">
                <a16:creationId xmlns:a16="http://schemas.microsoft.com/office/drawing/2014/main" id="{03C9A0B7-A3C1-4B9E-8C08-32F84A82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8242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4" name="condition encoder channel0">
            <a:extLst xmlns:a="http://schemas.openxmlformats.org/drawingml/2006/main">
              <a:ext uri="{FF2B5EF4-FFF2-40B4-BE49-F238E27FC236}">
                <a16:creationId xmlns:a16="http://schemas.microsoft.com/office/drawing/2014/main" id="{1DB3D2B3-8ECF-4D70-94F8-A337D521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43313"/>
            <a:ext cx="123825" cy="638175"/>
          </a:xfrm>
          <a:custGeom xmlns:a="http://schemas.openxmlformats.org/drawingml/2006/main">
            <a:pathLst>
              <a:path w="123825" h="6381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638175"/>
                </a:lnTo>
                <a:cubicBezTo>
                  <a:pt x="123825" y="638175"/>
                  <a:pt x="123825" y="638175"/>
                  <a:pt x="123825" y="638175"/>
                </a:cubicBezTo>
                <a:lnTo>
                  <a:pt x="0" y="638175"/>
                </a:lnTo>
                <a:cubicBezTo>
                  <a:pt x="0" y="638175"/>
                  <a:pt x="0" y="638175"/>
                  <a:pt x="0" y="6381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5" name="condition encoder channel1">
            <a:extLst xmlns:a="http://schemas.openxmlformats.org/drawingml/2006/main">
              <a:ext uri="{FF2B5EF4-FFF2-40B4-BE49-F238E27FC236}">
                <a16:creationId xmlns:a16="http://schemas.microsoft.com/office/drawing/2014/main" id="{40F73D8C-E2E0-4E8C-A919-4A6E3F27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62375"/>
            <a:ext cx="123825" cy="400050"/>
          </a:xfrm>
          <a:custGeom xmlns:a="http://schemas.openxmlformats.org/drawingml/2006/main">
            <a:pathLst>
              <a:path w="123825" h="40005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400050"/>
                </a:lnTo>
                <a:cubicBezTo>
                  <a:pt x="123825" y="400050"/>
                  <a:pt x="123825" y="400050"/>
                  <a:pt x="123825" y="400050"/>
                </a:cubicBezTo>
                <a:lnTo>
                  <a:pt x="0" y="400050"/>
                </a:lnTo>
                <a:cubicBezTo>
                  <a:pt x="0" y="400050"/>
                  <a:pt x="0" y="400050"/>
                  <a:pt x="0" y="40005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6" name="condition encoder channel2">
            <a:extLst xmlns:a="http://schemas.openxmlformats.org/drawingml/2006/main">
              <a:ext uri="{FF2B5EF4-FFF2-40B4-BE49-F238E27FC236}">
                <a16:creationId xmlns:a16="http://schemas.microsoft.com/office/drawing/2014/main" id="{FA4B2BFD-99E4-42BB-97C0-8912134C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52863"/>
            <a:ext cx="123825" cy="219075"/>
          </a:xfrm>
          <a:custGeom xmlns:a="http://schemas.openxmlformats.org/drawingml/2006/main">
            <a:pathLst>
              <a:path w="123825" h="2190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219075"/>
                </a:lnTo>
                <a:cubicBezTo>
                  <a:pt x="123825" y="219075"/>
                  <a:pt x="123825" y="219075"/>
                  <a:pt x="123825" y="219075"/>
                </a:cubicBezTo>
                <a:lnTo>
                  <a:pt x="0" y="219075"/>
                </a:lnTo>
                <a:cubicBezTo>
                  <a:pt x="0" y="219075"/>
                  <a:pt x="0" y="219075"/>
                  <a:pt x="0" y="2190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7" name="condition encoder channel3">
            <a:extLst xmlns:a="http://schemas.openxmlformats.org/drawingml/2006/main">
              <a:ext uri="{FF2B5EF4-FFF2-40B4-BE49-F238E27FC236}">
                <a16:creationId xmlns:a16="http://schemas.microsoft.com/office/drawing/2014/main" id="{D1160F62-2B7C-443C-9951-C5D698F4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52850"/>
            <a:ext cx="123825" cy="419100"/>
          </a:xfrm>
          <a:custGeom xmlns:a="http://schemas.openxmlformats.org/drawingml/2006/main">
            <a:pathLst>
              <a:path w="123825" h="4191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419100"/>
                </a:lnTo>
                <a:cubicBezTo>
                  <a:pt x="123825" y="419100"/>
                  <a:pt x="123825" y="419100"/>
                  <a:pt x="123825" y="419100"/>
                </a:cubicBezTo>
                <a:lnTo>
                  <a:pt x="0" y="419100"/>
                </a:lnTo>
                <a:cubicBezTo>
                  <a:pt x="0" y="419100"/>
                  <a:pt x="0" y="419100"/>
                  <a:pt x="0" y="4191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A9D3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8" name="condition encoder module">
            <a:extLst xmlns:a="http://schemas.openxmlformats.org/drawingml/2006/main">
              <a:ext uri="{FF2B5EF4-FFF2-40B4-BE49-F238E27FC236}">
                <a16:creationId xmlns:a16="http://schemas.microsoft.com/office/drawing/2014/main" id="{75BB3B7D-CA2D-4C97-87BF-56ACB57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24275"/>
            <a:ext cx="904875" cy="457200"/>
          </a:xfrm>
          <a:custGeom xmlns:a="http://schemas.openxmlformats.org/drawingml/2006/main">
            <a:pathLst>
              <a:path w="904875" h="457200">
                <a:moveTo>
                  <a:pt x="19050" y="0"/>
                </a:moveTo>
                <a:lnTo>
                  <a:pt x="885825" y="0"/>
                </a:lnTo>
                <a:cubicBezTo>
                  <a:pt x="896346" y="0"/>
                  <a:pt x="904875" y="8529"/>
                  <a:pt x="904875" y="19050"/>
                </a:cubicBezTo>
                <a:lnTo>
                  <a:pt x="904875" y="438150"/>
                </a:lnTo>
                <a:cubicBezTo>
                  <a:pt x="904875" y="448671"/>
                  <a:pt x="896346" y="457200"/>
                  <a:pt x="885825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FE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109" name="condition encoder first">
            <a:extLst xmlns:a="http://schemas.openxmlformats.org/drawingml/2006/main">
              <a:ext uri="{FF2B5EF4-FFF2-40B4-BE49-F238E27FC236}">
                <a16:creationId xmlns:a16="http://schemas.microsoft.com/office/drawing/2014/main" id="{40A54B82-B120-4BE6-9E7B-B49A1FF8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2650" y="3743706"/>
            <a:ext cx="8858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10" name="condition encoder second">
            <a:extLst xmlns:a="http://schemas.openxmlformats.org/drawingml/2006/main">
              <a:ext uri="{FF2B5EF4-FFF2-40B4-BE49-F238E27FC236}">
                <a16:creationId xmlns:a16="http://schemas.microsoft.com/office/drawing/2014/main" id="{7BE855B2-979F-489C-869E-1167341F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3955530"/>
            <a:ext cx="733425" cy="27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347060-8085-4DD0-AAC7-DD9ACCCD1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dd93d1d0f4545"/>
          <a:stretch xmlns:a="http://schemas.openxmlformats.org/drawingml/2006/main"/>
        </p:blipFill>
        <p:spPr>
          <a:xfrm xmlns:a="http://schemas.openxmlformats.org/drawingml/2006/main">
            <a:off x="2886075" y="3533775"/>
            <a:ext cx="238125" cy="285750"/>
          </a:xfrm>
          <a:prstGeom xmlns:a="http://schemas.openxmlformats.org/drawingml/2006/main" prst="rect">
            <a:avLst/>
          </a:prstGeom>
        </p:spPr>
      </p:pic>
      <p:sp>
        <p:nvSpPr>
          <p:cNvPr id="112" name="condition to height 0">
            <a:extLst xmlns:a="http://schemas.openxmlformats.org/drawingml/2006/main">
              <a:ext uri="{FF2B5EF4-FFF2-40B4-BE49-F238E27FC236}">
                <a16:creationId xmlns:a16="http://schemas.microsoft.com/office/drawing/2014/main" id="{FCF2D37D-0334-406D-8B2A-40D862F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962400"/>
            <a:ext cx="847820" cy="476345"/>
          </a:xfrm>
          <a:custGeom xmlns:a="http://schemas.openxmlformats.org/drawingml/2006/main">
            <a:pathLst>
              <a:path w="847820" h="476345">
                <a:moveTo>
                  <a:pt x="0" y="0"/>
                </a:moveTo>
                <a:lnTo>
                  <a:pt x="847725" y="0"/>
                </a:lnTo>
                <a:lnTo>
                  <a:pt x="847725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13" name="condition to height 0 arrowhead">
            <a:extLst xmlns:a="http://schemas.openxmlformats.org/drawingml/2006/main">
              <a:ext uri="{FF2B5EF4-FFF2-40B4-BE49-F238E27FC236}">
                <a16:creationId xmlns:a16="http://schemas.microsoft.com/office/drawing/2014/main" id="{BE7DACFC-9ECE-44FA-B1EF-9E3DBBBF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4" name="condition to height 1">
            <a:extLst xmlns:a="http://schemas.openxmlformats.org/drawingml/2006/main">
              <a:ext uri="{FF2B5EF4-FFF2-40B4-BE49-F238E27FC236}">
                <a16:creationId xmlns:a16="http://schemas.microsoft.com/office/drawing/2014/main" id="{726B327A-EE8C-4602-B9AD-FDAB3598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962400"/>
            <a:ext cx="1047845" cy="476345"/>
          </a:xfrm>
          <a:custGeom xmlns:a="http://schemas.openxmlformats.org/drawingml/2006/main">
            <a:pathLst>
              <a:path w="1047845" h="476345">
                <a:moveTo>
                  <a:pt x="0" y="0"/>
                </a:moveTo>
                <a:lnTo>
                  <a:pt x="1047750" y="0"/>
                </a:lnTo>
                <a:lnTo>
                  <a:pt x="10477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15" name="condition to height 1 arrowhead">
            <a:extLst xmlns:a="http://schemas.openxmlformats.org/drawingml/2006/main">
              <a:ext uri="{FF2B5EF4-FFF2-40B4-BE49-F238E27FC236}">
                <a16:creationId xmlns:a16="http://schemas.microsoft.com/office/drawing/2014/main" id="{B8A78D34-3335-4B26-AB75-43949C83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243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6" name="condition to height 2">
            <a:extLst xmlns:a="http://schemas.openxmlformats.org/drawingml/2006/main">
              <a:ext uri="{FF2B5EF4-FFF2-40B4-BE49-F238E27FC236}">
                <a16:creationId xmlns:a16="http://schemas.microsoft.com/office/drawing/2014/main" id="{F5AAFC27-959D-4DD8-8B04-CDEC0F80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962400"/>
            <a:ext cx="1228820" cy="476345"/>
          </a:xfrm>
          <a:custGeom xmlns:a="http://schemas.openxmlformats.org/drawingml/2006/main">
            <a:pathLst>
              <a:path w="1228820" h="476345">
                <a:moveTo>
                  <a:pt x="0" y="0"/>
                </a:moveTo>
                <a:lnTo>
                  <a:pt x="1228725" y="0"/>
                </a:lnTo>
                <a:lnTo>
                  <a:pt x="1228725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17" name="condition to height 2 arrowhead">
            <a:extLst xmlns:a="http://schemas.openxmlformats.org/drawingml/2006/main">
              <a:ext uri="{FF2B5EF4-FFF2-40B4-BE49-F238E27FC236}">
                <a16:creationId xmlns:a16="http://schemas.microsoft.com/office/drawing/2014/main" id="{E2EF9977-4B33-4CD4-ADD6-C64342F4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243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8" name="layout repeated diffusion">
            <a:extLst xmlns:a="http://schemas.openxmlformats.org/drawingml/2006/main">
              <a:ext uri="{FF2B5EF4-FFF2-40B4-BE49-F238E27FC236}">
                <a16:creationId xmlns:a16="http://schemas.microsoft.com/office/drawing/2014/main" id="{097A41A2-6E94-42B5-BBAF-168703B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1998917"/>
            <a:ext cx="5810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T</a:t>
            </a:r>
          </a:p>
        </p:txBody>
      </p:sp>
      <p:sp>
        <p:nvSpPr>
          <p:cNvPr id="119" name="height repeated diffusion">
            <a:extLst xmlns:a="http://schemas.openxmlformats.org/drawingml/2006/main">
              <a:ext uri="{FF2B5EF4-FFF2-40B4-BE49-F238E27FC236}">
                <a16:creationId xmlns:a16="http://schemas.microsoft.com/office/drawing/2014/main" id="{729CE660-9016-4A25-A2FA-23DE9747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5246942"/>
            <a:ext cx="58102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T</a:t>
            </a:r>
          </a:p>
        </p:txBody>
      </p:sp>
      <p:sp>
        <p:nvSpPr>
          <p:cNvPr id="120" name="layout diffusion iterative loop">
            <a:extLst xmlns:a="http://schemas.openxmlformats.org/drawingml/2006/main">
              <a:ext uri="{FF2B5EF4-FFF2-40B4-BE49-F238E27FC236}">
                <a16:creationId xmlns:a16="http://schemas.microsoft.com/office/drawing/2014/main" id="{44727D90-E4A4-4BE1-ABA5-0AD3362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695325" cy="266700"/>
          </a:xfrm>
          <a:custGeom xmlns:a="http://schemas.openxmlformats.org/drawingml/2006/main">
            <a:pathLst>
              <a:path w="695325" h="266700">
                <a:moveTo>
                  <a:pt x="0" y="266700"/>
                </a:moveTo>
                <a:cubicBezTo>
                  <a:pt x="114300" y="0"/>
                  <a:pt x="571500" y="0"/>
                  <a:pt x="695325" y="2286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1" name="layout iterative loop head">
            <a:extLst xmlns:a="http://schemas.openxmlformats.org/drawingml/2006/main">
              <a:ext uri="{FF2B5EF4-FFF2-40B4-BE49-F238E27FC236}">
                <a16:creationId xmlns:a16="http://schemas.microsoft.com/office/drawing/2014/main" id="{F743E614-1985-47EA-BA9C-7052869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0250"/>
            <a:ext cx="47720" cy="95345"/>
          </a:xfrm>
          <a:custGeom xmlns:a="http://schemas.openxmlformats.org/drawingml/2006/main">
            <a:pathLst>
              <a:path w="47720" h="95345">
                <a:moveTo>
                  <a:pt x="0" y="0"/>
                </a:moveTo>
                <a:lnTo>
                  <a:pt x="476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2" name="layout iterative loop head arrowhead">
            <a:extLst xmlns:a="http://schemas.openxmlformats.org/drawingml/2006/main">
              <a:ext uri="{FF2B5EF4-FFF2-40B4-BE49-F238E27FC236}">
                <a16:creationId xmlns:a16="http://schemas.microsoft.com/office/drawing/2014/main" id="{D77B2590-F177-4473-B4D1-5A8F8177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1995488"/>
            <a:ext cx="200025" cy="200025"/>
          </a:xfrm>
          <a:custGeom xmlns:a="http://schemas.openxmlformats.org/drawingml/2006/main">
            <a:pathLst>
              <a:path w="200025" h="200025">
                <a:moveTo>
                  <a:pt x="100013" y="100013"/>
                </a:moveTo>
                <a:lnTo>
                  <a:pt x="41569" y="54689"/>
                </a:lnTo>
                <a:lnTo>
                  <a:pt x="98820" y="26064"/>
                </a:lnTo>
                <a:close/>
              </a:path>
            </a:pathLst>
          </a:custGeom>
          <a:solidFill xmlns:a="http://schemas.openxmlformats.org/drawingml/2006/main">
            <a:srgbClr val="B2D7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3" name="height diffusion iterative loop">
            <a:extLst xmlns:a="http://schemas.openxmlformats.org/drawingml/2006/main">
              <a:ext uri="{FF2B5EF4-FFF2-40B4-BE49-F238E27FC236}">
                <a16:creationId xmlns:a16="http://schemas.microsoft.com/office/drawing/2014/main" id="{2593FF40-0C6F-47A2-B697-ADEC556D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33975"/>
            <a:ext cx="695325" cy="266700"/>
          </a:xfrm>
          <a:custGeom xmlns:a="http://schemas.openxmlformats.org/drawingml/2006/main">
            <a:pathLst>
              <a:path w="695325" h="266700">
                <a:moveTo>
                  <a:pt x="0" y="0"/>
                </a:moveTo>
                <a:cubicBezTo>
                  <a:pt x="114300" y="266700"/>
                  <a:pt x="571500" y="266700"/>
                  <a:pt x="695325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4" name="height iterative loop head">
            <a:extLst xmlns:a="http://schemas.openxmlformats.org/drawingml/2006/main">
              <a:ext uri="{FF2B5EF4-FFF2-40B4-BE49-F238E27FC236}">
                <a16:creationId xmlns:a16="http://schemas.microsoft.com/office/drawing/2014/main" id="{5D21B3F0-A178-443B-BCF6-D448FE91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72075"/>
            <a:ext cx="47720" cy="95345"/>
          </a:xfrm>
          <a:custGeom xmlns:a="http://schemas.openxmlformats.org/drawingml/2006/main">
            <a:pathLst>
              <a:path w="47720" h="95345">
                <a:moveTo>
                  <a:pt x="0" y="9525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2D7F5"/>
            </a:solidFill>
            <a:prstDash val="solid"/>
          </a:ln>
        </p:spPr>
      </p:sp>
      <p:sp>
        <p:nvSpPr>
          <p:cNvPr id="125" name="height iterative loop head arrowhead">
            <a:extLst xmlns:a="http://schemas.openxmlformats.org/drawingml/2006/main">
              <a:ext uri="{FF2B5EF4-FFF2-40B4-BE49-F238E27FC236}">
                <a16:creationId xmlns:a16="http://schemas.microsoft.com/office/drawing/2014/main" id="{FB684724-E231-4A9B-9745-F322B157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072063"/>
            <a:ext cx="200025" cy="200025"/>
          </a:xfrm>
          <a:custGeom xmlns:a="http://schemas.openxmlformats.org/drawingml/2006/main">
            <a:pathLst>
              <a:path w="200025" h="200025">
                <a:moveTo>
                  <a:pt x="100013" y="100013"/>
                </a:moveTo>
                <a:lnTo>
                  <a:pt x="98820" y="173961"/>
                </a:lnTo>
                <a:lnTo>
                  <a:pt x="41569" y="145336"/>
                </a:lnTo>
                <a:close/>
              </a:path>
            </a:pathLst>
          </a:custGeom>
          <a:solidFill xmlns:a="http://schemas.openxmlformats.org/drawingml/2006/main">
            <a:srgbClr val="B2D7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6" name="layout output to assets">
            <a:extLst xmlns:a="http://schemas.openxmlformats.org/drawingml/2006/main">
              <a:ext uri="{FF2B5EF4-FFF2-40B4-BE49-F238E27FC236}">
                <a16:creationId xmlns:a16="http://schemas.microsoft.com/office/drawing/2014/main" id="{CC3940D3-A3CE-4814-8079-B17F830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62225"/>
            <a:ext cx="952595" cy="190595"/>
          </a:xfrm>
          <a:custGeom xmlns:a="http://schemas.openxmlformats.org/drawingml/2006/main">
            <a:pathLst>
              <a:path w="952595" h="190595">
                <a:moveTo>
                  <a:pt x="0" y="0"/>
                </a:moveTo>
                <a:lnTo>
                  <a:pt x="533400" y="0"/>
                </a:lnTo>
                <a:lnTo>
                  <a:pt x="533400" y="190500"/>
                </a:lnTo>
                <a:lnTo>
                  <a:pt x="9525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27" name="layout output to assets arrowhead">
            <a:extLst xmlns:a="http://schemas.openxmlformats.org/drawingml/2006/main">
              <a:ext uri="{FF2B5EF4-FFF2-40B4-BE49-F238E27FC236}">
                <a16:creationId xmlns:a16="http://schemas.microsoft.com/office/drawing/2014/main" id="{78F67973-2C48-455E-A8CB-A4725BAF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26241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8" name="height output to assets">
            <a:extLst xmlns:a="http://schemas.openxmlformats.org/drawingml/2006/main">
              <a:ext uri="{FF2B5EF4-FFF2-40B4-BE49-F238E27FC236}">
                <a16:creationId xmlns:a16="http://schemas.microsoft.com/office/drawing/2014/main" id="{4706430E-D06F-4B46-8AB1-F9D66EF2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52725"/>
            <a:ext cx="952595" cy="1962245"/>
          </a:xfrm>
          <a:custGeom xmlns:a="http://schemas.openxmlformats.org/drawingml/2006/main">
            <a:pathLst>
              <a:path w="952595" h="1962245">
                <a:moveTo>
                  <a:pt x="0" y="1962150"/>
                </a:moveTo>
                <a:lnTo>
                  <a:pt x="533400" y="1962150"/>
                </a:lnTo>
                <a:lnTo>
                  <a:pt x="533400" y="0"/>
                </a:ln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4585BD"/>
            </a:solidFill>
            <a:prstDash val="solid"/>
          </a:ln>
        </p:spPr>
      </p:sp>
      <p:sp>
        <p:nvSpPr>
          <p:cNvPr id="129" name="height output to assets arrowhead">
            <a:extLst xmlns:a="http://schemas.openxmlformats.org/drawingml/2006/main">
              <a:ext uri="{FF2B5EF4-FFF2-40B4-BE49-F238E27FC236}">
                <a16:creationId xmlns:a16="http://schemas.microsoft.com/office/drawing/2014/main" id="{A51FA137-5A65-48AC-9C5A-D8B986F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26241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A4A6487-79C5-4E56-98FD-F28AD3AF9C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91ef74254c22"/>
          <a:stretch xmlns:a="http://schemas.openxmlformats.org/drawingml/2006/main"/>
        </p:blipFill>
        <p:spPr>
          <a:xfrm xmlns:a="http://schemas.openxmlformats.org/drawingml/2006/main">
            <a:off x="7600950" y="1943100"/>
            <a:ext cx="1295400" cy="1638300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AF55CA5-0D3A-41BC-9774-1B04AC422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a90b374224bcc"/>
          <a:stretch xmlns:a="http://schemas.openxmlformats.org/drawingml/2006/main"/>
        </p:blipFill>
        <p:spPr>
          <a:xfrm xmlns:a="http://schemas.openxmlformats.org/drawingml/2006/main">
            <a:off x="9144000" y="1943100"/>
            <a:ext cx="1000125" cy="138112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887F785-B584-4A40-A3C2-B8119AA16E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b0e998c214d56"/>
          <a:stretch xmlns:a="http://schemas.openxmlformats.org/drawingml/2006/main"/>
        </p:blipFill>
        <p:spPr>
          <a:xfrm xmlns:a="http://schemas.openxmlformats.org/drawingml/2006/main">
            <a:off x="10896600" y="2009775"/>
            <a:ext cx="876300" cy="1333500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E84AD6B-D4AF-478E-8D01-D5EA3AA3D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ec5707e50441f"/>
          <a:stretch xmlns:a="http://schemas.openxmlformats.org/drawingml/2006/main"/>
        </p:blipFill>
        <p:spPr>
          <a:xfrm xmlns:a="http://schemas.openxmlformats.org/drawingml/2006/main">
            <a:off x="10353675" y="2181225"/>
            <a:ext cx="400050" cy="352425"/>
          </a:xfrm>
          <a:prstGeom xmlns:a="http://schemas.openxmlformats.org/drawingml/2006/main" prst="rect">
            <a:avLst/>
          </a:prstGeom>
        </p:spPr>
      </p:pic>
      <p:sp>
        <p:nvSpPr>
          <p:cNvPr id="134" name="surface sampling line 1">
            <a:extLst xmlns:a="http://schemas.openxmlformats.org/drawingml/2006/main">
              <a:ext uri="{FF2B5EF4-FFF2-40B4-BE49-F238E27FC236}">
                <a16:creationId xmlns:a16="http://schemas.microsoft.com/office/drawing/2014/main" id="{1E02EB05-2568-4B7F-99DD-1A73F26D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488121"/>
            <a:ext cx="857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5" name="surface sampling line 2">
            <a:extLst xmlns:a="http://schemas.openxmlformats.org/drawingml/2006/main">
              <a:ext uri="{FF2B5EF4-FFF2-40B4-BE49-F238E27FC236}">
                <a16:creationId xmlns:a16="http://schemas.microsoft.com/office/drawing/2014/main" id="{5B5B8CBD-EA99-4A2F-8648-B638B36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2726246"/>
            <a:ext cx="10572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sampling</a:t>
            </a:r>
          </a:p>
        </p:txBody>
      </p:sp>
      <p:sp>
        <p:nvSpPr>
          <p:cNvPr id="136" name="primitive to surface samples">
            <a:extLst xmlns:a="http://schemas.openxmlformats.org/drawingml/2006/main">
              <a:ext uri="{FF2B5EF4-FFF2-40B4-BE49-F238E27FC236}">
                <a16:creationId xmlns:a16="http://schemas.microsoft.com/office/drawing/2014/main" id="{916610EF-0E50-406E-9D8D-F7128C5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33675"/>
            <a:ext cx="752570" cy="191"/>
          </a:xfrm>
          <a:custGeom xmlns:a="http://schemas.openxmlformats.org/drawingml/2006/main">
            <a:pathLst>
              <a:path w="752570" h="191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37" name="primitive to surface samples arrowhead">
            <a:extLst xmlns:a="http://schemas.openxmlformats.org/drawingml/2006/main">
              <a:ext uri="{FF2B5EF4-FFF2-40B4-BE49-F238E27FC236}">
                <a16:creationId xmlns:a16="http://schemas.microsoft.com/office/drawing/2014/main" id="{5B3EC090-12DD-447C-A6EF-6752D212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1937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38100" y="150876"/>
                </a:lnTo>
                <a:lnTo>
                  <a:pt x="38100" y="77724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8" name="optional branch label">
            <a:extLst xmlns:a="http://schemas.openxmlformats.org/drawingml/2006/main">
              <a:ext uri="{FF2B5EF4-FFF2-40B4-BE49-F238E27FC236}">
                <a16:creationId xmlns:a16="http://schemas.microsoft.com/office/drawing/2014/main" id="{C0817346-33B8-48ED-B5E8-0AD3E85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575" y="2373821"/>
            <a:ext cx="9334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139" name="optional point cloud branch">
            <a:extLst xmlns:a="http://schemas.openxmlformats.org/drawingml/2006/main">
              <a:ext uri="{FF2B5EF4-FFF2-40B4-BE49-F238E27FC236}">
                <a16:creationId xmlns:a16="http://schemas.microsoft.com/office/drawing/2014/main" id="{644FD30A-F020-43CF-999B-E873FDFB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619375"/>
            <a:ext cx="676370" cy="285845"/>
          </a:xfrm>
          <a:custGeom xmlns:a="http://schemas.openxmlformats.org/drawingml/2006/main">
            <a:pathLst>
              <a:path w="676370" h="285845">
                <a:moveTo>
                  <a:pt x="0" y="0"/>
                </a:moveTo>
                <a:lnTo>
                  <a:pt x="676275" y="0"/>
                </a:lnTo>
                <a:lnTo>
                  <a:pt x="676275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dash"/>
          </a:ln>
        </p:spPr>
      </p:sp>
      <p:sp>
        <p:nvSpPr>
          <p:cNvPr id="140" name="optional point cloud branch arrowhead">
            <a:extLst xmlns:a="http://schemas.openxmlformats.org/drawingml/2006/main">
              <a:ext uri="{FF2B5EF4-FFF2-40B4-BE49-F238E27FC236}">
                <a16:creationId xmlns:a16="http://schemas.microsoft.com/office/drawing/2014/main" id="{F4FFAE5E-9EF6-4CC5-8015-5056255C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7908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77724" y="38100"/>
                </a:lnTo>
                <a:lnTo>
                  <a:pt x="150876" y="3810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1" name="assets design capsule">
            <a:extLst xmlns:a="http://schemas.openxmlformats.org/drawingml/2006/main">
              <a:ext uri="{FF2B5EF4-FFF2-40B4-BE49-F238E27FC236}">
                <a16:creationId xmlns:a16="http://schemas.microsoft.com/office/drawing/2014/main" id="{81E8B0C5-E9E8-4181-9877-7EC5735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667125"/>
            <a:ext cx="1400175" cy="352425"/>
          </a:xfrm>
          <a:custGeom xmlns:a="http://schemas.openxmlformats.org/drawingml/2006/main">
            <a:pathLst>
              <a:path w="1400175" h="352425">
                <a:moveTo>
                  <a:pt x="176213" y="0"/>
                </a:moveTo>
                <a:lnTo>
                  <a:pt x="1223963" y="0"/>
                </a:lnTo>
                <a:cubicBezTo>
                  <a:pt x="1321282" y="0"/>
                  <a:pt x="1400175" y="78893"/>
                  <a:pt x="1400175" y="176213"/>
                </a:cubicBezTo>
                <a:lnTo>
                  <a:pt x="1400175" y="176213"/>
                </a:lnTo>
                <a:cubicBezTo>
                  <a:pt x="1400175" y="273532"/>
                  <a:pt x="1321282" y="352425"/>
                  <a:pt x="1223963" y="352425"/>
                </a:cubicBezTo>
                <a:lnTo>
                  <a:pt x="176213" y="352425"/>
                </a:lnTo>
                <a:cubicBezTo>
                  <a:pt x="78893" y="352425"/>
                  <a:pt x="0" y="273532"/>
                  <a:pt x="0" y="176213"/>
                </a:cubicBezTo>
                <a:lnTo>
                  <a:pt x="0" y="176213"/>
                </a:lnTo>
                <a:cubicBezTo>
                  <a:pt x="0" y="78893"/>
                  <a:pt x="78893" y="0"/>
                  <a:pt x="176213" y="0"/>
                </a:cubicBezTo>
                <a:close/>
              </a:path>
            </a:pathLst>
          </a:custGeom>
          <a:solidFill xmlns:a="http://schemas.openxmlformats.org/drawingml/2006/main">
            <a:srgbClr val="F0F8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61FB4E7-C560-4C56-A3BD-D2B6BF9ED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ab91be236416d"/>
          <a:stretch xmlns:a="http://schemas.openxmlformats.org/drawingml/2006/main"/>
        </p:blipFill>
        <p:spPr>
          <a:xfrm xmlns:a="http://schemas.openxmlformats.org/drawingml/2006/main">
            <a:off x="7581900" y="3714750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143" name="assets design capsule label">
            <a:extLst xmlns:a="http://schemas.openxmlformats.org/drawingml/2006/main">
              <a:ext uri="{FF2B5EF4-FFF2-40B4-BE49-F238E27FC236}">
                <a16:creationId xmlns:a16="http://schemas.microsoft.com/office/drawing/2014/main" id="{333EA5DD-B8D4-4632-8634-9F9D6E3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714355"/>
            <a:ext cx="1028700" cy="225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Design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6643E67-224D-4A7B-8BFE-0BEABCE09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d0680a00f4fac"/>
          <a:stretch xmlns:a="http://schemas.openxmlformats.org/drawingml/2006/main"/>
        </p:blipFill>
        <p:spPr>
          <a:xfrm xmlns:a="http://schemas.openxmlformats.org/drawingml/2006/main">
            <a:off x="7667625" y="4248150"/>
            <a:ext cx="1114425" cy="1152525"/>
          </a:xfrm>
          <a:prstGeom xmlns:a="http://schemas.openxmlformats.org/drawingml/2006/main" prst="rect">
            <a:avLst/>
          </a:prstGeom>
        </p:spPr>
      </p:pic>
      <p:sp>
        <p:nvSpPr>
          <p:cNvPr id="145" name="assets design condition flow">
            <a:extLst xmlns:a="http://schemas.openxmlformats.org/drawingml/2006/main">
              <a:ext uri="{FF2B5EF4-FFF2-40B4-BE49-F238E27FC236}">
                <a16:creationId xmlns:a16="http://schemas.microsoft.com/office/drawing/2014/main" id="{CA3AEA55-CF48-4B81-8DB2-9D3715C9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247745" cy="762095"/>
          </a:xfrm>
          <a:custGeom xmlns:a="http://schemas.openxmlformats.org/drawingml/2006/main">
            <a:pathLst>
              <a:path w="247745" h="762095">
                <a:moveTo>
                  <a:pt x="0" y="0"/>
                </a:moveTo>
                <a:lnTo>
                  <a:pt x="95250" y="0"/>
                </a:lnTo>
                <a:lnTo>
                  <a:pt x="95250" y="762000"/>
                </a:lnTo>
                <a:lnTo>
                  <a:pt x="24765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46" name="assets design condition flow arrowhead">
            <a:extLst xmlns:a="http://schemas.openxmlformats.org/drawingml/2006/main">
              <a:ext uri="{FF2B5EF4-FFF2-40B4-BE49-F238E27FC236}">
                <a16:creationId xmlns:a16="http://schemas.microsoft.com/office/drawing/2014/main" id="{311F521A-D4E0-4F43-B0C6-A7610D71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4624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7" name="asset noise to diffusion">
            <a:extLst xmlns:a="http://schemas.openxmlformats.org/drawingml/2006/main">
              <a:ext uri="{FF2B5EF4-FFF2-40B4-BE49-F238E27FC236}">
                <a16:creationId xmlns:a16="http://schemas.microsoft.com/office/drawing/2014/main" id="{53570351-D0C5-4B12-B17C-91FA77CC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91050"/>
            <a:ext cx="381095" cy="209645"/>
          </a:xfrm>
          <a:custGeom xmlns:a="http://schemas.openxmlformats.org/drawingml/2006/main">
            <a:pathLst>
              <a:path w="381095" h="209645">
                <a:moveTo>
                  <a:pt x="0" y="209550"/>
                </a:moveTo>
                <a:lnTo>
                  <a:pt x="238125" y="209550"/>
                </a:lnTo>
                <a:lnTo>
                  <a:pt x="238125" y="0"/>
                </a:ln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48" name="asset noise to diffusion arrowhead">
            <a:extLst xmlns:a="http://schemas.openxmlformats.org/drawingml/2006/main">
              <a:ext uri="{FF2B5EF4-FFF2-40B4-BE49-F238E27FC236}">
                <a16:creationId xmlns:a16="http://schemas.microsoft.com/office/drawing/2014/main" id="{0CE07ACC-AB62-47A1-9142-8F444275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4624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9" name="primitive condition flow">
            <a:extLst xmlns:a="http://schemas.openxmlformats.org/drawingml/2006/main">
              <a:ext uri="{FF2B5EF4-FFF2-40B4-BE49-F238E27FC236}">
                <a16:creationId xmlns:a16="http://schemas.microsoft.com/office/drawing/2014/main" id="{B55537E7-D0A9-426C-B0DE-94608024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19475"/>
            <a:ext cx="191" cy="609695"/>
          </a:xfrm>
          <a:custGeom xmlns:a="http://schemas.openxmlformats.org/drawingml/2006/main">
            <a:pathLst>
              <a:path w="191" h="609695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50" name="primitive condition flow arrowhead">
            <a:extLst xmlns:a="http://schemas.openxmlformats.org/drawingml/2006/main">
              <a:ext uri="{FF2B5EF4-FFF2-40B4-BE49-F238E27FC236}">
                <a16:creationId xmlns:a16="http://schemas.microsoft.com/office/drawing/2014/main" id="{786428A9-32EB-4663-AE31-2046B18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9004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87439" y="42863"/>
                </a:lnTo>
                <a:lnTo>
                  <a:pt x="169736" y="42863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1" name="primitive condition label">
            <a:extLst xmlns:a="http://schemas.openxmlformats.org/drawingml/2006/main">
              <a:ext uri="{FF2B5EF4-FFF2-40B4-BE49-F238E27FC236}">
                <a16:creationId xmlns:a16="http://schemas.microsoft.com/office/drawing/2014/main" id="{ECE4779A-1C2D-41B7-8E84-A35124C7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3593021"/>
            <a:ext cx="101917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52" name="asset diffusion channel 0">
            <a:extLst xmlns:a="http://schemas.openxmlformats.org/drawingml/2006/main">
              <a:ext uri="{FF2B5EF4-FFF2-40B4-BE49-F238E27FC236}">
                <a16:creationId xmlns:a16="http://schemas.microsoft.com/office/drawing/2014/main" id="{E725AE53-C581-4E32-9CF0-1916226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114800"/>
            <a:ext cx="123825" cy="952500"/>
          </a:xfrm>
          <a:custGeom xmlns:a="http://schemas.openxmlformats.org/drawingml/2006/main">
            <a:pathLst>
              <a:path w="123825" h="9525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952500"/>
                </a:lnTo>
                <a:cubicBezTo>
                  <a:pt x="123825" y="952500"/>
                  <a:pt x="123825" y="952500"/>
                  <a:pt x="123825" y="952500"/>
                </a:cubicBezTo>
                <a:lnTo>
                  <a:pt x="0" y="952500"/>
                </a:lnTo>
                <a:cubicBezTo>
                  <a:pt x="0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3" name="asset diffusion channel 1">
            <a:extLst xmlns:a="http://schemas.openxmlformats.org/drawingml/2006/main">
              <a:ext uri="{FF2B5EF4-FFF2-40B4-BE49-F238E27FC236}">
                <a16:creationId xmlns:a16="http://schemas.microsoft.com/office/drawing/2014/main" id="{0C295FA2-D349-44E3-85D9-D7461A05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33863"/>
            <a:ext cx="123825" cy="714375"/>
          </a:xfrm>
          <a:custGeom xmlns:a="http://schemas.openxmlformats.org/drawingml/2006/main">
            <a:pathLst>
              <a:path w="123825" h="7143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714375"/>
                </a:lnTo>
                <a:cubicBezTo>
                  <a:pt x="123825" y="714375"/>
                  <a:pt x="123825" y="714375"/>
                  <a:pt x="123825" y="714375"/>
                </a:cubicBezTo>
                <a:lnTo>
                  <a:pt x="0" y="714375"/>
                </a:lnTo>
                <a:cubicBezTo>
                  <a:pt x="0" y="714375"/>
                  <a:pt x="0" y="714375"/>
                  <a:pt x="0" y="7143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4" name="asset diffusion channel 2">
            <a:extLst xmlns:a="http://schemas.openxmlformats.org/drawingml/2006/main">
              <a:ext uri="{FF2B5EF4-FFF2-40B4-BE49-F238E27FC236}">
                <a16:creationId xmlns:a16="http://schemas.microsoft.com/office/drawing/2014/main" id="{8E350348-8D25-45D3-966D-39CFE8D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05300"/>
            <a:ext cx="123825" cy="571500"/>
          </a:xfrm>
          <a:custGeom xmlns:a="http://schemas.openxmlformats.org/drawingml/2006/main">
            <a:pathLst>
              <a:path w="123825" h="5715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571500"/>
                </a:lnTo>
                <a:cubicBezTo>
                  <a:pt x="123825" y="571500"/>
                  <a:pt x="123825" y="571500"/>
                  <a:pt x="123825" y="571500"/>
                </a:cubicBezTo>
                <a:lnTo>
                  <a:pt x="0" y="571500"/>
                </a:lnTo>
                <a:cubicBezTo>
                  <a:pt x="0" y="571500"/>
                  <a:pt x="0" y="571500"/>
                  <a:pt x="0" y="571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5" name="asset diffusion channel 3">
            <a:extLst xmlns:a="http://schemas.openxmlformats.org/drawingml/2006/main">
              <a:ext uri="{FF2B5EF4-FFF2-40B4-BE49-F238E27FC236}">
                <a16:creationId xmlns:a16="http://schemas.microsoft.com/office/drawing/2014/main" id="{A27A196B-7971-4C4C-A208-E9FC033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33863"/>
            <a:ext cx="123825" cy="714375"/>
          </a:xfrm>
          <a:custGeom xmlns:a="http://schemas.openxmlformats.org/drawingml/2006/main">
            <a:pathLst>
              <a:path w="123825" h="714375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714375"/>
                </a:lnTo>
                <a:cubicBezTo>
                  <a:pt x="123825" y="714375"/>
                  <a:pt x="123825" y="714375"/>
                  <a:pt x="123825" y="714375"/>
                </a:cubicBezTo>
                <a:lnTo>
                  <a:pt x="0" y="714375"/>
                </a:lnTo>
                <a:cubicBezTo>
                  <a:pt x="0" y="714375"/>
                  <a:pt x="0" y="714375"/>
                  <a:pt x="0" y="7143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6" name="asset diffusion channel 4">
            <a:extLst xmlns:a="http://schemas.openxmlformats.org/drawingml/2006/main">
              <a:ext uri="{FF2B5EF4-FFF2-40B4-BE49-F238E27FC236}">
                <a16:creationId xmlns:a16="http://schemas.microsoft.com/office/drawing/2014/main" id="{86728440-5DF6-462C-A66E-9C5D3C2C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114800"/>
            <a:ext cx="123825" cy="952500"/>
          </a:xfrm>
          <a:custGeom xmlns:a="http://schemas.openxmlformats.org/drawingml/2006/main">
            <a:pathLst>
              <a:path w="123825" h="952500">
                <a:moveTo>
                  <a:pt x="0" y="0"/>
                </a:moveTo>
                <a:lnTo>
                  <a:pt x="123825" y="0"/>
                </a:lnTo>
                <a:cubicBezTo>
                  <a:pt x="123825" y="0"/>
                  <a:pt x="123825" y="0"/>
                  <a:pt x="123825" y="0"/>
                </a:cubicBezTo>
                <a:lnTo>
                  <a:pt x="123825" y="952500"/>
                </a:lnTo>
                <a:cubicBezTo>
                  <a:pt x="123825" y="952500"/>
                  <a:pt x="123825" y="952500"/>
                  <a:pt x="123825" y="952500"/>
                </a:cubicBezTo>
                <a:lnTo>
                  <a:pt x="0" y="952500"/>
                </a:lnTo>
                <a:cubicBezTo>
                  <a:pt x="0" y="952500"/>
                  <a:pt x="0" y="952500"/>
                  <a:pt x="0" y="95250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1FE4D1A-0757-4D7C-9F0E-4AEDECA72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4d66ec6024b9e"/>
          <a:stretch xmlns:a="http://schemas.openxmlformats.org/drawingml/2006/main"/>
        </p:blipFill>
        <p:spPr>
          <a:xfrm xmlns:a="http://schemas.openxmlformats.org/drawingml/2006/main">
            <a:off x="9858375" y="3990975"/>
            <a:ext cx="295275" cy="285750"/>
          </a:xfrm>
          <a:prstGeom xmlns:a="http://schemas.openxmlformats.org/drawingml/2006/main" prst="rect">
            <a:avLst/>
          </a:prstGeom>
        </p:spPr>
      </p:pic>
      <p:sp>
        <p:nvSpPr>
          <p:cNvPr id="158" name="diffusion to initial 3D asset">
            <a:extLst xmlns:a="http://schemas.openxmlformats.org/drawingml/2006/main">
              <a:ext uri="{FF2B5EF4-FFF2-40B4-BE49-F238E27FC236}">
                <a16:creationId xmlns:a16="http://schemas.microsoft.com/office/drawing/2014/main" id="{5F505132-1265-45C8-8D2E-8913064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591050"/>
            <a:ext cx="600170" cy="191"/>
          </a:xfrm>
          <a:custGeom xmlns:a="http://schemas.openxmlformats.org/drawingml/2006/main">
            <a:pathLst>
              <a:path w="600170" h="191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59" name="diffusion to initial 3D asset arrowhead">
            <a:extLst xmlns:a="http://schemas.openxmlformats.org/drawingml/2006/main">
              <a:ext uri="{FF2B5EF4-FFF2-40B4-BE49-F238E27FC236}">
                <a16:creationId xmlns:a16="http://schemas.microsoft.com/office/drawing/2014/main" id="{8C268248-1E64-49AF-AEA0-1BD7BA78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4624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81E6981-9A7E-41E6-9C66-86EC34DD5C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25dbf89244751"/>
          <a:stretch xmlns:a="http://schemas.openxmlformats.org/drawingml/2006/main"/>
        </p:blipFill>
        <p:spPr>
          <a:xfrm xmlns:a="http://schemas.openxmlformats.org/drawingml/2006/main">
            <a:off x="10858500" y="3981450"/>
            <a:ext cx="904875" cy="1323975"/>
          </a:xfrm>
          <a:prstGeom xmlns:a="http://schemas.openxmlformats.org/drawingml/2006/main" prst="rect">
            <a:avLst/>
          </a:prstGeom>
        </p:spPr>
      </p:pic>
      <p:sp>
        <p:nvSpPr>
          <p:cNvPr id="161" name="3D generation module">
            <a:extLst xmlns:a="http://schemas.openxmlformats.org/drawingml/2006/main">
              <a:ext uri="{FF2B5EF4-FFF2-40B4-BE49-F238E27FC236}">
                <a16:creationId xmlns:a16="http://schemas.microsoft.com/office/drawing/2014/main" id="{C0BF4731-98C7-4365-BB6D-93F03C9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876550"/>
            <a:ext cx="419100" cy="1743075"/>
          </a:xfrm>
          <a:custGeom xmlns:a="http://schemas.openxmlformats.org/drawingml/2006/main">
            <a:pathLst>
              <a:path w="419100" h="1743075">
                <a:moveTo>
                  <a:pt x="38100" y="0"/>
                </a:moveTo>
                <a:lnTo>
                  <a:pt x="381000" y="0"/>
                </a:lnTo>
                <a:cubicBezTo>
                  <a:pt x="402042" y="0"/>
                  <a:pt x="419100" y="17058"/>
                  <a:pt x="419100" y="38100"/>
                </a:cubicBezTo>
                <a:lnTo>
                  <a:pt x="419100" y="1704975"/>
                </a:lnTo>
                <a:cubicBezTo>
                  <a:pt x="419100" y="1726017"/>
                  <a:pt x="402042" y="1743075"/>
                  <a:pt x="381000" y="1743075"/>
                </a:cubicBezTo>
                <a:lnTo>
                  <a:pt x="38100" y="1743075"/>
                </a:lnTo>
                <a:cubicBezTo>
                  <a:pt x="17058" y="1743075"/>
                  <a:pt x="0" y="1726017"/>
                  <a:pt x="0" y="17049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DEF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8058863-518D-42F3-8840-95D185486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7d749902d4c3a"/>
          <a:stretch xmlns:a="http://schemas.openxmlformats.org/drawingml/2006/main"/>
        </p:blipFill>
        <p:spPr>
          <a:xfrm xmlns:a="http://schemas.openxmlformats.org/drawingml/2006/main">
            <a:off x="12372975" y="2952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3" name="3D generation native label">
            <a:extLst xmlns:a="http://schemas.openxmlformats.org/drawingml/2006/main">
              <a:ext uri="{FF2B5EF4-FFF2-40B4-BE49-F238E27FC236}">
                <a16:creationId xmlns:a16="http://schemas.microsoft.com/office/drawing/2014/main" id="{9D5E4D9E-2B5A-4A9D-9AE6-34221E3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863388" y="3742373"/>
            <a:ext cx="1314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3D generation</a:t>
            </a:r>
          </a:p>
        </p:txBody>
      </p:sp>
      <p:sp>
        <p:nvSpPr>
          <p:cNvPr id="164" name="initial asset to 3D generation">
            <a:extLst xmlns:a="http://schemas.openxmlformats.org/drawingml/2006/main">
              <a:ext uri="{FF2B5EF4-FFF2-40B4-BE49-F238E27FC236}">
                <a16:creationId xmlns:a16="http://schemas.microsoft.com/office/drawing/2014/main" id="{B2DAC508-B242-4304-AFD0-F0BC28E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4619625"/>
            <a:ext cx="619220" cy="200120"/>
          </a:xfrm>
          <a:custGeom xmlns:a="http://schemas.openxmlformats.org/drawingml/2006/main">
            <a:pathLst>
              <a:path w="619220" h="200120">
                <a:moveTo>
                  <a:pt x="0" y="200025"/>
                </a:moveTo>
                <a:lnTo>
                  <a:pt x="619125" y="200025"/>
                </a:ln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65" name="initial asset to 3D generation arrowhead">
            <a:extLst xmlns:a="http://schemas.openxmlformats.org/drawingml/2006/main">
              <a:ext uri="{FF2B5EF4-FFF2-40B4-BE49-F238E27FC236}">
                <a16:creationId xmlns:a16="http://schemas.microsoft.com/office/drawing/2014/main" id="{AB6613E7-C69A-4E4B-86DE-2281FF04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7263" y="44910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169735" y="214313"/>
                </a:lnTo>
                <a:lnTo>
                  <a:pt x="87440" y="214313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6" name="3D generation output">
            <a:extLst xmlns:a="http://schemas.openxmlformats.org/drawingml/2006/main">
              <a:ext uri="{FF2B5EF4-FFF2-40B4-BE49-F238E27FC236}">
                <a16:creationId xmlns:a16="http://schemas.microsoft.com/office/drawing/2014/main" id="{89A0779E-C45A-4413-AAD7-A6A3959B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686175"/>
            <a:ext cx="314420" cy="191"/>
          </a:xfrm>
          <a:custGeom xmlns:a="http://schemas.openxmlformats.org/drawingml/2006/main">
            <a:pathLst>
              <a:path w="314420" h="191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67" name="3D generation output arrowhead">
            <a:extLst xmlns:a="http://schemas.openxmlformats.org/drawingml/2006/main">
              <a:ext uri="{FF2B5EF4-FFF2-40B4-BE49-F238E27FC236}">
                <a16:creationId xmlns:a16="http://schemas.microsoft.com/office/drawing/2014/main" id="{D63F0706-5F40-42DB-B3E0-F7A7C5C8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613" y="35575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7F98C38-815C-4BA5-A9EB-67B7D5761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7765e7739453b"/>
          <a:stretch xmlns:a="http://schemas.openxmlformats.org/drawingml/2006/main"/>
        </p:blipFill>
        <p:spPr>
          <a:xfrm xmlns:a="http://schemas.openxmlformats.org/drawingml/2006/main">
            <a:off x="13011150" y="3067050"/>
            <a:ext cx="962025" cy="1343025"/>
          </a:xfrm>
          <a:prstGeom xmlns:a="http://schemas.openxmlformats.org/drawingml/2006/main" prst="rect">
            <a:avLst/>
          </a:prstGeom>
        </p:spPr>
      </p:pic>
      <p:sp>
        <p:nvSpPr>
          <p:cNvPr id="169" name="assets and materials separator">
            <a:extLst xmlns:a="http://schemas.openxmlformats.org/drawingml/2006/main">
              <a:ext uri="{FF2B5EF4-FFF2-40B4-BE49-F238E27FC236}">
                <a16:creationId xmlns:a16="http://schemas.microsoft.com/office/drawing/2014/main" id="{55642A4C-63F7-488B-AA29-B132AD56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952625"/>
            <a:ext cx="191" cy="3524345"/>
          </a:xfrm>
          <a:custGeom xmlns:a="http://schemas.openxmlformats.org/drawingml/2006/main">
            <a:pathLst>
              <a:path w="191" h="3524345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9B9F3"/>
            </a:solidFill>
            <a:prstDash val="solid"/>
          </a:ln>
        </p:spPr>
      </p:sp>
      <p:sp>
        <p:nvSpPr>
          <p:cNvPr id="170" name="assets branch heading">
            <a:extLst xmlns:a="http://schemas.openxmlformats.org/drawingml/2006/main">
              <a:ext uri="{FF2B5EF4-FFF2-40B4-BE49-F238E27FC236}">
                <a16:creationId xmlns:a16="http://schemas.microsoft.com/office/drawing/2014/main" id="{CCB145A4-0CD1-48CF-87BF-115715AD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5289464"/>
            <a:ext cx="2114550" cy="272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ASSETS GENERATION</a:t>
            </a:r>
          </a:p>
        </p:txBody>
      </p:sp>
      <p:sp>
        <p:nvSpPr>
          <p:cNvPr id="171" name="assets branch triangle">
            <a:extLst xmlns:a="http://schemas.openxmlformats.org/drawingml/2006/main">
              <a:ext uri="{FF2B5EF4-FFF2-40B4-BE49-F238E27FC236}">
                <a16:creationId xmlns:a16="http://schemas.microsoft.com/office/drawing/2014/main" id="{187B1CCA-F3FB-4AA4-B991-FB654547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248275"/>
            <a:ext cx="209550" cy="228600"/>
          </a:xfrm>
          <a:custGeom xmlns:a="http://schemas.openxmlformats.org/drawingml/2006/main">
            <a:pathLst>
              <a:path w="209550" h="228600">
                <a:moveTo>
                  <a:pt x="209550" y="0"/>
                </a:moveTo>
                <a:lnTo>
                  <a:pt x="0" y="114300"/>
                </a:lnTo>
                <a:lnTo>
                  <a:pt x="209550" y="228600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2" name="materials branch triangle">
            <a:extLst xmlns:a="http://schemas.openxmlformats.org/drawingml/2006/main">
              <a:ext uri="{FF2B5EF4-FFF2-40B4-BE49-F238E27FC236}">
                <a16:creationId xmlns:a16="http://schemas.microsoft.com/office/drawing/2014/main" id="{A163AACA-9F4B-4E58-951E-927F127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1952625"/>
            <a:ext cx="209550" cy="228600"/>
          </a:xfrm>
          <a:custGeom xmlns:a="http://schemas.openxmlformats.org/drawingml/2006/main">
            <a:pathLst>
              <a:path w="209550" h="228600">
                <a:moveTo>
                  <a:pt x="0" y="0"/>
                </a:moveTo>
                <a:lnTo>
                  <a:pt x="209550" y="1143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materials branch heading">
            <a:extLst xmlns:a="http://schemas.openxmlformats.org/drawingml/2006/main">
              <a:ext uri="{FF2B5EF4-FFF2-40B4-BE49-F238E27FC236}">
                <a16:creationId xmlns:a16="http://schemas.microsoft.com/office/drawing/2014/main" id="{8FBADF38-C48F-47B4-9F1C-752D9E2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92300" y="1972056"/>
            <a:ext cx="3733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 GENERATION</a:t>
            </a:r>
          </a:p>
        </p:txBody>
      </p:sp>
      <p:sp>
        <p:nvSpPr>
          <p:cNvPr id="174" name="materials design conditions">
            <a:extLst xmlns:a="http://schemas.openxmlformats.org/drawingml/2006/main">
              <a:ext uri="{FF2B5EF4-FFF2-40B4-BE49-F238E27FC236}">
                <a16:creationId xmlns:a16="http://schemas.microsoft.com/office/drawing/2014/main" id="{84195217-6A42-4B3C-AA35-CDA6A2FD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925" y="2638425"/>
            <a:ext cx="1800225" cy="1285875"/>
          </a:xfrm>
          <a:custGeom xmlns:a="http://schemas.openxmlformats.org/drawingml/2006/main">
            <a:pathLst>
              <a:path w="1800225" h="1285875">
                <a:moveTo>
                  <a:pt x="76200" y="0"/>
                </a:moveTo>
                <a:lnTo>
                  <a:pt x="1724025" y="0"/>
                </a:lnTo>
                <a:cubicBezTo>
                  <a:pt x="1766109" y="0"/>
                  <a:pt x="1800225" y="34116"/>
                  <a:pt x="1800225" y="76200"/>
                </a:cubicBezTo>
                <a:lnTo>
                  <a:pt x="1800225" y="1209675"/>
                </a:lnTo>
                <a:cubicBezTo>
                  <a:pt x="1800225" y="1251759"/>
                  <a:pt x="1766109" y="1285875"/>
                  <a:pt x="1724025" y="1285875"/>
                </a:cubicBezTo>
                <a:lnTo>
                  <a:pt x="76200" y="1285875"/>
                </a:lnTo>
                <a:cubicBezTo>
                  <a:pt x="34116" y="1285875"/>
                  <a:pt x="0" y="1251759"/>
                  <a:pt x="0" y="1209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EAF5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175" name="materials design header">
            <a:extLst xmlns:a="http://schemas.openxmlformats.org/drawingml/2006/main">
              <a:ext uri="{FF2B5EF4-FFF2-40B4-BE49-F238E27FC236}">
                <a16:creationId xmlns:a16="http://schemas.microsoft.com/office/drawing/2014/main" id="{C1FC426C-131C-4B42-A4B5-6226173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524125"/>
            <a:ext cx="1704975" cy="295275"/>
          </a:xfrm>
          <a:custGeom xmlns:a="http://schemas.openxmlformats.org/drawingml/2006/main">
            <a:pathLst>
              <a:path w="1704975" h="295275">
                <a:moveTo>
                  <a:pt x="147638" y="0"/>
                </a:moveTo>
                <a:lnTo>
                  <a:pt x="1557338" y="0"/>
                </a:lnTo>
                <a:cubicBezTo>
                  <a:pt x="1638875" y="0"/>
                  <a:pt x="1704975" y="66100"/>
                  <a:pt x="1704975" y="147638"/>
                </a:cubicBezTo>
                <a:lnTo>
                  <a:pt x="1704975" y="147638"/>
                </a:lnTo>
                <a:cubicBezTo>
                  <a:pt x="1704975" y="229175"/>
                  <a:pt x="1638875" y="295275"/>
                  <a:pt x="1557338" y="295275"/>
                </a:cubicBezTo>
                <a:lnTo>
                  <a:pt x="147638" y="295275"/>
                </a:lnTo>
                <a:cubicBezTo>
                  <a:pt x="66100" y="295275"/>
                  <a:pt x="0" y="229175"/>
                  <a:pt x="0" y="147638"/>
                </a:cubicBezTo>
                <a:lnTo>
                  <a:pt x="0" y="147638"/>
                </a:lnTo>
                <a:cubicBezTo>
                  <a:pt x="0" y="66100"/>
                  <a:pt x="66100" y="0"/>
                  <a:pt x="147638" y="0"/>
                </a:cubicBezTo>
                <a:close/>
              </a:path>
            </a:pathLst>
          </a:custGeom>
          <a:solidFill xmlns:a="http://schemas.openxmlformats.org/drawingml/2006/main">
            <a:srgbClr val="EEF7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B574B97-F3FB-4190-B140-F1A978999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1cebc21704391"/>
          <a:stretch xmlns:a="http://schemas.openxmlformats.org/drawingml/2006/main"/>
        </p:blipFill>
        <p:spPr>
          <a:xfrm xmlns:a="http://schemas.openxmlformats.org/drawingml/2006/main">
            <a:off x="14363700" y="2552700"/>
            <a:ext cx="238125" cy="228600"/>
          </a:xfrm>
          <a:prstGeom xmlns:a="http://schemas.openxmlformats.org/drawingml/2006/main" prst="rect">
            <a:avLst/>
          </a:prstGeom>
        </p:spPr>
      </p:pic>
      <p:sp>
        <p:nvSpPr>
          <p:cNvPr id="177" name="materials design label">
            <a:extLst xmlns:a="http://schemas.openxmlformats.org/drawingml/2006/main">
              <a:ext uri="{FF2B5EF4-FFF2-40B4-BE49-F238E27FC236}">
                <a16:creationId xmlns:a16="http://schemas.microsoft.com/office/drawing/2014/main" id="{00B6EA1E-887C-40E6-9179-AE5BBCC5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0" y="2550414"/>
            <a:ext cx="13335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Materials Design</a:t>
            </a:r>
          </a:p>
        </p:txBody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B4C80D4-B39B-40AF-8852-8A3428F8C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a9e63013141f3"/>
          <a:stretch xmlns:a="http://schemas.openxmlformats.org/drawingml/2006/main"/>
        </p:blipFill>
        <p:spPr>
          <a:xfrm xmlns:a="http://schemas.openxmlformats.org/drawingml/2006/main">
            <a:off x="14354175" y="28479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9" name="Ground material label">
            <a:extLst xmlns:a="http://schemas.openxmlformats.org/drawingml/2006/main">
              <a:ext uri="{FF2B5EF4-FFF2-40B4-BE49-F238E27FC236}">
                <a16:creationId xmlns:a16="http://schemas.microsoft.com/office/drawing/2014/main" id="{78BA5950-2787-486F-BDC1-E75F8C9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975" y="2893314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E8E278A-7D3F-4F05-A534-100292420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dc88f72664f67"/>
          <a:stretch xmlns:a="http://schemas.openxmlformats.org/drawingml/2006/main"/>
        </p:blipFill>
        <p:spPr>
          <a:xfrm xmlns:a="http://schemas.openxmlformats.org/drawingml/2006/main">
            <a:off x="15230475" y="2867025"/>
            <a:ext cx="247650" cy="266700"/>
          </a:xfrm>
          <a:prstGeom xmlns:a="http://schemas.openxmlformats.org/drawingml/2006/main" prst="rect">
            <a:avLst/>
          </a:prstGeom>
        </p:spPr>
      </p:pic>
      <p:sp>
        <p:nvSpPr>
          <p:cNvPr id="181" name="Road material label">
            <a:extLst xmlns:a="http://schemas.openxmlformats.org/drawingml/2006/main">
              <a:ext uri="{FF2B5EF4-FFF2-40B4-BE49-F238E27FC236}">
                <a16:creationId xmlns:a16="http://schemas.microsoft.com/office/drawing/2014/main" id="{76AE84AB-8F87-419B-AB0E-ED1CA8F8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25" y="2893314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8254F73-DBC4-4103-9106-96F03BC2D4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bba4e4ace4ead"/>
          <a:stretch xmlns:a="http://schemas.openxmlformats.org/drawingml/2006/main"/>
        </p:blipFill>
        <p:spPr>
          <a:xfrm xmlns:a="http://schemas.openxmlformats.org/drawingml/2006/main">
            <a:off x="14373225" y="3162300"/>
            <a:ext cx="257175" cy="238125"/>
          </a:xfrm>
          <a:prstGeom xmlns:a="http://schemas.openxmlformats.org/drawingml/2006/main" prst="rect">
            <a:avLst/>
          </a:prstGeom>
        </p:spPr>
      </p:pic>
      <p:sp>
        <p:nvSpPr>
          <p:cNvPr id="183" name="Grass material label">
            <a:extLst xmlns:a="http://schemas.openxmlformats.org/drawingml/2006/main">
              <a:ext uri="{FF2B5EF4-FFF2-40B4-BE49-F238E27FC236}">
                <a16:creationId xmlns:a16="http://schemas.microsoft.com/office/drawing/2014/main" id="{0A7C9E44-8115-4374-82AD-1D558E8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975" y="3217164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Grass</a:t>
            </a:r>
          </a:p>
        </p:txBody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62C9813-2A0D-4E43-94E9-08A96BDB2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a199ad1cc4dca"/>
          <a:stretch xmlns:a="http://schemas.openxmlformats.org/drawingml/2006/main"/>
        </p:blipFill>
        <p:spPr>
          <a:xfrm xmlns:a="http://schemas.openxmlformats.org/drawingml/2006/main">
            <a:off x="15230475" y="3181350"/>
            <a:ext cx="266700" cy="209550"/>
          </a:xfrm>
          <a:prstGeom xmlns:a="http://schemas.openxmlformats.org/drawingml/2006/main" prst="rect">
            <a:avLst/>
          </a:prstGeom>
        </p:spPr>
      </p:pic>
      <p:sp>
        <p:nvSpPr>
          <p:cNvPr id="185" name="Water material label">
            <a:extLst xmlns:a="http://schemas.openxmlformats.org/drawingml/2006/main">
              <a:ext uri="{FF2B5EF4-FFF2-40B4-BE49-F238E27FC236}">
                <a16:creationId xmlns:a16="http://schemas.microsoft.com/office/drawing/2014/main" id="{D85B2469-52DE-4ACD-BDF2-CD0390ED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6700" y="3217164"/>
            <a:ext cx="6667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067DB40-2D76-4FCB-9857-C30FAF96D6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54982c36b4f09"/>
          <a:stretch xmlns:a="http://schemas.openxmlformats.org/drawingml/2006/main"/>
        </p:blipFill>
        <p:spPr>
          <a:xfrm xmlns:a="http://schemas.openxmlformats.org/drawingml/2006/main">
            <a:off x="14363700" y="3514725"/>
            <a:ext cx="323850" cy="285750"/>
          </a:xfrm>
          <a:prstGeom xmlns:a="http://schemas.openxmlformats.org/drawingml/2006/main" prst="rect">
            <a:avLst/>
          </a:prstGeom>
        </p:spPr>
      </p:pic>
      <p:sp>
        <p:nvSpPr>
          <p:cNvPr id="187" name="360° Skybox material label">
            <a:extLst xmlns:a="http://schemas.openxmlformats.org/drawingml/2006/main">
              <a:ext uri="{FF2B5EF4-FFF2-40B4-BE49-F238E27FC236}">
                <a16:creationId xmlns:a16="http://schemas.microsoft.com/office/drawing/2014/main" id="{BB1168A0-2BF8-4897-B448-22BF936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75" y="3588639"/>
            <a:ext cx="11906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360° Skybox</a:t>
            </a:r>
          </a:p>
        </p:txBody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3CFEE82-348E-4342-B09A-B45F0E595F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34769ec2a4631"/>
          <a:stretch xmlns:a="http://schemas.openxmlformats.org/drawingml/2006/main"/>
        </p:blipFill>
        <p:spPr>
          <a:xfrm xmlns:a="http://schemas.openxmlformats.org/drawingml/2006/main">
            <a:off x="14639925" y="419100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89" name="material generation module">
            <a:extLst xmlns:a="http://schemas.openxmlformats.org/drawingml/2006/main">
              <a:ext uri="{FF2B5EF4-FFF2-40B4-BE49-F238E27FC236}">
                <a16:creationId xmlns:a16="http://schemas.microsoft.com/office/drawing/2014/main" id="{E4AE5BEA-2282-49CB-8444-27EA0384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2790825"/>
            <a:ext cx="361950" cy="2238375"/>
          </a:xfrm>
          <a:custGeom xmlns:a="http://schemas.openxmlformats.org/drawingml/2006/main">
            <a:pathLst>
              <a:path w="361950" h="2238375">
                <a:moveTo>
                  <a:pt x="38100" y="0"/>
                </a:moveTo>
                <a:lnTo>
                  <a:pt x="323850" y="0"/>
                </a:lnTo>
                <a:cubicBezTo>
                  <a:pt x="344892" y="0"/>
                  <a:pt x="361950" y="17058"/>
                  <a:pt x="361950" y="38100"/>
                </a:cubicBezTo>
                <a:lnTo>
                  <a:pt x="361950" y="2200275"/>
                </a:lnTo>
                <a:cubicBezTo>
                  <a:pt x="361950" y="2221317"/>
                  <a:pt x="344892" y="2238375"/>
                  <a:pt x="323850" y="2238375"/>
                </a:cubicBezTo>
                <a:lnTo>
                  <a:pt x="38100" y="2238375"/>
                </a:lnTo>
                <a:cubicBezTo>
                  <a:pt x="17058" y="2238375"/>
                  <a:pt x="0" y="2221317"/>
                  <a:pt x="0" y="2200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DEFFF"/>
          </a:solidFill>
          <a:ln xmlns:a="http://schemas.openxmlformats.org/drawingml/2006/main" w="19050">
            <a:solidFill>
              <a:srgbClr val="4585BD"/>
            </a:solidFill>
            <a:prstDash val="solid"/>
          </a:ln>
        </p:spPr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59447A9-1567-4172-85F8-28FC3879D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fda7687b24617"/>
          <a:stretch xmlns:a="http://schemas.openxmlformats.org/drawingml/2006/main"/>
        </p:blipFill>
        <p:spPr>
          <a:xfrm xmlns:a="http://schemas.openxmlformats.org/drawingml/2006/main">
            <a:off x="16687800" y="2886075"/>
            <a:ext cx="295275" cy="323850"/>
          </a:xfrm>
          <a:prstGeom xmlns:a="http://schemas.openxmlformats.org/drawingml/2006/main" prst="rect">
            <a:avLst/>
          </a:prstGeom>
        </p:spPr>
      </p:pic>
      <p:sp>
        <p:nvSpPr>
          <p:cNvPr id="191" name="material generation label">
            <a:extLst xmlns:a="http://schemas.openxmlformats.org/drawingml/2006/main">
              <a:ext uri="{FF2B5EF4-FFF2-40B4-BE49-F238E27FC236}">
                <a16:creationId xmlns:a16="http://schemas.microsoft.com/office/drawing/2014/main" id="{8E495368-F9A5-4210-B301-EB12087C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982950" y="3953828"/>
            <a:ext cx="16859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 generation</a:t>
            </a:r>
          </a:p>
        </p:txBody>
      </p:sp>
      <p:sp>
        <p:nvSpPr>
          <p:cNvPr id="192" name="material condition flow">
            <a:extLst xmlns:a="http://schemas.openxmlformats.org/drawingml/2006/main">
              <a:ext uri="{FF2B5EF4-FFF2-40B4-BE49-F238E27FC236}">
                <a16:creationId xmlns:a16="http://schemas.microsoft.com/office/drawing/2014/main" id="{81522FF8-7270-4746-AACB-4535775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3286125"/>
            <a:ext cx="590645" cy="628745"/>
          </a:xfrm>
          <a:custGeom xmlns:a="http://schemas.openxmlformats.org/drawingml/2006/main">
            <a:pathLst>
              <a:path w="590645" h="628745">
                <a:moveTo>
                  <a:pt x="0" y="0"/>
                </a:moveTo>
                <a:lnTo>
                  <a:pt x="171450" y="0"/>
                </a:lnTo>
                <a:lnTo>
                  <a:pt x="171450" y="628650"/>
                </a:lnTo>
                <a:lnTo>
                  <a:pt x="59055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93" name="material condition flow arrowhead">
            <a:extLst xmlns:a="http://schemas.openxmlformats.org/drawingml/2006/main">
              <a:ext uri="{FF2B5EF4-FFF2-40B4-BE49-F238E27FC236}">
                <a16:creationId xmlns:a16="http://schemas.microsoft.com/office/drawing/2014/main" id="{49E090CF-ABFA-4F9A-ADA6-A47A139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113" y="37861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4" name="material noise flow">
            <a:extLst xmlns:a="http://schemas.openxmlformats.org/drawingml/2006/main">
              <a:ext uri="{FF2B5EF4-FFF2-40B4-BE49-F238E27FC236}">
                <a16:creationId xmlns:a16="http://schemas.microsoft.com/office/drawing/2014/main" id="{0526FCBF-2F25-4EFA-820C-5C8DC20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3914775"/>
            <a:ext cx="885920" cy="838295"/>
          </a:xfrm>
          <a:custGeom xmlns:a="http://schemas.openxmlformats.org/drawingml/2006/main">
            <a:pathLst>
              <a:path w="885920" h="838295">
                <a:moveTo>
                  <a:pt x="0" y="838200"/>
                </a:moveTo>
                <a:lnTo>
                  <a:pt x="466725" y="838200"/>
                </a:lnTo>
                <a:lnTo>
                  <a:pt x="466725" y="0"/>
                </a:ln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585BD"/>
            </a:solidFill>
            <a:prstDash val="solid"/>
          </a:ln>
        </p:spPr>
      </p:sp>
      <p:sp>
        <p:nvSpPr>
          <p:cNvPr id="195" name="material noise flow arrowhead">
            <a:extLst xmlns:a="http://schemas.openxmlformats.org/drawingml/2006/main">
              <a:ext uri="{FF2B5EF4-FFF2-40B4-BE49-F238E27FC236}">
                <a16:creationId xmlns:a16="http://schemas.microsoft.com/office/drawing/2014/main" id="{A96EDD51-0BE5-476E-830F-1B3AAAF3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113" y="378618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5"/>
                </a:lnTo>
                <a:lnTo>
                  <a:pt x="42863" y="87440"/>
                </a:lnTo>
                <a:close/>
              </a:path>
            </a:pathLst>
          </a:custGeom>
          <a:solidFill xmlns:a="http://schemas.openxmlformats.org/drawingml/2006/main">
            <a:srgbClr val="4585BD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BB05111-25D7-4C01-A758-9A71D4536B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916819fba41da"/>
          <a:stretch xmlns:a="http://schemas.openxmlformats.org/drawingml/2006/main"/>
        </p:blipFill>
        <p:spPr>
          <a:xfrm xmlns:a="http://schemas.openxmlformats.org/drawingml/2006/main">
            <a:off x="17430750" y="2466975"/>
            <a:ext cx="771525" cy="781050"/>
          </a:xfrm>
          <a:prstGeom xmlns:a="http://schemas.openxmlformats.org/drawingml/2006/main" prst="rect">
            <a:avLst/>
          </a:prstGeom>
        </p:spPr>
      </p:pic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2A418EC-62C6-4B93-BC4E-8FEF23EBD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84c9acec14828"/>
          <a:stretch xmlns:a="http://schemas.openxmlformats.org/drawingml/2006/main"/>
        </p:blipFill>
        <p:spPr>
          <a:xfrm xmlns:a="http://schemas.openxmlformats.org/drawingml/2006/main">
            <a:off x="18364200" y="2466975"/>
            <a:ext cx="771525" cy="781050"/>
          </a:xfrm>
          <a:prstGeom xmlns:a="http://schemas.openxmlformats.org/drawingml/2006/main" prst="rect">
            <a:avLst/>
          </a:prstGeom>
        </p:spPr>
      </p:pic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10CC187-82B5-420D-A278-F6325585E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63622c5054abb"/>
          <a:stretch xmlns:a="http://schemas.openxmlformats.org/drawingml/2006/main"/>
        </p:blipFill>
        <p:spPr>
          <a:xfrm xmlns:a="http://schemas.openxmlformats.org/drawingml/2006/main">
            <a:off x="17430750" y="3362325"/>
            <a:ext cx="771525" cy="771525"/>
          </a:xfrm>
          <a:prstGeom xmlns:a="http://schemas.openxmlformats.org/drawingml/2006/main" prst="rect">
            <a:avLst/>
          </a:prstGeom>
        </p:spPr>
      </p:pic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3B70C63-07D3-44C8-AE1C-E1CEB88EF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dfe8211914aaa"/>
          <a:stretch xmlns:a="http://schemas.openxmlformats.org/drawingml/2006/main"/>
        </p:blipFill>
        <p:spPr>
          <a:xfrm xmlns:a="http://schemas.openxmlformats.org/drawingml/2006/main">
            <a:off x="18364200" y="3362325"/>
            <a:ext cx="771525" cy="771525"/>
          </a:xfrm>
          <a:prstGeom xmlns:a="http://schemas.openxmlformats.org/drawingml/2006/main" prst="rect">
            <a:avLst/>
          </a:prstGeom>
        </p:spPr>
      </p:pic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F1300F2-7C4C-4DEB-AD4B-4F63EF671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8af07ae9347af"/>
          <a:stretch xmlns:a="http://schemas.openxmlformats.org/drawingml/2006/main"/>
        </p:blipFill>
        <p:spPr>
          <a:xfrm xmlns:a="http://schemas.openxmlformats.org/drawingml/2006/main">
            <a:off x="17440275" y="4391025"/>
            <a:ext cx="1704975" cy="819150"/>
          </a:xfrm>
          <a:prstGeom xmlns:a="http://schemas.openxmlformats.org/drawingml/2006/main" prst="rect">
            <a:avLst/>
          </a:prstGeom>
        </p:spPr>
      </p:pic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0636F7F-43F3-405C-985A-AF9BCDAE2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c7cfaaa644a87"/>
          <a:stretch xmlns:a="http://schemas.openxmlformats.org/drawingml/2006/main"/>
        </p:blipFill>
        <p:spPr>
          <a:xfrm xmlns:a="http://schemas.openxmlformats.org/drawingml/2006/main">
            <a:off x="18011775" y="3019425"/>
            <a:ext cx="314325" cy="323850"/>
          </a:xfrm>
          <a:prstGeom xmlns:a="http://schemas.openxmlformats.org/drawingml/2006/main" prst="rect">
            <a:avLst/>
          </a:prstGeom>
        </p:spPr>
      </p:pic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D776024-3367-447D-AE41-0689C2A1B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b7ce2d8324d46"/>
          <a:stretch xmlns:a="http://schemas.openxmlformats.org/drawingml/2006/main"/>
        </p:blipFill>
        <p:spPr>
          <a:xfrm xmlns:a="http://schemas.openxmlformats.org/drawingml/2006/main">
            <a:off x="18945225" y="3038475"/>
            <a:ext cx="295275" cy="314325"/>
          </a:xfrm>
          <a:prstGeom xmlns:a="http://schemas.openxmlformats.org/drawingml/2006/main" prst="rect">
            <a:avLst/>
          </a:prstGeom>
        </p:spPr>
      </p:pic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61AA4B8-DFB3-4F63-97A4-F2F1EFE08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3137a743446fc"/>
          <a:stretch xmlns:a="http://schemas.openxmlformats.org/drawingml/2006/main"/>
        </p:blipFill>
        <p:spPr>
          <a:xfrm xmlns:a="http://schemas.openxmlformats.org/drawingml/2006/main">
            <a:off x="18021300" y="3905250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CC14968-1486-411E-B842-707A27DDA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8d2e81f6c421d"/>
          <a:stretch xmlns:a="http://schemas.openxmlformats.org/drawingml/2006/main"/>
        </p:blipFill>
        <p:spPr>
          <a:xfrm xmlns:a="http://schemas.openxmlformats.org/drawingml/2006/main">
            <a:off x="18954750" y="3914775"/>
            <a:ext cx="295275" cy="304800"/>
          </a:xfrm>
          <a:prstGeom xmlns:a="http://schemas.openxmlformats.org/drawingml/2006/main" prst="rect">
            <a:avLst/>
          </a:prstGeom>
        </p:spPr>
      </p:pic>
      <p:pic>
        <p:nvPic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76E63DA-6ADD-45CB-B0E6-239C2D2AC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074a792484a9e"/>
          <a:stretch xmlns:a="http://schemas.openxmlformats.org/drawingml/2006/main"/>
        </p:blipFill>
        <p:spPr>
          <a:xfrm xmlns:a="http://schemas.openxmlformats.org/drawingml/2006/main">
            <a:off x="18973800" y="5000625"/>
            <a:ext cx="276225" cy="314325"/>
          </a:xfrm>
          <a:prstGeom xmlns:a="http://schemas.openxmlformats.org/drawingml/2006/main" prst="rect">
            <a:avLst/>
          </a:prstGeom>
        </p:spPr>
      </p:pic>
      <p:sp>
        <p:nvSpPr>
          <p:cNvPr id="206" name="scene generation panel">
            <a:extLst xmlns:a="http://schemas.openxmlformats.org/drawingml/2006/main">
              <a:ext uri="{FF2B5EF4-FFF2-40B4-BE49-F238E27FC236}">
                <a16:creationId xmlns:a16="http://schemas.microsoft.com/office/drawing/2014/main" id="{F923E94F-6ABB-4C00-8D7C-E2F46A6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38875"/>
            <a:ext cx="19164300" cy="3228975"/>
          </a:xfrm>
          <a:custGeom xmlns:a="http://schemas.openxmlformats.org/drawingml/2006/main">
            <a:pathLst>
              <a:path w="19164300" h="3228975">
                <a:moveTo>
                  <a:pt x="180975" y="0"/>
                </a:moveTo>
                <a:lnTo>
                  <a:pt x="18983325" y="0"/>
                </a:lnTo>
                <a:cubicBezTo>
                  <a:pt x="19083275" y="0"/>
                  <a:pt x="19164300" y="81025"/>
                  <a:pt x="19164300" y="180975"/>
                </a:cubicBezTo>
                <a:lnTo>
                  <a:pt x="19164300" y="3048000"/>
                </a:lnTo>
                <a:cubicBezTo>
                  <a:pt x="19164300" y="3147950"/>
                  <a:pt x="19083275" y="3228975"/>
                  <a:pt x="18983325" y="3228975"/>
                </a:cubicBezTo>
                <a:lnTo>
                  <a:pt x="180975" y="3228975"/>
                </a:lnTo>
                <a:cubicBezTo>
                  <a:pt x="81025" y="3228975"/>
                  <a:pt x="0" y="3147950"/>
                  <a:pt x="0" y="3048000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pattFill xmlns:a="http://schemas.openxmlformats.org/drawingml/2006/main" prst="dotGrid">
            <a:fgClr>
              <a:srgbClr val="CFE6F8">
                <a:alpha val="65000"/>
              </a:srgbClr>
            </a:fgClr>
            <a:bgClr>
              <a:srgbClr val="FFFFFF"/>
            </a:bgClr>
          </a:pattFill>
          <a:ln xmlns:a="http://schemas.openxmlformats.org/drawingml/2006/main" w="19050">
            <a:solidFill>
              <a:srgbClr val="79B9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7" name="scene generation dashed inset">
            <a:extLst xmlns:a="http://schemas.openxmlformats.org/drawingml/2006/main">
              <a:ext uri="{FF2B5EF4-FFF2-40B4-BE49-F238E27FC236}">
                <a16:creationId xmlns:a16="http://schemas.microsoft.com/office/drawing/2014/main" id="{8A795C87-C042-4301-A183-3131FDE6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334125"/>
            <a:ext cx="18926175" cy="3009900"/>
          </a:xfrm>
          <a:custGeom xmlns:a="http://schemas.openxmlformats.org/drawingml/2006/main">
            <a:pathLst>
              <a:path w="18926175" h="3009900">
                <a:moveTo>
                  <a:pt x="133350" y="0"/>
                </a:moveTo>
                <a:lnTo>
                  <a:pt x="18792825" y="0"/>
                </a:lnTo>
                <a:cubicBezTo>
                  <a:pt x="18866472" y="0"/>
                  <a:pt x="18926175" y="59703"/>
                  <a:pt x="18926175" y="133350"/>
                </a:cubicBezTo>
                <a:lnTo>
                  <a:pt x="18926175" y="2876550"/>
                </a:lnTo>
                <a:cubicBezTo>
                  <a:pt x="18926175" y="2950197"/>
                  <a:pt x="18866472" y="3009900"/>
                  <a:pt x="18792825" y="3009900"/>
                </a:cubicBezTo>
                <a:lnTo>
                  <a:pt x="133350" y="3009900"/>
                </a:lnTo>
                <a:cubicBezTo>
                  <a:pt x="59703" y="3009900"/>
                  <a:pt x="0" y="2950197"/>
                  <a:pt x="0" y="2876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B9F3"/>
            </a:solidFill>
            <a:prstDash val="dash"/>
          </a:ln>
        </p:spPr>
      </p:sp>
      <p:sp>
        <p:nvSpPr>
          <p:cNvPr id="208" name="assembled city preview backdrop">
            <a:extLst xmlns:a="http://schemas.openxmlformats.org/drawingml/2006/main">
              <a:ext uri="{FF2B5EF4-FFF2-40B4-BE49-F238E27FC236}">
                <a16:creationId xmlns:a16="http://schemas.microsoft.com/office/drawing/2014/main" id="{2C37A32A-094D-415E-B1D4-FA5F249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19850"/>
            <a:ext cx="6019800" cy="2857500"/>
          </a:xfrm>
          <a:custGeom xmlns:a="http://schemas.openxmlformats.org/drawingml/2006/main">
            <a:pathLst>
              <a:path w="6019800" h="2857500">
                <a:moveTo>
                  <a:pt x="161925" y="0"/>
                </a:moveTo>
                <a:lnTo>
                  <a:pt x="5857875" y="0"/>
                </a:lnTo>
                <a:cubicBezTo>
                  <a:pt x="5947304" y="0"/>
                  <a:pt x="6019800" y="72496"/>
                  <a:pt x="6019800" y="161925"/>
                </a:cubicBezTo>
                <a:lnTo>
                  <a:pt x="6019800" y="2695575"/>
                </a:lnTo>
                <a:cubicBezTo>
                  <a:pt x="6019800" y="2785004"/>
                  <a:pt x="5947304" y="2857500"/>
                  <a:pt x="5857875" y="2857500"/>
                </a:cubicBezTo>
                <a:lnTo>
                  <a:pt x="161925" y="2857500"/>
                </a:lnTo>
                <a:cubicBezTo>
                  <a:pt x="72496" y="2857500"/>
                  <a:pt x="0" y="2785004"/>
                  <a:pt x="0" y="269557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E6F1FB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98506D8-2F91-49AA-9AEC-A5C4F37B0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1e8e4686540d0"/>
          <a:stretch xmlns:a="http://schemas.openxmlformats.org/drawingml/2006/main"/>
        </p:blipFill>
        <p:spPr>
          <a:xfrm xmlns:a="http://schemas.openxmlformats.org/drawingml/2006/main">
            <a:off x="495300" y="6429375"/>
            <a:ext cx="1257300" cy="1133475"/>
          </a:xfrm>
          <a:prstGeom xmlns:a="http://schemas.openxmlformats.org/drawingml/2006/main" prst="rect">
            <a:avLst/>
          </a:prstGeom>
        </p:spPr>
      </p:pic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A1D754D-7A21-4430-BEA1-864E1636F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b02abd0d944fa"/>
          <a:stretch xmlns:a="http://schemas.openxmlformats.org/drawingml/2006/main"/>
        </p:blipFill>
        <p:spPr>
          <a:xfrm xmlns:a="http://schemas.openxmlformats.org/drawingml/2006/main">
            <a:off x="3048000" y="6429375"/>
            <a:ext cx="1285875" cy="1143000"/>
          </a:xfrm>
          <a:prstGeom xmlns:a="http://schemas.openxmlformats.org/drawingml/2006/main" prst="rect">
            <a:avLst/>
          </a:prstGeom>
        </p:spPr>
      </p:pic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2CA6774-D952-4A66-95F3-7456C3DA7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d679c39b7409e"/>
          <a:stretch xmlns:a="http://schemas.openxmlformats.org/drawingml/2006/main"/>
        </p:blipFill>
        <p:spPr>
          <a:xfrm xmlns:a="http://schemas.openxmlformats.org/drawingml/2006/main">
            <a:off x="495300" y="7915275"/>
            <a:ext cx="1266825" cy="1114425"/>
          </a:xfrm>
          <a:prstGeom xmlns:a="http://schemas.openxmlformats.org/drawingml/2006/main" prst="rect">
            <a:avLst/>
          </a:prstGeom>
        </p:spPr>
      </p:pic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D5A1920-087A-4623-9F9E-61FF4BA80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750610fb44310"/>
          <a:stretch xmlns:a="http://schemas.openxmlformats.org/drawingml/2006/main"/>
        </p:blipFill>
        <p:spPr>
          <a:xfrm xmlns:a="http://schemas.openxmlformats.org/drawingml/2006/main">
            <a:off x="3086100" y="7924800"/>
            <a:ext cx="1304925" cy="1104900"/>
          </a:xfrm>
          <a:prstGeom xmlns:a="http://schemas.openxmlformats.org/drawingml/2006/main" prst="rect">
            <a:avLst/>
          </a:prstGeom>
        </p:spPr>
      </p:pic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0DD9039-0EBD-4E9C-A9C9-A758029B1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40eeffc144373"/>
          <a:stretch xmlns:a="http://schemas.openxmlformats.org/drawingml/2006/main"/>
        </p:blipFill>
        <p:spPr>
          <a:xfrm xmlns:a="http://schemas.openxmlformats.org/drawingml/2006/main">
            <a:off x="5248275" y="6457950"/>
            <a:ext cx="2390775" cy="2562225"/>
          </a:xfrm>
          <a:prstGeom xmlns:a="http://schemas.openxmlformats.org/drawingml/2006/main" prst="rect">
            <a:avLst/>
          </a:prstGeom>
        </p:spPr>
      </p:pic>
      <p:pic>
        <p:nvPic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F1ADA1E-90F7-480F-84B7-59B24349C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aab7560024943"/>
          <a:stretch xmlns:a="http://schemas.openxmlformats.org/drawingml/2006/main"/>
        </p:blipFill>
        <p:spPr>
          <a:xfrm xmlns:a="http://schemas.openxmlformats.org/drawingml/2006/main">
            <a:off x="7572375" y="6438900"/>
            <a:ext cx="2038350" cy="2809875"/>
          </a:xfrm>
          <a:prstGeom xmlns:a="http://schemas.openxmlformats.org/drawingml/2006/main" prst="rect">
            <a:avLst/>
          </a:prstGeom>
        </p:spPr>
      </p:pic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53E65F3-B219-403E-B81A-6DE93016F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94d444c864554"/>
          <a:stretch xmlns:a="http://schemas.openxmlformats.org/drawingml/2006/main"/>
        </p:blipFill>
        <p:spPr>
          <a:xfrm xmlns:a="http://schemas.openxmlformats.org/drawingml/2006/main">
            <a:off x="10420350" y="6619875"/>
            <a:ext cx="3448050" cy="2352675"/>
          </a:xfrm>
          <a:prstGeom xmlns:a="http://schemas.openxmlformats.org/drawingml/2006/main" prst="rect">
            <a:avLst/>
          </a:prstGeom>
        </p:spPr>
      </p:pic>
      <p:sp>
        <p:nvSpPr>
          <p:cNvPr id="216" name="Terrain Generation capsule">
            <a:extLst xmlns:a="http://schemas.openxmlformats.org/drawingml/2006/main">
              <a:ext uri="{FF2B5EF4-FFF2-40B4-BE49-F238E27FC236}">
                <a16:creationId xmlns:a16="http://schemas.microsoft.com/office/drawing/2014/main" id="{AFBC7EE8-B6A6-45C5-A1FC-3D894689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7591425"/>
            <a:ext cx="1800225" cy="209550"/>
          </a:xfrm>
          <a:custGeom xmlns:a="http://schemas.openxmlformats.org/drawingml/2006/main">
            <a:pathLst>
              <a:path w="1800225" h="209550">
                <a:moveTo>
                  <a:pt x="104775" y="0"/>
                </a:moveTo>
                <a:lnTo>
                  <a:pt x="1695450" y="0"/>
                </a:lnTo>
                <a:cubicBezTo>
                  <a:pt x="1753316" y="0"/>
                  <a:pt x="1800225" y="46909"/>
                  <a:pt x="1800225" y="104775"/>
                </a:cubicBezTo>
                <a:lnTo>
                  <a:pt x="1800225" y="104775"/>
                </a:lnTo>
                <a:cubicBezTo>
                  <a:pt x="1800225" y="162641"/>
                  <a:pt x="1753316" y="209550"/>
                  <a:pt x="169545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17" name="Terrain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A570DAB0-BFF6-4C52-9EA3-DDDA7C2B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819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8" name="Terrain Generation number">
            <a:extLst xmlns:a="http://schemas.openxmlformats.org/drawingml/2006/main">
              <a:ext uri="{FF2B5EF4-FFF2-40B4-BE49-F238E27FC236}">
                <a16:creationId xmlns:a16="http://schemas.microsoft.com/office/drawing/2014/main" id="{20FE322A-E15F-405C-89EB-713210FC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7579614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B24AFA1-4411-4E2C-8110-50E00FD838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f7c1a21504e2e"/>
          <a:stretch xmlns:a="http://schemas.openxmlformats.org/drawingml/2006/main"/>
        </p:blipFill>
        <p:spPr>
          <a:xfrm xmlns:a="http://schemas.openxmlformats.org/drawingml/2006/main">
            <a:off x="647700" y="7581900"/>
            <a:ext cx="190500" cy="161925"/>
          </a:xfrm>
          <a:prstGeom xmlns:a="http://schemas.openxmlformats.org/drawingml/2006/main" prst="rect">
            <a:avLst/>
          </a:prstGeom>
        </p:spPr>
      </p:pic>
      <p:sp>
        <p:nvSpPr>
          <p:cNvPr id="220" name="Terrain Generation caption">
            <a:extLst xmlns:a="http://schemas.openxmlformats.org/drawingml/2006/main">
              <a:ext uri="{FF2B5EF4-FFF2-40B4-BE49-F238E27FC236}">
                <a16:creationId xmlns:a16="http://schemas.microsoft.com/office/drawing/2014/main" id="{3EFE923E-B257-4FC8-8DAE-94DA7BCC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7590854"/>
            <a:ext cx="13620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Terrain Generation</a:t>
            </a:r>
          </a:p>
        </p:txBody>
      </p:sp>
      <p:sp>
        <p:nvSpPr>
          <p:cNvPr id="221" name="Nature Generation capsule">
            <a:extLst xmlns:a="http://schemas.openxmlformats.org/drawingml/2006/main">
              <a:ext uri="{FF2B5EF4-FFF2-40B4-BE49-F238E27FC236}">
                <a16:creationId xmlns:a16="http://schemas.microsoft.com/office/drawing/2014/main" id="{46E4DF06-E923-4127-AFC8-D837E670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591425"/>
            <a:ext cx="1895475" cy="209550"/>
          </a:xfrm>
          <a:custGeom xmlns:a="http://schemas.openxmlformats.org/drawingml/2006/main">
            <a:pathLst>
              <a:path w="1895475" h="209550">
                <a:moveTo>
                  <a:pt x="104775" y="0"/>
                </a:moveTo>
                <a:lnTo>
                  <a:pt x="1790700" y="0"/>
                </a:lnTo>
                <a:cubicBezTo>
                  <a:pt x="1848566" y="0"/>
                  <a:pt x="1895475" y="46909"/>
                  <a:pt x="1895475" y="104775"/>
                </a:cubicBezTo>
                <a:lnTo>
                  <a:pt x="1895475" y="104775"/>
                </a:lnTo>
                <a:cubicBezTo>
                  <a:pt x="1895475" y="162641"/>
                  <a:pt x="1848566" y="209550"/>
                  <a:pt x="179070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22" name="Nature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37E4B3F1-6DCB-48E9-A11D-379A047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58190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3" name="Nature Generation number">
            <a:extLst xmlns:a="http://schemas.openxmlformats.org/drawingml/2006/main">
              <a:ext uri="{FF2B5EF4-FFF2-40B4-BE49-F238E27FC236}">
                <a16:creationId xmlns:a16="http://schemas.microsoft.com/office/drawing/2014/main" id="{04BD2B85-1021-4D9D-8430-D51E1B78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7579614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7CE4380-CEE3-4A05-9D4D-78ECE3596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4ff2804a34d94"/>
          <a:stretch xmlns:a="http://schemas.openxmlformats.org/drawingml/2006/main"/>
        </p:blipFill>
        <p:spPr>
          <a:xfrm xmlns:a="http://schemas.openxmlformats.org/drawingml/2006/main">
            <a:off x="3295650" y="7600950"/>
            <a:ext cx="200025" cy="171450"/>
          </a:xfrm>
          <a:prstGeom xmlns:a="http://schemas.openxmlformats.org/drawingml/2006/main" prst="rect">
            <a:avLst/>
          </a:prstGeom>
        </p:spPr>
      </p:pic>
      <p:sp>
        <p:nvSpPr>
          <p:cNvPr id="225" name="Nature Generation caption">
            <a:extLst xmlns:a="http://schemas.openxmlformats.org/drawingml/2006/main">
              <a:ext uri="{FF2B5EF4-FFF2-40B4-BE49-F238E27FC236}">
                <a16:creationId xmlns:a16="http://schemas.microsoft.com/office/drawing/2014/main" id="{840A21FB-01A5-4544-AFF9-1271C144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7590854"/>
            <a:ext cx="14573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Nature Generation</a:t>
            </a:r>
          </a:p>
        </p:txBody>
      </p:sp>
      <p:sp>
        <p:nvSpPr>
          <p:cNvPr id="226" name="Water Generation capsule">
            <a:extLst xmlns:a="http://schemas.openxmlformats.org/drawingml/2006/main">
              <a:ext uri="{FF2B5EF4-FFF2-40B4-BE49-F238E27FC236}">
                <a16:creationId xmlns:a16="http://schemas.microsoft.com/office/drawing/2014/main" id="{CFDBDAF9-C5DE-4951-869E-B407518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86850"/>
            <a:ext cx="1762125" cy="209550"/>
          </a:xfrm>
          <a:custGeom xmlns:a="http://schemas.openxmlformats.org/drawingml/2006/main">
            <a:pathLst>
              <a:path w="1762125" h="209550">
                <a:moveTo>
                  <a:pt x="104775" y="0"/>
                </a:moveTo>
                <a:lnTo>
                  <a:pt x="1657350" y="0"/>
                </a:lnTo>
                <a:cubicBezTo>
                  <a:pt x="1715216" y="0"/>
                  <a:pt x="1762125" y="46909"/>
                  <a:pt x="1762125" y="104775"/>
                </a:cubicBezTo>
                <a:lnTo>
                  <a:pt x="1762125" y="104775"/>
                </a:lnTo>
                <a:cubicBezTo>
                  <a:pt x="1762125" y="162641"/>
                  <a:pt x="1715216" y="209550"/>
                  <a:pt x="165735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27" name="Water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9E2B6B93-D86E-4B30-964C-54F0A07D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0773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8" name="Water Generation number">
            <a:extLst xmlns:a="http://schemas.openxmlformats.org/drawingml/2006/main">
              <a:ext uri="{FF2B5EF4-FFF2-40B4-BE49-F238E27FC236}">
                <a16:creationId xmlns:a16="http://schemas.microsoft.com/office/drawing/2014/main" id="{CDDE1CB0-452F-46E5-93AD-277FC87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" y="9075039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47D1BA1-F925-423D-8508-61D0780155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cad97be1f423f"/>
          <a:stretch xmlns:a="http://schemas.openxmlformats.org/drawingml/2006/main"/>
        </p:blipFill>
        <p:spPr>
          <a:xfrm xmlns:a="http://schemas.openxmlformats.org/drawingml/2006/main">
            <a:off x="666750" y="9086850"/>
            <a:ext cx="180975" cy="171450"/>
          </a:xfrm>
          <a:prstGeom xmlns:a="http://schemas.openxmlformats.org/drawingml/2006/main" prst="rect">
            <a:avLst/>
          </a:prstGeom>
        </p:spPr>
      </p:pic>
      <p:sp>
        <p:nvSpPr>
          <p:cNvPr id="230" name="Water Generation caption">
            <a:extLst xmlns:a="http://schemas.openxmlformats.org/drawingml/2006/main">
              <a:ext uri="{FF2B5EF4-FFF2-40B4-BE49-F238E27FC236}">
                <a16:creationId xmlns:a16="http://schemas.microsoft.com/office/drawing/2014/main" id="{D91F4CD2-EE1F-406D-859C-99F9BE8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9086279"/>
            <a:ext cx="13239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Water Generation</a:t>
            </a:r>
          </a:p>
        </p:txBody>
      </p:sp>
      <p:sp>
        <p:nvSpPr>
          <p:cNvPr id="231" name="Road Generation capsule">
            <a:extLst xmlns:a="http://schemas.openxmlformats.org/drawingml/2006/main">
              <a:ext uri="{FF2B5EF4-FFF2-40B4-BE49-F238E27FC236}">
                <a16:creationId xmlns:a16="http://schemas.microsoft.com/office/drawing/2014/main" id="{2FAC4242-8B73-463B-940E-E0BD65AA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9086850"/>
            <a:ext cx="1733550" cy="209550"/>
          </a:xfrm>
          <a:custGeom xmlns:a="http://schemas.openxmlformats.org/drawingml/2006/main">
            <a:pathLst>
              <a:path w="1733550" h="209550">
                <a:moveTo>
                  <a:pt x="104775" y="0"/>
                </a:moveTo>
                <a:lnTo>
                  <a:pt x="1628775" y="0"/>
                </a:lnTo>
                <a:cubicBezTo>
                  <a:pt x="1686641" y="0"/>
                  <a:pt x="1733550" y="46909"/>
                  <a:pt x="1733550" y="104775"/>
                </a:cubicBezTo>
                <a:lnTo>
                  <a:pt x="1733550" y="104775"/>
                </a:lnTo>
                <a:cubicBezTo>
                  <a:pt x="1733550" y="162641"/>
                  <a:pt x="1686641" y="209550"/>
                  <a:pt x="162877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32" name="Road Generation number circle">
            <a:extLst xmlns:a="http://schemas.openxmlformats.org/drawingml/2006/main">
              <a:ext uri="{FF2B5EF4-FFF2-40B4-BE49-F238E27FC236}">
                <a16:creationId xmlns:a16="http://schemas.microsoft.com/office/drawing/2014/main" id="{2E5196B8-114E-45E1-B2FF-EF55D8F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90773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3" name="Road Generation number">
            <a:extLst xmlns:a="http://schemas.openxmlformats.org/drawingml/2006/main">
              <a:ext uri="{FF2B5EF4-FFF2-40B4-BE49-F238E27FC236}">
                <a16:creationId xmlns:a16="http://schemas.microsoft.com/office/drawing/2014/main" id="{7FE15463-CDE9-40A4-A4E1-3CF6A74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9075039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711E82B-D7F4-4953-9DA0-D266CFDC3D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bf1e30db04325"/>
          <a:stretch xmlns:a="http://schemas.openxmlformats.org/drawingml/2006/main"/>
        </p:blipFill>
        <p:spPr>
          <a:xfrm xmlns:a="http://schemas.openxmlformats.org/drawingml/2006/main">
            <a:off x="3295650" y="9086850"/>
            <a:ext cx="180975" cy="171450"/>
          </a:xfrm>
          <a:prstGeom xmlns:a="http://schemas.openxmlformats.org/drawingml/2006/main" prst="rect">
            <a:avLst/>
          </a:prstGeom>
        </p:spPr>
      </p:pic>
      <p:sp>
        <p:nvSpPr>
          <p:cNvPr id="235" name="Road Generation caption">
            <a:extLst xmlns:a="http://schemas.openxmlformats.org/drawingml/2006/main">
              <a:ext uri="{FF2B5EF4-FFF2-40B4-BE49-F238E27FC236}">
                <a16:creationId xmlns:a16="http://schemas.microsoft.com/office/drawing/2014/main" id="{B197DC88-E31A-4708-A64F-BAAED5A7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9086279"/>
            <a:ext cx="12954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Road Generation</a:t>
            </a:r>
          </a:p>
        </p:txBody>
      </p:sp>
      <p:sp>
        <p:nvSpPr>
          <p:cNvPr id="236" name="Assets Placing capsule">
            <a:extLst xmlns:a="http://schemas.openxmlformats.org/drawingml/2006/main">
              <a:ext uri="{FF2B5EF4-FFF2-40B4-BE49-F238E27FC236}">
                <a16:creationId xmlns:a16="http://schemas.microsoft.com/office/drawing/2014/main" id="{AC106C4D-64DF-4EFD-BB1E-221ED3CA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9086850"/>
            <a:ext cx="1714500" cy="209550"/>
          </a:xfrm>
          <a:custGeom xmlns:a="http://schemas.openxmlformats.org/drawingml/2006/main">
            <a:pathLst>
              <a:path w="1714500" h="209550">
                <a:moveTo>
                  <a:pt x="104775" y="0"/>
                </a:moveTo>
                <a:lnTo>
                  <a:pt x="1609725" y="0"/>
                </a:lnTo>
                <a:cubicBezTo>
                  <a:pt x="1667591" y="0"/>
                  <a:pt x="1714500" y="46909"/>
                  <a:pt x="1714500" y="104775"/>
                </a:cubicBezTo>
                <a:lnTo>
                  <a:pt x="1714500" y="104775"/>
                </a:lnTo>
                <a:cubicBezTo>
                  <a:pt x="1714500" y="162641"/>
                  <a:pt x="1667591" y="209550"/>
                  <a:pt x="16097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37" name="Assets Placing number circle">
            <a:extLst xmlns:a="http://schemas.openxmlformats.org/drawingml/2006/main">
              <a:ext uri="{FF2B5EF4-FFF2-40B4-BE49-F238E27FC236}">
                <a16:creationId xmlns:a16="http://schemas.microsoft.com/office/drawing/2014/main" id="{6D9CA7E9-39B8-433B-A912-F8D4194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907732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8" name="Assets Placing number">
            <a:extLst xmlns:a="http://schemas.openxmlformats.org/drawingml/2006/main">
              <a:ext uri="{FF2B5EF4-FFF2-40B4-BE49-F238E27FC236}">
                <a16:creationId xmlns:a16="http://schemas.microsoft.com/office/drawing/2014/main" id="{F73C8DA5-53B0-4118-9A43-F9015E0B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9075039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9446E50-B4BC-47A9-B873-8DC9332867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b47361cd34b6e"/>
          <a:stretch xmlns:a="http://schemas.openxmlformats.org/drawingml/2006/main"/>
        </p:blipFill>
        <p:spPr>
          <a:xfrm xmlns:a="http://schemas.openxmlformats.org/drawingml/2006/main">
            <a:off x="5791200" y="909637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240" name="Assets Placing caption">
            <a:extLst xmlns:a="http://schemas.openxmlformats.org/drawingml/2006/main">
              <a:ext uri="{FF2B5EF4-FFF2-40B4-BE49-F238E27FC236}">
                <a16:creationId xmlns:a16="http://schemas.microsoft.com/office/drawing/2014/main" id="{A338AC5B-0239-4DC4-97C1-11A012D5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9086279"/>
            <a:ext cx="12763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Assets Placing</a:t>
            </a:r>
          </a:p>
        </p:txBody>
      </p:sp>
      <p:sp>
        <p:nvSpPr>
          <p:cNvPr id="241" name="Skybox Adding capsule">
            <a:extLst xmlns:a="http://schemas.openxmlformats.org/drawingml/2006/main">
              <a:ext uri="{FF2B5EF4-FFF2-40B4-BE49-F238E27FC236}">
                <a16:creationId xmlns:a16="http://schemas.microsoft.com/office/drawing/2014/main" id="{D60648D4-29E2-4E7A-B0E8-76F7CA0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020175"/>
            <a:ext cx="1685925" cy="209550"/>
          </a:xfrm>
          <a:custGeom xmlns:a="http://schemas.openxmlformats.org/drawingml/2006/main">
            <a:pathLst>
              <a:path w="1685925" h="209550">
                <a:moveTo>
                  <a:pt x="104775" y="0"/>
                </a:moveTo>
                <a:lnTo>
                  <a:pt x="1581150" y="0"/>
                </a:lnTo>
                <a:cubicBezTo>
                  <a:pt x="1639016" y="0"/>
                  <a:pt x="1685925" y="46909"/>
                  <a:pt x="1685925" y="104775"/>
                </a:cubicBezTo>
                <a:lnTo>
                  <a:pt x="1685925" y="104775"/>
                </a:lnTo>
                <a:cubicBezTo>
                  <a:pt x="1685925" y="162641"/>
                  <a:pt x="1639016" y="209550"/>
                  <a:pt x="1581150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9B9F3"/>
            </a:solidFill>
            <a:prstDash val="solid"/>
          </a:ln>
        </p:spPr>
      </p:sp>
      <p:sp>
        <p:nvSpPr>
          <p:cNvPr id="242" name="Skybox Adding number circle">
            <a:extLst xmlns:a="http://schemas.openxmlformats.org/drawingml/2006/main">
              <a:ext uri="{FF2B5EF4-FFF2-40B4-BE49-F238E27FC236}">
                <a16:creationId xmlns:a16="http://schemas.microsoft.com/office/drawing/2014/main" id="{8160EAE0-26B1-47FE-852D-C93C2242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90106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219075" y="109538"/>
                </a:moveTo>
                <a:cubicBezTo>
                  <a:pt x="219075" y="170033"/>
                  <a:pt x="170033" y="219075"/>
                  <a:pt x="109538" y="219075"/>
                </a:cubicBezTo>
                <a:cubicBezTo>
                  <a:pt x="49042" y="219075"/>
                  <a:pt x="0" y="170033"/>
                  <a:pt x="0" y="109538"/>
                </a:cubicBezTo>
                <a:cubicBezTo>
                  <a:pt x="0" y="49042"/>
                  <a:pt x="49042" y="0"/>
                  <a:pt x="109538" y="0"/>
                </a:cubicBezTo>
                <a:cubicBezTo>
                  <a:pt x="170033" y="0"/>
                  <a:pt x="219075" y="49042"/>
                  <a:pt x="219075" y="109538"/>
                </a:cubicBez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3" name="Skybox Adding number">
            <a:extLst xmlns:a="http://schemas.openxmlformats.org/drawingml/2006/main">
              <a:ext uri="{FF2B5EF4-FFF2-40B4-BE49-F238E27FC236}">
                <a16:creationId xmlns:a16="http://schemas.microsoft.com/office/drawing/2014/main" id="{23A5DD3E-49E0-4028-80FE-C2AB91C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9008364"/>
            <a:ext cx="142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7429063-00F5-45CB-8488-8062CA3C1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d806f98b34b6d"/>
          <a:stretch xmlns:a="http://schemas.openxmlformats.org/drawingml/2006/main"/>
        </p:blipFill>
        <p:spPr>
          <a:xfrm xmlns:a="http://schemas.openxmlformats.org/drawingml/2006/main">
            <a:off x="11811000" y="9029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45" name="Skybox Adding caption">
            <a:extLst xmlns:a="http://schemas.openxmlformats.org/drawingml/2006/main">
              <a:ext uri="{FF2B5EF4-FFF2-40B4-BE49-F238E27FC236}">
                <a16:creationId xmlns:a16="http://schemas.microsoft.com/office/drawing/2014/main" id="{D189D569-8F9B-4024-8D7C-DEDB9055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1975" y="9019604"/>
            <a:ext cx="12477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Skybox Adding</a:t>
            </a:r>
          </a:p>
        </p:txBody>
      </p:sp>
      <p:sp>
        <p:nvSpPr>
          <p:cNvPr id="246" name="Step 1: add arrow">
            <a:extLst xmlns:a="http://schemas.openxmlformats.org/drawingml/2006/main">
              <a:ext uri="{FF2B5EF4-FFF2-40B4-BE49-F238E27FC236}">
                <a16:creationId xmlns:a16="http://schemas.microsoft.com/office/drawing/2014/main" id="{EC1F2D53-7F78-4CFB-AC0D-0FC7E44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7058025"/>
            <a:ext cx="1095470" cy="191"/>
          </a:xfrm>
          <a:custGeom xmlns:a="http://schemas.openxmlformats.org/drawingml/2006/main">
            <a:pathLst>
              <a:path w="1095470" h="191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47" name="Step 1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5C5543CC-8D26-446F-B767-5459FB5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69294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6"/>
                </a:lnTo>
                <a:lnTo>
                  <a:pt x="42863" y="8743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8" name="Step 1: add label">
            <a:extLst xmlns:a="http://schemas.openxmlformats.org/drawingml/2006/main">
              <a:ext uri="{FF2B5EF4-FFF2-40B4-BE49-F238E27FC236}">
                <a16:creationId xmlns:a16="http://schemas.microsoft.com/office/drawing/2014/main" id="{1CA47AD3-9833-40BC-B7EE-D1DF6E1F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6812375"/>
            <a:ext cx="990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1: add</a:t>
            </a:r>
          </a:p>
        </p:txBody>
      </p:sp>
      <p:sp>
        <p:nvSpPr>
          <p:cNvPr id="249" name="Step 2: add arrow">
            <a:extLst xmlns:a="http://schemas.openxmlformats.org/drawingml/2006/main">
              <a:ext uri="{FF2B5EF4-FFF2-40B4-BE49-F238E27FC236}">
                <a16:creationId xmlns:a16="http://schemas.microsoft.com/office/drawing/2014/main" id="{DBCB6246-BDAC-46A3-B3BE-6EA6138E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686675"/>
            <a:ext cx="1124045" cy="476345"/>
          </a:xfrm>
          <a:custGeom xmlns:a="http://schemas.openxmlformats.org/drawingml/2006/main">
            <a:pathLst>
              <a:path w="1124045" h="476345">
                <a:moveTo>
                  <a:pt x="112395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0" name="Step 2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D68236C8-ADBB-4474-BC52-402A7DD3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80343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191465" y="57255"/>
                </a:lnTo>
                <a:lnTo>
                  <a:pt x="223573" y="13302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1" name="Step 2: add label">
            <a:extLst xmlns:a="http://schemas.openxmlformats.org/drawingml/2006/main">
              <a:ext uri="{FF2B5EF4-FFF2-40B4-BE49-F238E27FC236}">
                <a16:creationId xmlns:a16="http://schemas.microsoft.com/office/drawing/2014/main" id="{76960505-62C5-4D28-A045-A1F805B6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0000">
            <a:off x="1895475" y="7631525"/>
            <a:ext cx="10287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2: add</a:t>
            </a:r>
          </a:p>
        </p:txBody>
      </p:sp>
      <p:sp>
        <p:nvSpPr>
          <p:cNvPr id="252" name="Step 3: add arrow">
            <a:extLst xmlns:a="http://schemas.openxmlformats.org/drawingml/2006/main">
              <a:ext uri="{FF2B5EF4-FFF2-40B4-BE49-F238E27FC236}">
                <a16:creationId xmlns:a16="http://schemas.microsoft.com/office/drawing/2014/main" id="{9BBA219A-E95F-4490-B95D-E75665E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77250"/>
            <a:ext cx="1076420" cy="191"/>
          </a:xfrm>
          <a:custGeom xmlns:a="http://schemas.openxmlformats.org/drawingml/2006/main">
            <a:pathLst>
              <a:path w="1076420" h="191">
                <a:moveTo>
                  <a:pt x="0" y="0"/>
                </a:moveTo>
                <a:lnTo>
                  <a:pt x="1076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3" name="Step 3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34734498-B805-4D59-ABB8-AE8874C3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83486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6"/>
                </a:lnTo>
                <a:lnTo>
                  <a:pt x="42863" y="8743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4" name="Step 3: add label">
            <a:extLst xmlns:a="http://schemas.openxmlformats.org/drawingml/2006/main">
              <a:ext uri="{FF2B5EF4-FFF2-40B4-BE49-F238E27FC236}">
                <a16:creationId xmlns:a16="http://schemas.microsoft.com/office/drawing/2014/main" id="{5A9E4159-15E5-4B0E-B432-D13D6D21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8222075"/>
            <a:ext cx="990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3: add</a:t>
            </a:r>
          </a:p>
        </p:txBody>
      </p:sp>
      <p:sp>
        <p:nvSpPr>
          <p:cNvPr id="255" name="Step 4: add arrow">
            <a:extLst xmlns:a="http://schemas.openxmlformats.org/drawingml/2006/main">
              <a:ext uri="{FF2B5EF4-FFF2-40B4-BE49-F238E27FC236}">
                <a16:creationId xmlns:a16="http://schemas.microsoft.com/office/drawing/2014/main" id="{B578F529-3A5C-47C0-9885-174ED48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753350"/>
            <a:ext cx="895445" cy="723995"/>
          </a:xfrm>
          <a:custGeom xmlns:a="http://schemas.openxmlformats.org/drawingml/2006/main">
            <a:pathLst>
              <a:path w="895445" h="723995">
                <a:moveTo>
                  <a:pt x="0" y="72390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6" name="Step 4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BEB29AB7-1304-466E-80D6-6B4799DE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263" y="7624763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87796" y="214483"/>
                </a:lnTo>
                <a:lnTo>
                  <a:pt x="36055" y="150487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Step 4: add label">
            <a:extLst xmlns:a="http://schemas.openxmlformats.org/drawingml/2006/main">
              <a:ext uri="{FF2B5EF4-FFF2-40B4-BE49-F238E27FC236}">
                <a16:creationId xmlns:a16="http://schemas.microsoft.com/office/drawing/2014/main" id="{9631C51E-DBC4-4956-8D5E-0B3E0B00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4286250" y="7822025"/>
            <a:ext cx="99060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4: add</a:t>
            </a:r>
          </a:p>
        </p:txBody>
      </p:sp>
      <p:sp>
        <p:nvSpPr>
          <p:cNvPr id="258" name="Step 5: add arrow">
            <a:extLst xmlns:a="http://schemas.openxmlformats.org/drawingml/2006/main">
              <a:ext uri="{FF2B5EF4-FFF2-40B4-BE49-F238E27FC236}">
                <a16:creationId xmlns:a16="http://schemas.microsoft.com/office/drawing/2014/main" id="{C16C6B4E-D713-418C-B9A5-904A9A35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743825"/>
            <a:ext cx="990695" cy="191"/>
          </a:xfrm>
          <a:custGeom xmlns:a="http://schemas.openxmlformats.org/drawingml/2006/main">
            <a:pathLst>
              <a:path w="990695" h="191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ABE3"/>
            </a:solidFill>
            <a:prstDash val="solid"/>
          </a:ln>
        </p:spPr>
      </p:sp>
      <p:sp>
        <p:nvSpPr>
          <p:cNvPr id="259" name="Step 5: add arrow arrowhead">
            <a:extLst xmlns:a="http://schemas.openxmlformats.org/drawingml/2006/main">
              <a:ext uri="{FF2B5EF4-FFF2-40B4-BE49-F238E27FC236}">
                <a16:creationId xmlns:a16="http://schemas.microsoft.com/office/drawing/2014/main" id="{8539ADA0-485C-4EAF-B9DE-E1854AC6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7615238"/>
            <a:ext cx="257175" cy="257175"/>
          </a:xfrm>
          <a:custGeom xmlns:a="http://schemas.openxmlformats.org/drawingml/2006/main">
            <a:pathLst>
              <a:path w="257175" h="257175">
                <a:moveTo>
                  <a:pt x="128588" y="128588"/>
                </a:moveTo>
                <a:lnTo>
                  <a:pt x="42863" y="169736"/>
                </a:lnTo>
                <a:lnTo>
                  <a:pt x="42863" y="87439"/>
                </a:lnTo>
                <a:close/>
              </a:path>
            </a:pathLst>
          </a:custGeom>
          <a:solidFill xmlns:a="http://schemas.openxmlformats.org/drawingml/2006/main">
            <a:srgbClr val="24AB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0" name="Step 5: add label">
            <a:extLst xmlns:a="http://schemas.openxmlformats.org/drawingml/2006/main">
              <a:ext uri="{FF2B5EF4-FFF2-40B4-BE49-F238E27FC236}">
                <a16:creationId xmlns:a16="http://schemas.microsoft.com/office/drawing/2014/main" id="{31CB5F3E-F726-4193-80FC-D6DE7674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7488650"/>
            <a:ext cx="1009650" cy="20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Step 5: add</a:t>
            </a:r>
          </a:p>
        </p:txBody>
      </p:sp>
      <p:pic>
        <p:nvPic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261316E-84D7-40D9-828C-38703A6E34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575a4eac4450c"/>
          <a:stretch xmlns:a="http://schemas.openxmlformats.org/drawingml/2006/main"/>
        </p:blipFill>
        <p:spPr>
          <a:xfrm xmlns:a="http://schemas.openxmlformats.org/drawingml/2006/main">
            <a:off x="2800350" y="6829425"/>
            <a:ext cx="247650" cy="257175"/>
          </a:xfrm>
          <a:prstGeom xmlns:a="http://schemas.openxmlformats.org/drawingml/2006/main" prst="rect">
            <a:avLst/>
          </a:prstGeom>
        </p:spPr>
      </p:pic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929D2DA-5AF1-43F3-B8B8-4092F5629E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82bc7e739470b"/>
          <a:stretch xmlns:a="http://schemas.openxmlformats.org/drawingml/2006/main"/>
        </p:blipFill>
        <p:spPr>
          <a:xfrm xmlns:a="http://schemas.openxmlformats.org/drawingml/2006/main">
            <a:off x="2657475" y="7477125"/>
            <a:ext cx="257175" cy="228600"/>
          </a:xfrm>
          <a:prstGeom xmlns:a="http://schemas.openxmlformats.org/drawingml/2006/main" prst="rect">
            <a:avLst/>
          </a:prstGeom>
        </p:spPr>
      </p:pic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C3DC077-33A9-4EA7-AFA3-FCB432EBB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1b4c594554b02"/>
          <a:stretch xmlns:a="http://schemas.openxmlformats.org/drawingml/2006/main"/>
        </p:blipFill>
        <p:spPr>
          <a:xfrm xmlns:a="http://schemas.openxmlformats.org/drawingml/2006/main">
            <a:off x="2800350" y="8258175"/>
            <a:ext cx="238125" cy="257175"/>
          </a:xfrm>
          <a:prstGeom xmlns:a="http://schemas.openxmlformats.org/drawingml/2006/main" prst="rect">
            <a:avLst/>
          </a:prstGeom>
        </p:spPr>
      </p:pic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F736313-20C7-4364-A780-589B2F93E9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9d6c7adb34b74"/>
          <a:stretch xmlns:a="http://schemas.openxmlformats.org/drawingml/2006/main"/>
        </p:blipFill>
        <p:spPr>
          <a:xfrm xmlns:a="http://schemas.openxmlformats.org/drawingml/2006/main">
            <a:off x="5067300" y="7667625"/>
            <a:ext cx="247650" cy="257175"/>
          </a:xfrm>
          <a:prstGeom xmlns:a="http://schemas.openxmlformats.org/drawingml/2006/main" prst="rect">
            <a:avLst/>
          </a:prstGeom>
        </p:spPr>
      </p:pic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799344C-2522-4993-B19B-FFEF78BB9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834450ec74eda"/>
          <a:stretch xmlns:a="http://schemas.openxmlformats.org/drawingml/2006/main"/>
        </p:blipFill>
        <p:spPr>
          <a:xfrm xmlns:a="http://schemas.openxmlformats.org/drawingml/2006/main">
            <a:off x="10353675" y="7572375"/>
            <a:ext cx="257175" cy="238125"/>
          </a:xfrm>
          <a:prstGeom xmlns:a="http://schemas.openxmlformats.org/drawingml/2006/main" prst="rect">
            <a:avLst/>
          </a:prstGeom>
        </p:spPr>
      </p:pic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A2A840D-15D8-4064-837D-6F12C1B2B5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9c2008ec749f6"/>
          <a:stretch xmlns:a="http://schemas.openxmlformats.org/drawingml/2006/main"/>
        </p:blipFill>
        <p:spPr>
          <a:xfrm xmlns:a="http://schemas.openxmlformats.org/drawingml/2006/main">
            <a:off x="13944600" y="6524625"/>
            <a:ext cx="819150" cy="809625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0D4FBE1-1315-4E3E-8D3E-4602B8B2FC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92bc7f4964d70"/>
          <a:stretch xmlns:a="http://schemas.openxmlformats.org/drawingml/2006/main"/>
        </p:blipFill>
        <p:spPr>
          <a:xfrm xmlns:a="http://schemas.openxmlformats.org/drawingml/2006/main">
            <a:off x="14849475" y="6524625"/>
            <a:ext cx="819150" cy="809625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F1B51E7-B947-4AFA-A696-5E573E33E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f1d2dc8e94d40"/>
          <a:stretch xmlns:a="http://schemas.openxmlformats.org/drawingml/2006/main"/>
        </p:blipFill>
        <p:spPr>
          <a:xfrm xmlns:a="http://schemas.openxmlformats.org/drawingml/2006/main">
            <a:off x="13944600" y="7429500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743CD69-E6E3-4BC2-9897-59D93AE0E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2f2ea43b94d55"/>
          <a:stretch xmlns:a="http://schemas.openxmlformats.org/drawingml/2006/main"/>
        </p:blipFill>
        <p:spPr>
          <a:xfrm xmlns:a="http://schemas.openxmlformats.org/drawingml/2006/main">
            <a:off x="14849475" y="7429500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931AE61-4157-45A0-9D27-D860C0115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9908da07f43fe"/>
          <a:stretch xmlns:a="http://schemas.openxmlformats.org/drawingml/2006/main"/>
        </p:blipFill>
        <p:spPr>
          <a:xfrm xmlns:a="http://schemas.openxmlformats.org/drawingml/2006/main">
            <a:off x="13944600" y="8334375"/>
            <a:ext cx="819150" cy="809625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B1F640F-C668-4CAD-81B9-6B4CEFE54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7cc266e9f46a4"/>
          <a:stretch xmlns:a="http://schemas.openxmlformats.org/drawingml/2006/main"/>
        </p:blipFill>
        <p:spPr>
          <a:xfrm xmlns:a="http://schemas.openxmlformats.org/drawingml/2006/main">
            <a:off x="14849475" y="8334375"/>
            <a:ext cx="819150" cy="809625"/>
          </a:xfrm>
          <a:prstGeom xmlns:a="http://schemas.openxmlformats.org/drawingml/2006/main" prst="rect">
            <a:avLst/>
          </a:prstGeom>
        </p:spPr>
      </p:pic>
      <p:sp>
        <p:nvSpPr>
          <p:cNvPr id="272" name="add operation text">
            <a:extLst xmlns:a="http://schemas.openxmlformats.org/drawingml/2006/main">
              <a:ext uri="{FF2B5EF4-FFF2-40B4-BE49-F238E27FC236}">
                <a16:creationId xmlns:a16="http://schemas.microsoft.com/office/drawing/2014/main" id="{EFE6325E-CA7D-4426-8E0D-55F53D56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6562154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273" name="add operation to">
            <a:extLst xmlns:a="http://schemas.openxmlformats.org/drawingml/2006/main">
              <a:ext uri="{FF2B5EF4-FFF2-40B4-BE49-F238E27FC236}">
                <a16:creationId xmlns:a16="http://schemas.microsoft.com/office/drawing/2014/main" id="{ECC6305B-6E2C-457C-80D0-0643778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6562154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74" name="add operation button">
            <a:extLst xmlns:a="http://schemas.openxmlformats.org/drawingml/2006/main">
              <a:ext uri="{FF2B5EF4-FFF2-40B4-BE49-F238E27FC236}">
                <a16:creationId xmlns:a16="http://schemas.microsoft.com/office/drawing/2014/main" id="{7A4D7CCD-AA6B-4936-A9A9-DD6A7C21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6543675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75" name="add button label">
            <a:extLst xmlns:a="http://schemas.openxmlformats.org/drawingml/2006/main">
              <a:ext uri="{FF2B5EF4-FFF2-40B4-BE49-F238E27FC236}">
                <a16:creationId xmlns:a16="http://schemas.microsoft.com/office/drawing/2014/main" id="{37C439D7-EB97-4E7D-9299-A14E3839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6571679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Add Asset</a:t>
            </a:r>
          </a:p>
        </p:txBody>
      </p:sp>
      <p:sp>
        <p:nvSpPr>
          <p:cNvPr id="276" name="add shortcut diamond">
            <a:extLst xmlns:a="http://schemas.openxmlformats.org/drawingml/2006/main">
              <a:ext uri="{FF2B5EF4-FFF2-40B4-BE49-F238E27FC236}">
                <a16:creationId xmlns:a16="http://schemas.microsoft.com/office/drawing/2014/main" id="{C4B960C0-8892-4659-89BF-C0C2DEB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6543675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7" name="add shortcut text">
            <a:extLst xmlns:a="http://schemas.openxmlformats.org/drawingml/2006/main">
              <a:ext uri="{FF2B5EF4-FFF2-40B4-BE49-F238E27FC236}">
                <a16:creationId xmlns:a16="http://schemas.microsoft.com/office/drawing/2014/main" id="{C175779E-0B66-4DA4-B1A7-19C662A8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6568250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8" name="delete operation text">
            <a:extLst xmlns:a="http://schemas.openxmlformats.org/drawingml/2006/main">
              <a:ext uri="{FF2B5EF4-FFF2-40B4-BE49-F238E27FC236}">
                <a16:creationId xmlns:a16="http://schemas.microsoft.com/office/drawing/2014/main" id="{B4439782-DD83-4FA1-B46D-541B3F88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7124129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79" name="delete operation to">
            <a:extLst xmlns:a="http://schemas.openxmlformats.org/drawingml/2006/main">
              <a:ext uri="{FF2B5EF4-FFF2-40B4-BE49-F238E27FC236}">
                <a16:creationId xmlns:a16="http://schemas.microsoft.com/office/drawing/2014/main" id="{AB305862-BFA3-40EC-963A-92D254C4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7124129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80" name="delete operation button">
            <a:extLst xmlns:a="http://schemas.openxmlformats.org/drawingml/2006/main">
              <a:ext uri="{FF2B5EF4-FFF2-40B4-BE49-F238E27FC236}">
                <a16:creationId xmlns:a16="http://schemas.microsoft.com/office/drawing/2014/main" id="{D374BA25-D6DF-4BA0-97A4-A56340E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7105650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81" name="delete button label">
            <a:extLst xmlns:a="http://schemas.openxmlformats.org/drawingml/2006/main">
              <a:ext uri="{FF2B5EF4-FFF2-40B4-BE49-F238E27FC236}">
                <a16:creationId xmlns:a16="http://schemas.microsoft.com/office/drawing/2014/main" id="{E277923A-5D52-4A47-A4C9-4515035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7133654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Del Asset</a:t>
            </a:r>
          </a:p>
        </p:txBody>
      </p:sp>
      <p:sp>
        <p:nvSpPr>
          <p:cNvPr id="282" name="delete shortcut diamond">
            <a:extLst xmlns:a="http://schemas.openxmlformats.org/drawingml/2006/main">
              <a:ext uri="{FF2B5EF4-FFF2-40B4-BE49-F238E27FC236}">
                <a16:creationId xmlns:a16="http://schemas.microsoft.com/office/drawing/2014/main" id="{1C6B1B61-6887-4BD1-8286-56E52356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7105650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3" name="delete shortcut text">
            <a:extLst xmlns:a="http://schemas.openxmlformats.org/drawingml/2006/main">
              <a:ext uri="{FF2B5EF4-FFF2-40B4-BE49-F238E27FC236}">
                <a16:creationId xmlns:a16="http://schemas.microsoft.com/office/drawing/2014/main" id="{D1BEA1EE-F283-42A1-A76A-FD43D38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7130225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84" name="edit operation text">
            <a:extLst xmlns:a="http://schemas.openxmlformats.org/drawingml/2006/main">
              <a:ext uri="{FF2B5EF4-FFF2-40B4-BE49-F238E27FC236}">
                <a16:creationId xmlns:a16="http://schemas.microsoft.com/office/drawing/2014/main" id="{0DB2D334-3B77-4623-9527-70834ED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7714679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285" name="edit operation to">
            <a:extLst xmlns:a="http://schemas.openxmlformats.org/drawingml/2006/main">
              <a:ext uri="{FF2B5EF4-FFF2-40B4-BE49-F238E27FC236}">
                <a16:creationId xmlns:a16="http://schemas.microsoft.com/office/drawing/2014/main" id="{7AE3EA39-81EE-49C9-B68D-7F8C7BC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7714679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86" name="edit operation button">
            <a:extLst xmlns:a="http://schemas.openxmlformats.org/drawingml/2006/main">
              <a:ext uri="{FF2B5EF4-FFF2-40B4-BE49-F238E27FC236}">
                <a16:creationId xmlns:a16="http://schemas.microsoft.com/office/drawing/2014/main" id="{FDBCC82F-157D-4017-834A-864DDBC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7696200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87" name="edit button label">
            <a:extLst xmlns:a="http://schemas.openxmlformats.org/drawingml/2006/main">
              <a:ext uri="{FF2B5EF4-FFF2-40B4-BE49-F238E27FC236}">
                <a16:creationId xmlns:a16="http://schemas.microsoft.com/office/drawing/2014/main" id="{F46B13EE-DB7D-459F-95C0-69D9ED2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7724204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Edit Asset</a:t>
            </a:r>
          </a:p>
        </p:txBody>
      </p:sp>
      <p:sp>
        <p:nvSpPr>
          <p:cNvPr id="288" name="edit shortcut diamond">
            <a:extLst xmlns:a="http://schemas.openxmlformats.org/drawingml/2006/main">
              <a:ext uri="{FF2B5EF4-FFF2-40B4-BE49-F238E27FC236}">
                <a16:creationId xmlns:a16="http://schemas.microsoft.com/office/drawing/2014/main" id="{81228F86-C221-49C1-829E-68BF0CE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7696200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9" name="edit shortcut text">
            <a:extLst xmlns:a="http://schemas.openxmlformats.org/drawingml/2006/main">
              <a:ext uri="{FF2B5EF4-FFF2-40B4-BE49-F238E27FC236}">
                <a16:creationId xmlns:a16="http://schemas.microsoft.com/office/drawing/2014/main" id="{8CBCFF2E-24BB-4EE1-9A78-4EF25D87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7720775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90" name="move operation text">
            <a:extLst xmlns:a="http://schemas.openxmlformats.org/drawingml/2006/main">
              <a:ext uri="{FF2B5EF4-FFF2-40B4-BE49-F238E27FC236}">
                <a16:creationId xmlns:a16="http://schemas.microsoft.com/office/drawing/2014/main" id="{F5CB6C7A-4BB1-4C09-9F3E-CC03009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8305229"/>
            <a:ext cx="819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91" name="move operation to">
            <a:extLst xmlns:a="http://schemas.openxmlformats.org/drawingml/2006/main">
              <a:ext uri="{FF2B5EF4-FFF2-40B4-BE49-F238E27FC236}">
                <a16:creationId xmlns:a16="http://schemas.microsoft.com/office/drawing/2014/main" id="{D99D8E19-C543-43D1-B216-07D8E823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8305229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92" name="move operation button">
            <a:extLst xmlns:a="http://schemas.openxmlformats.org/drawingml/2006/main">
              <a:ext uri="{FF2B5EF4-FFF2-40B4-BE49-F238E27FC236}">
                <a16:creationId xmlns:a16="http://schemas.microsoft.com/office/drawing/2014/main" id="{5F881727-EDD9-4832-B8F2-4A2C086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8286750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93" name="move button label">
            <a:extLst xmlns:a="http://schemas.openxmlformats.org/drawingml/2006/main">
              <a:ext uri="{FF2B5EF4-FFF2-40B4-BE49-F238E27FC236}">
                <a16:creationId xmlns:a16="http://schemas.microsoft.com/office/drawing/2014/main" id="{ED5B812C-B568-4AF9-9084-F90330AD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7975" y="8314754"/>
            <a:ext cx="1104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Move Asset</a:t>
            </a:r>
          </a:p>
        </p:txBody>
      </p:sp>
      <p:sp>
        <p:nvSpPr>
          <p:cNvPr id="294" name="move shortcut diamond">
            <a:extLst xmlns:a="http://schemas.openxmlformats.org/drawingml/2006/main">
              <a:ext uri="{FF2B5EF4-FFF2-40B4-BE49-F238E27FC236}">
                <a16:creationId xmlns:a16="http://schemas.microsoft.com/office/drawing/2014/main" id="{75095EF8-2B7A-4DD4-96D4-A2210CBD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8286750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5" name="move shortcut text">
            <a:extLst xmlns:a="http://schemas.openxmlformats.org/drawingml/2006/main">
              <a:ext uri="{FF2B5EF4-FFF2-40B4-BE49-F238E27FC236}">
                <a16:creationId xmlns:a16="http://schemas.microsoft.com/office/drawing/2014/main" id="{6B9EB1B8-45E3-4AA0-9858-51C1526C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8311325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96" name="replace operation text">
            <a:extLst xmlns:a="http://schemas.openxmlformats.org/drawingml/2006/main">
              <a:ext uri="{FF2B5EF4-FFF2-40B4-BE49-F238E27FC236}">
                <a16:creationId xmlns:a16="http://schemas.microsoft.com/office/drawing/2014/main" id="{B09A940F-0E7A-4A3B-9E05-1E979E83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0150" y="8911304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3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297" name="replace operation to">
            <a:extLst xmlns:a="http://schemas.openxmlformats.org/drawingml/2006/main">
              <a:ext uri="{FF2B5EF4-FFF2-40B4-BE49-F238E27FC236}">
                <a16:creationId xmlns:a16="http://schemas.microsoft.com/office/drawing/2014/main" id="{0095A74B-DA75-40D3-9026-FB88D6A3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8825" y="8905304"/>
            <a:ext cx="3429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2F98C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F98C5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98" name="replace operation button">
            <a:extLst xmlns:a="http://schemas.openxmlformats.org/drawingml/2006/main">
              <a:ext uri="{FF2B5EF4-FFF2-40B4-BE49-F238E27FC236}">
                <a16:creationId xmlns:a16="http://schemas.microsoft.com/office/drawing/2014/main" id="{EB379B56-8EDC-480A-9E7B-E256B971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8886825"/>
            <a:ext cx="1409700" cy="285750"/>
          </a:xfrm>
          <a:custGeom xmlns:a="http://schemas.openxmlformats.org/drawingml/2006/main">
            <a:pathLst>
              <a:path w="1409700" h="285750">
                <a:moveTo>
                  <a:pt x="142875" y="0"/>
                </a:moveTo>
                <a:lnTo>
                  <a:pt x="1257300" y="0"/>
                </a:lnTo>
                <a:lnTo>
                  <a:pt x="1409700" y="142875"/>
                </a:lnTo>
                <a:lnTo>
                  <a:pt x="1257300" y="285750"/>
                </a:lnTo>
                <a:lnTo>
                  <a:pt x="142875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79B9F3"/>
            </a:solidFill>
            <a:prstDash val="solid"/>
          </a:ln>
        </p:spPr>
      </p:sp>
      <p:sp>
        <p:nvSpPr>
          <p:cNvPr id="299" name="replace button label first">
            <a:extLst xmlns:a="http://schemas.openxmlformats.org/drawingml/2006/main">
              <a:ext uri="{FF2B5EF4-FFF2-40B4-BE49-F238E27FC236}">
                <a16:creationId xmlns:a16="http://schemas.microsoft.com/office/drawing/2014/main" id="{29B5CBD2-FE36-421E-96A7-125641D5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2275" y="8880158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300" name="replace button label second">
            <a:extLst xmlns:a="http://schemas.openxmlformats.org/drawingml/2006/main">
              <a:ext uri="{FF2B5EF4-FFF2-40B4-BE49-F238E27FC236}">
                <a16:creationId xmlns:a16="http://schemas.microsoft.com/office/drawing/2014/main" id="{3D568D99-004B-469A-B636-6C6E528E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2275" y="9023033"/>
            <a:ext cx="800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24ABE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4ABE3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301" name="replace shortcut diamond">
            <a:extLst xmlns:a="http://schemas.openxmlformats.org/drawingml/2006/main">
              <a:ext uri="{FF2B5EF4-FFF2-40B4-BE49-F238E27FC236}">
                <a16:creationId xmlns:a16="http://schemas.microsoft.com/office/drawing/2014/main" id="{2C557981-CC71-4E3F-9288-17F7718E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7150" y="8886825"/>
            <a:ext cx="266700" cy="285750"/>
          </a:xfrm>
          <a:custGeom xmlns:a="http://schemas.openxmlformats.org/drawingml/2006/main">
            <a:pathLst>
              <a:path w="266700" h="285750">
                <a:moveTo>
                  <a:pt x="133350" y="0"/>
                </a:moveTo>
                <a:lnTo>
                  <a:pt x="266700" y="142875"/>
                </a:lnTo>
                <a:lnTo>
                  <a:pt x="133350" y="2857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9B9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2" name="replace shortcut text">
            <a:extLst xmlns:a="http://schemas.openxmlformats.org/drawingml/2006/main">
              <a:ext uri="{FF2B5EF4-FFF2-40B4-BE49-F238E27FC236}">
                <a16:creationId xmlns:a16="http://schemas.microsoft.com/office/drawing/2014/main" id="{7702785F-CE63-42A6-B8CF-563D39CE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3350" y="8911400"/>
            <a:ext cx="1714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627AA58-06C2-45DB-A6C2-356C6951F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8abb16bb6407a"/>
          <a:stretch xmlns:a="http://schemas.openxmlformats.org/drawingml/2006/main"/>
        </p:blipFill>
        <p:spPr>
          <a:xfrm xmlns:a="http://schemas.openxmlformats.org/drawingml/2006/main">
            <a:off x="16916400" y="6534150"/>
            <a:ext cx="209550" cy="304800"/>
          </a:xfrm>
          <a:prstGeom xmlns:a="http://schemas.openxmlformats.org/drawingml/2006/main" prst="rect">
            <a:avLst/>
          </a:prstGeom>
        </p:spPr>
      </p:pic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55C3F1E-2460-407F-AF2C-FFA8BF219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b0b65ab6f46b1"/>
          <a:stretch xmlns:a="http://schemas.openxmlformats.org/drawingml/2006/main"/>
        </p:blipFill>
        <p:spPr>
          <a:xfrm xmlns:a="http://schemas.openxmlformats.org/drawingml/2006/main">
            <a:off x="17459325" y="6515100"/>
            <a:ext cx="285750" cy="352425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D4582EA-92DB-4C78-8192-3B3C641B5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df03478424f06"/>
          <a:stretch xmlns:a="http://schemas.openxmlformats.org/drawingml/2006/main"/>
        </p:blipFill>
        <p:spPr>
          <a:xfrm xmlns:a="http://schemas.openxmlformats.org/drawingml/2006/main">
            <a:off x="16916400" y="7105650"/>
            <a:ext cx="266700" cy="295275"/>
          </a:xfrm>
          <a:prstGeom xmlns:a="http://schemas.openxmlformats.org/drawingml/2006/main" prst="rect">
            <a:avLst/>
          </a:prstGeom>
        </p:spPr>
      </p:pic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FAE937A1-DA40-48DD-9CE4-C500EC0A1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3b5ae03b34817"/>
          <a:stretch xmlns:a="http://schemas.openxmlformats.org/drawingml/2006/main"/>
        </p:blipFill>
        <p:spPr>
          <a:xfrm xmlns:a="http://schemas.openxmlformats.org/drawingml/2006/main">
            <a:off x="17459325" y="7105650"/>
            <a:ext cx="247650" cy="295275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81C4481-BD33-4702-BF83-B43854976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7d99d65474ea9"/>
          <a:stretch xmlns:a="http://schemas.openxmlformats.org/drawingml/2006/main"/>
        </p:blipFill>
        <p:spPr>
          <a:xfrm xmlns:a="http://schemas.openxmlformats.org/drawingml/2006/main">
            <a:off x="16916400" y="7686675"/>
            <a:ext cx="200025" cy="285750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48F3F49-A28B-4772-B775-2EA0FB02B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e07b178264171"/>
          <a:stretch xmlns:a="http://schemas.openxmlformats.org/drawingml/2006/main"/>
        </p:blipFill>
        <p:spPr>
          <a:xfrm xmlns:a="http://schemas.openxmlformats.org/drawingml/2006/main">
            <a:off x="17459325" y="7686675"/>
            <a:ext cx="238125" cy="285750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4B7D0DAA-50E5-46AA-A914-D3C494DD85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530f043f642ec"/>
          <a:stretch xmlns:a="http://schemas.openxmlformats.org/drawingml/2006/main"/>
        </p:blipFill>
        <p:spPr>
          <a:xfrm xmlns:a="http://schemas.openxmlformats.org/drawingml/2006/main">
            <a:off x="16897350" y="8277225"/>
            <a:ext cx="295275" cy="295275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8C94FD9-1BE7-4FB0-A74E-0F2B30D60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699d97e734174"/>
          <a:stretch xmlns:a="http://schemas.openxmlformats.org/drawingml/2006/main"/>
        </p:blipFill>
        <p:spPr>
          <a:xfrm xmlns:a="http://schemas.openxmlformats.org/drawingml/2006/main">
            <a:off x="17430750" y="8267700"/>
            <a:ext cx="314325" cy="304800"/>
          </a:xfrm>
          <a:prstGeom xmlns:a="http://schemas.openxmlformats.org/drawingml/2006/main" prst="rect">
            <a:avLst/>
          </a:prstGeom>
        </p:spPr>
      </p:pic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9D446369-A6D4-472F-8307-60B275C415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7862530394e75"/>
          <a:stretch xmlns:a="http://schemas.openxmlformats.org/drawingml/2006/main"/>
        </p:blipFill>
        <p:spPr>
          <a:xfrm xmlns:a="http://schemas.openxmlformats.org/drawingml/2006/main">
            <a:off x="16859250" y="8877300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3EF929F-2466-4A45-96C1-9D0158D96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2e187ed8841e5"/>
          <a:stretch xmlns:a="http://schemas.openxmlformats.org/drawingml/2006/main"/>
        </p:blipFill>
        <p:spPr>
          <a:xfrm xmlns:a="http://schemas.openxmlformats.org/drawingml/2006/main">
            <a:off x="17402175" y="8877300"/>
            <a:ext cx="342900" cy="31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3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" dist="34343" dir="3378596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2026-10-18T11:25:34.1680000Z</dcterms:created>
  <dcterms:modified xsi:type="dcterms:W3CDTF">2026-10-18T11:25:34.1680000Z</dcterms:modified>
</coreProperties>
</file>