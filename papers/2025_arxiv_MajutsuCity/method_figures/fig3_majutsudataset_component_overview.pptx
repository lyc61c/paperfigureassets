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b0eb5554f44e48" /><Relationship Type="http://schemas.openxmlformats.org/officeDocument/2006/relationships/extended-properties" Target="/docProps/app.xml" Id="R85db52da34f142ca" /><Relationship Type="http://schemas.openxmlformats.org/officeDocument/2006/relationships/officeDocument" Target="/ppt/presentation.xml" Id="R68615363a6e140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71339cc4a74138"/>
  </p:sldMasterIdLst>
  <p:notesMasterIdLst>
    <p:notesMasterId xmlns:r="http://schemas.openxmlformats.org/officeDocument/2006/relationships" r:id="R2a1495b03a064de6"/>
  </p:notesMasterIdLst>
  <p:sldIdLst>
    <p:sldId xmlns:r="http://schemas.openxmlformats.org/officeDocument/2006/relationships" id="256" r:id="Rf3e7c2c6cedc424a"/>
  </p:sldIdLst>
  <p:sldSz cx="9467850" cy="50101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8299dc740a4534" /><Relationship Type="http://schemas.openxmlformats.org/officeDocument/2006/relationships/slideMaster" Target="/ppt/slideMasters/slideMaster1.xml" Id="R8a71339cc4a74138" /><Relationship Type="http://schemas.openxmlformats.org/officeDocument/2006/relationships/notesMaster" Target="/ppt/notesMasters/notesMaster1.xml" Id="R2a1495b03a064de6" /><Relationship Type="http://schemas.openxmlformats.org/officeDocument/2006/relationships/presProps" Target="/ppt/presProps.xml" Id="Rb30e51f9551447e0" /><Relationship Type="http://schemas.openxmlformats.org/officeDocument/2006/relationships/tableStyles" Target="/ppt/tableStyles.xml" Id="R8954013ce88c4190" /><Relationship Type="http://schemas.openxmlformats.org/officeDocument/2006/relationships/slide" Target="/ppt/slides/slide1.xml" Id="Rf3e7c2c6cedc42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8fc5bcac184f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0eec283f0249ae" /><Relationship Type="http://schemas.openxmlformats.org/officeDocument/2006/relationships/notesMaster" Target="/ppt/notesMasters/notesMaster1.xml" Id="Rb6c392c739d34d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MajutsuCity fig3</a:t>
            </a:r>
          </a:p>
          <a:p xmlns:a="http://schemas.openxmlformats.org/drawingml/2006/main">
            <a:r>
              <a:t>Source: https://arxiv.org/abs/2511.20415v2</a:t>
            </a:r>
          </a:p>
          <a:p xmlns:a="http://schemas.openxmlformats.org/drawingml/2006/main">
            <a:r>
              <a:t>Approved image: fig3_majutsudataset_component_overview.png; SHA-256: f4df300deade11671b3ccf0f89149a49bdaf37c96508e994d1ffb6ee8eb015c2</a:t>
            </a:r>
          </a:p>
          <a:p xmlns:a="http://schemas.openxmlformats.org/drawingml/2006/main">
            <a:r>
              <a:t>The reference PDF artwork is raster-only. Primary readable captions, stage/module labels, panels, category badges, arrow paths and diagram geometry are reconstructed native editable PowerPoint objects. Arrow paths are freeforms, not endpoint-bound connectors. Original 3D buildings/cities, maps, noise tensors, materials, skyboxes, source logos, small pictograms and embedded local illustration annotations remain named independent raster objects (53); their internal pixels are not editable. No whole-figure screenshot or full-slide backdrop is used.</a:t>
            </a:r>
          </a:p>
          <a:p xmlns:a="http://schemas.openxmlformats.org/drawingml/2006/main">
            <a:r>
              <a:t>Source font identities are unavailable from flattened artwork. Installed Arial approximate the source typefaces. Pattern frequency, shadows, some decorative icons and antialiasing differ; this is not pixel-identical author source. Source crop boundaries and original evidence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dc1ea77fe4b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15a0b06644a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4f09aae2b43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9f8f7ff8f847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86a8d47df343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07dd67bac4f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E6BB95-E62F-47FB-AED9-530EA7F524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6785" y="1892723"/>
            <a:ext cx="7574280" cy="723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0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A5872C-2885-4838-A518-042A1BA4B6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20178" y="2755583"/>
            <a:ext cx="6627495" cy="55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F7B830F-CE5C-4AFA-AF2B-0B2B566A57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6785" y="2087563"/>
            <a:ext cx="7574280" cy="83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286E98-25BD-4D5B-8FAD-CE121726E4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2567" y="389678"/>
            <a:ext cx="8402717" cy="612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A1557CA-C856-41DA-849C-FA3669F87A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32567" y="1391708"/>
            <a:ext cx="8402717" cy="3117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7005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1pPr>
            <a:lvl2pPr marL="389678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2pPr>
            <a:lvl3pPr marL="612352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3pPr>
            <a:lvl4pPr marL="835025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4pPr>
            <a:lvl5pPr marL="1057698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5pPr>
            <a:lvl6pPr marL="1280372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6pPr>
            <a:lvl7pPr marL="1503045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7pPr>
            <a:lvl8pPr marL="1725718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8pPr>
            <a:lvl9pPr marL="1948392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179463-D87A-4426-98EA-DC747C9877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2567" y="389678"/>
            <a:ext cx="8402717" cy="612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3537FD-1C53-4A44-8183-592F506BE1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32567" y="1391708"/>
            <a:ext cx="3905488" cy="3117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7005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1pPr>
            <a:lvl2pPr marL="389678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2pPr>
            <a:lvl3pPr marL="612352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3pPr>
            <a:lvl4pPr marL="835025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4pPr>
            <a:lvl5pPr marL="1057698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5pPr>
            <a:lvl6pPr marL="1280372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6pPr>
            <a:lvl7pPr marL="1503045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7pPr>
            <a:lvl8pPr marL="1725718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8pPr>
            <a:lvl9pPr marL="1948392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46A267-E11B-46B9-8A37-BA831521E2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029795" y="1391708"/>
            <a:ext cx="3905488" cy="3117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7005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1pPr>
            <a:lvl2pPr marL="389678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2pPr>
            <a:lvl3pPr marL="612352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3pPr>
            <a:lvl4pPr marL="835025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4pPr>
            <a:lvl5pPr marL="1057698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5pPr>
            <a:lvl6pPr marL="1280372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6pPr>
            <a:lvl7pPr marL="1503045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7pPr>
            <a:lvl8pPr marL="1725718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8pPr>
            <a:lvl9pPr marL="1948392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9025EC-0622-4A36-AD4F-2411850E4C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2567" y="389678"/>
            <a:ext cx="8402717" cy="612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A43590-DF3C-439B-B423-C680D694F3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32567" y="1391708"/>
            <a:ext cx="3905488" cy="3117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7005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1pPr>
            <a:lvl2pPr marL="389678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2pPr>
            <a:lvl3pPr marL="612352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3pPr>
            <a:lvl4pPr marL="835025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4pPr>
            <a:lvl5pPr marL="1057698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5pPr>
            <a:lvl6pPr marL="1280372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6pPr>
            <a:lvl7pPr marL="1503045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7pPr>
            <a:lvl8pPr marL="1725718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8pPr>
            <a:lvl9pPr marL="1948392" indent="-167005">
              <a:lnSpc>
                <a:spcPct val="110000"/>
              </a:lnSpc>
              <a:spcBef>
                <a:spcPts val="0"/>
              </a:spcBef>
              <a:spcAft>
                <a:spcPts val="87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0b1475072041e1" /><Relationship Type="http://schemas.openxmlformats.org/officeDocument/2006/relationships/slideLayout" Target="/ppt/slideLayouts/slideLayout1.xml" Id="Rab214ae30ca94e0a" /><Relationship Type="http://schemas.openxmlformats.org/officeDocument/2006/relationships/slideLayout" Target="/ppt/slideLayouts/slideLayout2.xml" Id="Re759c0c9be7546e1" /><Relationship Type="http://schemas.openxmlformats.org/officeDocument/2006/relationships/slideLayout" Target="/ppt/slideLayouts/slideLayout3.xml" Id="R95a02e1c76c44c40" /><Relationship Type="http://schemas.openxmlformats.org/officeDocument/2006/relationships/slideLayout" Target="/ppt/slideLayouts/slideLayout4.xml" Id="Ra4017e8150da4136" /><Relationship Type="http://schemas.openxmlformats.org/officeDocument/2006/relationships/slideLayout" Target="/ppt/slideLayouts/slideLayout5.xml" Id="Rb63bdc2b71304f29" /><Relationship Type="http://schemas.openxmlformats.org/officeDocument/2006/relationships/slideLayout" Target="/ppt/slideLayouts/slideLayout6.xml" Id="Rb51f65be772540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214ae30ca94e0a"/>
    <p:sldLayoutId xmlns:r="http://schemas.openxmlformats.org/officeDocument/2006/relationships" id="2147483650" r:id="Re759c0c9be7546e1"/>
    <p:sldLayoutId xmlns:r="http://schemas.openxmlformats.org/officeDocument/2006/relationships" id="2147483651" r:id="R95a02e1c76c44c40"/>
    <p:sldLayoutId xmlns:r="http://schemas.openxmlformats.org/officeDocument/2006/relationships" id="2147483652" r:id="Ra4017e8150da4136"/>
    <p:sldLayoutId xmlns:r="http://schemas.openxmlformats.org/officeDocument/2006/relationships" id="2147483653" r:id="Rb63bdc2b71304f29"/>
    <p:sldLayoutId xmlns:r="http://schemas.openxmlformats.org/officeDocument/2006/relationships" id="2147483654" r:id="Rb51f65be772540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a18b2e81424ae8" /><Relationship Type="http://schemas.openxmlformats.org/officeDocument/2006/relationships/image" Target="/ppt/media/image.png" Id="R54df80465e9045a3" /><Relationship Type="http://schemas.openxmlformats.org/officeDocument/2006/relationships/image" Target="/ppt/media/image2.png" Id="Rc637dac97a004907" /><Relationship Type="http://schemas.openxmlformats.org/officeDocument/2006/relationships/image" Target="/ppt/media/image3.png" Id="R6c5af38fdc224968" /><Relationship Type="http://schemas.openxmlformats.org/officeDocument/2006/relationships/image" Target="/ppt/media/image4.png" Id="R4487538f35f94e78" /><Relationship Type="http://schemas.openxmlformats.org/officeDocument/2006/relationships/image" Target="/ppt/media/image5.png" Id="R9726d4d1f10b4314" /><Relationship Type="http://schemas.openxmlformats.org/officeDocument/2006/relationships/image" Target="/ppt/media/image6.png" Id="R328e87a7b9734c86" /><Relationship Type="http://schemas.openxmlformats.org/officeDocument/2006/relationships/image" Target="/ppt/media/image7.png" Id="R42a5907ad6964b4f" /><Relationship Type="http://schemas.openxmlformats.org/officeDocument/2006/relationships/image" Target="/ppt/media/image8.png" Id="R67ab13740a014110" /><Relationship Type="http://schemas.openxmlformats.org/officeDocument/2006/relationships/image" Target="/ppt/media/image9.png" Id="R0e156d9c967f45e8" /><Relationship Type="http://schemas.openxmlformats.org/officeDocument/2006/relationships/image" Target="/ppt/media/image10.png" Id="Rb721fdbe0f6a484c" /><Relationship Type="http://schemas.openxmlformats.org/officeDocument/2006/relationships/image" Target="/ppt/media/image11.png" Id="R6d1459d2254941be" /><Relationship Type="http://schemas.openxmlformats.org/officeDocument/2006/relationships/image" Target="/ppt/media/image12.png" Id="R87c115fd3a4c47c6" /><Relationship Type="http://schemas.openxmlformats.org/officeDocument/2006/relationships/image" Target="/ppt/media/image13.png" Id="R72a0af7457084dbe" /><Relationship Type="http://schemas.openxmlformats.org/officeDocument/2006/relationships/image" Target="/ppt/media/image14.png" Id="R2323e2eff8c949c3" /><Relationship Type="http://schemas.openxmlformats.org/officeDocument/2006/relationships/image" Target="/ppt/media/image15.png" Id="R9e6f5241cecf4727" /><Relationship Type="http://schemas.openxmlformats.org/officeDocument/2006/relationships/image" Target="/ppt/media/image16.png" Id="Rbc32e4aa377c432b" /><Relationship Type="http://schemas.openxmlformats.org/officeDocument/2006/relationships/image" Target="/ppt/media/image17.png" Id="R24fd18b560ab45d1" /><Relationship Type="http://schemas.openxmlformats.org/officeDocument/2006/relationships/image" Target="/ppt/media/image18.png" Id="Redd972641a094e58" /><Relationship Type="http://schemas.openxmlformats.org/officeDocument/2006/relationships/image" Target="/ppt/media/image19.png" Id="R47111f7c52034acb" /><Relationship Type="http://schemas.openxmlformats.org/officeDocument/2006/relationships/image" Target="/ppt/media/image20.png" Id="Rb71de8c67e30423f" /><Relationship Type="http://schemas.openxmlformats.org/officeDocument/2006/relationships/image" Target="/ppt/media/image21.png" Id="Ra3f05f0aa2a4474d" /><Relationship Type="http://schemas.openxmlformats.org/officeDocument/2006/relationships/image" Target="/ppt/media/image22.png" Id="R899c46e86c524360" /><Relationship Type="http://schemas.openxmlformats.org/officeDocument/2006/relationships/image" Target="/ppt/media/image23.png" Id="R66d7608bae754c71" /><Relationship Type="http://schemas.openxmlformats.org/officeDocument/2006/relationships/image" Target="/ppt/media/image24.png" Id="Rfdd6f6473caf45dd" /><Relationship Type="http://schemas.openxmlformats.org/officeDocument/2006/relationships/image" Target="/ppt/media/image25.png" Id="R28e368ef3ac74691" /><Relationship Type="http://schemas.openxmlformats.org/officeDocument/2006/relationships/image" Target="/ppt/media/image26.png" Id="Rb3a0d86265414797" /><Relationship Type="http://schemas.openxmlformats.org/officeDocument/2006/relationships/image" Target="/ppt/media/image27.png" Id="R89ffae24a80147a8" /><Relationship Type="http://schemas.openxmlformats.org/officeDocument/2006/relationships/image" Target="/ppt/media/image28.png" Id="R3b1d3a0451184eba" /><Relationship Type="http://schemas.openxmlformats.org/officeDocument/2006/relationships/image" Target="/ppt/media/image29.png" Id="R3c137a3ee7ac433b" /><Relationship Type="http://schemas.openxmlformats.org/officeDocument/2006/relationships/image" Target="/ppt/media/image30.png" Id="Ra41d0404796b4d22" /><Relationship Type="http://schemas.openxmlformats.org/officeDocument/2006/relationships/image" Target="/ppt/media/image31.png" Id="R3cde662a928e4e4f" /><Relationship Type="http://schemas.openxmlformats.org/officeDocument/2006/relationships/image" Target="/ppt/media/image32.png" Id="Re03675fae1cd4ba2" /><Relationship Type="http://schemas.openxmlformats.org/officeDocument/2006/relationships/image" Target="/ppt/media/image33.png" Id="R573d1b98b2de4e39" /><Relationship Type="http://schemas.openxmlformats.org/officeDocument/2006/relationships/image" Target="/ppt/media/image34.png" Id="R34ca1950496b401b" /><Relationship Type="http://schemas.openxmlformats.org/officeDocument/2006/relationships/image" Target="/ppt/media/image35.png" Id="R199d1a221aaa44dd" /><Relationship Type="http://schemas.openxmlformats.org/officeDocument/2006/relationships/image" Target="/ppt/media/image36.png" Id="R29746eaac90243af" /><Relationship Type="http://schemas.openxmlformats.org/officeDocument/2006/relationships/image" Target="/ppt/media/image37.png" Id="R437c87af0c264f0c" /><Relationship Type="http://schemas.openxmlformats.org/officeDocument/2006/relationships/image" Target="/ppt/media/image38.png" Id="R608c60d7ec3a4120" /><Relationship Type="http://schemas.openxmlformats.org/officeDocument/2006/relationships/image" Target="/ppt/media/image39.png" Id="Ra1f31480ef5245e1" /><Relationship Type="http://schemas.openxmlformats.org/officeDocument/2006/relationships/image" Target="/ppt/media/image40.png" Id="R0bdf6f48bde34d0f" /><Relationship Type="http://schemas.openxmlformats.org/officeDocument/2006/relationships/image" Target="/ppt/media/image41.png" Id="Rbde30ae70d254852" /><Relationship Type="http://schemas.openxmlformats.org/officeDocument/2006/relationships/image" Target="/ppt/media/image42.png" Id="Rf680786504194ccc" /><Relationship Type="http://schemas.openxmlformats.org/officeDocument/2006/relationships/image" Target="/ppt/media/image43.png" Id="Ra427a8b4a1eb4e8c" /><Relationship Type="http://schemas.openxmlformats.org/officeDocument/2006/relationships/image" Target="/ppt/media/image44.png" Id="R744873286b734b04" /><Relationship Type="http://schemas.openxmlformats.org/officeDocument/2006/relationships/image" Target="/ppt/media/image45.png" Id="Re071181e14a0459a" /><Relationship Type="http://schemas.openxmlformats.org/officeDocument/2006/relationships/image" Target="/ppt/media/image46.png" Id="R895455482dc24408" /><Relationship Type="http://schemas.openxmlformats.org/officeDocument/2006/relationships/image" Target="/ppt/media/image47.png" Id="R0a49999aeaa446d4" /><Relationship Type="http://schemas.openxmlformats.org/officeDocument/2006/relationships/image" Target="/ppt/media/image48.png" Id="Rc2060d0b971c4a31" /><Relationship Type="http://schemas.openxmlformats.org/officeDocument/2006/relationships/image" Target="/ppt/media/image49.png" Id="Reb3272f9f0fe43ac" /><Relationship Type="http://schemas.openxmlformats.org/officeDocument/2006/relationships/image" Target="/ppt/media/image50.png" Id="R6de7d3edfaac46e7" /><Relationship Type="http://schemas.openxmlformats.org/officeDocument/2006/relationships/image" Target="/ppt/media/image51.png" Id="R206d321e086b46e9" /><Relationship Type="http://schemas.openxmlformats.org/officeDocument/2006/relationships/image" Target="/ppt/media/image52.png" Id="R176d8e481c504a28" /><Relationship Type="http://schemas.openxmlformats.org/officeDocument/2006/relationships/image" Target="/ppt/media/image53.png" Id="Rd76babb282464f4f" /><Relationship Type="http://schemas.openxmlformats.org/officeDocument/2006/relationships/notesSlide" Target="/ppt/notesSlides/notesSlide1.xml" Id="R94877e64ff254e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OSM category panel">
            <a:extLst xmlns:a="http://schemas.openxmlformats.org/drawingml/2006/main">
              <a:ext uri="{FF2B5EF4-FFF2-40B4-BE49-F238E27FC236}">
                <a16:creationId xmlns:a16="http://schemas.microsoft.com/office/drawing/2014/main" id="{F86A9048-3F0C-49A6-8131-75D9AA0D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76200"/>
            <a:ext cx="1943100" cy="4819650"/>
          </a:xfrm>
          <a:custGeom xmlns:a="http://schemas.openxmlformats.org/drawingml/2006/main">
            <a:pathLst>
              <a:path w="1943100" h="4819650">
                <a:moveTo>
                  <a:pt x="142875" y="0"/>
                </a:moveTo>
                <a:lnTo>
                  <a:pt x="1800225" y="0"/>
                </a:lnTo>
                <a:cubicBezTo>
                  <a:pt x="1879133" y="0"/>
                  <a:pt x="1943100" y="63967"/>
                  <a:pt x="1943100" y="142875"/>
                </a:cubicBezTo>
                <a:lnTo>
                  <a:pt x="1943100" y="4676775"/>
                </a:lnTo>
                <a:cubicBezTo>
                  <a:pt x="1943100" y="4755683"/>
                  <a:pt x="1879133" y="4819650"/>
                  <a:pt x="1800225" y="4819650"/>
                </a:cubicBezTo>
                <a:lnTo>
                  <a:pt x="142875" y="4819650"/>
                </a:lnTo>
                <a:cubicBezTo>
                  <a:pt x="63967" y="4819650"/>
                  <a:pt x="0" y="4755683"/>
                  <a:pt x="0" y="46767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E1DF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3D category panel">
            <a:extLst xmlns:a="http://schemas.openxmlformats.org/drawingml/2006/main">
              <a:ext uri="{FF2B5EF4-FFF2-40B4-BE49-F238E27FC236}">
                <a16:creationId xmlns:a16="http://schemas.microsoft.com/office/drawing/2014/main" id="{9E9A326C-B596-485D-9EBB-E8739FC6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76200"/>
            <a:ext cx="4657725" cy="4819650"/>
          </a:xfrm>
          <a:custGeom xmlns:a="http://schemas.openxmlformats.org/drawingml/2006/main">
            <a:pathLst>
              <a:path w="4657725" h="4819650">
                <a:moveTo>
                  <a:pt x="152400" y="0"/>
                </a:moveTo>
                <a:lnTo>
                  <a:pt x="4505325" y="0"/>
                </a:lnTo>
                <a:cubicBezTo>
                  <a:pt x="4589493" y="0"/>
                  <a:pt x="4657725" y="68232"/>
                  <a:pt x="4657725" y="152400"/>
                </a:cubicBezTo>
                <a:lnTo>
                  <a:pt x="4657725" y="4667250"/>
                </a:lnTo>
                <a:cubicBezTo>
                  <a:pt x="4657725" y="4751418"/>
                  <a:pt x="4589493" y="4819650"/>
                  <a:pt x="4505325" y="4819650"/>
                </a:cubicBezTo>
                <a:lnTo>
                  <a:pt x="152400" y="4819650"/>
                </a:lnTo>
                <a:cubicBezTo>
                  <a:pt x="68232" y="4819650"/>
                  <a:pt x="0" y="4751418"/>
                  <a:pt x="0" y="46672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DED0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texture category panel">
            <a:extLst xmlns:a="http://schemas.openxmlformats.org/drawingml/2006/main">
              <a:ext uri="{FF2B5EF4-FFF2-40B4-BE49-F238E27FC236}">
                <a16:creationId xmlns:a16="http://schemas.microsoft.com/office/drawing/2014/main" id="{9A33A303-CB67-4D4E-9473-7B0A33AE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76200"/>
            <a:ext cx="2609850" cy="4819650"/>
          </a:xfrm>
          <a:custGeom xmlns:a="http://schemas.openxmlformats.org/drawingml/2006/main">
            <a:pathLst>
              <a:path w="2609850" h="4819650">
                <a:moveTo>
                  <a:pt x="142875" y="0"/>
                </a:moveTo>
                <a:lnTo>
                  <a:pt x="2466975" y="0"/>
                </a:lnTo>
                <a:cubicBezTo>
                  <a:pt x="2545883" y="0"/>
                  <a:pt x="2609850" y="63967"/>
                  <a:pt x="2609850" y="142875"/>
                </a:cubicBezTo>
                <a:lnTo>
                  <a:pt x="2609850" y="4676775"/>
                </a:lnTo>
                <a:cubicBezTo>
                  <a:pt x="2609850" y="4755683"/>
                  <a:pt x="2545883" y="4819650"/>
                  <a:pt x="2466975" y="4819650"/>
                </a:cubicBezTo>
                <a:lnTo>
                  <a:pt x="142875" y="4819650"/>
                </a:lnTo>
                <a:cubicBezTo>
                  <a:pt x="63967" y="4819650"/>
                  <a:pt x="0" y="4755683"/>
                  <a:pt x="0" y="46767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EDD4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caption panel">
            <a:extLst xmlns:a="http://schemas.openxmlformats.org/drawingml/2006/main">
              <a:ext uri="{FF2B5EF4-FFF2-40B4-BE49-F238E27FC236}">
                <a16:creationId xmlns:a16="http://schemas.microsoft.com/office/drawing/2014/main" id="{4AB87DD3-2E66-44CE-99A9-66C3B2DD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33350"/>
            <a:ext cx="1819275" cy="762000"/>
          </a:xfrm>
          <a:custGeom xmlns:a="http://schemas.openxmlformats.org/drawingml/2006/main">
            <a:pathLst>
              <a:path w="1819275" h="762000">
                <a:moveTo>
                  <a:pt x="57150" y="0"/>
                </a:moveTo>
                <a:lnTo>
                  <a:pt x="1762125" y="0"/>
                </a:lnTo>
                <a:cubicBezTo>
                  <a:pt x="1793688" y="0"/>
                  <a:pt x="1819275" y="25587"/>
                  <a:pt x="1819275" y="57150"/>
                </a:cubicBezTo>
                <a:lnTo>
                  <a:pt x="1819275" y="704850"/>
                </a:lnTo>
                <a:cubicBezTo>
                  <a:pt x="1819275" y="736413"/>
                  <a:pt x="1793688" y="762000"/>
                  <a:pt x="1762125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1A6E8"/>
            </a:solidFill>
            <a:prstDash val="dash"/>
          </a:ln>
        </p:spPr>
      </p:sp>
      <p:sp>
        <p:nvSpPr>
          <p:cNvPr id="5" name="dataset caption 1">
            <a:extLst xmlns:a="http://schemas.openxmlformats.org/drawingml/2006/main">
              <a:ext uri="{FF2B5EF4-FFF2-40B4-BE49-F238E27FC236}">
                <a16:creationId xmlns:a16="http://schemas.microsoft.com/office/drawing/2014/main" id="{386F8D7D-53D6-4F31-8973-5AF62165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" y="170440"/>
            <a:ext cx="1657350" cy="156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road network centers on a</a:t>
            </a:r>
          </a:p>
        </p:txBody>
      </p:sp>
      <p:sp>
        <p:nvSpPr>
          <p:cNvPr id="6" name="dataset caption 2">
            <a:extLst xmlns:a="http://schemas.openxmlformats.org/drawingml/2006/main">
              <a:ext uri="{FF2B5EF4-FFF2-40B4-BE49-F238E27FC236}">
                <a16:creationId xmlns:a16="http://schemas.microsoft.com/office/drawing/2014/main" id="{1FF56961-8231-4874-B09F-4FB19AC5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" y="284112"/>
            <a:ext cx="1657350" cy="156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 north-south road and a</a:t>
            </a:r>
          </a:p>
        </p:txBody>
      </p:sp>
      <p:sp>
        <p:nvSpPr>
          <p:cNvPr id="7" name="dataset caption 3">
            <a:extLst xmlns:a="http://schemas.openxmlformats.org/drawingml/2006/main">
              <a:ext uri="{FF2B5EF4-FFF2-40B4-BE49-F238E27FC236}">
                <a16:creationId xmlns:a16="http://schemas.microsoft.com/office/drawing/2014/main" id="{42EC5073-5583-4136-9EB6-A700AA87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" y="398091"/>
            <a:ext cx="1657350" cy="153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curving southeast route, lined with</a:t>
            </a:r>
          </a:p>
        </p:txBody>
      </p:sp>
      <p:sp>
        <p:nvSpPr>
          <p:cNvPr id="8" name="dataset caption 4">
            <a:extLst xmlns:a="http://schemas.openxmlformats.org/drawingml/2006/main">
              <a:ext uri="{FF2B5EF4-FFF2-40B4-BE49-F238E27FC236}">
                <a16:creationId xmlns:a16="http://schemas.microsoft.com/office/drawing/2014/main" id="{C380F3F8-6141-400C-83EE-A0EDFF16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" y="511454"/>
            <a:ext cx="1657350" cy="156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dense rectangular buildings. An</a:t>
            </a:r>
          </a:p>
        </p:txBody>
      </p:sp>
      <p:sp>
        <p:nvSpPr>
          <p:cNvPr id="9" name="dataset caption 5">
            <a:extLst xmlns:a="http://schemas.openxmlformats.org/drawingml/2006/main">
              <a:ext uri="{FF2B5EF4-FFF2-40B4-BE49-F238E27FC236}">
                <a16:creationId xmlns:a16="http://schemas.microsoft.com/office/drawing/2014/main" id="{971335DA-1AE5-43CD-9C04-F18B32A9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" y="625126"/>
            <a:ext cx="1657350" cy="156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elongated central water body,</a:t>
            </a:r>
          </a:p>
        </p:txBody>
      </p:sp>
      <p:sp>
        <p:nvSpPr>
          <p:cNvPr id="10" name="dataset caption 6">
            <a:extLst xmlns:a="http://schemas.openxmlformats.org/drawingml/2006/main">
              <a:ext uri="{FF2B5EF4-FFF2-40B4-BE49-F238E27FC236}">
                <a16:creationId xmlns:a16="http://schemas.microsoft.com/office/drawing/2014/main" id="{4D315655-6C5C-4FA2-9697-A9B90359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" y="738797"/>
            <a:ext cx="1657350" cy="156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likely a pond or small lake...</a:t>
            </a:r>
          </a:p>
        </p:txBody>
      </p:sp>
      <p:sp>
        <p:nvSpPr>
          <p:cNvPr id="11" name="Caption label">
            <a:extLst xmlns:a="http://schemas.openxmlformats.org/drawingml/2006/main">
              <a:ext uri="{FF2B5EF4-FFF2-40B4-BE49-F238E27FC236}">
                <a16:creationId xmlns:a16="http://schemas.microsoft.com/office/drawing/2014/main" id="{9EA4C80A-BECC-4B19-8F4C-F455DD48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96583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Caption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002D0-DACA-44E5-9EA2-AFCCFB6A00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f80465e9045a3"/>
          <a:stretch xmlns:a="http://schemas.openxmlformats.org/drawingml/2006/main"/>
        </p:blipFill>
        <p:spPr>
          <a:xfrm xmlns:a="http://schemas.openxmlformats.org/drawingml/2006/main">
            <a:off x="361950" y="1209675"/>
            <a:ext cx="1304925" cy="1304925"/>
          </a:xfrm>
          <a:prstGeom xmlns:a="http://schemas.openxmlformats.org/drawingml/2006/main" prst="rect">
            <a:avLst/>
          </a:prstGeom>
        </p:spPr>
      </p:pic>
      <p:sp>
        <p:nvSpPr>
          <p:cNvPr id="13" name="Layout Map label">
            <a:extLst xmlns:a="http://schemas.openxmlformats.org/drawingml/2006/main">
              <a:ext uri="{FF2B5EF4-FFF2-40B4-BE49-F238E27FC236}">
                <a16:creationId xmlns:a16="http://schemas.microsoft.com/office/drawing/2014/main" id="{C4F05036-05F5-47DF-A75A-56CB3E1E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55651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Layout Map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417EC-595D-47E2-B4F0-C0607C8CAF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7dac97a004907"/>
          <a:stretch xmlns:a="http://schemas.openxmlformats.org/drawingml/2006/main"/>
        </p:blipFill>
        <p:spPr>
          <a:xfrm xmlns:a="http://schemas.openxmlformats.org/drawingml/2006/main">
            <a:off x="371475" y="2847975"/>
            <a:ext cx="1295400" cy="1295400"/>
          </a:xfrm>
          <a:prstGeom xmlns:a="http://schemas.openxmlformats.org/drawingml/2006/main" prst="rect">
            <a:avLst/>
          </a:prstGeom>
        </p:spPr>
      </p:pic>
      <p:sp>
        <p:nvSpPr>
          <p:cNvPr id="15" name="Height Map label">
            <a:extLst xmlns:a="http://schemas.openxmlformats.org/drawingml/2006/main">
              <a:ext uri="{FF2B5EF4-FFF2-40B4-BE49-F238E27FC236}">
                <a16:creationId xmlns:a16="http://schemas.microsoft.com/office/drawing/2014/main" id="{E7B0EC34-3DEA-453A-86E6-5BA9D4C9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417576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Height Map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EBC8B-3111-467C-A9E9-E02061E20F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af38fdc224968"/>
          <a:stretch xmlns:a="http://schemas.openxmlformats.org/drawingml/2006/main"/>
        </p:blipFill>
        <p:spPr>
          <a:xfrm xmlns:a="http://schemas.openxmlformats.org/drawingml/2006/main">
            <a:off x="2200275" y="133350"/>
            <a:ext cx="1038225" cy="914400"/>
          </a:xfrm>
          <a:prstGeom xmlns:a="http://schemas.openxmlformats.org/drawingml/2006/main" prst="rect">
            <a:avLst/>
          </a:prstGeom>
        </p:spPr>
      </p:pic>
      <p:sp>
        <p:nvSpPr>
          <p:cNvPr id="17" name="NewYear style badge">
            <a:extLst xmlns:a="http://schemas.openxmlformats.org/drawingml/2006/main">
              <a:ext uri="{FF2B5EF4-FFF2-40B4-BE49-F238E27FC236}">
                <a16:creationId xmlns:a16="http://schemas.microsoft.com/office/drawing/2014/main" id="{FEFD6DAD-A684-44E9-A350-70342F42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133475"/>
            <a:ext cx="1000125" cy="219075"/>
          </a:xfrm>
          <a:custGeom xmlns:a="http://schemas.openxmlformats.org/drawingml/2006/main">
            <a:pathLst>
              <a:path w="1000125" h="219075">
                <a:moveTo>
                  <a:pt x="0" y="0"/>
                </a:moveTo>
                <a:lnTo>
                  <a:pt x="1000125" y="0"/>
                </a:lnTo>
                <a:cubicBezTo>
                  <a:pt x="1000125" y="0"/>
                  <a:pt x="1000125" y="0"/>
                  <a:pt x="1000125" y="0"/>
                </a:cubicBezTo>
                <a:lnTo>
                  <a:pt x="1000125" y="219075"/>
                </a:lnTo>
                <a:cubicBezTo>
                  <a:pt x="1000125" y="219075"/>
                  <a:pt x="1000125" y="219075"/>
                  <a:pt x="1000125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73D4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BDF21-CDD9-45BA-9390-2C2A7A0896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7538f35f94e78"/>
          <a:stretch xmlns:a="http://schemas.openxmlformats.org/drawingml/2006/main"/>
        </p:blipFill>
        <p:spPr>
          <a:xfrm xmlns:a="http://schemas.openxmlformats.org/drawingml/2006/main">
            <a:off x="2276475" y="1162050"/>
            <a:ext cx="200025" cy="161925"/>
          </a:xfrm>
          <a:prstGeom xmlns:a="http://schemas.openxmlformats.org/drawingml/2006/main" prst="rect">
            <a:avLst/>
          </a:prstGeom>
        </p:spPr>
      </p:pic>
      <p:sp>
        <p:nvSpPr>
          <p:cNvPr id="19" name="NewYear style label">
            <a:extLst xmlns:a="http://schemas.openxmlformats.org/drawingml/2006/main">
              <a:ext uri="{FF2B5EF4-FFF2-40B4-BE49-F238E27FC236}">
                <a16:creationId xmlns:a16="http://schemas.microsoft.com/office/drawing/2014/main" id="{BC5E2ECC-3D02-43D7-A004-C80C9300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1144486"/>
            <a:ext cx="685800" cy="210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NewYear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E3BB8-CD05-45EF-9B6C-6A76FAD43A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6d4d1f10b4314"/>
          <a:stretch xmlns:a="http://schemas.openxmlformats.org/drawingml/2006/main"/>
        </p:blipFill>
        <p:spPr>
          <a:xfrm xmlns:a="http://schemas.openxmlformats.org/drawingml/2006/main">
            <a:off x="3400425" y="161925"/>
            <a:ext cx="914400" cy="895350"/>
          </a:xfrm>
          <a:prstGeom xmlns:a="http://schemas.openxmlformats.org/drawingml/2006/main" prst="rect">
            <a:avLst/>
          </a:prstGeom>
        </p:spPr>
      </p:pic>
      <p:sp>
        <p:nvSpPr>
          <p:cNvPr id="21" name="Van Gogh style badge">
            <a:extLst xmlns:a="http://schemas.openxmlformats.org/drawingml/2006/main">
              <a:ext uri="{FF2B5EF4-FFF2-40B4-BE49-F238E27FC236}">
                <a16:creationId xmlns:a16="http://schemas.microsoft.com/office/drawing/2014/main" id="{9EF79998-838F-4F20-AEF3-C643C769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33475"/>
            <a:ext cx="1019175" cy="219075"/>
          </a:xfrm>
          <a:custGeom xmlns:a="http://schemas.openxmlformats.org/drawingml/2006/main">
            <a:pathLst>
              <a:path w="1019175" h="219075">
                <a:moveTo>
                  <a:pt x="0" y="0"/>
                </a:moveTo>
                <a:lnTo>
                  <a:pt x="1019175" y="0"/>
                </a:lnTo>
                <a:cubicBezTo>
                  <a:pt x="1019175" y="0"/>
                  <a:pt x="1019175" y="0"/>
                  <a:pt x="1019175" y="0"/>
                </a:cubicBezTo>
                <a:lnTo>
                  <a:pt x="1019175" y="219075"/>
                </a:lnTo>
                <a:cubicBezTo>
                  <a:pt x="1019175" y="219075"/>
                  <a:pt x="1019175" y="219075"/>
                  <a:pt x="1019175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73D4"/>
            </a:solidFill>
            <a:prstDash val="solid"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65E434-1BEB-41AA-8273-06EE060FF5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e87a7b9734c86"/>
          <a:stretch xmlns:a="http://schemas.openxmlformats.org/drawingml/2006/main"/>
        </p:blipFill>
        <p:spPr>
          <a:xfrm xmlns:a="http://schemas.openxmlformats.org/drawingml/2006/main">
            <a:off x="3371850" y="1152525"/>
            <a:ext cx="200025" cy="180975"/>
          </a:xfrm>
          <a:prstGeom xmlns:a="http://schemas.openxmlformats.org/drawingml/2006/main" prst="rect">
            <a:avLst/>
          </a:prstGeom>
        </p:spPr>
      </p:pic>
      <p:sp>
        <p:nvSpPr>
          <p:cNvPr id="23" name="Van Gogh style label">
            <a:extLst xmlns:a="http://schemas.openxmlformats.org/drawingml/2006/main">
              <a:ext uri="{FF2B5EF4-FFF2-40B4-BE49-F238E27FC236}">
                <a16:creationId xmlns:a16="http://schemas.microsoft.com/office/drawing/2014/main" id="{C7E6A91B-45E8-489F-9BC2-C2D71417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975" y="1144486"/>
            <a:ext cx="704850" cy="210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Van Gogh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9C0264-7195-4EB3-B0F9-A17F6BA85B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5907ad6964b4f"/>
          <a:stretch xmlns:a="http://schemas.openxmlformats.org/drawingml/2006/main"/>
        </p:blipFill>
        <p:spPr>
          <a:xfrm xmlns:a="http://schemas.openxmlformats.org/drawingml/2006/main">
            <a:off x="4505325" y="123825"/>
            <a:ext cx="952500" cy="933450"/>
          </a:xfrm>
          <a:prstGeom xmlns:a="http://schemas.openxmlformats.org/drawingml/2006/main" prst="rect">
            <a:avLst/>
          </a:prstGeom>
        </p:spPr>
      </p:pic>
      <p:sp>
        <p:nvSpPr>
          <p:cNvPr id="25" name="Halloween style badge">
            <a:extLst xmlns:a="http://schemas.openxmlformats.org/drawingml/2006/main">
              <a:ext uri="{FF2B5EF4-FFF2-40B4-BE49-F238E27FC236}">
                <a16:creationId xmlns:a16="http://schemas.microsoft.com/office/drawing/2014/main" id="{6B01E701-58E5-4B8F-948C-92ED973A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133475"/>
            <a:ext cx="1009650" cy="219075"/>
          </a:xfrm>
          <a:custGeom xmlns:a="http://schemas.openxmlformats.org/drawingml/2006/main">
            <a:pathLst>
              <a:path w="1009650" h="219075">
                <a:moveTo>
                  <a:pt x="0" y="0"/>
                </a:moveTo>
                <a:lnTo>
                  <a:pt x="1009650" y="0"/>
                </a:lnTo>
                <a:cubicBezTo>
                  <a:pt x="1009650" y="0"/>
                  <a:pt x="1009650" y="0"/>
                  <a:pt x="1009650" y="0"/>
                </a:cubicBezTo>
                <a:lnTo>
                  <a:pt x="1009650" y="219075"/>
                </a:lnTo>
                <a:cubicBezTo>
                  <a:pt x="1009650" y="219075"/>
                  <a:pt x="1009650" y="219075"/>
                  <a:pt x="1009650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73D4"/>
            </a:solidFill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DC1420-24A9-4394-B846-8D090C1113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b13740a014110"/>
          <a:stretch xmlns:a="http://schemas.openxmlformats.org/drawingml/2006/main"/>
        </p:blipFill>
        <p:spPr>
          <a:xfrm xmlns:a="http://schemas.openxmlformats.org/drawingml/2006/main">
            <a:off x="4514850" y="1152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7" name="Halloween style label">
            <a:extLst xmlns:a="http://schemas.openxmlformats.org/drawingml/2006/main">
              <a:ext uri="{FF2B5EF4-FFF2-40B4-BE49-F238E27FC236}">
                <a16:creationId xmlns:a16="http://schemas.microsoft.com/office/drawing/2014/main" id="{1E707BC5-C868-4142-BFE5-DAD94477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1144765"/>
            <a:ext cx="695325" cy="208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Halloween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CD2A94-4C9D-4F9D-9E64-FE4A14D3C4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56d9c967f45e8"/>
          <a:stretch xmlns:a="http://schemas.openxmlformats.org/drawingml/2006/main"/>
        </p:blipFill>
        <p:spPr>
          <a:xfrm xmlns:a="http://schemas.openxmlformats.org/drawingml/2006/main">
            <a:off x="5610225" y="104775"/>
            <a:ext cx="981075" cy="942975"/>
          </a:xfrm>
          <a:prstGeom xmlns:a="http://schemas.openxmlformats.org/drawingml/2006/main" prst="rect">
            <a:avLst/>
          </a:prstGeom>
        </p:spPr>
      </p:pic>
      <p:sp>
        <p:nvSpPr>
          <p:cNvPr id="29" name="Christmas style badge">
            <a:extLst xmlns:a="http://schemas.openxmlformats.org/drawingml/2006/main">
              <a:ext uri="{FF2B5EF4-FFF2-40B4-BE49-F238E27FC236}">
                <a16:creationId xmlns:a16="http://schemas.microsoft.com/office/drawing/2014/main" id="{CD29B680-A9DF-41F4-828E-AAE1EE3D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133475"/>
            <a:ext cx="981075" cy="219075"/>
          </a:xfrm>
          <a:custGeom xmlns:a="http://schemas.openxmlformats.org/drawingml/2006/main">
            <a:pathLst>
              <a:path w="981075" h="219075">
                <a:moveTo>
                  <a:pt x="0" y="0"/>
                </a:moveTo>
                <a:lnTo>
                  <a:pt x="981075" y="0"/>
                </a:lnTo>
                <a:cubicBezTo>
                  <a:pt x="981075" y="0"/>
                  <a:pt x="981075" y="0"/>
                  <a:pt x="981075" y="0"/>
                </a:cubicBezTo>
                <a:lnTo>
                  <a:pt x="981075" y="219075"/>
                </a:lnTo>
                <a:cubicBezTo>
                  <a:pt x="981075" y="219075"/>
                  <a:pt x="981075" y="219075"/>
                  <a:pt x="981075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73D4"/>
            </a:solidFill>
            <a:prstDash val="solid"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788FB3-1A60-4E35-A38C-E0F9954C23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1fdbe0f6a484c"/>
          <a:stretch xmlns:a="http://schemas.openxmlformats.org/drawingml/2006/main"/>
        </p:blipFill>
        <p:spPr>
          <a:xfrm xmlns:a="http://schemas.openxmlformats.org/drawingml/2006/main">
            <a:off x="5638800" y="1152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1" name="Christmas style label">
            <a:extLst xmlns:a="http://schemas.openxmlformats.org/drawingml/2006/main">
              <a:ext uri="{FF2B5EF4-FFF2-40B4-BE49-F238E27FC236}">
                <a16:creationId xmlns:a16="http://schemas.microsoft.com/office/drawing/2014/main" id="{3FED6B17-C996-4168-A369-BCDBC64F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1144901"/>
            <a:ext cx="666750" cy="207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Christmas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A3884F-0BDF-4B50-B9A4-23C943B598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459d2254941be"/>
          <a:stretch xmlns:a="http://schemas.openxmlformats.org/drawingml/2006/main"/>
        </p:blipFill>
        <p:spPr>
          <a:xfrm xmlns:a="http://schemas.openxmlformats.org/drawingml/2006/main">
            <a:off x="2257425" y="1504950"/>
            <a:ext cx="1009650" cy="914400"/>
          </a:xfrm>
          <a:prstGeom xmlns:a="http://schemas.openxmlformats.org/drawingml/2006/main" prst="rect">
            <a:avLst/>
          </a:prstGeom>
        </p:spPr>
      </p:pic>
      <p:sp>
        <p:nvSpPr>
          <p:cNvPr id="33" name="MC style badge">
            <a:extLst xmlns:a="http://schemas.openxmlformats.org/drawingml/2006/main">
              <a:ext uri="{FF2B5EF4-FFF2-40B4-BE49-F238E27FC236}">
                <a16:creationId xmlns:a16="http://schemas.microsoft.com/office/drawing/2014/main" id="{2B7A4DE2-786B-45D2-9C4B-CAB952E2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95550"/>
            <a:ext cx="695325" cy="219075"/>
          </a:xfrm>
          <a:custGeom xmlns:a="http://schemas.openxmlformats.org/drawingml/2006/main">
            <a:pathLst>
              <a:path w="695325" h="219075">
                <a:moveTo>
                  <a:pt x="0" y="0"/>
                </a:moveTo>
                <a:lnTo>
                  <a:pt x="695325" y="0"/>
                </a:lnTo>
                <a:cubicBezTo>
                  <a:pt x="695325" y="0"/>
                  <a:pt x="695325" y="0"/>
                  <a:pt x="695325" y="0"/>
                </a:cubicBezTo>
                <a:lnTo>
                  <a:pt x="695325" y="219075"/>
                </a:lnTo>
                <a:cubicBezTo>
                  <a:pt x="695325" y="219075"/>
                  <a:pt x="695325" y="219075"/>
                  <a:pt x="695325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73D4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A36BB0-631A-4D47-B94F-5BF862E039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115fd3a4c47c6"/>
          <a:stretch xmlns:a="http://schemas.openxmlformats.org/drawingml/2006/main"/>
        </p:blipFill>
        <p:spPr>
          <a:xfrm xmlns:a="http://schemas.openxmlformats.org/drawingml/2006/main">
            <a:off x="2419350" y="2514600"/>
            <a:ext cx="200025" cy="171450"/>
          </a:xfrm>
          <a:prstGeom xmlns:a="http://schemas.openxmlformats.org/drawingml/2006/main" prst="rect">
            <a:avLst/>
          </a:prstGeom>
        </p:spPr>
      </p:pic>
      <p:sp>
        <p:nvSpPr>
          <p:cNvPr id="35" name="MC style label">
            <a:extLst xmlns:a="http://schemas.openxmlformats.org/drawingml/2006/main">
              <a:ext uri="{FF2B5EF4-FFF2-40B4-BE49-F238E27FC236}">
                <a16:creationId xmlns:a16="http://schemas.microsoft.com/office/drawing/2014/main" id="{6B87A7C2-4B52-4119-B671-475A2A85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2506561"/>
            <a:ext cx="381000" cy="210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MC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4470E9-B8D5-4C49-B011-23F83CEC51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0af7457084dbe"/>
          <a:stretch xmlns:a="http://schemas.openxmlformats.org/drawingml/2006/main"/>
        </p:blipFill>
        <p:spPr>
          <a:xfrm xmlns:a="http://schemas.openxmlformats.org/drawingml/2006/main">
            <a:off x="3371850" y="1371600"/>
            <a:ext cx="914400" cy="1047750"/>
          </a:xfrm>
          <a:prstGeom xmlns:a="http://schemas.openxmlformats.org/drawingml/2006/main" prst="rect">
            <a:avLst/>
          </a:prstGeom>
        </p:spPr>
      </p:pic>
      <p:sp>
        <p:nvSpPr>
          <p:cNvPr id="37" name="Anime style badge">
            <a:extLst xmlns:a="http://schemas.openxmlformats.org/drawingml/2006/main">
              <a:ext uri="{FF2B5EF4-FFF2-40B4-BE49-F238E27FC236}">
                <a16:creationId xmlns:a16="http://schemas.microsoft.com/office/drawing/2014/main" id="{DC42AB64-4EF1-4C1D-AD8A-36211622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95550"/>
            <a:ext cx="914400" cy="219075"/>
          </a:xfrm>
          <a:custGeom xmlns:a="http://schemas.openxmlformats.org/drawingml/2006/main">
            <a:pathLst>
              <a:path w="914400" h="219075">
                <a:moveTo>
                  <a:pt x="0" y="0"/>
                </a:moveTo>
                <a:lnTo>
                  <a:pt x="914400" y="0"/>
                </a:lnTo>
                <a:cubicBezTo>
                  <a:pt x="914400" y="0"/>
                  <a:pt x="914400" y="0"/>
                  <a:pt x="914400" y="0"/>
                </a:cubicBezTo>
                <a:lnTo>
                  <a:pt x="914400" y="219075"/>
                </a:lnTo>
                <a:cubicBezTo>
                  <a:pt x="914400" y="219075"/>
                  <a:pt x="914400" y="219075"/>
                  <a:pt x="914400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73D4"/>
            </a:solidFill>
            <a:prstDash val="solid"/>
          </a:ln>
        </p:spPr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BCDAA4-BBD0-41F0-A119-57CC09BDDF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3e2eff8c949c3"/>
          <a:stretch xmlns:a="http://schemas.openxmlformats.org/drawingml/2006/main"/>
        </p:blipFill>
        <p:spPr>
          <a:xfrm xmlns:a="http://schemas.openxmlformats.org/drawingml/2006/main">
            <a:off x="3419475" y="2514600"/>
            <a:ext cx="209550" cy="180975"/>
          </a:xfrm>
          <a:prstGeom xmlns:a="http://schemas.openxmlformats.org/drawingml/2006/main" prst="rect">
            <a:avLst/>
          </a:prstGeom>
        </p:spPr>
      </p:pic>
      <p:sp>
        <p:nvSpPr>
          <p:cNvPr id="39" name="Anime style label">
            <a:extLst xmlns:a="http://schemas.openxmlformats.org/drawingml/2006/main">
              <a:ext uri="{FF2B5EF4-FFF2-40B4-BE49-F238E27FC236}">
                <a16:creationId xmlns:a16="http://schemas.microsoft.com/office/drawing/2014/main" id="{548FD584-3279-47ED-899E-39AA0F8B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075" y="2506561"/>
            <a:ext cx="600075" cy="210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Anime</a:t>
            </a:r>
          </a:p>
        </p:txBody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AF7513-07D6-4A66-B501-90AD77623B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f5241cecf4727"/>
          <a:stretch xmlns:a="http://schemas.openxmlformats.org/drawingml/2006/main"/>
        </p:blipFill>
        <p:spPr>
          <a:xfrm xmlns:a="http://schemas.openxmlformats.org/drawingml/2006/main">
            <a:off x="4581525" y="1457325"/>
            <a:ext cx="847725" cy="962025"/>
          </a:xfrm>
          <a:prstGeom xmlns:a="http://schemas.openxmlformats.org/drawingml/2006/main" prst="rect">
            <a:avLst/>
          </a:prstGeom>
        </p:spPr>
      </p:pic>
      <p:sp>
        <p:nvSpPr>
          <p:cNvPr id="41" name="Ghibli style badge">
            <a:extLst xmlns:a="http://schemas.openxmlformats.org/drawingml/2006/main">
              <a:ext uri="{FF2B5EF4-FFF2-40B4-BE49-F238E27FC236}">
                <a16:creationId xmlns:a16="http://schemas.microsoft.com/office/drawing/2014/main" id="{71BF295E-7037-47DB-B1F3-9625E3E0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95550"/>
            <a:ext cx="790575" cy="219075"/>
          </a:xfrm>
          <a:custGeom xmlns:a="http://schemas.openxmlformats.org/drawingml/2006/main">
            <a:pathLst>
              <a:path w="790575" h="219075">
                <a:moveTo>
                  <a:pt x="0" y="0"/>
                </a:moveTo>
                <a:lnTo>
                  <a:pt x="790575" y="0"/>
                </a:lnTo>
                <a:cubicBezTo>
                  <a:pt x="790575" y="0"/>
                  <a:pt x="790575" y="0"/>
                  <a:pt x="790575" y="0"/>
                </a:cubicBezTo>
                <a:lnTo>
                  <a:pt x="790575" y="219075"/>
                </a:lnTo>
                <a:cubicBezTo>
                  <a:pt x="790575" y="219075"/>
                  <a:pt x="790575" y="219075"/>
                  <a:pt x="790575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73D4"/>
            </a:solidFill>
            <a:prstDash val="solid"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BDCEFA-EA51-467F-812B-79511CCF82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2e4aa377c432b"/>
          <a:stretch xmlns:a="http://schemas.openxmlformats.org/drawingml/2006/main"/>
        </p:blipFill>
        <p:spPr>
          <a:xfrm xmlns:a="http://schemas.openxmlformats.org/drawingml/2006/main">
            <a:off x="4629150" y="2514600"/>
            <a:ext cx="200025" cy="180975"/>
          </a:xfrm>
          <a:prstGeom xmlns:a="http://schemas.openxmlformats.org/drawingml/2006/main" prst="rect">
            <a:avLst/>
          </a:prstGeom>
        </p:spPr>
      </p:pic>
      <p:sp>
        <p:nvSpPr>
          <p:cNvPr id="43" name="Ghibli style label">
            <a:extLst xmlns:a="http://schemas.openxmlformats.org/drawingml/2006/main">
              <a:ext uri="{FF2B5EF4-FFF2-40B4-BE49-F238E27FC236}">
                <a16:creationId xmlns:a16="http://schemas.microsoft.com/office/drawing/2014/main" id="{DE4BA7D6-3353-43C8-BD0B-212F48D0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506561"/>
            <a:ext cx="476250" cy="210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Ghibli</a:t>
            </a:r>
          </a:p>
        </p:txBody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5A7AFD-E045-4E29-84BA-E87654E35D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d18b560ab45d1"/>
          <a:stretch xmlns:a="http://schemas.openxmlformats.org/drawingml/2006/main"/>
        </p:blipFill>
        <p:spPr>
          <a:xfrm xmlns:a="http://schemas.openxmlformats.org/drawingml/2006/main">
            <a:off x="5600700" y="1381125"/>
            <a:ext cx="971550" cy="1047750"/>
          </a:xfrm>
          <a:prstGeom xmlns:a="http://schemas.openxmlformats.org/drawingml/2006/main" prst="rect">
            <a:avLst/>
          </a:prstGeom>
        </p:spPr>
      </p:pic>
      <p:sp>
        <p:nvSpPr>
          <p:cNvPr id="45" name="CyberPunk style badge">
            <a:extLst xmlns:a="http://schemas.openxmlformats.org/drawingml/2006/main">
              <a:ext uri="{FF2B5EF4-FFF2-40B4-BE49-F238E27FC236}">
                <a16:creationId xmlns:a16="http://schemas.microsoft.com/office/drawing/2014/main" id="{FDDAFC0F-ED68-48BE-9C87-1B3FD3B7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495550"/>
            <a:ext cx="1114425" cy="219075"/>
          </a:xfrm>
          <a:custGeom xmlns:a="http://schemas.openxmlformats.org/drawingml/2006/main">
            <a:pathLst>
              <a:path w="1114425" h="219075">
                <a:moveTo>
                  <a:pt x="0" y="0"/>
                </a:moveTo>
                <a:lnTo>
                  <a:pt x="1114425" y="0"/>
                </a:lnTo>
                <a:cubicBezTo>
                  <a:pt x="1114425" y="0"/>
                  <a:pt x="1114425" y="0"/>
                  <a:pt x="1114425" y="0"/>
                </a:cubicBezTo>
                <a:lnTo>
                  <a:pt x="1114425" y="219075"/>
                </a:lnTo>
                <a:cubicBezTo>
                  <a:pt x="1114425" y="219075"/>
                  <a:pt x="1114425" y="219075"/>
                  <a:pt x="1114425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73D4"/>
            </a:solidFill>
            <a:prstDash val="solid"/>
          </a:ln>
        </p:spPr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9F6831-4325-4461-81D7-331DD3E4F6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972641a094e58"/>
          <a:stretch xmlns:a="http://schemas.openxmlformats.org/drawingml/2006/main"/>
        </p:blipFill>
        <p:spPr>
          <a:xfrm xmlns:a="http://schemas.openxmlformats.org/drawingml/2006/main">
            <a:off x="5572125" y="2524125"/>
            <a:ext cx="209550" cy="171450"/>
          </a:xfrm>
          <a:prstGeom xmlns:a="http://schemas.openxmlformats.org/drawingml/2006/main" prst="rect">
            <a:avLst/>
          </a:prstGeom>
        </p:spPr>
      </p:pic>
      <p:sp>
        <p:nvSpPr>
          <p:cNvPr id="47" name="CyberPunk style label">
            <a:extLst xmlns:a="http://schemas.openxmlformats.org/drawingml/2006/main">
              <a:ext uri="{FF2B5EF4-FFF2-40B4-BE49-F238E27FC236}">
                <a16:creationId xmlns:a16="http://schemas.microsoft.com/office/drawing/2014/main" id="{5E2245BB-E9A2-4B48-A5BD-73EEEADC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2506561"/>
            <a:ext cx="800100" cy="210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CyberPunk</a:t>
            </a:r>
          </a:p>
        </p:txBody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780D8C-B678-4D91-A99B-15527FA486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11f7c52034acb"/>
          <a:stretch xmlns:a="http://schemas.openxmlformats.org/drawingml/2006/main"/>
        </p:blipFill>
        <p:spPr>
          <a:xfrm xmlns:a="http://schemas.openxmlformats.org/drawingml/2006/main">
            <a:off x="2276475" y="2876550"/>
            <a:ext cx="1009650" cy="981075"/>
          </a:xfrm>
          <a:prstGeom xmlns:a="http://schemas.openxmlformats.org/drawingml/2006/main" prst="rect">
            <a:avLst/>
          </a:prstGeom>
        </p:spPr>
      </p:pic>
      <p:sp>
        <p:nvSpPr>
          <p:cNvPr id="49" name="Technology style badge">
            <a:extLst xmlns:a="http://schemas.openxmlformats.org/drawingml/2006/main">
              <a:ext uri="{FF2B5EF4-FFF2-40B4-BE49-F238E27FC236}">
                <a16:creationId xmlns:a16="http://schemas.microsoft.com/office/drawing/2014/main" id="{76037665-F6D3-42CC-A2E7-7A9BFB47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029075"/>
            <a:ext cx="1209675" cy="219075"/>
          </a:xfrm>
          <a:custGeom xmlns:a="http://schemas.openxmlformats.org/drawingml/2006/main">
            <a:pathLst>
              <a:path w="1209675" h="219075">
                <a:moveTo>
                  <a:pt x="0" y="0"/>
                </a:moveTo>
                <a:lnTo>
                  <a:pt x="1209675" y="0"/>
                </a:lnTo>
                <a:cubicBezTo>
                  <a:pt x="1209675" y="0"/>
                  <a:pt x="1209675" y="0"/>
                  <a:pt x="1209675" y="0"/>
                </a:cubicBezTo>
                <a:lnTo>
                  <a:pt x="1209675" y="219075"/>
                </a:lnTo>
                <a:cubicBezTo>
                  <a:pt x="1209675" y="219075"/>
                  <a:pt x="1209675" y="219075"/>
                  <a:pt x="1209675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73D4"/>
            </a:solidFill>
            <a:prstDash val="solid"/>
          </a:ln>
        </p:spPr>
      </p:sp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FB6DC9-FDFC-4472-AA18-A54ED3C0EA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de8c67e30423f"/>
          <a:stretch xmlns:a="http://schemas.openxmlformats.org/drawingml/2006/main"/>
        </p:blipFill>
        <p:spPr>
          <a:xfrm xmlns:a="http://schemas.openxmlformats.org/drawingml/2006/main">
            <a:off x="2247900" y="4057650"/>
            <a:ext cx="209550" cy="171450"/>
          </a:xfrm>
          <a:prstGeom xmlns:a="http://schemas.openxmlformats.org/drawingml/2006/main" prst="rect">
            <a:avLst/>
          </a:prstGeom>
        </p:spPr>
      </p:pic>
      <p:sp>
        <p:nvSpPr>
          <p:cNvPr id="51" name="Technology style label">
            <a:extLst xmlns:a="http://schemas.openxmlformats.org/drawingml/2006/main">
              <a:ext uri="{FF2B5EF4-FFF2-40B4-BE49-F238E27FC236}">
                <a16:creationId xmlns:a16="http://schemas.microsoft.com/office/drawing/2014/main" id="{663EE9DA-A888-40DE-9759-89778926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450" y="4040086"/>
            <a:ext cx="895350" cy="210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Technology</a:t>
            </a:r>
          </a:p>
        </p:txBody>
      </p:sp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530EDA-FF68-48CB-873C-C09F63698C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05f0aa2a4474d"/>
          <a:stretch xmlns:a="http://schemas.openxmlformats.org/drawingml/2006/main"/>
        </p:blipFill>
        <p:spPr>
          <a:xfrm xmlns:a="http://schemas.openxmlformats.org/drawingml/2006/main">
            <a:off x="5543550" y="2971800"/>
            <a:ext cx="1028700" cy="914400"/>
          </a:xfrm>
          <a:prstGeom xmlns:a="http://schemas.openxmlformats.org/drawingml/2006/main" prst="rect">
            <a:avLst/>
          </a:prstGeom>
        </p:spPr>
      </p:pic>
      <p:sp>
        <p:nvSpPr>
          <p:cNvPr id="53" name="Middle Ages style badge">
            <a:extLst xmlns:a="http://schemas.openxmlformats.org/drawingml/2006/main">
              <a:ext uri="{FF2B5EF4-FFF2-40B4-BE49-F238E27FC236}">
                <a16:creationId xmlns:a16="http://schemas.microsoft.com/office/drawing/2014/main" id="{0E522491-102B-46CA-9E98-280D73B2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029075"/>
            <a:ext cx="1200150" cy="219075"/>
          </a:xfrm>
          <a:custGeom xmlns:a="http://schemas.openxmlformats.org/drawingml/2006/main">
            <a:pathLst>
              <a:path w="1200150" h="219075">
                <a:moveTo>
                  <a:pt x="0" y="0"/>
                </a:moveTo>
                <a:lnTo>
                  <a:pt x="1200150" y="0"/>
                </a:lnTo>
                <a:cubicBezTo>
                  <a:pt x="1200150" y="0"/>
                  <a:pt x="1200150" y="0"/>
                  <a:pt x="1200150" y="0"/>
                </a:cubicBezTo>
                <a:lnTo>
                  <a:pt x="1200150" y="219075"/>
                </a:lnTo>
                <a:cubicBezTo>
                  <a:pt x="1200150" y="219075"/>
                  <a:pt x="1200150" y="219075"/>
                  <a:pt x="1200150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73D4"/>
            </a:solidFill>
            <a:prstDash val="solid"/>
          </a:ln>
        </p:spPr>
      </p:sp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7D0F41-8D82-4982-B858-8870B8C5DD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c46e86c524360"/>
          <a:stretch xmlns:a="http://schemas.openxmlformats.org/drawingml/2006/main"/>
        </p:blipFill>
        <p:spPr>
          <a:xfrm xmlns:a="http://schemas.openxmlformats.org/drawingml/2006/main">
            <a:off x="5524500" y="4057650"/>
            <a:ext cx="200025" cy="171450"/>
          </a:xfrm>
          <a:prstGeom xmlns:a="http://schemas.openxmlformats.org/drawingml/2006/main" prst="rect">
            <a:avLst/>
          </a:prstGeom>
        </p:spPr>
      </p:pic>
      <p:sp>
        <p:nvSpPr>
          <p:cNvPr id="55" name="Middle Ages style label">
            <a:extLst xmlns:a="http://schemas.openxmlformats.org/drawingml/2006/main">
              <a:ext uri="{FF2B5EF4-FFF2-40B4-BE49-F238E27FC236}">
                <a16:creationId xmlns:a16="http://schemas.microsoft.com/office/drawing/2014/main" id="{E070A660-4911-42BE-9165-663E5D6B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4040086"/>
            <a:ext cx="885825" cy="210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Middle Ages</a:t>
            </a:r>
          </a:p>
        </p:txBody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45B108-59AC-4E41-957D-4A02087E78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7608bae754c71"/>
          <a:stretch xmlns:a="http://schemas.openxmlformats.org/drawingml/2006/main"/>
        </p:blipFill>
        <p:spPr>
          <a:xfrm xmlns:a="http://schemas.openxmlformats.org/drawingml/2006/main">
            <a:off x="3743325" y="2847975"/>
            <a:ext cx="266700" cy="276225"/>
          </a:xfrm>
          <a:prstGeom xmlns:a="http://schemas.openxmlformats.org/drawingml/2006/main" prst="rect">
            <a:avLst/>
          </a:prstGeom>
        </p:spPr>
      </p:pic>
      <p:sp>
        <p:nvSpPr>
          <p:cNvPr id="57" name="Hitem3D tool label">
            <a:extLst xmlns:a="http://schemas.openxmlformats.org/drawingml/2006/main">
              <a:ext uri="{FF2B5EF4-FFF2-40B4-BE49-F238E27FC236}">
                <a16:creationId xmlns:a16="http://schemas.microsoft.com/office/drawing/2014/main" id="{DAC5EA77-FA9C-48B5-A4BA-CC46FC7F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2859596"/>
            <a:ext cx="12858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Hitem3D</a:t>
            </a:r>
          </a:p>
        </p:txBody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8ED5095-7D96-4353-80E3-B5CDD9F00C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6f6473caf45dd"/>
          <a:stretch xmlns:a="http://schemas.openxmlformats.org/drawingml/2006/main"/>
        </p:blipFill>
        <p:spPr>
          <a:xfrm xmlns:a="http://schemas.openxmlformats.org/drawingml/2006/main">
            <a:off x="3743325" y="31623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9" name="Hyper3D tool label">
            <a:extLst xmlns:a="http://schemas.openxmlformats.org/drawingml/2006/main">
              <a:ext uri="{FF2B5EF4-FFF2-40B4-BE49-F238E27FC236}">
                <a16:creationId xmlns:a16="http://schemas.microsoft.com/office/drawing/2014/main" id="{33DF9EAD-8A17-406D-A74E-50263FEE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3173921"/>
            <a:ext cx="12858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Hyper3D</a:t>
            </a:r>
          </a:p>
        </p:txBody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5228B32-01FE-45CC-B21D-AF6E0CA95E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368ef3ac74691"/>
          <a:stretch xmlns:a="http://schemas.openxmlformats.org/drawingml/2006/main"/>
        </p:blipFill>
        <p:spPr>
          <a:xfrm xmlns:a="http://schemas.openxmlformats.org/drawingml/2006/main">
            <a:off x="3743325" y="3486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1" name="Hunyuan3D tool label">
            <a:extLst xmlns:a="http://schemas.openxmlformats.org/drawingml/2006/main">
              <a:ext uri="{FF2B5EF4-FFF2-40B4-BE49-F238E27FC236}">
                <a16:creationId xmlns:a16="http://schemas.microsoft.com/office/drawing/2014/main" id="{90382A38-92D7-46A7-9D85-FEC6DAC8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3497771"/>
            <a:ext cx="12858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Hunyuan3D</a:t>
            </a:r>
          </a:p>
        </p:txBody>
      </p:sp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3CCD095-0B74-4BD5-94D3-6629AC6E4C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0d86265414797"/>
          <a:stretch xmlns:a="http://schemas.openxmlformats.org/drawingml/2006/main"/>
        </p:blipFill>
        <p:spPr>
          <a:xfrm xmlns:a="http://schemas.openxmlformats.org/drawingml/2006/main">
            <a:off x="3743325" y="38100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3" name="Meshy tool label">
            <a:extLst xmlns:a="http://schemas.openxmlformats.org/drawingml/2006/main">
              <a:ext uri="{FF2B5EF4-FFF2-40B4-BE49-F238E27FC236}">
                <a16:creationId xmlns:a16="http://schemas.microsoft.com/office/drawing/2014/main" id="{6CD78E4F-E4F5-47A4-8586-72EA6B23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3821621"/>
            <a:ext cx="12858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Meshy</a:t>
            </a:r>
          </a:p>
        </p:txBody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EB7905-7197-4750-83AC-2C57CF9ACD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fae24a80147a8"/>
          <a:stretch xmlns:a="http://schemas.openxmlformats.org/drawingml/2006/main"/>
        </p:blipFill>
        <p:spPr>
          <a:xfrm xmlns:a="http://schemas.openxmlformats.org/drawingml/2006/main">
            <a:off x="3743325" y="4114800"/>
            <a:ext cx="266700" cy="285750"/>
          </a:xfrm>
          <a:prstGeom xmlns:a="http://schemas.openxmlformats.org/drawingml/2006/main" prst="rect">
            <a:avLst/>
          </a:prstGeom>
        </p:spPr>
      </p:pic>
      <p:sp>
        <p:nvSpPr>
          <p:cNvPr id="65" name="Tripo3D tool label">
            <a:extLst xmlns:a="http://schemas.openxmlformats.org/drawingml/2006/main">
              <a:ext uri="{FF2B5EF4-FFF2-40B4-BE49-F238E27FC236}">
                <a16:creationId xmlns:a16="http://schemas.microsoft.com/office/drawing/2014/main" id="{02D2DB09-4901-4410-97A9-DF56CF0C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4135946"/>
            <a:ext cx="12858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Tripo3D</a:t>
            </a:r>
          </a:p>
        </p:txBody>
      </p:sp>
      <p:pic>
        <p:nvPic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B2EE7C3-013F-48CC-BE5F-81BFFC6BB5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d3a0451184eba"/>
          <a:stretch xmlns:a="http://schemas.openxmlformats.org/drawingml/2006/main"/>
        </p:blipFill>
        <p:spPr>
          <a:xfrm xmlns:a="http://schemas.openxmlformats.org/drawingml/2006/main">
            <a:off x="6934200" y="161925"/>
            <a:ext cx="419100" cy="390525"/>
          </a:xfrm>
          <a:prstGeom xmlns:a="http://schemas.openxmlformats.org/drawingml/2006/main" prst="rect">
            <a:avLst/>
          </a:prstGeom>
        </p:spPr>
      </p:pic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B38DB9C-EFFF-47BF-9E9B-0BA83460F4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37a3ee7ac433b"/>
          <a:stretch xmlns:a="http://schemas.openxmlformats.org/drawingml/2006/main"/>
        </p:blipFill>
        <p:spPr>
          <a:xfrm xmlns:a="http://schemas.openxmlformats.org/drawingml/2006/main">
            <a:off x="7439025" y="161925"/>
            <a:ext cx="400050" cy="390525"/>
          </a:xfrm>
          <a:prstGeom xmlns:a="http://schemas.openxmlformats.org/drawingml/2006/main" prst="rect">
            <a:avLst/>
          </a:prstGeom>
        </p:spPr>
      </p:pic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E2DB6A-DDD3-4CBD-84C9-C6BB845E94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d0404796b4d22"/>
          <a:stretch xmlns:a="http://schemas.openxmlformats.org/drawingml/2006/main"/>
        </p:blipFill>
        <p:spPr>
          <a:xfrm xmlns:a="http://schemas.openxmlformats.org/drawingml/2006/main">
            <a:off x="7924800" y="161925"/>
            <a:ext cx="400050" cy="390525"/>
          </a:xfrm>
          <a:prstGeom xmlns:a="http://schemas.openxmlformats.org/drawingml/2006/main" prst="rect">
            <a:avLst/>
          </a:prstGeom>
        </p:spPr>
      </p:pic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E6B5311-B939-4E9C-9891-22046B9858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e662a928e4e4f"/>
          <a:stretch xmlns:a="http://schemas.openxmlformats.org/drawingml/2006/main"/>
        </p:blipFill>
        <p:spPr>
          <a:xfrm xmlns:a="http://schemas.openxmlformats.org/drawingml/2006/main">
            <a:off x="8420100" y="161925"/>
            <a:ext cx="400050" cy="390525"/>
          </a:xfrm>
          <a:prstGeom xmlns:a="http://schemas.openxmlformats.org/drawingml/2006/main" prst="rect">
            <a:avLst/>
          </a:prstGeom>
        </p:spPr>
      </p:pic>
      <p:pic>
        <p:nvPic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ACD1CBA-96D1-4AA8-ACFB-B275A54671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675fae1cd4ba2"/>
          <a:stretch xmlns:a="http://schemas.openxmlformats.org/drawingml/2006/main"/>
        </p:blipFill>
        <p:spPr>
          <a:xfrm xmlns:a="http://schemas.openxmlformats.org/drawingml/2006/main">
            <a:off x="8915400" y="161925"/>
            <a:ext cx="400050" cy="390525"/>
          </a:xfrm>
          <a:prstGeom xmlns:a="http://schemas.openxmlformats.org/drawingml/2006/main" prst="rect">
            <a:avLst/>
          </a:prstGeom>
        </p:spPr>
      </p:pic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A8C64F9-02A7-4B69-9D4E-92CC3343E0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d1b98b2de4e39"/>
          <a:stretch xmlns:a="http://schemas.openxmlformats.org/drawingml/2006/main"/>
        </p:blipFill>
        <p:spPr>
          <a:xfrm xmlns:a="http://schemas.openxmlformats.org/drawingml/2006/main">
            <a:off x="6934200" y="619125"/>
            <a:ext cx="419100" cy="390525"/>
          </a:xfrm>
          <a:prstGeom xmlns:a="http://schemas.openxmlformats.org/drawingml/2006/main" prst="rect">
            <a:avLst/>
          </a:prstGeom>
        </p:spPr>
      </p:pic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22576D0-A5B6-430C-B93A-C6FA30AD94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a1950496b401b"/>
          <a:stretch xmlns:a="http://schemas.openxmlformats.org/drawingml/2006/main"/>
        </p:blipFill>
        <p:spPr>
          <a:xfrm xmlns:a="http://schemas.openxmlformats.org/drawingml/2006/main">
            <a:off x="7439025" y="619125"/>
            <a:ext cx="400050" cy="390525"/>
          </a:xfrm>
          <a:prstGeom xmlns:a="http://schemas.openxmlformats.org/drawingml/2006/main" prst="rect">
            <a:avLst/>
          </a:prstGeom>
        </p:spPr>
      </p:pic>
      <p:pic>
        <p:nvPic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D8338AA-9EA2-470E-9A3D-9638DB7C8E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d1a221aaa44dd"/>
          <a:stretch xmlns:a="http://schemas.openxmlformats.org/drawingml/2006/main"/>
        </p:blipFill>
        <p:spPr>
          <a:xfrm xmlns:a="http://schemas.openxmlformats.org/drawingml/2006/main">
            <a:off x="7924800" y="619125"/>
            <a:ext cx="400050" cy="390525"/>
          </a:xfrm>
          <a:prstGeom xmlns:a="http://schemas.openxmlformats.org/drawingml/2006/main" prst="rect">
            <a:avLst/>
          </a:prstGeom>
        </p:spPr>
      </p:pic>
      <p:pic>
        <p:nvPic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D7E0A28-61BA-4478-907E-C8C9A9F7FF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46eaac90243af"/>
          <a:stretch xmlns:a="http://schemas.openxmlformats.org/drawingml/2006/main"/>
        </p:blipFill>
        <p:spPr>
          <a:xfrm xmlns:a="http://schemas.openxmlformats.org/drawingml/2006/main">
            <a:off x="8420100" y="619125"/>
            <a:ext cx="400050" cy="390525"/>
          </a:xfrm>
          <a:prstGeom xmlns:a="http://schemas.openxmlformats.org/drawingml/2006/main" prst="rect">
            <a:avLst/>
          </a:prstGeom>
        </p:spPr>
      </p:pic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1644045-588D-48B1-8E8B-05E52DD674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c87af0c264f0c"/>
          <a:stretch xmlns:a="http://schemas.openxmlformats.org/drawingml/2006/main"/>
        </p:blipFill>
        <p:spPr>
          <a:xfrm xmlns:a="http://schemas.openxmlformats.org/drawingml/2006/main">
            <a:off x="8915400" y="619125"/>
            <a:ext cx="400050" cy="390525"/>
          </a:xfrm>
          <a:prstGeom xmlns:a="http://schemas.openxmlformats.org/drawingml/2006/main" prst="rect">
            <a:avLst/>
          </a:prstGeom>
        </p:spPr>
      </p:pic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9819D0D-E73A-46DC-9A3F-01965B358E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c60d7ec3a4120"/>
          <a:stretch xmlns:a="http://schemas.openxmlformats.org/drawingml/2006/main"/>
        </p:blipFill>
        <p:spPr>
          <a:xfrm xmlns:a="http://schemas.openxmlformats.org/drawingml/2006/main">
            <a:off x="6934200" y="1076325"/>
            <a:ext cx="419100" cy="390525"/>
          </a:xfrm>
          <a:prstGeom xmlns:a="http://schemas.openxmlformats.org/drawingml/2006/main" prst="rect">
            <a:avLst/>
          </a:prstGeom>
        </p:spPr>
      </p:pic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CAADAFE-D07D-4422-ACEE-95347213B4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31480ef5245e1"/>
          <a:stretch xmlns:a="http://schemas.openxmlformats.org/drawingml/2006/main"/>
        </p:blipFill>
        <p:spPr>
          <a:xfrm xmlns:a="http://schemas.openxmlformats.org/drawingml/2006/main">
            <a:off x="7439025" y="1076325"/>
            <a:ext cx="400050" cy="390525"/>
          </a:xfrm>
          <a:prstGeom xmlns:a="http://schemas.openxmlformats.org/drawingml/2006/main" prst="rect">
            <a:avLst/>
          </a:prstGeom>
        </p:spPr>
      </p:pic>
      <p:pic>
        <p:nvPic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161F845-FE10-4402-A088-2E9FC0EBFF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f6f48bde34d0f"/>
          <a:stretch xmlns:a="http://schemas.openxmlformats.org/drawingml/2006/main"/>
        </p:blipFill>
        <p:spPr>
          <a:xfrm xmlns:a="http://schemas.openxmlformats.org/drawingml/2006/main">
            <a:off x="7924800" y="1076325"/>
            <a:ext cx="400050" cy="390525"/>
          </a:xfrm>
          <a:prstGeom xmlns:a="http://schemas.openxmlformats.org/drawingml/2006/main" prst="rect">
            <a:avLst/>
          </a:prstGeom>
        </p:spPr>
      </p:pic>
      <p:pic>
        <p:nvPic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5E408B3-C756-48E9-9034-CCF93C7BF1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30ae70d254852"/>
          <a:stretch xmlns:a="http://schemas.openxmlformats.org/drawingml/2006/main"/>
        </p:blipFill>
        <p:spPr>
          <a:xfrm xmlns:a="http://schemas.openxmlformats.org/drawingml/2006/main">
            <a:off x="8420100" y="1076325"/>
            <a:ext cx="400050" cy="390525"/>
          </a:xfrm>
          <a:prstGeom xmlns:a="http://schemas.openxmlformats.org/drawingml/2006/main" prst="rect">
            <a:avLst/>
          </a:prstGeom>
        </p:spPr>
      </p:pic>
      <p:pic>
        <p:nvPic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8A40C9D-FDEE-4197-8D72-BF9365DCB4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0786504194ccc"/>
          <a:stretch xmlns:a="http://schemas.openxmlformats.org/drawingml/2006/main"/>
        </p:blipFill>
        <p:spPr>
          <a:xfrm xmlns:a="http://schemas.openxmlformats.org/drawingml/2006/main">
            <a:off x="8915400" y="1076325"/>
            <a:ext cx="400050" cy="390525"/>
          </a:xfrm>
          <a:prstGeom xmlns:a="http://schemas.openxmlformats.org/drawingml/2006/main" prst="rect">
            <a:avLst/>
          </a:prstGeom>
        </p:spPr>
      </p:pic>
      <p:pic>
        <p:nvPic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B62D7D5-0685-44DE-B52E-9B3BE54717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7a8b4a1eb4e8c"/>
          <a:stretch xmlns:a="http://schemas.openxmlformats.org/drawingml/2006/main"/>
        </p:blipFill>
        <p:spPr>
          <a:xfrm xmlns:a="http://schemas.openxmlformats.org/drawingml/2006/main">
            <a:off x="6934200" y="1552575"/>
            <a:ext cx="419100" cy="390525"/>
          </a:xfrm>
          <a:prstGeom xmlns:a="http://schemas.openxmlformats.org/drawingml/2006/main" prst="rect">
            <a:avLst/>
          </a:prstGeom>
        </p:spPr>
      </p:pic>
      <p:pic>
        <p:nvPic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1BF509A-B244-49FC-B3AD-A15B1D4135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873286b734b04"/>
          <a:stretch xmlns:a="http://schemas.openxmlformats.org/drawingml/2006/main"/>
        </p:blipFill>
        <p:spPr>
          <a:xfrm xmlns:a="http://schemas.openxmlformats.org/drawingml/2006/main">
            <a:off x="7439025" y="1552575"/>
            <a:ext cx="400050" cy="390525"/>
          </a:xfrm>
          <a:prstGeom xmlns:a="http://schemas.openxmlformats.org/drawingml/2006/main" prst="rect">
            <a:avLst/>
          </a:prstGeom>
        </p:spPr>
      </p:pic>
      <p:pic>
        <p:nvPic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3BC8185-6A83-497C-8883-DF8C3ECC8B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1181e14a0459a"/>
          <a:stretch xmlns:a="http://schemas.openxmlformats.org/drawingml/2006/main"/>
        </p:blipFill>
        <p:spPr>
          <a:xfrm xmlns:a="http://schemas.openxmlformats.org/drawingml/2006/main">
            <a:off x="7924800" y="1552575"/>
            <a:ext cx="400050" cy="390525"/>
          </a:xfrm>
          <a:prstGeom xmlns:a="http://schemas.openxmlformats.org/drawingml/2006/main" prst="rect">
            <a:avLst/>
          </a:prstGeom>
        </p:spPr>
      </p:pic>
      <p:pic>
        <p:nvPic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570C91B-612D-48F2-942C-2B42CBE6BB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455482dc24408"/>
          <a:stretch xmlns:a="http://schemas.openxmlformats.org/drawingml/2006/main"/>
        </p:blipFill>
        <p:spPr>
          <a:xfrm xmlns:a="http://schemas.openxmlformats.org/drawingml/2006/main">
            <a:off x="8420100" y="1552575"/>
            <a:ext cx="400050" cy="390525"/>
          </a:xfrm>
          <a:prstGeom xmlns:a="http://schemas.openxmlformats.org/drawingml/2006/main" prst="rect">
            <a:avLst/>
          </a:prstGeom>
        </p:spPr>
      </p:pic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FF79B11-FD7E-45EE-9B24-C3491E35A0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9999aeaa446d4"/>
          <a:stretch xmlns:a="http://schemas.openxmlformats.org/drawingml/2006/main"/>
        </p:blipFill>
        <p:spPr>
          <a:xfrm xmlns:a="http://schemas.openxmlformats.org/drawingml/2006/main">
            <a:off x="8915400" y="1552575"/>
            <a:ext cx="400050" cy="390525"/>
          </a:xfrm>
          <a:prstGeom xmlns:a="http://schemas.openxmlformats.org/drawingml/2006/main" prst="rect">
            <a:avLst/>
          </a:prstGeom>
        </p:spPr>
      </p:pic>
      <p:sp>
        <p:nvSpPr>
          <p:cNvPr id="86" name="Materials label">
            <a:extLst xmlns:a="http://schemas.openxmlformats.org/drawingml/2006/main">
              <a:ext uri="{FF2B5EF4-FFF2-40B4-BE49-F238E27FC236}">
                <a16:creationId xmlns:a16="http://schemas.microsoft.com/office/drawing/2014/main" id="{1FA0719F-8973-44F4-8B78-5471C516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2002346"/>
            <a:ext cx="12668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Materials</a:t>
            </a:r>
          </a:p>
        </p:txBody>
      </p:sp>
      <p:pic>
        <p:nvPic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8C90C2B-BE15-4D36-97F6-1C48DC198B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60d0b971c4a31"/>
          <a:stretch xmlns:a="http://schemas.openxmlformats.org/drawingml/2006/main"/>
        </p:blipFill>
        <p:spPr>
          <a:xfrm xmlns:a="http://schemas.openxmlformats.org/drawingml/2006/main">
            <a:off x="6924675" y="2266950"/>
            <a:ext cx="1209675" cy="600075"/>
          </a:xfrm>
          <a:prstGeom xmlns:a="http://schemas.openxmlformats.org/drawingml/2006/main" prst="rect">
            <a:avLst/>
          </a:prstGeom>
        </p:spPr>
      </p:pic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5ABA51C-5D6D-4A80-A662-B6E039DE0D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272f9f0fe43ac"/>
          <a:stretch xmlns:a="http://schemas.openxmlformats.org/drawingml/2006/main"/>
        </p:blipFill>
        <p:spPr>
          <a:xfrm xmlns:a="http://schemas.openxmlformats.org/drawingml/2006/main">
            <a:off x="8172450" y="2266950"/>
            <a:ext cx="1209675" cy="600075"/>
          </a:xfrm>
          <a:prstGeom xmlns:a="http://schemas.openxmlformats.org/drawingml/2006/main" prst="rect">
            <a:avLst/>
          </a:prstGeom>
        </p:spPr>
      </p:pic>
      <p:pic>
        <p:nvPic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2DA5AC3-5721-4701-A5B7-2949E947CE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7d3edfaac46e7"/>
          <a:stretch xmlns:a="http://schemas.openxmlformats.org/drawingml/2006/main"/>
        </p:blipFill>
        <p:spPr>
          <a:xfrm xmlns:a="http://schemas.openxmlformats.org/drawingml/2006/main">
            <a:off x="6924675" y="2914650"/>
            <a:ext cx="1209675" cy="600075"/>
          </a:xfrm>
          <a:prstGeom xmlns:a="http://schemas.openxmlformats.org/drawingml/2006/main" prst="rect">
            <a:avLst/>
          </a:prstGeom>
        </p:spPr>
      </p:pic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84F0257-C507-4DE4-AEF1-EE85FF99D3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d321e086b46e9"/>
          <a:stretch xmlns:a="http://schemas.openxmlformats.org/drawingml/2006/main"/>
        </p:blipFill>
        <p:spPr>
          <a:xfrm xmlns:a="http://schemas.openxmlformats.org/drawingml/2006/main">
            <a:off x="8172450" y="2914650"/>
            <a:ext cx="1209675" cy="600075"/>
          </a:xfrm>
          <a:prstGeom xmlns:a="http://schemas.openxmlformats.org/drawingml/2006/main" prst="rect">
            <a:avLst/>
          </a:prstGeom>
        </p:spPr>
      </p:pic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4B95B6F-5B04-423F-8569-7D7031954B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d8e481c504a28"/>
          <a:stretch xmlns:a="http://schemas.openxmlformats.org/drawingml/2006/main"/>
        </p:blipFill>
        <p:spPr>
          <a:xfrm xmlns:a="http://schemas.openxmlformats.org/drawingml/2006/main">
            <a:off x="6924675" y="3552825"/>
            <a:ext cx="1209675" cy="600075"/>
          </a:xfrm>
          <a:prstGeom xmlns:a="http://schemas.openxmlformats.org/drawingml/2006/main" prst="rect">
            <a:avLst/>
          </a:prstGeom>
        </p:spPr>
      </p:pic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E9317D5-D292-46D8-A389-7541ACFC64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babb282464f4f"/>
          <a:stretch xmlns:a="http://schemas.openxmlformats.org/drawingml/2006/main"/>
        </p:blipFill>
        <p:spPr>
          <a:xfrm xmlns:a="http://schemas.openxmlformats.org/drawingml/2006/main">
            <a:off x="8172450" y="3552825"/>
            <a:ext cx="1209675" cy="600075"/>
          </a:xfrm>
          <a:prstGeom xmlns:a="http://schemas.openxmlformats.org/drawingml/2006/main" prst="rect">
            <a:avLst/>
          </a:prstGeom>
        </p:spPr>
      </p:pic>
      <p:sp>
        <p:nvSpPr>
          <p:cNvPr id="93" name="Skybox label">
            <a:extLst xmlns:a="http://schemas.openxmlformats.org/drawingml/2006/main">
              <a:ext uri="{FF2B5EF4-FFF2-40B4-BE49-F238E27FC236}">
                <a16:creationId xmlns:a16="http://schemas.microsoft.com/office/drawing/2014/main" id="{24B18536-057B-4647-835A-483A5128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4183571"/>
            <a:ext cx="10668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Skybox</a:t>
            </a:r>
          </a:p>
        </p:txBody>
      </p:sp>
      <p:sp>
        <p:nvSpPr>
          <p:cNvPr id="94" name="OSM footer">
            <a:extLst xmlns:a="http://schemas.openxmlformats.org/drawingml/2006/main">
              <a:ext uri="{FF2B5EF4-FFF2-40B4-BE49-F238E27FC236}">
                <a16:creationId xmlns:a16="http://schemas.microsoft.com/office/drawing/2014/main" id="{15633ED1-FCE8-46D1-AEE9-BCCCCFD1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4467225"/>
            <a:ext cx="1943100" cy="428625"/>
          </a:xfrm>
          <a:custGeom xmlns:a="http://schemas.openxmlformats.org/drawingml/2006/main">
            <a:pathLst>
              <a:path w="1943100" h="428625">
                <a:moveTo>
                  <a:pt x="0" y="0"/>
                </a:moveTo>
                <a:lnTo>
                  <a:pt x="1943100" y="0"/>
                </a:lnTo>
                <a:cubicBezTo>
                  <a:pt x="1943100" y="0"/>
                  <a:pt x="1943100" y="0"/>
                  <a:pt x="1943100" y="0"/>
                </a:cubicBezTo>
                <a:lnTo>
                  <a:pt x="1943100" y="428625"/>
                </a:lnTo>
                <a:cubicBezTo>
                  <a:pt x="1943100" y="428625"/>
                  <a:pt x="1943100" y="428625"/>
                  <a:pt x="1943100" y="428625"/>
                </a:cubicBezTo>
                <a:lnTo>
                  <a:pt x="0" y="428625"/>
                </a:lnTo>
                <a:cubicBezTo>
                  <a:pt x="0" y="428625"/>
                  <a:pt x="0" y="428625"/>
                  <a:pt x="0" y="42862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918F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5" name="3D footer">
            <a:extLst xmlns:a="http://schemas.openxmlformats.org/drawingml/2006/main">
              <a:ext uri="{FF2B5EF4-FFF2-40B4-BE49-F238E27FC236}">
                <a16:creationId xmlns:a16="http://schemas.microsoft.com/office/drawing/2014/main" id="{FF03D526-37CA-47AA-BAD0-932AD8D1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67225"/>
            <a:ext cx="4657725" cy="428625"/>
          </a:xfrm>
          <a:custGeom xmlns:a="http://schemas.openxmlformats.org/drawingml/2006/main">
            <a:pathLst>
              <a:path w="4657725" h="428625">
                <a:moveTo>
                  <a:pt x="0" y="0"/>
                </a:moveTo>
                <a:lnTo>
                  <a:pt x="4657725" y="0"/>
                </a:lnTo>
                <a:cubicBezTo>
                  <a:pt x="4657725" y="0"/>
                  <a:pt x="4657725" y="0"/>
                  <a:pt x="4657725" y="0"/>
                </a:cubicBezTo>
                <a:lnTo>
                  <a:pt x="4657725" y="428625"/>
                </a:lnTo>
                <a:cubicBezTo>
                  <a:pt x="4657725" y="428625"/>
                  <a:pt x="4657725" y="428625"/>
                  <a:pt x="4657725" y="428625"/>
                </a:cubicBezTo>
                <a:lnTo>
                  <a:pt x="0" y="428625"/>
                </a:lnTo>
                <a:cubicBezTo>
                  <a:pt x="0" y="428625"/>
                  <a:pt x="0" y="428625"/>
                  <a:pt x="0" y="42862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A276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6" name="Texture footer">
            <a:extLst xmlns:a="http://schemas.openxmlformats.org/drawingml/2006/main">
              <a:ext uri="{FF2B5EF4-FFF2-40B4-BE49-F238E27FC236}">
                <a16:creationId xmlns:a16="http://schemas.microsoft.com/office/drawing/2014/main" id="{1BE78CE7-FDDC-4F47-A2AA-AF7784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67225"/>
            <a:ext cx="2609850" cy="428625"/>
          </a:xfrm>
          <a:custGeom xmlns:a="http://schemas.openxmlformats.org/drawingml/2006/main">
            <a:pathLst>
              <a:path w="2609850" h="428625">
                <a:moveTo>
                  <a:pt x="0" y="0"/>
                </a:moveTo>
                <a:lnTo>
                  <a:pt x="2609850" y="0"/>
                </a:lnTo>
                <a:cubicBezTo>
                  <a:pt x="2609850" y="0"/>
                  <a:pt x="2609850" y="0"/>
                  <a:pt x="2609850" y="0"/>
                </a:cubicBezTo>
                <a:lnTo>
                  <a:pt x="2609850" y="428625"/>
                </a:lnTo>
                <a:cubicBezTo>
                  <a:pt x="2609850" y="428625"/>
                  <a:pt x="2609850" y="428625"/>
                  <a:pt x="2609850" y="428625"/>
                </a:cubicBezTo>
                <a:lnTo>
                  <a:pt x="0" y="428625"/>
                </a:lnTo>
                <a:cubicBezTo>
                  <a:pt x="0" y="428625"/>
                  <a:pt x="0" y="428625"/>
                  <a:pt x="0" y="42862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B963D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7" name="OSM footer label">
            <a:extLst xmlns:a="http://schemas.openxmlformats.org/drawingml/2006/main">
              <a:ext uri="{FF2B5EF4-FFF2-40B4-BE49-F238E27FC236}">
                <a16:creationId xmlns:a16="http://schemas.microsoft.com/office/drawing/2014/main" id="{FE8B5665-9D18-4827-852A-D303DF17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4552569"/>
            <a:ext cx="790575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OSM</a:t>
            </a:r>
          </a:p>
        </p:txBody>
      </p:sp>
      <p:sp>
        <p:nvSpPr>
          <p:cNvPr id="98" name="3D BUILDING MODELS footer label">
            <a:extLst xmlns:a="http://schemas.openxmlformats.org/drawingml/2006/main">
              <a:ext uri="{FF2B5EF4-FFF2-40B4-BE49-F238E27FC236}">
                <a16:creationId xmlns:a16="http://schemas.microsoft.com/office/drawing/2014/main" id="{B3BD3B5B-B592-4DA5-858B-BCC6EBD6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175" y="4543044"/>
            <a:ext cx="32385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3D BUILDING MODELS</a:t>
            </a:r>
          </a:p>
        </p:txBody>
      </p:sp>
      <p:sp>
        <p:nvSpPr>
          <p:cNvPr id="99" name="TEXTURE MAP footer label">
            <a:extLst xmlns:a="http://schemas.openxmlformats.org/drawingml/2006/main">
              <a:ext uri="{FF2B5EF4-FFF2-40B4-BE49-F238E27FC236}">
                <a16:creationId xmlns:a16="http://schemas.microsoft.com/office/drawing/2014/main" id="{11DF9B11-4081-41D3-BAF0-FACF6669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5175" y="4543044"/>
            <a:ext cx="2124075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TEXTURE MAP</a:t>
            </a:r>
          </a:p>
        </p:txBody>
      </p:sp>
    </p:spTree>
    <p:extLst>
      <p:ext uri="{BB962C8B-B14F-4D97-AF65-F5344CB8AC3E}">
        <p14:creationId xmlns:p14="http://schemas.microsoft.com/office/powerpoint/2010/main" val="1085685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2026-10-18T11:25:41.0010000Z</dcterms:created>
  <dcterms:modified xsi:type="dcterms:W3CDTF">2026-10-18T11:25:41.0010000Z</dcterms:modified>
</coreProperties>
</file>