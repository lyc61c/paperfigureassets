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b6b0dad6595432d" /><Relationship Type="http://schemas.openxmlformats.org/officeDocument/2006/relationships/extended-properties" Target="/docProps/app.xml" Id="Red4a8cb3d20541bd" /><Relationship Type="http://schemas.openxmlformats.org/officeDocument/2006/relationships/officeDocument" Target="/ppt/presentation.xml" Id="Rd6f72b3812ed4e1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67cbd1cf2534dbf"/>
  </p:sldMasterIdLst>
  <p:notesMasterIdLst>
    <p:notesMasterId xmlns:r="http://schemas.openxmlformats.org/officeDocument/2006/relationships" r:id="R27e1578d7dce4013"/>
  </p:notesMasterIdLst>
  <p:sldIdLst>
    <p:sldId xmlns:r="http://schemas.openxmlformats.org/officeDocument/2006/relationships" id="256" r:id="Rae7eceddc7f14a14"/>
    <p:sldId xmlns:r="http://schemas.openxmlformats.org/officeDocument/2006/relationships" id="257" r:id="Reac856b7db554bd6"/>
    <p:sldId xmlns:r="http://schemas.openxmlformats.org/officeDocument/2006/relationships" id="258" r:id="R67cb23eb284d4baf"/>
  </p:sldIdLst>
  <p:sldSz cx="19735800" cy="10477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06670beafcf4e6e" /><Relationship Type="http://schemas.openxmlformats.org/officeDocument/2006/relationships/slideMaster" Target="/ppt/slideMasters/slideMaster1.xml" Id="R367cbd1cf2534dbf" /><Relationship Type="http://schemas.openxmlformats.org/officeDocument/2006/relationships/notesMaster" Target="/ppt/notesMasters/notesMaster1.xml" Id="R27e1578d7dce4013" /><Relationship Type="http://schemas.openxmlformats.org/officeDocument/2006/relationships/presProps" Target="/ppt/presProps.xml" Id="Rf26fb949b4d34ace" /><Relationship Type="http://schemas.openxmlformats.org/officeDocument/2006/relationships/tableStyles" Target="/ppt/tableStyles.xml" Id="R175c618defa64540" /><Relationship Type="http://schemas.openxmlformats.org/officeDocument/2006/relationships/slide" Target="/ppt/slides/slide1.xml" Id="Rae7eceddc7f14a14" /><Relationship Type="http://schemas.openxmlformats.org/officeDocument/2006/relationships/slide" Target="/ppt/slides/slide2.xml" Id="Reac856b7db554bd6" /><Relationship Type="http://schemas.openxmlformats.org/officeDocument/2006/relationships/slide" Target="/ppt/slides/slide3.xml" Id="R67cb23eb284d4ba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514015ce548480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47625" dist="34343" dir="3378596">
              <a:srgbClr val="000000">
                <a:alpha val="22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432ad9b2ce34c65" /><Relationship Type="http://schemas.openxmlformats.org/officeDocument/2006/relationships/notesMaster" Target="/ppt/notesMasters/notesMaster1.xml" Id="R4bc2eecd32174ff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ab973c12eeb4c84" /><Relationship Type="http://schemas.openxmlformats.org/officeDocument/2006/relationships/notesMaster" Target="/ppt/notesMasters/notesMaster1.xml" Id="R2213b978edf84ac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3106f0e541b4825" /><Relationship Type="http://schemas.openxmlformats.org/officeDocument/2006/relationships/notesMaster" Target="/ppt/notesMasters/notesMaster1.xml" Id="R7f200ab1f0624bf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ReFigure editable reconstruction — not author-provided PowerPoint.</a:t>
            </a:r>
          </a:p>
          <a:p xmlns:a="http://schemas.openxmlformats.org/drawingml/2006/main">
            <a:r>
              <a:t>MajutsuCity fig1</a:t>
            </a:r>
          </a:p>
          <a:p xmlns:a="http://schemas.openxmlformats.org/drawingml/2006/main">
            <a:r>
              <a:t>Source: https://arxiv.org/abs/2511.20415v2</a:t>
            </a:r>
          </a:p>
          <a:p xmlns:a="http://schemas.openxmlformats.org/drawingml/2006/main">
            <a:r>
              <a:t>Approved image: fig1_language_driven_city_generation_and_editing.png; SHA-256: 1cbdfa73e0934a1136e155e3782ec03c58697d79755139ff4541b3c387db199e</a:t>
            </a:r>
          </a:p>
          <a:p xmlns:a="http://schemas.openxmlformats.org/drawingml/2006/main">
            <a:r>
              <a:t>The reference PDF artwork is raster-only. Primary readable captions, stage/module labels, panels, category badges, arrow paths and diagram geometry are reconstructed native editable PowerPoint objects. Arrow paths are freeforms, not endpoint-bound connectors. Original 3D buildings/cities, maps, noise tensors, materials, skyboxes, source logos, small pictograms and embedded local illustration annotations remain named independent raster objects (29); their internal pixels are not editable. No whole-figure screenshot or full-slide backdrop is used.</a:t>
            </a:r>
          </a:p>
          <a:p xmlns:a="http://schemas.openxmlformats.org/drawingml/2006/main">
            <a:r>
              <a:t>Source font identities are unavailable from flattened artwork. Installed Arial, Calibri approximate the source typefaces. Pattern frequency, shadows, some decorative icons and antialiasing differ; this is not pixel-identical author source. Source crop boundaries and original evidence are preserved.</a:t>
            </a:r>
          </a:p>
          <a:p xmlns:a="http://schemas.openxmlformats.org/drawingml/2006/main">
            <a:r>
              <a:t>Final-file renderer: Artifact Tool PPTX roundtrip; this is not a PowerPoint application compatibility test.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ReFigure editable reconstruction — not author-provided PowerPoint.</a:t>
            </a:r>
          </a:p>
          <a:p xmlns:a="http://schemas.openxmlformats.org/drawingml/2006/main">
            <a:r>
              <a:t>MajutsuCity fig2</a:t>
            </a:r>
          </a:p>
          <a:p xmlns:a="http://schemas.openxmlformats.org/drawingml/2006/main">
            <a:r>
              <a:t>Source: https://arxiv.org/abs/2511.20415v2</a:t>
            </a:r>
          </a:p>
          <a:p xmlns:a="http://schemas.openxmlformats.org/drawingml/2006/main">
            <a:r>
              <a:t>Approved image: fig2_majutsucity_framework.png; SHA-256: 41d26b9436e0026cab14b96ed8f371246b724bd9fcf86d8075192a21f566be0f</a:t>
            </a:r>
          </a:p>
          <a:p xmlns:a="http://schemas.openxmlformats.org/drawingml/2006/main">
            <a:r>
              <a:t>The reference PDF artwork is raster-only. Primary readable captions, stage/module labels, panels, category badges, arrow paths and diagram geometry are reconstructed native editable PowerPoint objects. Arrow paths are freeforms, not endpoint-bound connectors. Original 3D buildings/cities, maps, noise tensors, materials, skyboxes, source logos, small pictograms and embedded local illustration annotations remain named independent raster objects (78); their internal pixels are not editable. No whole-figure screenshot or full-slide backdrop is used.</a:t>
            </a:r>
          </a:p>
          <a:p xmlns:a="http://schemas.openxmlformats.org/drawingml/2006/main">
            <a:r>
              <a:t>Source font identities are unavailable from flattened artwork. Installed Arial approximate the source typefaces. Pattern frequency, shadows, some decorative icons and antialiasing differ; this is not pixel-identical author source. Source crop boundaries and original evidence are preserved.</a:t>
            </a:r>
          </a:p>
          <a:p xmlns:a="http://schemas.openxmlformats.org/drawingml/2006/main">
            <a:r>
              <a:t>Final-file renderer: Artifact Tool PPTX roundtrip; this is not a PowerPoint application compatibility test.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ReFigure editable reconstruction — not author-provided PowerPoint.</a:t>
            </a:r>
          </a:p>
          <a:p xmlns:a="http://schemas.openxmlformats.org/drawingml/2006/main">
            <a:r>
              <a:t>MajutsuCity fig3</a:t>
            </a:r>
          </a:p>
          <a:p xmlns:a="http://schemas.openxmlformats.org/drawingml/2006/main">
            <a:r>
              <a:t>Source: https://arxiv.org/abs/2511.20415v2</a:t>
            </a:r>
          </a:p>
          <a:p xmlns:a="http://schemas.openxmlformats.org/drawingml/2006/main">
            <a:r>
              <a:t>Approved image: fig3_majutsudataset_component_overview.png; SHA-256: f4df300deade11671b3ccf0f89149a49bdaf37c96508e994d1ffb6ee8eb015c2</a:t>
            </a:r>
          </a:p>
          <a:p xmlns:a="http://schemas.openxmlformats.org/drawingml/2006/main">
            <a:r>
              <a:t>The reference PDF artwork is raster-only. Primary readable captions, stage/module labels, panels, category badges, arrow paths and diagram geometry are reconstructed native editable PowerPoint objects. Arrow paths are freeforms, not endpoint-bound connectors. Original 3D buildings/cities, maps, noise tensors, materials, skyboxes, source logos, small pictograms and embedded local illustration annotations remain named independent raster objects (53); their internal pixels are not editable. No whole-figure screenshot or full-slide backdrop is used.</a:t>
            </a:r>
          </a:p>
          <a:p xmlns:a="http://schemas.openxmlformats.org/drawingml/2006/main">
            <a:r>
              <a:t>Source font identities are unavailable from flattened artwork. Installed Arial approximate the source typefaces. Pattern frequency, shadows, some decorative icons and antialiasing differ; this is not pixel-identical author source. Source crop boundaries and original evidence are preserved.</a:t>
            </a:r>
          </a:p>
          <a:p xmlns:a="http://schemas.openxmlformats.org/drawingml/2006/main">
            <a:r>
              <a:t>Final-file renderer: Artifact Tool PPTX roundtrip; this is not a PowerPoint application compatibility test.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acc05f933e2495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38d495bd71a426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57d0b4c2a95464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5f32b317c3447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b8d15b09dab4e9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1432e24f6e247a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CF195D7-FFF2-4E61-AE49-73F5D663650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973580" y="3958167"/>
            <a:ext cx="15788640" cy="1513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73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FC53988-EC04-4D5C-B837-B37FE6BCA23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960370" y="5762625"/>
            <a:ext cx="13815060" cy="11641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20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F2D4FBA7-6CF5-484A-90BA-FC62CAC81A6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973580" y="4365625"/>
            <a:ext cx="15788640" cy="174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41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61F6FCB-BA6B-441F-A522-82C44BCAF9D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110139" y="814917"/>
            <a:ext cx="17515523" cy="12805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504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EA20340D-6731-41E1-A982-975AE401A4C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110139" y="2910417"/>
            <a:ext cx="17515523" cy="6519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43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9250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1pPr>
            <a:lvl2pPr marL="814917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2pPr>
            <a:lvl3pPr marL="1280583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3pPr>
            <a:lvl4pPr marL="1746250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4pPr>
            <a:lvl5pPr marL="2211917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5pPr>
            <a:lvl6pPr marL="2677583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6pPr>
            <a:lvl7pPr marL="3143250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7pPr>
            <a:lvl8pPr marL="3608917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8pPr>
            <a:lvl9pPr marL="4074583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D12AB5C-2182-478B-B348-DEF87266DD0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110139" y="814917"/>
            <a:ext cx="17515523" cy="12805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504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426BCA0-4DFD-49C7-9B30-D22246825E9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110139" y="2910417"/>
            <a:ext cx="8141017" cy="6519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20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9250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1pPr>
            <a:lvl2pPr marL="814917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2pPr>
            <a:lvl3pPr marL="1280583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3pPr>
            <a:lvl4pPr marL="1746250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4pPr>
            <a:lvl5pPr marL="2211917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5pPr>
            <a:lvl6pPr marL="2677583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6pPr>
            <a:lvl7pPr marL="3143250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7pPr>
            <a:lvl8pPr marL="3608917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8pPr>
            <a:lvl9pPr marL="4074583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4DA7B269-47BD-4FEC-9329-8A5B1E56283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0484644" y="2910417"/>
            <a:ext cx="8141017" cy="6519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20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9250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1pPr>
            <a:lvl2pPr marL="814917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2pPr>
            <a:lvl3pPr marL="1280583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3pPr>
            <a:lvl4pPr marL="1746250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4pPr>
            <a:lvl5pPr marL="2211917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5pPr>
            <a:lvl6pPr marL="2677583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6pPr>
            <a:lvl7pPr marL="3143250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7pPr>
            <a:lvl8pPr marL="3608917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8pPr>
            <a:lvl9pPr marL="4074583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CA979C3-5C0C-440F-98AC-A2ED937733F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110139" y="814917"/>
            <a:ext cx="17515523" cy="12805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504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D653389-58F2-4DC4-92FD-4F48FE8EEAA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110139" y="2910417"/>
            <a:ext cx="8141017" cy="6519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43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9250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1pPr>
            <a:lvl2pPr marL="814917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2pPr>
            <a:lvl3pPr marL="1280583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3pPr>
            <a:lvl4pPr marL="1746250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4pPr>
            <a:lvl5pPr marL="2211917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5pPr>
            <a:lvl6pPr marL="2677583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6pPr>
            <a:lvl7pPr marL="3143250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7pPr>
            <a:lvl8pPr marL="3608917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8pPr>
            <a:lvl9pPr marL="4074583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03b9968b2574342" /><Relationship Type="http://schemas.openxmlformats.org/officeDocument/2006/relationships/slideLayout" Target="/ppt/slideLayouts/slideLayout1.xml" Id="R4986b180bae944c7" /><Relationship Type="http://schemas.openxmlformats.org/officeDocument/2006/relationships/slideLayout" Target="/ppt/slideLayouts/slideLayout2.xml" Id="R335ac5b3cd214508" /><Relationship Type="http://schemas.openxmlformats.org/officeDocument/2006/relationships/slideLayout" Target="/ppt/slideLayouts/slideLayout3.xml" Id="R610f192908c34fb8" /><Relationship Type="http://schemas.openxmlformats.org/officeDocument/2006/relationships/slideLayout" Target="/ppt/slideLayouts/slideLayout4.xml" Id="R0c646c1dec2a47a8" /><Relationship Type="http://schemas.openxmlformats.org/officeDocument/2006/relationships/slideLayout" Target="/ppt/slideLayouts/slideLayout5.xml" Id="R6a2f6412e3884510" /><Relationship Type="http://schemas.openxmlformats.org/officeDocument/2006/relationships/slideLayout" Target="/ppt/slideLayouts/slideLayout6.xml" Id="Ra41b96221499486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986b180bae944c7"/>
    <p:sldLayoutId xmlns:r="http://schemas.openxmlformats.org/officeDocument/2006/relationships" id="2147483650" r:id="R335ac5b3cd214508"/>
    <p:sldLayoutId xmlns:r="http://schemas.openxmlformats.org/officeDocument/2006/relationships" id="2147483651" r:id="R610f192908c34fb8"/>
    <p:sldLayoutId xmlns:r="http://schemas.openxmlformats.org/officeDocument/2006/relationships" id="2147483652" r:id="R0c646c1dec2a47a8"/>
    <p:sldLayoutId xmlns:r="http://schemas.openxmlformats.org/officeDocument/2006/relationships" id="2147483653" r:id="R6a2f6412e3884510"/>
    <p:sldLayoutId xmlns:r="http://schemas.openxmlformats.org/officeDocument/2006/relationships" id="2147483654" r:id="Ra41b96221499486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47625" dist="34343" dir="3378596">
              <a:srgbClr val="000000">
                <a:alpha val="22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e027eaf0e844ac9" /><Relationship Type="http://schemas.openxmlformats.org/officeDocument/2006/relationships/image" Target="/ppt/media/image.png" Id="R3f43f3c891054cf7" /><Relationship Type="http://schemas.openxmlformats.org/officeDocument/2006/relationships/image" Target="/ppt/media/image2.png" Id="Rf0c05585bf434a44" /><Relationship Type="http://schemas.openxmlformats.org/officeDocument/2006/relationships/image" Target="/ppt/media/image3.png" Id="R61d69eace6ae47d8" /><Relationship Type="http://schemas.openxmlformats.org/officeDocument/2006/relationships/image" Target="/ppt/media/image4.png" Id="R25adaf9c62df4491" /><Relationship Type="http://schemas.openxmlformats.org/officeDocument/2006/relationships/image" Target="/ppt/media/image5.png" Id="R508e1e1bcc424c9d" /><Relationship Type="http://schemas.openxmlformats.org/officeDocument/2006/relationships/image" Target="/ppt/media/image6.png" Id="Re181fb2210564571" /><Relationship Type="http://schemas.openxmlformats.org/officeDocument/2006/relationships/image" Target="/ppt/media/image7.png" Id="R70e341c616674a7e" /><Relationship Type="http://schemas.openxmlformats.org/officeDocument/2006/relationships/image" Target="/ppt/media/image8.png" Id="R36cf3b5e103c4a9a" /><Relationship Type="http://schemas.openxmlformats.org/officeDocument/2006/relationships/image" Target="/ppt/media/image9.png" Id="R8f49e13adc5145bb" /><Relationship Type="http://schemas.openxmlformats.org/officeDocument/2006/relationships/image" Target="/ppt/media/image10.png" Id="Rab8c25d81bac45a7" /><Relationship Type="http://schemas.openxmlformats.org/officeDocument/2006/relationships/image" Target="/ppt/media/image11.png" Id="Rc359ab77e83048a8" /><Relationship Type="http://schemas.openxmlformats.org/officeDocument/2006/relationships/image" Target="/ppt/media/image12.png" Id="R70983046c4714f6c" /><Relationship Type="http://schemas.openxmlformats.org/officeDocument/2006/relationships/image" Target="/ppt/media/image13.png" Id="R8629aa2e00ba49df" /><Relationship Type="http://schemas.openxmlformats.org/officeDocument/2006/relationships/image" Target="/ppt/media/image14.png" Id="Re2cf52eacc4d487c" /><Relationship Type="http://schemas.openxmlformats.org/officeDocument/2006/relationships/image" Target="/ppt/media/image15.png" Id="Rf5f237248f0b4965" /><Relationship Type="http://schemas.openxmlformats.org/officeDocument/2006/relationships/image" Target="/ppt/media/image16.png" Id="Re80c7dc5990e4be6" /><Relationship Type="http://schemas.openxmlformats.org/officeDocument/2006/relationships/image" Target="/ppt/media/image17.png" Id="Rd20fcc58f6004dff" /><Relationship Type="http://schemas.openxmlformats.org/officeDocument/2006/relationships/image" Target="/ppt/media/image18.png" Id="Rafb36bdfa6c344f2" /><Relationship Type="http://schemas.openxmlformats.org/officeDocument/2006/relationships/image" Target="/ppt/media/image19.png" Id="R7b8c7d1c5e8449b0" /><Relationship Type="http://schemas.openxmlformats.org/officeDocument/2006/relationships/image" Target="/ppt/media/image20.png" Id="R8b5382e553384d05" /><Relationship Type="http://schemas.openxmlformats.org/officeDocument/2006/relationships/image" Target="/ppt/media/image21.png" Id="R77a98c88a4374ce1" /><Relationship Type="http://schemas.openxmlformats.org/officeDocument/2006/relationships/image" Target="/ppt/media/image22.png" Id="R009d37238a0a4aba" /><Relationship Type="http://schemas.openxmlformats.org/officeDocument/2006/relationships/image" Target="/ppt/media/image23.png" Id="R40a9a257eb184eb0" /><Relationship Type="http://schemas.openxmlformats.org/officeDocument/2006/relationships/image" Target="/ppt/media/image24.png" Id="R39f797e5e66e4f9b" /><Relationship Type="http://schemas.openxmlformats.org/officeDocument/2006/relationships/image" Target="/ppt/media/image25.png" Id="R0773f9fce7654f6c" /><Relationship Type="http://schemas.openxmlformats.org/officeDocument/2006/relationships/image" Target="/ppt/media/image26.png" Id="R31764a6187aa4876" /><Relationship Type="http://schemas.openxmlformats.org/officeDocument/2006/relationships/image" Target="/ppt/media/image27.png" Id="Rbaa028ee90344635" /><Relationship Type="http://schemas.openxmlformats.org/officeDocument/2006/relationships/image" Target="/ppt/media/image28.png" Id="R0fe8574a95a3469e" /><Relationship Type="http://schemas.openxmlformats.org/officeDocument/2006/relationships/image" Target="/ppt/media/image29.png" Id="Rfce6fe05f28d4021" /><Relationship Type="http://schemas.openxmlformats.org/officeDocument/2006/relationships/notesSlide" Target="/ppt/notesSlides/notesSlide1.xml" Id="R8581ac8b1b3743a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296b436a9294a57" /><Relationship Type="http://schemas.openxmlformats.org/officeDocument/2006/relationships/image" Target="/ppt/media/image30.png" Id="R06aae3b66358468c" /><Relationship Type="http://schemas.openxmlformats.org/officeDocument/2006/relationships/image" Target="/ppt/media/image31.png" Id="R2f673e97853c490a" /><Relationship Type="http://schemas.openxmlformats.org/officeDocument/2006/relationships/image" Target="/ppt/media/image32.png" Id="Rbfc0a1a2082545fb" /><Relationship Type="http://schemas.openxmlformats.org/officeDocument/2006/relationships/image" Target="/ppt/media/image33.png" Id="Ra13f1e5c30204981" /><Relationship Type="http://schemas.openxmlformats.org/officeDocument/2006/relationships/image" Target="/ppt/media/image34.png" Id="R32eb61dd76d54790" /><Relationship Type="http://schemas.openxmlformats.org/officeDocument/2006/relationships/image" Target="/ppt/media/image35.png" Id="R81895c0b9d9746b6" /><Relationship Type="http://schemas.openxmlformats.org/officeDocument/2006/relationships/image" Target="/ppt/media/image36.png" Id="R0aaf475afbd64c4b" /><Relationship Type="http://schemas.openxmlformats.org/officeDocument/2006/relationships/image" Target="/ppt/media/image37.png" Id="Rea4e3d4a87d94b82" /><Relationship Type="http://schemas.openxmlformats.org/officeDocument/2006/relationships/image" Target="/ppt/media/image38.png" Id="Rd449b8038dd54e79" /><Relationship Type="http://schemas.openxmlformats.org/officeDocument/2006/relationships/image" Target="/ppt/media/image39.png" Id="Rdec27385431741f2" /><Relationship Type="http://schemas.openxmlformats.org/officeDocument/2006/relationships/image" Target="/ppt/media/image40.png" Id="Raf079255e671400f" /><Relationship Type="http://schemas.openxmlformats.org/officeDocument/2006/relationships/image" Target="/ppt/media/image41.png" Id="R76db4ede170a4d4b" /><Relationship Type="http://schemas.openxmlformats.org/officeDocument/2006/relationships/image" Target="/ppt/media/image42.png" Id="R865ed1aa393049cf" /><Relationship Type="http://schemas.openxmlformats.org/officeDocument/2006/relationships/image" Target="/ppt/media/image43.png" Id="R5ab8e9e260374624" /><Relationship Type="http://schemas.openxmlformats.org/officeDocument/2006/relationships/image" Target="/ppt/media/image44.png" Id="Rf5b84701f8e544e9" /><Relationship Type="http://schemas.openxmlformats.org/officeDocument/2006/relationships/image" Target="/ppt/media/image45.png" Id="Ra61a6b7b41e54176" /><Relationship Type="http://schemas.openxmlformats.org/officeDocument/2006/relationships/image" Target="/ppt/media/image46.png" Id="Rb245f964d0f44ba4" /><Relationship Type="http://schemas.openxmlformats.org/officeDocument/2006/relationships/image" Target="/ppt/media/image47.png" Id="R0a04eaa4992b4253" /><Relationship Type="http://schemas.openxmlformats.org/officeDocument/2006/relationships/image" Target="/ppt/media/image48.png" Id="R1a53e1abee1a4b60" /><Relationship Type="http://schemas.openxmlformats.org/officeDocument/2006/relationships/image" Target="/ppt/media/image49.png" Id="Ra77ea5fe9cdc44ae" /><Relationship Type="http://schemas.openxmlformats.org/officeDocument/2006/relationships/image" Target="/ppt/media/image50.png" Id="R7602b5b0594b4228" /><Relationship Type="http://schemas.openxmlformats.org/officeDocument/2006/relationships/image" Target="/ppt/media/image51.png" Id="R22b70d34580d417e" /><Relationship Type="http://schemas.openxmlformats.org/officeDocument/2006/relationships/image" Target="/ppt/media/image52.png" Id="Rf7ec6550d41d4e2d" /><Relationship Type="http://schemas.openxmlformats.org/officeDocument/2006/relationships/image" Target="/ppt/media/image53.png" Id="Reb09d74f87ec40d5" /><Relationship Type="http://schemas.openxmlformats.org/officeDocument/2006/relationships/image" Target="/ppt/media/image54.png" Id="R04ff5b9d67734f81" /><Relationship Type="http://schemas.openxmlformats.org/officeDocument/2006/relationships/image" Target="/ppt/media/image55.png" Id="R476d882c263b4773" /><Relationship Type="http://schemas.openxmlformats.org/officeDocument/2006/relationships/image" Target="/ppt/media/image56.png" Id="R93fd94566f724d14" /><Relationship Type="http://schemas.openxmlformats.org/officeDocument/2006/relationships/image" Target="/ppt/media/image57.png" Id="Rdd41f0d3cd4e4c3a" /><Relationship Type="http://schemas.openxmlformats.org/officeDocument/2006/relationships/image" Target="/ppt/media/image58.png" Id="R53a804b8a54a4213" /><Relationship Type="http://schemas.openxmlformats.org/officeDocument/2006/relationships/image" Target="/ppt/media/image59.png" Id="R119f5c0bc3b94a69" /><Relationship Type="http://schemas.openxmlformats.org/officeDocument/2006/relationships/image" Target="/ppt/media/image60.png" Id="Rd3dd57f94e8b4f3a" /><Relationship Type="http://schemas.openxmlformats.org/officeDocument/2006/relationships/image" Target="/ppt/media/image61.png" Id="Rea715919d28a4e92" /><Relationship Type="http://schemas.openxmlformats.org/officeDocument/2006/relationships/image" Target="/ppt/media/image62.png" Id="Rd82ea24cad364c66" /><Relationship Type="http://schemas.openxmlformats.org/officeDocument/2006/relationships/image" Target="/ppt/media/image63.png" Id="R7a1b9db67786440a" /><Relationship Type="http://schemas.openxmlformats.org/officeDocument/2006/relationships/image" Target="/ppt/media/image64.png" Id="Rd198e77ccedf4410" /><Relationship Type="http://schemas.openxmlformats.org/officeDocument/2006/relationships/image" Target="/ppt/media/image65.png" Id="Rc3fcca9eb92549c7" /><Relationship Type="http://schemas.openxmlformats.org/officeDocument/2006/relationships/image" Target="/ppt/media/image66.png" Id="R91a0fa14fe4f41b0" /><Relationship Type="http://schemas.openxmlformats.org/officeDocument/2006/relationships/image" Target="/ppt/media/image67.png" Id="R47996009a45a487a" /><Relationship Type="http://schemas.openxmlformats.org/officeDocument/2006/relationships/image" Target="/ppt/media/image68.png" Id="R287470cf3c114e91" /><Relationship Type="http://schemas.openxmlformats.org/officeDocument/2006/relationships/image" Target="/ppt/media/image69.png" Id="Re8610133d89e43c0" /><Relationship Type="http://schemas.openxmlformats.org/officeDocument/2006/relationships/image" Target="/ppt/media/image70.png" Id="R92b792e627784a8c" /><Relationship Type="http://schemas.openxmlformats.org/officeDocument/2006/relationships/image" Target="/ppt/media/image71.png" Id="Redba9379b753485d" /><Relationship Type="http://schemas.openxmlformats.org/officeDocument/2006/relationships/image" Target="/ppt/media/image72.png" Id="Rb4ba98e7b415490b" /><Relationship Type="http://schemas.openxmlformats.org/officeDocument/2006/relationships/image" Target="/ppt/media/image73.png" Id="R9102b3b0819f42cd" /><Relationship Type="http://schemas.openxmlformats.org/officeDocument/2006/relationships/image" Target="/ppt/media/image74.png" Id="R9762c300d10443cc" /><Relationship Type="http://schemas.openxmlformats.org/officeDocument/2006/relationships/image" Target="/ppt/media/image75.png" Id="Reea2456c144c4833" /><Relationship Type="http://schemas.openxmlformats.org/officeDocument/2006/relationships/image" Target="/ppt/media/image76.png" Id="Rd25f09ff78d04fdf" /><Relationship Type="http://schemas.openxmlformats.org/officeDocument/2006/relationships/image" Target="/ppt/media/image77.png" Id="R0ac57dff9cc54c6e" /><Relationship Type="http://schemas.openxmlformats.org/officeDocument/2006/relationships/image" Target="/ppt/media/image78.png" Id="R1902c24c3f334207" /><Relationship Type="http://schemas.openxmlformats.org/officeDocument/2006/relationships/image" Target="/ppt/media/image79.png" Id="Re1159c5760564a3d" /><Relationship Type="http://schemas.openxmlformats.org/officeDocument/2006/relationships/image" Target="/ppt/media/image80.png" Id="R469aaf0fba074768" /><Relationship Type="http://schemas.openxmlformats.org/officeDocument/2006/relationships/image" Target="/ppt/media/image81.png" Id="R244d1857621e43bb" /><Relationship Type="http://schemas.openxmlformats.org/officeDocument/2006/relationships/image" Target="/ppt/media/image82.png" Id="Rc836e88a87ce4637" /><Relationship Type="http://schemas.openxmlformats.org/officeDocument/2006/relationships/image" Target="/ppt/media/image83.png" Id="R111fbf89a79243f6" /><Relationship Type="http://schemas.openxmlformats.org/officeDocument/2006/relationships/image" Target="/ppt/media/image84.png" Id="R3c54dc671ecf4ee4" /><Relationship Type="http://schemas.openxmlformats.org/officeDocument/2006/relationships/image" Target="/ppt/media/image85.png" Id="Re66e3bd3d9ea4ac5" /><Relationship Type="http://schemas.openxmlformats.org/officeDocument/2006/relationships/image" Target="/ppt/media/image86.png" Id="Rfb6dbc90d8344509" /><Relationship Type="http://schemas.openxmlformats.org/officeDocument/2006/relationships/image" Target="/ppt/media/image87.png" Id="Re167bc584a5347c8" /><Relationship Type="http://schemas.openxmlformats.org/officeDocument/2006/relationships/image" Target="/ppt/media/image88.png" Id="R112dee794d2a464e" /><Relationship Type="http://schemas.openxmlformats.org/officeDocument/2006/relationships/image" Target="/ppt/media/image89.png" Id="R9102e8e3fc324059" /><Relationship Type="http://schemas.openxmlformats.org/officeDocument/2006/relationships/image" Target="/ppt/media/image90.png" Id="R3dbd3b9d0c094f92" /><Relationship Type="http://schemas.openxmlformats.org/officeDocument/2006/relationships/image" Target="/ppt/media/image91.png" Id="R24ce83752b284265" /><Relationship Type="http://schemas.openxmlformats.org/officeDocument/2006/relationships/image" Target="/ppt/media/image92.png" Id="R204f3257b3954c8a" /><Relationship Type="http://schemas.openxmlformats.org/officeDocument/2006/relationships/image" Target="/ppt/media/image93.png" Id="R3a4210f3f3fc4cc6" /><Relationship Type="http://schemas.openxmlformats.org/officeDocument/2006/relationships/image" Target="/ppt/media/image94.png" Id="Re7cc8e660cfa478b" /><Relationship Type="http://schemas.openxmlformats.org/officeDocument/2006/relationships/image" Target="/ppt/media/image95.png" Id="Rbaf613062db94c20" /><Relationship Type="http://schemas.openxmlformats.org/officeDocument/2006/relationships/image" Target="/ppt/media/image96.png" Id="R61c21d18c2f64d56" /><Relationship Type="http://schemas.openxmlformats.org/officeDocument/2006/relationships/image" Target="/ppt/media/image97.png" Id="R64f44df29e804589" /><Relationship Type="http://schemas.openxmlformats.org/officeDocument/2006/relationships/image" Target="/ppt/media/image98.png" Id="R433933738cee4272" /><Relationship Type="http://schemas.openxmlformats.org/officeDocument/2006/relationships/image" Target="/ppt/media/image99.png" Id="R8a77e93f0a354452" /><Relationship Type="http://schemas.openxmlformats.org/officeDocument/2006/relationships/image" Target="/ppt/media/image100.png" Id="Rab0f06099d6f4ecd" /><Relationship Type="http://schemas.openxmlformats.org/officeDocument/2006/relationships/image" Target="/ppt/media/image101.png" Id="R1999b733d0a6493b" /><Relationship Type="http://schemas.openxmlformats.org/officeDocument/2006/relationships/image" Target="/ppt/media/image102.png" Id="Ra3ec0753a24c47fc" /><Relationship Type="http://schemas.openxmlformats.org/officeDocument/2006/relationships/image" Target="/ppt/media/image103.png" Id="Re205a6ea0c9948c8" /><Relationship Type="http://schemas.openxmlformats.org/officeDocument/2006/relationships/image" Target="/ppt/media/image104.png" Id="R9c810297efef4a23" /><Relationship Type="http://schemas.openxmlformats.org/officeDocument/2006/relationships/image" Target="/ppt/media/image105.png" Id="R097cfcaedf664baf" /><Relationship Type="http://schemas.openxmlformats.org/officeDocument/2006/relationships/image" Target="/ppt/media/image106.png" Id="R37e81741d55d4721" /><Relationship Type="http://schemas.openxmlformats.org/officeDocument/2006/relationships/image" Target="/ppt/media/image107.png" Id="Rbb47260162264555" /><Relationship Type="http://schemas.openxmlformats.org/officeDocument/2006/relationships/notesSlide" Target="/ppt/notesSlides/notesSlide2.xml" Id="R927d565eadd24ec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0a06cca13504467" /><Relationship Type="http://schemas.openxmlformats.org/officeDocument/2006/relationships/image" Target="/ppt/media/image108.png" Id="Rb09b0f6bf6d64cd0" /><Relationship Type="http://schemas.openxmlformats.org/officeDocument/2006/relationships/image" Target="/ppt/media/image109.png" Id="R2bc76c1644984dfd" /><Relationship Type="http://schemas.openxmlformats.org/officeDocument/2006/relationships/image" Target="/ppt/media/image110.png" Id="Rad12542be0c04e0e" /><Relationship Type="http://schemas.openxmlformats.org/officeDocument/2006/relationships/image" Target="/ppt/media/image111.png" Id="Rb24c43ac1caf48b8" /><Relationship Type="http://schemas.openxmlformats.org/officeDocument/2006/relationships/image" Target="/ppt/media/image112.png" Id="Rfeebc8771da447b1" /><Relationship Type="http://schemas.openxmlformats.org/officeDocument/2006/relationships/image" Target="/ppt/media/image113.png" Id="R580b040bd4fe44a3" /><Relationship Type="http://schemas.openxmlformats.org/officeDocument/2006/relationships/image" Target="/ppt/media/image114.png" Id="R76497e0045bd4902" /><Relationship Type="http://schemas.openxmlformats.org/officeDocument/2006/relationships/image" Target="/ppt/media/image115.png" Id="R26dfcb2ee302468f" /><Relationship Type="http://schemas.openxmlformats.org/officeDocument/2006/relationships/image" Target="/ppt/media/image116.png" Id="R186457f9c3e743a1" /><Relationship Type="http://schemas.openxmlformats.org/officeDocument/2006/relationships/image" Target="/ppt/media/image117.png" Id="R34a5fdfa970b43eb" /><Relationship Type="http://schemas.openxmlformats.org/officeDocument/2006/relationships/image" Target="/ppt/media/image118.png" Id="Reefb8785707a4d43" /><Relationship Type="http://schemas.openxmlformats.org/officeDocument/2006/relationships/image" Target="/ppt/media/image119.png" Id="R9142687fa3844223" /><Relationship Type="http://schemas.openxmlformats.org/officeDocument/2006/relationships/image" Target="/ppt/media/image120.png" Id="R645513d5dfaf467c" /><Relationship Type="http://schemas.openxmlformats.org/officeDocument/2006/relationships/image" Target="/ppt/media/image121.png" Id="R194dfb3429de4683" /><Relationship Type="http://schemas.openxmlformats.org/officeDocument/2006/relationships/image" Target="/ppt/media/image122.png" Id="Rc3825a2115ce45ae" /><Relationship Type="http://schemas.openxmlformats.org/officeDocument/2006/relationships/image" Target="/ppt/media/image123.png" Id="R8c3d3be268ab429c" /><Relationship Type="http://schemas.openxmlformats.org/officeDocument/2006/relationships/image" Target="/ppt/media/image124.png" Id="R1ceb3fbb06e54275" /><Relationship Type="http://schemas.openxmlformats.org/officeDocument/2006/relationships/image" Target="/ppt/media/image125.png" Id="R7b172d41e7cb4ef7" /><Relationship Type="http://schemas.openxmlformats.org/officeDocument/2006/relationships/image" Target="/ppt/media/image126.png" Id="Rf4d7b0a369e6497c" /><Relationship Type="http://schemas.openxmlformats.org/officeDocument/2006/relationships/image" Target="/ppt/media/image127.png" Id="R7fcb660fa4844fba" /><Relationship Type="http://schemas.openxmlformats.org/officeDocument/2006/relationships/image" Target="/ppt/media/image128.png" Id="R4b49a2ca053b4cc8" /><Relationship Type="http://schemas.openxmlformats.org/officeDocument/2006/relationships/image" Target="/ppt/media/image129.png" Id="Refa7620fc12843ba" /><Relationship Type="http://schemas.openxmlformats.org/officeDocument/2006/relationships/image" Target="/ppt/media/image130.png" Id="Racb58fa9afba4315" /><Relationship Type="http://schemas.openxmlformats.org/officeDocument/2006/relationships/image" Target="/ppt/media/image131.png" Id="R4566e054404f4fa9" /><Relationship Type="http://schemas.openxmlformats.org/officeDocument/2006/relationships/image" Target="/ppt/media/image132.png" Id="R5c8ab49437af4d2f" /><Relationship Type="http://schemas.openxmlformats.org/officeDocument/2006/relationships/image" Target="/ppt/media/image133.png" Id="Rb315ac20cfc7427d" /><Relationship Type="http://schemas.openxmlformats.org/officeDocument/2006/relationships/image" Target="/ppt/media/image134.png" Id="R43e6d33f61534d52" /><Relationship Type="http://schemas.openxmlformats.org/officeDocument/2006/relationships/image" Target="/ppt/media/image135.png" Id="R5a612495334e4368" /><Relationship Type="http://schemas.openxmlformats.org/officeDocument/2006/relationships/image" Target="/ppt/media/image136.png" Id="R97cfe58981234687" /><Relationship Type="http://schemas.openxmlformats.org/officeDocument/2006/relationships/image" Target="/ppt/media/image137.png" Id="R90486ee28f924ce2" /><Relationship Type="http://schemas.openxmlformats.org/officeDocument/2006/relationships/image" Target="/ppt/media/image138.png" Id="R70a48f9416554268" /><Relationship Type="http://schemas.openxmlformats.org/officeDocument/2006/relationships/image" Target="/ppt/media/image139.png" Id="Rb46ad02a82fe4c7a" /><Relationship Type="http://schemas.openxmlformats.org/officeDocument/2006/relationships/image" Target="/ppt/media/image140.png" Id="Rbb756a4e844648e6" /><Relationship Type="http://schemas.openxmlformats.org/officeDocument/2006/relationships/image" Target="/ppt/media/image141.png" Id="R6b3f5aadcc644a05" /><Relationship Type="http://schemas.openxmlformats.org/officeDocument/2006/relationships/image" Target="/ppt/media/image142.png" Id="R149d8cfce3ef46b1" /><Relationship Type="http://schemas.openxmlformats.org/officeDocument/2006/relationships/image" Target="/ppt/media/image143.png" Id="R6621faa77b614403" /><Relationship Type="http://schemas.openxmlformats.org/officeDocument/2006/relationships/image" Target="/ppt/media/image144.png" Id="Rd98e19a0d6fc47d1" /><Relationship Type="http://schemas.openxmlformats.org/officeDocument/2006/relationships/image" Target="/ppt/media/image145.png" Id="R246a4bd2fa2f4dd0" /><Relationship Type="http://schemas.openxmlformats.org/officeDocument/2006/relationships/image" Target="/ppt/media/image146.png" Id="R15759adeacf54ff9" /><Relationship Type="http://schemas.openxmlformats.org/officeDocument/2006/relationships/image" Target="/ppt/media/image147.png" Id="R3dfcb9c292c64e4e" /><Relationship Type="http://schemas.openxmlformats.org/officeDocument/2006/relationships/image" Target="/ppt/media/image148.png" Id="R32b6386d79b74648" /><Relationship Type="http://schemas.openxmlformats.org/officeDocument/2006/relationships/image" Target="/ppt/media/image149.png" Id="R88ae81f4d9e841ec" /><Relationship Type="http://schemas.openxmlformats.org/officeDocument/2006/relationships/image" Target="/ppt/media/image150.png" Id="R49b55dab700c4c35" /><Relationship Type="http://schemas.openxmlformats.org/officeDocument/2006/relationships/image" Target="/ppt/media/image151.png" Id="R077db711630f484f" /><Relationship Type="http://schemas.openxmlformats.org/officeDocument/2006/relationships/image" Target="/ppt/media/image152.png" Id="R8e3c28135f8742d6" /><Relationship Type="http://schemas.openxmlformats.org/officeDocument/2006/relationships/image" Target="/ppt/media/image153.png" Id="Re058b9a17d8f450d" /><Relationship Type="http://schemas.openxmlformats.org/officeDocument/2006/relationships/image" Target="/ppt/media/image154.png" Id="R7edc18c90cf44340" /><Relationship Type="http://schemas.openxmlformats.org/officeDocument/2006/relationships/image" Target="/ppt/media/image155.png" Id="R4556c7f515db4faa" /><Relationship Type="http://schemas.openxmlformats.org/officeDocument/2006/relationships/image" Target="/ppt/media/image156.png" Id="R457062bd133b4873" /><Relationship Type="http://schemas.openxmlformats.org/officeDocument/2006/relationships/image" Target="/ppt/media/image157.png" Id="Rff57b8cb179647a6" /><Relationship Type="http://schemas.openxmlformats.org/officeDocument/2006/relationships/image" Target="/ppt/media/image158.png" Id="R5e6458f343654795" /><Relationship Type="http://schemas.openxmlformats.org/officeDocument/2006/relationships/image" Target="/ppt/media/image159.png" Id="Re94efff759b04526" /><Relationship Type="http://schemas.openxmlformats.org/officeDocument/2006/relationships/image" Target="/ppt/media/image160.png" Id="R887f4fbf107c454c" /><Relationship Type="http://schemas.openxmlformats.org/officeDocument/2006/relationships/notesSlide" Target="/ppt/notesSlides/notesSlide3.xml" Id="R2de0bc0b745c4fe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5" name="pink canvas">
            <a:extLst xmlns:a="http://schemas.openxmlformats.org/drawingml/2006/main">
              <a:ext uri="{FF2B5EF4-FFF2-40B4-BE49-F238E27FC236}">
                <a16:creationId xmlns:a16="http://schemas.microsoft.com/office/drawing/2014/main" id="{E1100D6A-EC60-47C4-A8E9-435C758D1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19088"/>
            <a:ext cx="19735800" cy="9839325"/>
          </a:xfrm>
          <a:custGeom xmlns:a="http://schemas.openxmlformats.org/drawingml/2006/main">
            <a:pathLst>
              <a:path w="19735800" h="9839325">
                <a:moveTo>
                  <a:pt x="0" y="0"/>
                </a:moveTo>
                <a:lnTo>
                  <a:pt x="19735800" y="0"/>
                </a:lnTo>
                <a:cubicBezTo>
                  <a:pt x="19735800" y="0"/>
                  <a:pt x="19735800" y="0"/>
                  <a:pt x="19735800" y="0"/>
                </a:cubicBezTo>
                <a:lnTo>
                  <a:pt x="19735800" y="9839325"/>
                </a:lnTo>
                <a:cubicBezTo>
                  <a:pt x="19735800" y="9839325"/>
                  <a:pt x="19735800" y="9839325"/>
                  <a:pt x="19735800" y="9839325"/>
                </a:cubicBezTo>
                <a:lnTo>
                  <a:pt x="0" y="9839325"/>
                </a:lnTo>
                <a:cubicBezTo>
                  <a:pt x="0" y="9839325"/>
                  <a:pt x="0" y="9839325"/>
                  <a:pt x="0" y="9839325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AD9E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" name="outer frame">
            <a:extLst xmlns:a="http://schemas.openxmlformats.org/drawingml/2006/main">
              <a:ext uri="{FF2B5EF4-FFF2-40B4-BE49-F238E27FC236}">
                <a16:creationId xmlns:a16="http://schemas.microsoft.com/office/drawing/2014/main" id="{4E05F886-E93F-42AF-971B-557993BA8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3888"/>
            <a:ext cx="18916650" cy="9277350"/>
          </a:xfrm>
          <a:custGeom xmlns:a="http://schemas.openxmlformats.org/drawingml/2006/main">
            <a:pathLst>
              <a:path w="18916650" h="9277350">
                <a:moveTo>
                  <a:pt x="209550" y="0"/>
                </a:moveTo>
                <a:lnTo>
                  <a:pt x="18707100" y="0"/>
                </a:lnTo>
                <a:cubicBezTo>
                  <a:pt x="18822831" y="0"/>
                  <a:pt x="18916650" y="93819"/>
                  <a:pt x="18916650" y="209550"/>
                </a:cubicBezTo>
                <a:lnTo>
                  <a:pt x="18916650" y="9067800"/>
                </a:lnTo>
                <a:cubicBezTo>
                  <a:pt x="18916650" y="9183531"/>
                  <a:pt x="18822831" y="9277350"/>
                  <a:pt x="18707100" y="9277350"/>
                </a:cubicBezTo>
                <a:lnTo>
                  <a:pt x="209550" y="9277350"/>
                </a:lnTo>
                <a:cubicBezTo>
                  <a:pt x="93819" y="9277350"/>
                  <a:pt x="0" y="9183531"/>
                  <a:pt x="0" y="9067800"/>
                </a:cubicBezTo>
                <a:lnTo>
                  <a:pt x="0" y="209550"/>
                </a:lnTo>
                <a:cubicBezTo>
                  <a:pt x="0" y="93819"/>
                  <a:pt x="93819" y="0"/>
                  <a:pt x="209550" y="0"/>
                </a:cubicBezTo>
                <a:close/>
              </a:path>
            </a:pathLst>
          </a:custGeom>
          <a:pattFill xmlns:a="http://schemas.openxmlformats.org/drawingml/2006/main" prst="smCheck">
            <a:fgClr>
              <a:srgbClr val="FFF7FA"/>
            </a:fgClr>
            <a:bgClr>
              <a:srgbClr val="FFFDFE"/>
            </a:bgClr>
          </a:pattFill>
          <a:ln xmlns:a="http://schemas.openxmlformats.org/drawingml/2006/main" w="38100">
            <a:solidFill>
              <a:srgbClr val="F5A5C1"/>
            </a:solidFill>
            <a:prstDash val="solid"/>
          </a:ln>
        </p:spPr>
      </p:sp>
      <p:sp>
        <p:nvSpPr>
          <p:cNvPr id="3" name="CITY AGENT heading">
            <a:extLst xmlns:a="http://schemas.openxmlformats.org/drawingml/2006/main">
              <a:ext uri="{FF2B5EF4-FFF2-40B4-BE49-F238E27FC236}">
                <a16:creationId xmlns:a16="http://schemas.microsoft.com/office/drawing/2014/main" id="{E33A4627-B52A-4727-909B-311F7B5DF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58375" y="427673"/>
            <a:ext cx="414337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5250" b="1" i="0">
                <a:solidFill>
                  <a:srgbClr val="F792B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5250" b="1" i="0">
                <a:solidFill>
                  <a:srgbClr val="F792B4"/>
                </a:solidFill>
                <a:latin typeface="Arial"/>
                <a:ea typeface="Arial"/>
                <a:cs typeface="Arial"/>
              </a:defRPr>
            </a:pPr>
            <a:r>
              <a:rPr sz="5250" b="1" i="0">
                <a:solidFill>
                  <a:srgbClr val="F792B4"/>
                </a:solidFill>
                <a:latin typeface="Arial"/>
                <a:ea typeface="Arial"/>
                <a:cs typeface="Arial"/>
              </a:rPr>
              <a:t>CITY AGENT</a:t>
            </a:r>
          </a:p>
        </p:txBody>
      </p:sp>
      <p:sp>
        <p:nvSpPr>
          <p:cNvPr id="4" name="CITY GENERATION heading">
            <a:extLst xmlns:a="http://schemas.openxmlformats.org/drawingml/2006/main">
              <a:ext uri="{FF2B5EF4-FFF2-40B4-BE49-F238E27FC236}">
                <a16:creationId xmlns:a16="http://schemas.microsoft.com/office/drawing/2014/main" id="{11B2D2B6-7D9C-44B5-92ED-6C0DE93B2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24075" y="9309504"/>
            <a:ext cx="5857875" cy="8982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5052" b="1" i="0">
                <a:solidFill>
                  <a:srgbClr val="F792B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5052" b="1" i="0">
                <a:solidFill>
                  <a:srgbClr val="F792B4"/>
                </a:solidFill>
                <a:latin typeface="Arial"/>
                <a:ea typeface="Arial"/>
                <a:cs typeface="Arial"/>
              </a:defRPr>
            </a:pPr>
            <a:r>
              <a:rPr sz="5052" b="1" i="0">
                <a:solidFill>
                  <a:srgbClr val="F792B4"/>
                </a:solidFill>
                <a:latin typeface="Arial"/>
                <a:ea typeface="Arial"/>
                <a:cs typeface="Arial"/>
              </a:rPr>
              <a:t>CITY GENERATION</a:t>
            </a:r>
          </a:p>
        </p:txBody>
      </p:sp>
      <p:sp>
        <p:nvSpPr>
          <p:cNvPr id="5" name="CITY AGENT native stripe 30">
            <a:extLst xmlns:a="http://schemas.openxmlformats.org/drawingml/2006/main">
              <a:ext uri="{FF2B5EF4-FFF2-40B4-BE49-F238E27FC236}">
                <a16:creationId xmlns:a16="http://schemas.microsoft.com/office/drawing/2014/main" id="{E0FA7B58-F845-44DB-8F62-9EC7C596C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604838"/>
            <a:ext cx="4152995" cy="191"/>
          </a:xfrm>
          <a:custGeom xmlns:a="http://schemas.openxmlformats.org/drawingml/2006/main">
            <a:pathLst>
              <a:path w="4152995" h="191">
                <a:moveTo>
                  <a:pt x="0" y="0"/>
                </a:moveTo>
                <a:lnTo>
                  <a:pt x="41529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FFFAFD"/>
            </a:solidFill>
            <a:prstDash val="solid"/>
          </a:ln>
        </p:spPr>
      </p:sp>
      <p:sp>
        <p:nvSpPr>
          <p:cNvPr id="6" name="CITY AGENT native stripe 33">
            <a:extLst xmlns:a="http://schemas.openxmlformats.org/drawingml/2006/main">
              <a:ext uri="{FF2B5EF4-FFF2-40B4-BE49-F238E27FC236}">
                <a16:creationId xmlns:a16="http://schemas.microsoft.com/office/drawing/2014/main" id="{1F629F3D-96FA-4B40-B372-238485BE8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633413"/>
            <a:ext cx="4152995" cy="191"/>
          </a:xfrm>
          <a:custGeom xmlns:a="http://schemas.openxmlformats.org/drawingml/2006/main">
            <a:pathLst>
              <a:path w="4152995" h="191">
                <a:moveTo>
                  <a:pt x="0" y="0"/>
                </a:moveTo>
                <a:lnTo>
                  <a:pt x="41529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FFFAFD"/>
            </a:solidFill>
            <a:prstDash val="solid"/>
          </a:ln>
        </p:spPr>
      </p:sp>
      <p:sp>
        <p:nvSpPr>
          <p:cNvPr id="7" name="CITY AGENT native stripe 36">
            <a:extLst xmlns:a="http://schemas.openxmlformats.org/drawingml/2006/main">
              <a:ext uri="{FF2B5EF4-FFF2-40B4-BE49-F238E27FC236}">
                <a16:creationId xmlns:a16="http://schemas.microsoft.com/office/drawing/2014/main" id="{A3E7E60D-7E6E-45D0-B711-BB92E24CC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661988"/>
            <a:ext cx="4152995" cy="191"/>
          </a:xfrm>
          <a:custGeom xmlns:a="http://schemas.openxmlformats.org/drawingml/2006/main">
            <a:pathLst>
              <a:path w="4152995" h="191">
                <a:moveTo>
                  <a:pt x="0" y="0"/>
                </a:moveTo>
                <a:lnTo>
                  <a:pt x="41529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FFFAFD"/>
            </a:solidFill>
            <a:prstDash val="solid"/>
          </a:ln>
        </p:spPr>
      </p:sp>
      <p:sp>
        <p:nvSpPr>
          <p:cNvPr id="8" name="CITY AGENT native stripe 39">
            <a:extLst xmlns:a="http://schemas.openxmlformats.org/drawingml/2006/main">
              <a:ext uri="{FF2B5EF4-FFF2-40B4-BE49-F238E27FC236}">
                <a16:creationId xmlns:a16="http://schemas.microsoft.com/office/drawing/2014/main" id="{C6218C0F-FA49-48BE-9235-DF52A3A9B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690563"/>
            <a:ext cx="4152995" cy="191"/>
          </a:xfrm>
          <a:custGeom xmlns:a="http://schemas.openxmlformats.org/drawingml/2006/main">
            <a:pathLst>
              <a:path w="4152995" h="191">
                <a:moveTo>
                  <a:pt x="0" y="0"/>
                </a:moveTo>
                <a:lnTo>
                  <a:pt x="41529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FFFAFD"/>
            </a:solidFill>
            <a:prstDash val="solid"/>
          </a:ln>
        </p:spPr>
      </p:sp>
      <p:sp>
        <p:nvSpPr>
          <p:cNvPr id="9" name="CITY AGENT native stripe 42">
            <a:extLst xmlns:a="http://schemas.openxmlformats.org/drawingml/2006/main">
              <a:ext uri="{FF2B5EF4-FFF2-40B4-BE49-F238E27FC236}">
                <a16:creationId xmlns:a16="http://schemas.microsoft.com/office/drawing/2014/main" id="{AA343934-392F-4051-A916-A2DBBAB90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719138"/>
            <a:ext cx="4152995" cy="191"/>
          </a:xfrm>
          <a:custGeom xmlns:a="http://schemas.openxmlformats.org/drawingml/2006/main">
            <a:pathLst>
              <a:path w="4152995" h="191">
                <a:moveTo>
                  <a:pt x="0" y="0"/>
                </a:moveTo>
                <a:lnTo>
                  <a:pt x="41529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FFFAFD"/>
            </a:solidFill>
            <a:prstDash val="solid"/>
          </a:ln>
        </p:spPr>
      </p:sp>
      <p:sp>
        <p:nvSpPr>
          <p:cNvPr id="10" name="CITY AGENT native stripe 45">
            <a:extLst xmlns:a="http://schemas.openxmlformats.org/drawingml/2006/main">
              <a:ext uri="{FF2B5EF4-FFF2-40B4-BE49-F238E27FC236}">
                <a16:creationId xmlns:a16="http://schemas.microsoft.com/office/drawing/2014/main" id="{A1C56421-1B28-46CA-8AC0-5E8F74316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747713"/>
            <a:ext cx="4152995" cy="191"/>
          </a:xfrm>
          <a:custGeom xmlns:a="http://schemas.openxmlformats.org/drawingml/2006/main">
            <a:pathLst>
              <a:path w="4152995" h="191">
                <a:moveTo>
                  <a:pt x="0" y="0"/>
                </a:moveTo>
                <a:lnTo>
                  <a:pt x="41529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FFFAFD"/>
            </a:solidFill>
            <a:prstDash val="solid"/>
          </a:ln>
        </p:spPr>
      </p:sp>
      <p:sp>
        <p:nvSpPr>
          <p:cNvPr id="11" name="CITY AGENT native stripe 48">
            <a:extLst xmlns:a="http://schemas.openxmlformats.org/drawingml/2006/main">
              <a:ext uri="{FF2B5EF4-FFF2-40B4-BE49-F238E27FC236}">
                <a16:creationId xmlns:a16="http://schemas.microsoft.com/office/drawing/2014/main" id="{E85F313F-DAE3-4F3E-96BF-D9615A766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776288"/>
            <a:ext cx="4152995" cy="191"/>
          </a:xfrm>
          <a:custGeom xmlns:a="http://schemas.openxmlformats.org/drawingml/2006/main">
            <a:pathLst>
              <a:path w="4152995" h="191">
                <a:moveTo>
                  <a:pt x="0" y="0"/>
                </a:moveTo>
                <a:lnTo>
                  <a:pt x="41529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FFFAFD"/>
            </a:solidFill>
            <a:prstDash val="solid"/>
          </a:ln>
        </p:spPr>
      </p:sp>
      <p:sp>
        <p:nvSpPr>
          <p:cNvPr id="12" name="CITY AGENT native stripe 51">
            <a:extLst xmlns:a="http://schemas.openxmlformats.org/drawingml/2006/main">
              <a:ext uri="{FF2B5EF4-FFF2-40B4-BE49-F238E27FC236}">
                <a16:creationId xmlns:a16="http://schemas.microsoft.com/office/drawing/2014/main" id="{624B70BB-1DDB-4B47-B66F-603CD0B57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804863"/>
            <a:ext cx="4152995" cy="191"/>
          </a:xfrm>
          <a:custGeom xmlns:a="http://schemas.openxmlformats.org/drawingml/2006/main">
            <a:pathLst>
              <a:path w="4152995" h="191">
                <a:moveTo>
                  <a:pt x="0" y="0"/>
                </a:moveTo>
                <a:lnTo>
                  <a:pt x="41529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FFFAFD"/>
            </a:solidFill>
            <a:prstDash val="solid"/>
          </a:ln>
        </p:spPr>
      </p:sp>
      <p:sp>
        <p:nvSpPr>
          <p:cNvPr id="13" name="CITY AGENT native stripe 54">
            <a:extLst xmlns:a="http://schemas.openxmlformats.org/drawingml/2006/main">
              <a:ext uri="{FF2B5EF4-FFF2-40B4-BE49-F238E27FC236}">
                <a16:creationId xmlns:a16="http://schemas.microsoft.com/office/drawing/2014/main" id="{203E96D2-5251-4BCB-BE14-1185AD9E2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833438"/>
            <a:ext cx="4152995" cy="191"/>
          </a:xfrm>
          <a:custGeom xmlns:a="http://schemas.openxmlformats.org/drawingml/2006/main">
            <a:pathLst>
              <a:path w="4152995" h="191">
                <a:moveTo>
                  <a:pt x="0" y="0"/>
                </a:moveTo>
                <a:lnTo>
                  <a:pt x="41529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FFFAFD"/>
            </a:solidFill>
            <a:prstDash val="solid"/>
          </a:ln>
        </p:spPr>
      </p:sp>
      <p:sp>
        <p:nvSpPr>
          <p:cNvPr id="14" name="CITY AGENT native stripe 57">
            <a:extLst xmlns:a="http://schemas.openxmlformats.org/drawingml/2006/main">
              <a:ext uri="{FF2B5EF4-FFF2-40B4-BE49-F238E27FC236}">
                <a16:creationId xmlns:a16="http://schemas.microsoft.com/office/drawing/2014/main" id="{EED39EDC-CD8A-416E-995B-B1FEEA79E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862013"/>
            <a:ext cx="4152995" cy="191"/>
          </a:xfrm>
          <a:custGeom xmlns:a="http://schemas.openxmlformats.org/drawingml/2006/main">
            <a:pathLst>
              <a:path w="4152995" h="191">
                <a:moveTo>
                  <a:pt x="0" y="0"/>
                </a:moveTo>
                <a:lnTo>
                  <a:pt x="41529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FFFAFD"/>
            </a:solidFill>
            <a:prstDash val="solid"/>
          </a:ln>
        </p:spPr>
      </p:sp>
      <p:sp>
        <p:nvSpPr>
          <p:cNvPr id="15" name="CITY AGENT native stripe 60">
            <a:extLst xmlns:a="http://schemas.openxmlformats.org/drawingml/2006/main">
              <a:ext uri="{FF2B5EF4-FFF2-40B4-BE49-F238E27FC236}">
                <a16:creationId xmlns:a16="http://schemas.microsoft.com/office/drawing/2014/main" id="{D4D85F68-E365-4096-96C0-7BFE32E40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890588"/>
            <a:ext cx="4152995" cy="191"/>
          </a:xfrm>
          <a:custGeom xmlns:a="http://schemas.openxmlformats.org/drawingml/2006/main">
            <a:pathLst>
              <a:path w="4152995" h="191">
                <a:moveTo>
                  <a:pt x="0" y="0"/>
                </a:moveTo>
                <a:lnTo>
                  <a:pt x="41529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FFFAFD"/>
            </a:solidFill>
            <a:prstDash val="solid"/>
          </a:ln>
        </p:spPr>
      </p:sp>
      <p:sp>
        <p:nvSpPr>
          <p:cNvPr id="16" name="CITY AGENT native stripe 63">
            <a:extLst xmlns:a="http://schemas.openxmlformats.org/drawingml/2006/main">
              <a:ext uri="{FF2B5EF4-FFF2-40B4-BE49-F238E27FC236}">
                <a16:creationId xmlns:a16="http://schemas.microsoft.com/office/drawing/2014/main" id="{91DB967B-A600-4679-B0E4-0C8784B7F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919163"/>
            <a:ext cx="4152995" cy="191"/>
          </a:xfrm>
          <a:custGeom xmlns:a="http://schemas.openxmlformats.org/drawingml/2006/main">
            <a:pathLst>
              <a:path w="4152995" h="191">
                <a:moveTo>
                  <a:pt x="0" y="0"/>
                </a:moveTo>
                <a:lnTo>
                  <a:pt x="41529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FFFAFD"/>
            </a:solidFill>
            <a:prstDash val="solid"/>
          </a:ln>
        </p:spPr>
      </p:sp>
      <p:sp>
        <p:nvSpPr>
          <p:cNvPr id="17" name="CITY AGENT native stripe 66">
            <a:extLst xmlns:a="http://schemas.openxmlformats.org/drawingml/2006/main">
              <a:ext uri="{FF2B5EF4-FFF2-40B4-BE49-F238E27FC236}">
                <a16:creationId xmlns:a16="http://schemas.microsoft.com/office/drawing/2014/main" id="{B5899F29-21C1-4776-B0CA-F4D842B0E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947738"/>
            <a:ext cx="4152995" cy="191"/>
          </a:xfrm>
          <a:custGeom xmlns:a="http://schemas.openxmlformats.org/drawingml/2006/main">
            <a:pathLst>
              <a:path w="4152995" h="191">
                <a:moveTo>
                  <a:pt x="0" y="0"/>
                </a:moveTo>
                <a:lnTo>
                  <a:pt x="41529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FFFAFD"/>
            </a:solidFill>
            <a:prstDash val="solid"/>
          </a:ln>
        </p:spPr>
      </p:sp>
      <p:sp>
        <p:nvSpPr>
          <p:cNvPr id="18" name="CITY AGENT native stripe 69">
            <a:extLst xmlns:a="http://schemas.openxmlformats.org/drawingml/2006/main">
              <a:ext uri="{FF2B5EF4-FFF2-40B4-BE49-F238E27FC236}">
                <a16:creationId xmlns:a16="http://schemas.microsoft.com/office/drawing/2014/main" id="{9969834A-6FE6-4564-B6C3-50DA9F966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976313"/>
            <a:ext cx="4152995" cy="191"/>
          </a:xfrm>
          <a:custGeom xmlns:a="http://schemas.openxmlformats.org/drawingml/2006/main">
            <a:pathLst>
              <a:path w="4152995" h="191">
                <a:moveTo>
                  <a:pt x="0" y="0"/>
                </a:moveTo>
                <a:lnTo>
                  <a:pt x="41529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FFFAFD"/>
            </a:solidFill>
            <a:prstDash val="solid"/>
          </a:ln>
        </p:spPr>
      </p:sp>
      <p:sp>
        <p:nvSpPr>
          <p:cNvPr id="19" name="CITY AGENT native stripe 72">
            <a:extLst xmlns:a="http://schemas.openxmlformats.org/drawingml/2006/main">
              <a:ext uri="{FF2B5EF4-FFF2-40B4-BE49-F238E27FC236}">
                <a16:creationId xmlns:a16="http://schemas.microsoft.com/office/drawing/2014/main" id="{C7F6D4F7-32B6-4EE9-ADE3-5EB49D681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1004888"/>
            <a:ext cx="4152995" cy="191"/>
          </a:xfrm>
          <a:custGeom xmlns:a="http://schemas.openxmlformats.org/drawingml/2006/main">
            <a:pathLst>
              <a:path w="4152995" h="191">
                <a:moveTo>
                  <a:pt x="0" y="0"/>
                </a:moveTo>
                <a:lnTo>
                  <a:pt x="41529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FFFAFD"/>
            </a:solidFill>
            <a:prstDash val="solid"/>
          </a:ln>
        </p:spPr>
      </p:sp>
      <p:sp>
        <p:nvSpPr>
          <p:cNvPr id="20" name="CITY AGENT native stripe 75">
            <a:extLst xmlns:a="http://schemas.openxmlformats.org/drawingml/2006/main">
              <a:ext uri="{FF2B5EF4-FFF2-40B4-BE49-F238E27FC236}">
                <a16:creationId xmlns:a16="http://schemas.microsoft.com/office/drawing/2014/main" id="{27137C54-3623-45F1-BEB2-6C62553DC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1033463"/>
            <a:ext cx="4152995" cy="191"/>
          </a:xfrm>
          <a:custGeom xmlns:a="http://schemas.openxmlformats.org/drawingml/2006/main">
            <a:pathLst>
              <a:path w="4152995" h="191">
                <a:moveTo>
                  <a:pt x="0" y="0"/>
                </a:moveTo>
                <a:lnTo>
                  <a:pt x="41529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FFFAFD"/>
            </a:solidFill>
            <a:prstDash val="solid"/>
          </a:ln>
        </p:spPr>
      </p:sp>
      <p:sp>
        <p:nvSpPr>
          <p:cNvPr id="21" name="CITY GENERATION native stripe 962">
            <a:extLst xmlns:a="http://schemas.openxmlformats.org/drawingml/2006/main">
              <a:ext uri="{FF2B5EF4-FFF2-40B4-BE49-F238E27FC236}">
                <a16:creationId xmlns:a16="http://schemas.microsoft.com/office/drawing/2014/main" id="{31052F4A-42AC-41A6-8E9C-A073A736D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9482138"/>
            <a:ext cx="5867495" cy="191"/>
          </a:xfrm>
          <a:custGeom xmlns:a="http://schemas.openxmlformats.org/drawingml/2006/main">
            <a:pathLst>
              <a:path w="5867495" h="191">
                <a:moveTo>
                  <a:pt x="0" y="0"/>
                </a:moveTo>
                <a:lnTo>
                  <a:pt x="58674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FFFAFD"/>
            </a:solidFill>
            <a:prstDash val="solid"/>
          </a:ln>
        </p:spPr>
      </p:sp>
      <p:sp>
        <p:nvSpPr>
          <p:cNvPr id="22" name="CITY GENERATION native stripe 965">
            <a:extLst xmlns:a="http://schemas.openxmlformats.org/drawingml/2006/main">
              <a:ext uri="{FF2B5EF4-FFF2-40B4-BE49-F238E27FC236}">
                <a16:creationId xmlns:a16="http://schemas.microsoft.com/office/drawing/2014/main" id="{8C3D430A-0878-4DD3-8471-2627B2550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9510713"/>
            <a:ext cx="5867495" cy="191"/>
          </a:xfrm>
          <a:custGeom xmlns:a="http://schemas.openxmlformats.org/drawingml/2006/main">
            <a:pathLst>
              <a:path w="5867495" h="191">
                <a:moveTo>
                  <a:pt x="0" y="0"/>
                </a:moveTo>
                <a:lnTo>
                  <a:pt x="58674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FFFAFD"/>
            </a:solidFill>
            <a:prstDash val="solid"/>
          </a:ln>
        </p:spPr>
      </p:sp>
      <p:sp>
        <p:nvSpPr>
          <p:cNvPr id="23" name="CITY GENERATION native stripe 968">
            <a:extLst xmlns:a="http://schemas.openxmlformats.org/drawingml/2006/main">
              <a:ext uri="{FF2B5EF4-FFF2-40B4-BE49-F238E27FC236}">
                <a16:creationId xmlns:a16="http://schemas.microsoft.com/office/drawing/2014/main" id="{F83B0120-FE37-4353-A212-1A4653C8B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9539288"/>
            <a:ext cx="5867495" cy="191"/>
          </a:xfrm>
          <a:custGeom xmlns:a="http://schemas.openxmlformats.org/drawingml/2006/main">
            <a:pathLst>
              <a:path w="5867495" h="191">
                <a:moveTo>
                  <a:pt x="0" y="0"/>
                </a:moveTo>
                <a:lnTo>
                  <a:pt x="58674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FFFAFD"/>
            </a:solidFill>
            <a:prstDash val="solid"/>
          </a:ln>
        </p:spPr>
      </p:sp>
      <p:sp>
        <p:nvSpPr>
          <p:cNvPr id="24" name="CITY GENERATION native stripe 971">
            <a:extLst xmlns:a="http://schemas.openxmlformats.org/drawingml/2006/main">
              <a:ext uri="{FF2B5EF4-FFF2-40B4-BE49-F238E27FC236}">
                <a16:creationId xmlns:a16="http://schemas.microsoft.com/office/drawing/2014/main" id="{681952B9-A331-49B4-BBEA-973031BD6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9567863"/>
            <a:ext cx="5867495" cy="191"/>
          </a:xfrm>
          <a:custGeom xmlns:a="http://schemas.openxmlformats.org/drawingml/2006/main">
            <a:pathLst>
              <a:path w="5867495" h="191">
                <a:moveTo>
                  <a:pt x="0" y="0"/>
                </a:moveTo>
                <a:lnTo>
                  <a:pt x="58674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FFFAFD"/>
            </a:solidFill>
            <a:prstDash val="solid"/>
          </a:ln>
        </p:spPr>
      </p:sp>
      <p:sp>
        <p:nvSpPr>
          <p:cNvPr id="25" name="CITY GENERATION native stripe 974">
            <a:extLst xmlns:a="http://schemas.openxmlformats.org/drawingml/2006/main">
              <a:ext uri="{FF2B5EF4-FFF2-40B4-BE49-F238E27FC236}">
                <a16:creationId xmlns:a16="http://schemas.microsoft.com/office/drawing/2014/main" id="{72D5F20A-EC69-4856-A7DF-AF666179C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9596438"/>
            <a:ext cx="5867495" cy="191"/>
          </a:xfrm>
          <a:custGeom xmlns:a="http://schemas.openxmlformats.org/drawingml/2006/main">
            <a:pathLst>
              <a:path w="5867495" h="191">
                <a:moveTo>
                  <a:pt x="0" y="0"/>
                </a:moveTo>
                <a:lnTo>
                  <a:pt x="58674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FFFAFD"/>
            </a:solidFill>
            <a:prstDash val="solid"/>
          </a:ln>
        </p:spPr>
      </p:sp>
      <p:sp>
        <p:nvSpPr>
          <p:cNvPr id="26" name="CITY GENERATION native stripe 977">
            <a:extLst xmlns:a="http://schemas.openxmlformats.org/drawingml/2006/main">
              <a:ext uri="{FF2B5EF4-FFF2-40B4-BE49-F238E27FC236}">
                <a16:creationId xmlns:a16="http://schemas.microsoft.com/office/drawing/2014/main" id="{5D6EE7D6-4646-4DD7-991C-6A57E9B99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9625013"/>
            <a:ext cx="5867495" cy="191"/>
          </a:xfrm>
          <a:custGeom xmlns:a="http://schemas.openxmlformats.org/drawingml/2006/main">
            <a:pathLst>
              <a:path w="5867495" h="191">
                <a:moveTo>
                  <a:pt x="0" y="0"/>
                </a:moveTo>
                <a:lnTo>
                  <a:pt x="58674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FFFAFD"/>
            </a:solidFill>
            <a:prstDash val="solid"/>
          </a:ln>
        </p:spPr>
      </p:sp>
      <p:sp>
        <p:nvSpPr>
          <p:cNvPr id="27" name="CITY GENERATION native stripe 980">
            <a:extLst xmlns:a="http://schemas.openxmlformats.org/drawingml/2006/main">
              <a:ext uri="{FF2B5EF4-FFF2-40B4-BE49-F238E27FC236}">
                <a16:creationId xmlns:a16="http://schemas.microsoft.com/office/drawing/2014/main" id="{0F35D979-6A23-49C8-A7AA-BE5B2B62A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9653588"/>
            <a:ext cx="5867495" cy="191"/>
          </a:xfrm>
          <a:custGeom xmlns:a="http://schemas.openxmlformats.org/drawingml/2006/main">
            <a:pathLst>
              <a:path w="5867495" h="191">
                <a:moveTo>
                  <a:pt x="0" y="0"/>
                </a:moveTo>
                <a:lnTo>
                  <a:pt x="58674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FFFAFD"/>
            </a:solidFill>
            <a:prstDash val="solid"/>
          </a:ln>
        </p:spPr>
      </p:sp>
      <p:sp>
        <p:nvSpPr>
          <p:cNvPr id="28" name="CITY GENERATION native stripe 983">
            <a:extLst xmlns:a="http://schemas.openxmlformats.org/drawingml/2006/main">
              <a:ext uri="{FF2B5EF4-FFF2-40B4-BE49-F238E27FC236}">
                <a16:creationId xmlns:a16="http://schemas.microsoft.com/office/drawing/2014/main" id="{D1FEAD93-77F9-4638-9931-7EFAA4E0D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9682163"/>
            <a:ext cx="5867495" cy="191"/>
          </a:xfrm>
          <a:custGeom xmlns:a="http://schemas.openxmlformats.org/drawingml/2006/main">
            <a:pathLst>
              <a:path w="5867495" h="191">
                <a:moveTo>
                  <a:pt x="0" y="0"/>
                </a:moveTo>
                <a:lnTo>
                  <a:pt x="58674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FFFAFD"/>
            </a:solidFill>
            <a:prstDash val="solid"/>
          </a:ln>
        </p:spPr>
      </p:sp>
      <p:sp>
        <p:nvSpPr>
          <p:cNvPr id="29" name="CITY GENERATION native stripe 986">
            <a:extLst xmlns:a="http://schemas.openxmlformats.org/drawingml/2006/main">
              <a:ext uri="{FF2B5EF4-FFF2-40B4-BE49-F238E27FC236}">
                <a16:creationId xmlns:a16="http://schemas.microsoft.com/office/drawing/2014/main" id="{1D2062B0-9520-4812-A8F1-AB29EF2AA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9710738"/>
            <a:ext cx="5867495" cy="191"/>
          </a:xfrm>
          <a:custGeom xmlns:a="http://schemas.openxmlformats.org/drawingml/2006/main">
            <a:pathLst>
              <a:path w="5867495" h="191">
                <a:moveTo>
                  <a:pt x="0" y="0"/>
                </a:moveTo>
                <a:lnTo>
                  <a:pt x="58674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FFFAFD"/>
            </a:solidFill>
            <a:prstDash val="solid"/>
          </a:ln>
        </p:spPr>
      </p:sp>
      <p:sp>
        <p:nvSpPr>
          <p:cNvPr id="30" name="CITY GENERATION native stripe 989">
            <a:extLst xmlns:a="http://schemas.openxmlformats.org/drawingml/2006/main">
              <a:ext uri="{FF2B5EF4-FFF2-40B4-BE49-F238E27FC236}">
                <a16:creationId xmlns:a16="http://schemas.microsoft.com/office/drawing/2014/main" id="{FE553B72-AD27-4049-B430-ED2188748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9739313"/>
            <a:ext cx="5867495" cy="191"/>
          </a:xfrm>
          <a:custGeom xmlns:a="http://schemas.openxmlformats.org/drawingml/2006/main">
            <a:pathLst>
              <a:path w="5867495" h="191">
                <a:moveTo>
                  <a:pt x="0" y="0"/>
                </a:moveTo>
                <a:lnTo>
                  <a:pt x="58674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FFFAFD"/>
            </a:solidFill>
            <a:prstDash val="solid"/>
          </a:ln>
        </p:spPr>
      </p:sp>
      <p:sp>
        <p:nvSpPr>
          <p:cNvPr id="31" name="CITY GENERATION native stripe 992">
            <a:extLst xmlns:a="http://schemas.openxmlformats.org/drawingml/2006/main">
              <a:ext uri="{FF2B5EF4-FFF2-40B4-BE49-F238E27FC236}">
                <a16:creationId xmlns:a16="http://schemas.microsoft.com/office/drawing/2014/main" id="{B5FE7519-950F-4AE8-878F-A7F2443C0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9767888"/>
            <a:ext cx="5867495" cy="191"/>
          </a:xfrm>
          <a:custGeom xmlns:a="http://schemas.openxmlformats.org/drawingml/2006/main">
            <a:pathLst>
              <a:path w="5867495" h="191">
                <a:moveTo>
                  <a:pt x="0" y="0"/>
                </a:moveTo>
                <a:lnTo>
                  <a:pt x="58674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FFFAFD"/>
            </a:solidFill>
            <a:prstDash val="solid"/>
          </a:ln>
        </p:spPr>
      </p:sp>
      <p:sp>
        <p:nvSpPr>
          <p:cNvPr id="32" name="CITY GENERATION native stripe 995">
            <a:extLst xmlns:a="http://schemas.openxmlformats.org/drawingml/2006/main">
              <a:ext uri="{FF2B5EF4-FFF2-40B4-BE49-F238E27FC236}">
                <a16:creationId xmlns:a16="http://schemas.microsoft.com/office/drawing/2014/main" id="{B91D40EC-2852-4D5E-B2FD-96E160709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9796463"/>
            <a:ext cx="5867495" cy="191"/>
          </a:xfrm>
          <a:custGeom xmlns:a="http://schemas.openxmlformats.org/drawingml/2006/main">
            <a:pathLst>
              <a:path w="5867495" h="191">
                <a:moveTo>
                  <a:pt x="0" y="0"/>
                </a:moveTo>
                <a:lnTo>
                  <a:pt x="58674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FFFAFD"/>
            </a:solidFill>
            <a:prstDash val="solid"/>
          </a:ln>
        </p:spPr>
      </p:sp>
      <p:sp>
        <p:nvSpPr>
          <p:cNvPr id="33" name="CITY GENERATION native stripe 998">
            <a:extLst xmlns:a="http://schemas.openxmlformats.org/drawingml/2006/main">
              <a:ext uri="{FF2B5EF4-FFF2-40B4-BE49-F238E27FC236}">
                <a16:creationId xmlns:a16="http://schemas.microsoft.com/office/drawing/2014/main" id="{F84757C3-045E-4FD7-AF50-F99C3B132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9825038"/>
            <a:ext cx="5867495" cy="191"/>
          </a:xfrm>
          <a:custGeom xmlns:a="http://schemas.openxmlformats.org/drawingml/2006/main">
            <a:pathLst>
              <a:path w="5867495" h="191">
                <a:moveTo>
                  <a:pt x="0" y="0"/>
                </a:moveTo>
                <a:lnTo>
                  <a:pt x="58674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FFFAFD"/>
            </a:solidFill>
            <a:prstDash val="solid"/>
          </a:ln>
        </p:spPr>
      </p:sp>
      <p:sp>
        <p:nvSpPr>
          <p:cNvPr id="34" name="CITY GENERATION native stripe 1001">
            <a:extLst xmlns:a="http://schemas.openxmlformats.org/drawingml/2006/main">
              <a:ext uri="{FF2B5EF4-FFF2-40B4-BE49-F238E27FC236}">
                <a16:creationId xmlns:a16="http://schemas.microsoft.com/office/drawing/2014/main" id="{60E67D1B-0E46-4C8A-AC99-ACBF1C029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9853613"/>
            <a:ext cx="5867495" cy="191"/>
          </a:xfrm>
          <a:custGeom xmlns:a="http://schemas.openxmlformats.org/drawingml/2006/main">
            <a:pathLst>
              <a:path w="5867495" h="191">
                <a:moveTo>
                  <a:pt x="0" y="0"/>
                </a:moveTo>
                <a:lnTo>
                  <a:pt x="58674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FFFAFD"/>
            </a:solidFill>
            <a:prstDash val="solid"/>
          </a:ln>
        </p:spPr>
      </p:sp>
      <p:sp>
        <p:nvSpPr>
          <p:cNvPr id="35" name="CITY GENERATION native stripe 1004">
            <a:extLst xmlns:a="http://schemas.openxmlformats.org/drawingml/2006/main">
              <a:ext uri="{FF2B5EF4-FFF2-40B4-BE49-F238E27FC236}">
                <a16:creationId xmlns:a16="http://schemas.microsoft.com/office/drawing/2014/main" id="{D712880D-881C-4C20-BA8B-57FDE7E5F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9882188"/>
            <a:ext cx="5867495" cy="191"/>
          </a:xfrm>
          <a:custGeom xmlns:a="http://schemas.openxmlformats.org/drawingml/2006/main">
            <a:pathLst>
              <a:path w="5867495" h="191">
                <a:moveTo>
                  <a:pt x="0" y="0"/>
                </a:moveTo>
                <a:lnTo>
                  <a:pt x="58674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FFFAFD"/>
            </a:solidFill>
            <a:prstDash val="solid"/>
          </a:ln>
        </p:spPr>
      </p:sp>
      <p:sp>
        <p:nvSpPr>
          <p:cNvPr id="36" name="CITY GENERATION native stripe 1007">
            <a:extLst xmlns:a="http://schemas.openxmlformats.org/drawingml/2006/main">
              <a:ext uri="{FF2B5EF4-FFF2-40B4-BE49-F238E27FC236}">
                <a16:creationId xmlns:a16="http://schemas.microsoft.com/office/drawing/2014/main" id="{67C59B39-ECEA-4678-A95C-934079CCD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9910763"/>
            <a:ext cx="5867495" cy="191"/>
          </a:xfrm>
          <a:custGeom xmlns:a="http://schemas.openxmlformats.org/drawingml/2006/main">
            <a:pathLst>
              <a:path w="5867495" h="191">
                <a:moveTo>
                  <a:pt x="0" y="0"/>
                </a:moveTo>
                <a:lnTo>
                  <a:pt x="58674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FFFAFD"/>
            </a:solidFill>
            <a:prstDash val="solid"/>
          </a:ln>
        </p:spPr>
      </p:sp>
      <p:sp>
        <p:nvSpPr>
          <p:cNvPr id="37" name="generation input frame">
            <a:extLst xmlns:a="http://schemas.openxmlformats.org/drawingml/2006/main">
              <a:ext uri="{FF2B5EF4-FFF2-40B4-BE49-F238E27FC236}">
                <a16:creationId xmlns:a16="http://schemas.microsoft.com/office/drawing/2014/main" id="{A45BBC67-061F-405F-AE35-8ED3BC2A9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833438"/>
            <a:ext cx="6143625" cy="809625"/>
          </a:xfrm>
          <a:custGeom xmlns:a="http://schemas.openxmlformats.org/drawingml/2006/main">
            <a:pathLst>
              <a:path w="6143625" h="809625">
                <a:moveTo>
                  <a:pt x="76200" y="0"/>
                </a:moveTo>
                <a:lnTo>
                  <a:pt x="6067425" y="0"/>
                </a:lnTo>
                <a:cubicBezTo>
                  <a:pt x="6109509" y="0"/>
                  <a:pt x="6143625" y="34116"/>
                  <a:pt x="6143625" y="76200"/>
                </a:cubicBezTo>
                <a:lnTo>
                  <a:pt x="6143625" y="733425"/>
                </a:lnTo>
                <a:cubicBezTo>
                  <a:pt x="6143625" y="775509"/>
                  <a:pt x="6109509" y="809625"/>
                  <a:pt x="6067425" y="809625"/>
                </a:cubicBezTo>
                <a:lnTo>
                  <a:pt x="76200" y="809625"/>
                </a:lnTo>
                <a:cubicBezTo>
                  <a:pt x="34116" y="809625"/>
                  <a:pt x="0" y="775509"/>
                  <a:pt x="0" y="733425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 xmlns:a="http://schemas.openxmlformats.org/drawingml/2006/main">
            <a:srgbClr val="FFF9FC"/>
          </a:solidFill>
          <a:ln xmlns:a="http://schemas.openxmlformats.org/drawingml/2006/main" w="19050">
            <a:solidFill>
              <a:srgbClr val="F792B4"/>
            </a:solidFill>
            <a:prstDash val="dash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pic>
        <p:nvPic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1FCA1B8-AAA3-414F-90D0-C886994DF52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43f3c891054cf7"/>
          <a:stretch xmlns:a="http://schemas.openxmlformats.org/drawingml/2006/main"/>
        </p:blipFill>
        <p:spPr>
          <a:xfrm xmlns:a="http://schemas.openxmlformats.org/drawingml/2006/main">
            <a:off x="885825" y="842963"/>
            <a:ext cx="819150" cy="809625"/>
          </a:xfrm>
          <a:prstGeom xmlns:a="http://schemas.openxmlformats.org/drawingml/2006/main" prst="rect">
            <a:avLst/>
          </a:prstGeom>
        </p:spPr>
      </p:pic>
      <p:sp>
        <p:nvSpPr>
          <p:cNvPr id="39" name="input prefix">
            <a:extLst xmlns:a="http://schemas.openxmlformats.org/drawingml/2006/main">
              <a:ext uri="{FF2B5EF4-FFF2-40B4-BE49-F238E27FC236}">
                <a16:creationId xmlns:a16="http://schemas.microsoft.com/office/drawing/2014/main" id="{F66DC302-9717-4875-8E21-40656DDC5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38350" y="974979"/>
            <a:ext cx="762000" cy="3067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INPUT:</a:t>
            </a:r>
          </a:p>
        </p:txBody>
      </p:sp>
      <p:sp>
        <p:nvSpPr>
          <p:cNvPr id="40" name="input first line">
            <a:extLst xmlns:a="http://schemas.openxmlformats.org/drawingml/2006/main">
              <a:ext uri="{FF2B5EF4-FFF2-40B4-BE49-F238E27FC236}">
                <a16:creationId xmlns:a16="http://schemas.microsoft.com/office/drawing/2014/main" id="{DF082511-6FEB-4207-A593-B8B60325A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09875" y="984504"/>
            <a:ext cx="5000625" cy="3067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An autumn anime-style scene with pink buildings</a:t>
            </a:r>
          </a:p>
        </p:txBody>
      </p:sp>
      <p:sp>
        <p:nvSpPr>
          <p:cNvPr id="41" name="input second line">
            <a:extLst xmlns:a="http://schemas.openxmlformats.org/drawingml/2006/main">
              <a:ext uri="{FF2B5EF4-FFF2-40B4-BE49-F238E27FC236}">
                <a16:creationId xmlns:a16="http://schemas.microsoft.com/office/drawing/2014/main" id="{22560B35-624F-4CD6-9314-0EFCB00F2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38350" y="1232154"/>
            <a:ext cx="5772150" cy="3067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 a land with sunset pink and purple lighting.</a:t>
            </a:r>
          </a:p>
        </p:txBody>
      </p:sp>
      <p:sp>
        <p:nvSpPr>
          <p:cNvPr id="42" name="Step 1: label panel">
            <a:extLst xmlns:a="http://schemas.openxmlformats.org/drawingml/2006/main">
              <a:ext uri="{FF2B5EF4-FFF2-40B4-BE49-F238E27FC236}">
                <a16:creationId xmlns:a16="http://schemas.microsoft.com/office/drawing/2014/main" id="{3B538D25-9C7E-4418-A8A3-F33F72626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1928813"/>
            <a:ext cx="4305300" cy="504825"/>
          </a:xfrm>
          <a:custGeom xmlns:a="http://schemas.openxmlformats.org/drawingml/2006/main">
            <a:pathLst>
              <a:path w="4305300" h="504825">
                <a:moveTo>
                  <a:pt x="85725" y="0"/>
                </a:moveTo>
                <a:lnTo>
                  <a:pt x="4219575" y="0"/>
                </a:lnTo>
                <a:cubicBezTo>
                  <a:pt x="4266920" y="0"/>
                  <a:pt x="4305300" y="38380"/>
                  <a:pt x="4305300" y="85725"/>
                </a:cubicBezTo>
                <a:lnTo>
                  <a:pt x="4305300" y="419100"/>
                </a:lnTo>
                <a:cubicBezTo>
                  <a:pt x="4305300" y="466445"/>
                  <a:pt x="4266920" y="504825"/>
                  <a:pt x="4219575" y="504825"/>
                </a:cubicBezTo>
                <a:lnTo>
                  <a:pt x="85725" y="504825"/>
                </a:lnTo>
                <a:cubicBezTo>
                  <a:pt x="38380" y="504825"/>
                  <a:pt x="0" y="466445"/>
                  <a:pt x="0" y="419100"/>
                </a:cubicBezTo>
                <a:lnTo>
                  <a:pt x="0" y="85725"/>
                </a:lnTo>
                <a:cubicBezTo>
                  <a:pt x="0" y="38380"/>
                  <a:pt x="38380" y="0"/>
                  <a:pt x="85725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792B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43" name="Step 1: prefix">
            <a:extLst xmlns:a="http://schemas.openxmlformats.org/drawingml/2006/main">
              <a:ext uri="{FF2B5EF4-FFF2-40B4-BE49-F238E27FC236}">
                <a16:creationId xmlns:a16="http://schemas.microsoft.com/office/drawing/2014/main" id="{6E01082C-33E3-42EB-B312-67D733C80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76500" y="2041617"/>
            <a:ext cx="733425" cy="3079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32" b="1" i="0">
                <a:solidFill>
                  <a:srgbClr val="EE5B9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32" b="1" i="0">
                <a:solidFill>
                  <a:srgbClr val="EE5B91"/>
                </a:solidFill>
                <a:latin typeface="Arial"/>
                <a:ea typeface="Arial"/>
                <a:cs typeface="Arial"/>
              </a:defRPr>
            </a:pPr>
            <a:r>
              <a:rPr sz="1732" b="1" i="0">
                <a:solidFill>
                  <a:srgbClr val="EE5B91"/>
                </a:solidFill>
                <a:latin typeface="Arial"/>
                <a:ea typeface="Arial"/>
                <a:cs typeface="Arial"/>
              </a:rPr>
              <a:t>Step 1:</a:t>
            </a:r>
          </a:p>
        </p:txBody>
      </p:sp>
      <p:sp>
        <p:nvSpPr>
          <p:cNvPr id="44" name="Step 1: title">
            <a:extLst xmlns:a="http://schemas.openxmlformats.org/drawingml/2006/main">
              <a:ext uri="{FF2B5EF4-FFF2-40B4-BE49-F238E27FC236}">
                <a16:creationId xmlns:a16="http://schemas.microsoft.com/office/drawing/2014/main" id="{34523A51-7989-492C-84D9-3DB66C2BC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48025" y="2040344"/>
            <a:ext cx="3305175" cy="3178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88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88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88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Layout/Height map Generation</a:t>
            </a:r>
          </a:p>
        </p:txBody>
      </p:sp>
      <p:pic>
        <p:nvPic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83E9A57-619B-4ECF-9E64-A72C9A5E103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c05585bf434a44"/>
          <a:stretch xmlns:a="http://schemas.openxmlformats.org/drawingml/2006/main"/>
        </p:blipFill>
        <p:spPr>
          <a:xfrm xmlns:a="http://schemas.openxmlformats.org/drawingml/2006/main">
            <a:off x="1647825" y="1928813"/>
            <a:ext cx="504825" cy="485775"/>
          </a:xfrm>
          <a:prstGeom xmlns:a="http://schemas.openxmlformats.org/drawingml/2006/main" prst="rect">
            <a:avLst/>
          </a:prstGeom>
        </p:spPr>
      </p:pic>
      <p:sp>
        <p:nvSpPr>
          <p:cNvPr id="46" name="Step 2: label panel">
            <a:extLst xmlns:a="http://schemas.openxmlformats.org/drawingml/2006/main">
              <a:ext uri="{FF2B5EF4-FFF2-40B4-BE49-F238E27FC236}">
                <a16:creationId xmlns:a16="http://schemas.microsoft.com/office/drawing/2014/main" id="{EE7D0108-1EB5-4E83-838C-ECA182393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4167188"/>
            <a:ext cx="2971800" cy="504825"/>
          </a:xfrm>
          <a:custGeom xmlns:a="http://schemas.openxmlformats.org/drawingml/2006/main">
            <a:pathLst>
              <a:path w="2971800" h="504825">
                <a:moveTo>
                  <a:pt x="85725" y="0"/>
                </a:moveTo>
                <a:lnTo>
                  <a:pt x="2886075" y="0"/>
                </a:lnTo>
                <a:cubicBezTo>
                  <a:pt x="2933420" y="0"/>
                  <a:pt x="2971800" y="38380"/>
                  <a:pt x="2971800" y="85725"/>
                </a:cubicBezTo>
                <a:lnTo>
                  <a:pt x="2971800" y="419100"/>
                </a:lnTo>
                <a:cubicBezTo>
                  <a:pt x="2971800" y="466445"/>
                  <a:pt x="2933420" y="504825"/>
                  <a:pt x="2886075" y="504825"/>
                </a:cubicBezTo>
                <a:lnTo>
                  <a:pt x="85725" y="504825"/>
                </a:lnTo>
                <a:cubicBezTo>
                  <a:pt x="38380" y="504825"/>
                  <a:pt x="0" y="466445"/>
                  <a:pt x="0" y="419100"/>
                </a:cubicBezTo>
                <a:lnTo>
                  <a:pt x="0" y="85725"/>
                </a:lnTo>
                <a:cubicBezTo>
                  <a:pt x="0" y="38380"/>
                  <a:pt x="38380" y="0"/>
                  <a:pt x="85725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792B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47" name="Step 2: prefix">
            <a:extLst xmlns:a="http://schemas.openxmlformats.org/drawingml/2006/main">
              <a:ext uri="{FF2B5EF4-FFF2-40B4-BE49-F238E27FC236}">
                <a16:creationId xmlns:a16="http://schemas.microsoft.com/office/drawing/2014/main" id="{B5FA9D15-A290-4B9D-9EEC-80D14364D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09825" y="4279992"/>
            <a:ext cx="733425" cy="3079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32" b="1" i="0">
                <a:solidFill>
                  <a:srgbClr val="EE5B9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32" b="1" i="0">
                <a:solidFill>
                  <a:srgbClr val="EE5B91"/>
                </a:solidFill>
                <a:latin typeface="Arial"/>
                <a:ea typeface="Arial"/>
                <a:cs typeface="Arial"/>
              </a:defRPr>
            </a:pPr>
            <a:r>
              <a:rPr sz="1732" b="1" i="0">
                <a:solidFill>
                  <a:srgbClr val="EE5B91"/>
                </a:solidFill>
                <a:latin typeface="Arial"/>
                <a:ea typeface="Arial"/>
                <a:cs typeface="Arial"/>
              </a:rPr>
              <a:t>Step 2:</a:t>
            </a:r>
          </a:p>
        </p:txBody>
      </p:sp>
      <p:sp>
        <p:nvSpPr>
          <p:cNvPr id="48" name="Step 2: title">
            <a:extLst xmlns:a="http://schemas.openxmlformats.org/drawingml/2006/main">
              <a:ext uri="{FF2B5EF4-FFF2-40B4-BE49-F238E27FC236}">
                <a16:creationId xmlns:a16="http://schemas.microsoft.com/office/drawing/2014/main" id="{2CBB08A4-6804-4ED4-9DA1-27D700600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81350" y="4279423"/>
            <a:ext cx="1971675" cy="3123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57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57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57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Assets Generation</a:t>
            </a:r>
          </a:p>
        </p:txBody>
      </p:sp>
      <p:pic>
        <p:nvPic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BD578D8-0AFB-4073-B959-D660FE1CF2B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d69eace6ae47d8"/>
          <a:stretch xmlns:a="http://schemas.openxmlformats.org/drawingml/2006/main"/>
        </p:blipFill>
        <p:spPr>
          <a:xfrm xmlns:a="http://schemas.openxmlformats.org/drawingml/2006/main">
            <a:off x="1638300" y="4167188"/>
            <a:ext cx="514350" cy="504825"/>
          </a:xfrm>
          <a:prstGeom xmlns:a="http://schemas.openxmlformats.org/drawingml/2006/main" prst="rect">
            <a:avLst/>
          </a:prstGeom>
        </p:spPr>
      </p:pic>
      <p:sp>
        <p:nvSpPr>
          <p:cNvPr id="50" name="Step 3: label panel">
            <a:extLst xmlns:a="http://schemas.openxmlformats.org/drawingml/2006/main">
              <a:ext uri="{FF2B5EF4-FFF2-40B4-BE49-F238E27FC236}">
                <a16:creationId xmlns:a16="http://schemas.microsoft.com/office/drawing/2014/main" id="{06E1D65A-1549-45F7-B8DE-7B0E506C8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6319838"/>
            <a:ext cx="3048000" cy="504825"/>
          </a:xfrm>
          <a:custGeom xmlns:a="http://schemas.openxmlformats.org/drawingml/2006/main">
            <a:pathLst>
              <a:path w="3048000" h="504825">
                <a:moveTo>
                  <a:pt x="85725" y="0"/>
                </a:moveTo>
                <a:lnTo>
                  <a:pt x="2962275" y="0"/>
                </a:lnTo>
                <a:cubicBezTo>
                  <a:pt x="3009620" y="0"/>
                  <a:pt x="3048000" y="38380"/>
                  <a:pt x="3048000" y="85725"/>
                </a:cubicBezTo>
                <a:lnTo>
                  <a:pt x="3048000" y="419100"/>
                </a:lnTo>
                <a:cubicBezTo>
                  <a:pt x="3048000" y="466445"/>
                  <a:pt x="3009620" y="504825"/>
                  <a:pt x="2962275" y="504825"/>
                </a:cubicBezTo>
                <a:lnTo>
                  <a:pt x="85725" y="504825"/>
                </a:lnTo>
                <a:cubicBezTo>
                  <a:pt x="38380" y="504825"/>
                  <a:pt x="0" y="466445"/>
                  <a:pt x="0" y="419100"/>
                </a:cubicBezTo>
                <a:lnTo>
                  <a:pt x="0" y="85725"/>
                </a:lnTo>
                <a:cubicBezTo>
                  <a:pt x="0" y="38380"/>
                  <a:pt x="38380" y="0"/>
                  <a:pt x="85725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792B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51" name="Step 3: prefix">
            <a:extLst xmlns:a="http://schemas.openxmlformats.org/drawingml/2006/main">
              <a:ext uri="{FF2B5EF4-FFF2-40B4-BE49-F238E27FC236}">
                <a16:creationId xmlns:a16="http://schemas.microsoft.com/office/drawing/2014/main" id="{06556B84-9F8B-4EA4-B223-69A4F62B6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52725" y="6432642"/>
            <a:ext cx="733425" cy="3079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32" b="1" i="0">
                <a:solidFill>
                  <a:srgbClr val="EE5B9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32" b="1" i="0">
                <a:solidFill>
                  <a:srgbClr val="EE5B91"/>
                </a:solidFill>
                <a:latin typeface="Arial"/>
                <a:ea typeface="Arial"/>
                <a:cs typeface="Arial"/>
              </a:defRPr>
            </a:pPr>
            <a:r>
              <a:rPr sz="1732" b="1" i="0">
                <a:solidFill>
                  <a:srgbClr val="EE5B91"/>
                </a:solidFill>
                <a:latin typeface="Arial"/>
                <a:ea typeface="Arial"/>
                <a:cs typeface="Arial"/>
              </a:rPr>
              <a:t>Step 3:</a:t>
            </a:r>
          </a:p>
        </p:txBody>
      </p:sp>
      <p:sp>
        <p:nvSpPr>
          <p:cNvPr id="52" name="Step 3: title">
            <a:extLst xmlns:a="http://schemas.openxmlformats.org/drawingml/2006/main">
              <a:ext uri="{FF2B5EF4-FFF2-40B4-BE49-F238E27FC236}">
                <a16:creationId xmlns:a16="http://schemas.microsoft.com/office/drawing/2014/main" id="{AD4A6D73-B2A0-40C9-95AC-E521AAD64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24250" y="6431089"/>
            <a:ext cx="2047875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Terrain Generation</a:t>
            </a:r>
          </a:p>
        </p:txBody>
      </p:sp>
      <p:pic>
        <p:nvPic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1D12F5E-07FB-42D2-AE74-61867D216D7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adaf9c62df4491"/>
          <a:stretch xmlns:a="http://schemas.openxmlformats.org/drawingml/2006/main"/>
        </p:blipFill>
        <p:spPr>
          <a:xfrm xmlns:a="http://schemas.openxmlformats.org/drawingml/2006/main">
            <a:off x="1971675" y="6319838"/>
            <a:ext cx="533400" cy="504825"/>
          </a:xfrm>
          <a:prstGeom xmlns:a="http://schemas.openxmlformats.org/drawingml/2006/main" prst="rect">
            <a:avLst/>
          </a:prstGeom>
        </p:spPr>
      </p:pic>
      <p:sp>
        <p:nvSpPr>
          <p:cNvPr id="54" name="layout generation group">
            <a:extLst xmlns:a="http://schemas.openxmlformats.org/drawingml/2006/main">
              <a:ext uri="{FF2B5EF4-FFF2-40B4-BE49-F238E27FC236}">
                <a16:creationId xmlns:a16="http://schemas.microsoft.com/office/drawing/2014/main" id="{9EE16738-E901-4F64-A49C-5E1778488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605088"/>
            <a:ext cx="4371975" cy="1390650"/>
          </a:xfrm>
          <a:custGeom xmlns:a="http://schemas.openxmlformats.org/drawingml/2006/main">
            <a:pathLst>
              <a:path w="4371975" h="1390650">
                <a:moveTo>
                  <a:pt x="0" y="0"/>
                </a:moveTo>
                <a:lnTo>
                  <a:pt x="4371975" y="0"/>
                </a:lnTo>
                <a:cubicBezTo>
                  <a:pt x="4371975" y="0"/>
                  <a:pt x="4371975" y="0"/>
                  <a:pt x="4371975" y="0"/>
                </a:cubicBezTo>
                <a:lnTo>
                  <a:pt x="4371975" y="1390650"/>
                </a:lnTo>
                <a:cubicBezTo>
                  <a:pt x="4371975" y="1390650"/>
                  <a:pt x="4371975" y="1390650"/>
                  <a:pt x="4371975" y="1390650"/>
                </a:cubicBezTo>
                <a:lnTo>
                  <a:pt x="0" y="1390650"/>
                </a:lnTo>
                <a:cubicBezTo>
                  <a:pt x="0" y="1390650"/>
                  <a:pt x="0" y="1390650"/>
                  <a:pt x="0" y="139065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DB7CD"/>
          </a:solidFill>
          <a:ln xmlns:a="http://schemas.openxmlformats.org/drawingml/2006/main" w="19050">
            <a:solidFill>
              <a:srgbClr val="F792B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55" name="layout panel grid vertical 136">
            <a:extLst xmlns:a="http://schemas.openxmlformats.org/drawingml/2006/main">
              <a:ext uri="{FF2B5EF4-FFF2-40B4-BE49-F238E27FC236}">
                <a16:creationId xmlns:a16="http://schemas.microsoft.com/office/drawing/2014/main" id="{6F738582-DD6D-4FBD-868C-F5543595A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662238"/>
            <a:ext cx="191" cy="1266920"/>
          </a:xfrm>
          <a:custGeom xmlns:a="http://schemas.openxmlformats.org/drawingml/2006/main">
            <a:pathLst>
              <a:path w="191" h="1266920">
                <a:moveTo>
                  <a:pt x="0" y="0"/>
                </a:moveTo>
                <a:lnTo>
                  <a:pt x="0" y="1266825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F2AEC3"/>
            </a:solidFill>
            <a:prstDash val="solid"/>
          </a:ln>
        </p:spPr>
      </p:sp>
      <p:sp>
        <p:nvSpPr>
          <p:cNvPr id="56" name="layout panel grid vertical 158">
            <a:extLst xmlns:a="http://schemas.openxmlformats.org/drawingml/2006/main">
              <a:ext uri="{FF2B5EF4-FFF2-40B4-BE49-F238E27FC236}">
                <a16:creationId xmlns:a16="http://schemas.microsoft.com/office/drawing/2014/main" id="{65D736A0-9302-4359-8B01-CA76CF8F5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662238"/>
            <a:ext cx="191" cy="1266920"/>
          </a:xfrm>
          <a:custGeom xmlns:a="http://schemas.openxmlformats.org/drawingml/2006/main">
            <a:pathLst>
              <a:path w="191" h="1266920">
                <a:moveTo>
                  <a:pt x="0" y="0"/>
                </a:moveTo>
                <a:lnTo>
                  <a:pt x="0" y="1266825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F2AEC3"/>
            </a:solidFill>
            <a:prstDash val="solid"/>
          </a:ln>
        </p:spPr>
      </p:sp>
      <p:sp>
        <p:nvSpPr>
          <p:cNvPr id="57" name="layout panel grid vertical 180">
            <a:extLst xmlns:a="http://schemas.openxmlformats.org/drawingml/2006/main">
              <a:ext uri="{FF2B5EF4-FFF2-40B4-BE49-F238E27FC236}">
                <a16:creationId xmlns:a16="http://schemas.microsoft.com/office/drawing/2014/main" id="{51369443-0292-4CA2-96D4-84E838861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662238"/>
            <a:ext cx="191" cy="1266920"/>
          </a:xfrm>
          <a:custGeom xmlns:a="http://schemas.openxmlformats.org/drawingml/2006/main">
            <a:pathLst>
              <a:path w="191" h="1266920">
                <a:moveTo>
                  <a:pt x="0" y="0"/>
                </a:moveTo>
                <a:lnTo>
                  <a:pt x="0" y="1266825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F2AEC3"/>
            </a:solidFill>
            <a:prstDash val="solid"/>
          </a:ln>
        </p:spPr>
      </p:sp>
      <p:sp>
        <p:nvSpPr>
          <p:cNvPr id="58" name="layout panel grid vertical 202">
            <a:extLst xmlns:a="http://schemas.openxmlformats.org/drawingml/2006/main">
              <a:ext uri="{FF2B5EF4-FFF2-40B4-BE49-F238E27FC236}">
                <a16:creationId xmlns:a16="http://schemas.microsoft.com/office/drawing/2014/main" id="{132F4F19-D34F-45C3-8733-A7082B182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2662238"/>
            <a:ext cx="191" cy="1266920"/>
          </a:xfrm>
          <a:custGeom xmlns:a="http://schemas.openxmlformats.org/drawingml/2006/main">
            <a:pathLst>
              <a:path w="191" h="1266920">
                <a:moveTo>
                  <a:pt x="0" y="0"/>
                </a:moveTo>
                <a:lnTo>
                  <a:pt x="0" y="1266825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F2AEC3"/>
            </a:solidFill>
            <a:prstDash val="solid"/>
          </a:ln>
        </p:spPr>
      </p:sp>
      <p:sp>
        <p:nvSpPr>
          <p:cNvPr id="59" name="layout panel grid vertical 224">
            <a:extLst xmlns:a="http://schemas.openxmlformats.org/drawingml/2006/main">
              <a:ext uri="{FF2B5EF4-FFF2-40B4-BE49-F238E27FC236}">
                <a16:creationId xmlns:a16="http://schemas.microsoft.com/office/drawing/2014/main" id="{D30C2ECA-1203-4F1B-849C-1E9695B3E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662238"/>
            <a:ext cx="191" cy="1266920"/>
          </a:xfrm>
          <a:custGeom xmlns:a="http://schemas.openxmlformats.org/drawingml/2006/main">
            <a:pathLst>
              <a:path w="191" h="1266920">
                <a:moveTo>
                  <a:pt x="0" y="0"/>
                </a:moveTo>
                <a:lnTo>
                  <a:pt x="0" y="1266825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F2AEC3"/>
            </a:solidFill>
            <a:prstDash val="solid"/>
          </a:ln>
        </p:spPr>
      </p:sp>
      <p:sp>
        <p:nvSpPr>
          <p:cNvPr id="60" name="layout panel grid vertical 246">
            <a:extLst xmlns:a="http://schemas.openxmlformats.org/drawingml/2006/main">
              <a:ext uri="{FF2B5EF4-FFF2-40B4-BE49-F238E27FC236}">
                <a16:creationId xmlns:a16="http://schemas.microsoft.com/office/drawing/2014/main" id="{DC1D3780-AA95-4AC4-BC13-4D48A7BCC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662238"/>
            <a:ext cx="191" cy="1266920"/>
          </a:xfrm>
          <a:custGeom xmlns:a="http://schemas.openxmlformats.org/drawingml/2006/main">
            <a:pathLst>
              <a:path w="191" h="1266920">
                <a:moveTo>
                  <a:pt x="0" y="0"/>
                </a:moveTo>
                <a:lnTo>
                  <a:pt x="0" y="1266825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F2AEC3"/>
            </a:solidFill>
            <a:prstDash val="solid"/>
          </a:ln>
        </p:spPr>
      </p:sp>
      <p:sp>
        <p:nvSpPr>
          <p:cNvPr id="61" name="layout panel grid vertical 268">
            <a:extLst xmlns:a="http://schemas.openxmlformats.org/drawingml/2006/main">
              <a:ext uri="{FF2B5EF4-FFF2-40B4-BE49-F238E27FC236}">
                <a16:creationId xmlns:a16="http://schemas.microsoft.com/office/drawing/2014/main" id="{A7E2E744-A156-44C1-8B33-2FCAC2EFA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662238"/>
            <a:ext cx="191" cy="1266920"/>
          </a:xfrm>
          <a:custGeom xmlns:a="http://schemas.openxmlformats.org/drawingml/2006/main">
            <a:pathLst>
              <a:path w="191" h="1266920">
                <a:moveTo>
                  <a:pt x="0" y="0"/>
                </a:moveTo>
                <a:lnTo>
                  <a:pt x="0" y="1266825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F2AEC3"/>
            </a:solidFill>
            <a:prstDash val="solid"/>
          </a:ln>
        </p:spPr>
      </p:sp>
      <p:sp>
        <p:nvSpPr>
          <p:cNvPr id="62" name="layout panel grid vertical 290">
            <a:extLst xmlns:a="http://schemas.openxmlformats.org/drawingml/2006/main">
              <a:ext uri="{FF2B5EF4-FFF2-40B4-BE49-F238E27FC236}">
                <a16:creationId xmlns:a16="http://schemas.microsoft.com/office/drawing/2014/main" id="{67BAE7CD-A0B9-4D01-8A4C-82B955C82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662238"/>
            <a:ext cx="191" cy="1266920"/>
          </a:xfrm>
          <a:custGeom xmlns:a="http://schemas.openxmlformats.org/drawingml/2006/main">
            <a:pathLst>
              <a:path w="191" h="1266920">
                <a:moveTo>
                  <a:pt x="0" y="0"/>
                </a:moveTo>
                <a:lnTo>
                  <a:pt x="0" y="1266825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F2AEC3"/>
            </a:solidFill>
            <a:prstDash val="solid"/>
          </a:ln>
        </p:spPr>
      </p:sp>
      <p:sp>
        <p:nvSpPr>
          <p:cNvPr id="63" name="layout panel grid vertical 312">
            <a:extLst xmlns:a="http://schemas.openxmlformats.org/drawingml/2006/main">
              <a:ext uri="{FF2B5EF4-FFF2-40B4-BE49-F238E27FC236}">
                <a16:creationId xmlns:a16="http://schemas.microsoft.com/office/drawing/2014/main" id="{25A17E7E-0A15-44AD-83FC-A655AA5BD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662238"/>
            <a:ext cx="191" cy="1266920"/>
          </a:xfrm>
          <a:custGeom xmlns:a="http://schemas.openxmlformats.org/drawingml/2006/main">
            <a:pathLst>
              <a:path w="191" h="1266920">
                <a:moveTo>
                  <a:pt x="0" y="0"/>
                </a:moveTo>
                <a:lnTo>
                  <a:pt x="0" y="1266825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F2AEC3"/>
            </a:solidFill>
            <a:prstDash val="solid"/>
          </a:ln>
        </p:spPr>
      </p:sp>
      <p:sp>
        <p:nvSpPr>
          <p:cNvPr id="64" name="layout panel grid vertical 334">
            <a:extLst xmlns:a="http://schemas.openxmlformats.org/drawingml/2006/main">
              <a:ext uri="{FF2B5EF4-FFF2-40B4-BE49-F238E27FC236}">
                <a16:creationId xmlns:a16="http://schemas.microsoft.com/office/drawing/2014/main" id="{6E28719A-A2DA-4B37-93F0-203F592B4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662238"/>
            <a:ext cx="191" cy="1266920"/>
          </a:xfrm>
          <a:custGeom xmlns:a="http://schemas.openxmlformats.org/drawingml/2006/main">
            <a:pathLst>
              <a:path w="191" h="1266920">
                <a:moveTo>
                  <a:pt x="0" y="0"/>
                </a:moveTo>
                <a:lnTo>
                  <a:pt x="0" y="1266825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F2AEC3"/>
            </a:solidFill>
            <a:prstDash val="solid"/>
          </a:ln>
        </p:spPr>
      </p:sp>
      <p:sp>
        <p:nvSpPr>
          <p:cNvPr id="65" name="layout panel grid vertical 356">
            <a:extLst xmlns:a="http://schemas.openxmlformats.org/drawingml/2006/main">
              <a:ext uri="{FF2B5EF4-FFF2-40B4-BE49-F238E27FC236}">
                <a16:creationId xmlns:a16="http://schemas.microsoft.com/office/drawing/2014/main" id="{B463DE66-979C-4023-863E-93C98D962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662238"/>
            <a:ext cx="191" cy="1266920"/>
          </a:xfrm>
          <a:custGeom xmlns:a="http://schemas.openxmlformats.org/drawingml/2006/main">
            <a:pathLst>
              <a:path w="191" h="1266920">
                <a:moveTo>
                  <a:pt x="0" y="0"/>
                </a:moveTo>
                <a:lnTo>
                  <a:pt x="0" y="1266825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F2AEC3"/>
            </a:solidFill>
            <a:prstDash val="solid"/>
          </a:ln>
        </p:spPr>
      </p:sp>
      <p:sp>
        <p:nvSpPr>
          <p:cNvPr id="66" name="layout panel grid vertical 378">
            <a:extLst xmlns:a="http://schemas.openxmlformats.org/drawingml/2006/main">
              <a:ext uri="{FF2B5EF4-FFF2-40B4-BE49-F238E27FC236}">
                <a16:creationId xmlns:a16="http://schemas.microsoft.com/office/drawing/2014/main" id="{1029695F-C972-4FB2-8F73-F795FC41D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662238"/>
            <a:ext cx="191" cy="1266920"/>
          </a:xfrm>
          <a:custGeom xmlns:a="http://schemas.openxmlformats.org/drawingml/2006/main">
            <a:pathLst>
              <a:path w="191" h="1266920">
                <a:moveTo>
                  <a:pt x="0" y="0"/>
                </a:moveTo>
                <a:lnTo>
                  <a:pt x="0" y="1266825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F2AEC3"/>
            </a:solidFill>
            <a:prstDash val="solid"/>
          </a:ln>
        </p:spPr>
      </p:sp>
      <p:sp>
        <p:nvSpPr>
          <p:cNvPr id="67" name="layout panel grid vertical 400">
            <a:extLst xmlns:a="http://schemas.openxmlformats.org/drawingml/2006/main">
              <a:ext uri="{FF2B5EF4-FFF2-40B4-BE49-F238E27FC236}">
                <a16:creationId xmlns:a16="http://schemas.microsoft.com/office/drawing/2014/main" id="{29922D42-6601-47A9-9BE2-4923B9E34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662238"/>
            <a:ext cx="191" cy="1266920"/>
          </a:xfrm>
          <a:custGeom xmlns:a="http://schemas.openxmlformats.org/drawingml/2006/main">
            <a:pathLst>
              <a:path w="191" h="1266920">
                <a:moveTo>
                  <a:pt x="0" y="0"/>
                </a:moveTo>
                <a:lnTo>
                  <a:pt x="0" y="1266825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F2AEC3"/>
            </a:solidFill>
            <a:prstDash val="solid"/>
          </a:ln>
        </p:spPr>
      </p:sp>
      <p:sp>
        <p:nvSpPr>
          <p:cNvPr id="68" name="layout panel grid vertical 422">
            <a:extLst xmlns:a="http://schemas.openxmlformats.org/drawingml/2006/main">
              <a:ext uri="{FF2B5EF4-FFF2-40B4-BE49-F238E27FC236}">
                <a16:creationId xmlns:a16="http://schemas.microsoft.com/office/drawing/2014/main" id="{358FF15F-A8DD-4928-8394-BA4693B99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662238"/>
            <a:ext cx="191" cy="1266920"/>
          </a:xfrm>
          <a:custGeom xmlns:a="http://schemas.openxmlformats.org/drawingml/2006/main">
            <a:pathLst>
              <a:path w="191" h="1266920">
                <a:moveTo>
                  <a:pt x="0" y="0"/>
                </a:moveTo>
                <a:lnTo>
                  <a:pt x="0" y="1266825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F2AEC3"/>
            </a:solidFill>
            <a:prstDash val="solid"/>
          </a:ln>
        </p:spPr>
      </p:sp>
      <p:sp>
        <p:nvSpPr>
          <p:cNvPr id="69" name="layout panel grid vertical 444">
            <a:extLst xmlns:a="http://schemas.openxmlformats.org/drawingml/2006/main">
              <a:ext uri="{FF2B5EF4-FFF2-40B4-BE49-F238E27FC236}">
                <a16:creationId xmlns:a16="http://schemas.microsoft.com/office/drawing/2014/main" id="{7F5ADB78-B398-4474-849D-95A72E39C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662238"/>
            <a:ext cx="191" cy="1266920"/>
          </a:xfrm>
          <a:custGeom xmlns:a="http://schemas.openxmlformats.org/drawingml/2006/main">
            <a:pathLst>
              <a:path w="191" h="1266920">
                <a:moveTo>
                  <a:pt x="0" y="0"/>
                </a:moveTo>
                <a:lnTo>
                  <a:pt x="0" y="1266825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F2AEC3"/>
            </a:solidFill>
            <a:prstDash val="solid"/>
          </a:ln>
        </p:spPr>
      </p:sp>
      <p:sp>
        <p:nvSpPr>
          <p:cNvPr id="70" name="layout panel grid vertical 466">
            <a:extLst xmlns:a="http://schemas.openxmlformats.org/drawingml/2006/main">
              <a:ext uri="{FF2B5EF4-FFF2-40B4-BE49-F238E27FC236}">
                <a16:creationId xmlns:a16="http://schemas.microsoft.com/office/drawing/2014/main" id="{70D5D3B2-266D-495B-BBD3-4E2F3113A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662238"/>
            <a:ext cx="191" cy="1266920"/>
          </a:xfrm>
          <a:custGeom xmlns:a="http://schemas.openxmlformats.org/drawingml/2006/main">
            <a:pathLst>
              <a:path w="191" h="1266920">
                <a:moveTo>
                  <a:pt x="0" y="0"/>
                </a:moveTo>
                <a:lnTo>
                  <a:pt x="0" y="1266825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F2AEC3"/>
            </a:solidFill>
            <a:prstDash val="solid"/>
          </a:ln>
        </p:spPr>
      </p:sp>
      <p:sp>
        <p:nvSpPr>
          <p:cNvPr id="71" name="layout panel grid vertical 488">
            <a:extLst xmlns:a="http://schemas.openxmlformats.org/drawingml/2006/main">
              <a:ext uri="{FF2B5EF4-FFF2-40B4-BE49-F238E27FC236}">
                <a16:creationId xmlns:a16="http://schemas.microsoft.com/office/drawing/2014/main" id="{80371DD1-3067-4EA7-AD4B-D2F5C6EBB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662238"/>
            <a:ext cx="191" cy="1266920"/>
          </a:xfrm>
          <a:custGeom xmlns:a="http://schemas.openxmlformats.org/drawingml/2006/main">
            <a:pathLst>
              <a:path w="191" h="1266920">
                <a:moveTo>
                  <a:pt x="0" y="0"/>
                </a:moveTo>
                <a:lnTo>
                  <a:pt x="0" y="1266825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F2AEC3"/>
            </a:solidFill>
            <a:prstDash val="solid"/>
          </a:ln>
        </p:spPr>
      </p:sp>
      <p:sp>
        <p:nvSpPr>
          <p:cNvPr id="72" name="layout panel grid vertical 510">
            <a:extLst xmlns:a="http://schemas.openxmlformats.org/drawingml/2006/main">
              <a:ext uri="{FF2B5EF4-FFF2-40B4-BE49-F238E27FC236}">
                <a16:creationId xmlns:a16="http://schemas.microsoft.com/office/drawing/2014/main" id="{91E3E957-74F9-4482-A619-3DE8401DD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662238"/>
            <a:ext cx="191" cy="1266920"/>
          </a:xfrm>
          <a:custGeom xmlns:a="http://schemas.openxmlformats.org/drawingml/2006/main">
            <a:pathLst>
              <a:path w="191" h="1266920">
                <a:moveTo>
                  <a:pt x="0" y="0"/>
                </a:moveTo>
                <a:lnTo>
                  <a:pt x="0" y="1266825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F2AEC3"/>
            </a:solidFill>
            <a:prstDash val="solid"/>
          </a:ln>
        </p:spPr>
      </p:sp>
      <p:sp>
        <p:nvSpPr>
          <p:cNvPr id="73" name="layout panel grid vertical 532">
            <a:extLst xmlns:a="http://schemas.openxmlformats.org/drawingml/2006/main">
              <a:ext uri="{FF2B5EF4-FFF2-40B4-BE49-F238E27FC236}">
                <a16:creationId xmlns:a16="http://schemas.microsoft.com/office/drawing/2014/main" id="{B6240B2A-B963-43C9-BC94-7F09FE4BB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662238"/>
            <a:ext cx="191" cy="1266920"/>
          </a:xfrm>
          <a:custGeom xmlns:a="http://schemas.openxmlformats.org/drawingml/2006/main">
            <a:pathLst>
              <a:path w="191" h="1266920">
                <a:moveTo>
                  <a:pt x="0" y="0"/>
                </a:moveTo>
                <a:lnTo>
                  <a:pt x="0" y="1266825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F2AEC3"/>
            </a:solidFill>
            <a:prstDash val="solid"/>
          </a:ln>
        </p:spPr>
      </p:sp>
      <p:sp>
        <p:nvSpPr>
          <p:cNvPr id="74" name="layout panel grid vertical 554">
            <a:extLst xmlns:a="http://schemas.openxmlformats.org/drawingml/2006/main">
              <a:ext uri="{FF2B5EF4-FFF2-40B4-BE49-F238E27FC236}">
                <a16:creationId xmlns:a16="http://schemas.microsoft.com/office/drawing/2014/main" id="{294C4685-D6EB-48BE-976D-4B34BD99B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662238"/>
            <a:ext cx="191" cy="1266920"/>
          </a:xfrm>
          <a:custGeom xmlns:a="http://schemas.openxmlformats.org/drawingml/2006/main">
            <a:pathLst>
              <a:path w="191" h="1266920">
                <a:moveTo>
                  <a:pt x="0" y="0"/>
                </a:moveTo>
                <a:lnTo>
                  <a:pt x="0" y="1266825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F2AEC3"/>
            </a:solidFill>
            <a:prstDash val="solid"/>
          </a:ln>
        </p:spPr>
      </p:sp>
      <p:sp>
        <p:nvSpPr>
          <p:cNvPr id="75" name="layout panel grid vertical 576">
            <a:extLst xmlns:a="http://schemas.openxmlformats.org/drawingml/2006/main">
              <a:ext uri="{FF2B5EF4-FFF2-40B4-BE49-F238E27FC236}">
                <a16:creationId xmlns:a16="http://schemas.microsoft.com/office/drawing/2014/main" id="{03C71EFC-252E-42A5-AE07-628443313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662238"/>
            <a:ext cx="191" cy="1266920"/>
          </a:xfrm>
          <a:custGeom xmlns:a="http://schemas.openxmlformats.org/drawingml/2006/main">
            <a:pathLst>
              <a:path w="191" h="1266920">
                <a:moveTo>
                  <a:pt x="0" y="0"/>
                </a:moveTo>
                <a:lnTo>
                  <a:pt x="0" y="1266825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F2AEC3"/>
            </a:solidFill>
            <a:prstDash val="solid"/>
          </a:ln>
        </p:spPr>
      </p:sp>
      <p:sp>
        <p:nvSpPr>
          <p:cNvPr id="76" name="layout panel grid horizontal 246">
            <a:extLst xmlns:a="http://schemas.openxmlformats.org/drawingml/2006/main">
              <a:ext uri="{FF2B5EF4-FFF2-40B4-BE49-F238E27FC236}">
                <a16:creationId xmlns:a16="http://schemas.microsoft.com/office/drawing/2014/main" id="{B3DF49FC-18C4-48F3-BFFD-B4C9E54FC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662238"/>
            <a:ext cx="4248245" cy="191"/>
          </a:xfrm>
          <a:custGeom xmlns:a="http://schemas.openxmlformats.org/drawingml/2006/main">
            <a:pathLst>
              <a:path w="4248245" h="191">
                <a:moveTo>
                  <a:pt x="0" y="0"/>
                </a:moveTo>
                <a:lnTo>
                  <a:pt x="4248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F2AEC3"/>
            </a:solidFill>
            <a:prstDash val="solid"/>
          </a:ln>
        </p:spPr>
      </p:sp>
      <p:sp>
        <p:nvSpPr>
          <p:cNvPr id="77" name="layout panel grid horizontal 268">
            <a:extLst xmlns:a="http://schemas.openxmlformats.org/drawingml/2006/main">
              <a:ext uri="{FF2B5EF4-FFF2-40B4-BE49-F238E27FC236}">
                <a16:creationId xmlns:a16="http://schemas.microsoft.com/office/drawing/2014/main" id="{1D76F3BD-FFCC-4132-99F7-E7D9A2709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871788"/>
            <a:ext cx="4248245" cy="191"/>
          </a:xfrm>
          <a:custGeom xmlns:a="http://schemas.openxmlformats.org/drawingml/2006/main">
            <a:pathLst>
              <a:path w="4248245" h="191">
                <a:moveTo>
                  <a:pt x="0" y="0"/>
                </a:moveTo>
                <a:lnTo>
                  <a:pt x="4248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F2AEC3"/>
            </a:solidFill>
            <a:prstDash val="solid"/>
          </a:ln>
        </p:spPr>
      </p:sp>
      <p:sp>
        <p:nvSpPr>
          <p:cNvPr id="78" name="layout panel grid horizontal 290">
            <a:extLst xmlns:a="http://schemas.openxmlformats.org/drawingml/2006/main">
              <a:ext uri="{FF2B5EF4-FFF2-40B4-BE49-F238E27FC236}">
                <a16:creationId xmlns:a16="http://schemas.microsoft.com/office/drawing/2014/main" id="{A4CA5741-3D70-41C8-BB6D-1BEB7667D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081338"/>
            <a:ext cx="4248245" cy="191"/>
          </a:xfrm>
          <a:custGeom xmlns:a="http://schemas.openxmlformats.org/drawingml/2006/main">
            <a:pathLst>
              <a:path w="4248245" h="191">
                <a:moveTo>
                  <a:pt x="0" y="0"/>
                </a:moveTo>
                <a:lnTo>
                  <a:pt x="4248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F2AEC3"/>
            </a:solidFill>
            <a:prstDash val="solid"/>
          </a:ln>
        </p:spPr>
      </p:sp>
      <p:sp>
        <p:nvSpPr>
          <p:cNvPr id="79" name="layout panel grid horizontal 312">
            <a:extLst xmlns:a="http://schemas.openxmlformats.org/drawingml/2006/main">
              <a:ext uri="{FF2B5EF4-FFF2-40B4-BE49-F238E27FC236}">
                <a16:creationId xmlns:a16="http://schemas.microsoft.com/office/drawing/2014/main" id="{929C5126-20D0-4C17-AD8C-E4704A90C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290888"/>
            <a:ext cx="4248245" cy="191"/>
          </a:xfrm>
          <a:custGeom xmlns:a="http://schemas.openxmlformats.org/drawingml/2006/main">
            <a:pathLst>
              <a:path w="4248245" h="191">
                <a:moveTo>
                  <a:pt x="0" y="0"/>
                </a:moveTo>
                <a:lnTo>
                  <a:pt x="4248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F2AEC3"/>
            </a:solidFill>
            <a:prstDash val="solid"/>
          </a:ln>
        </p:spPr>
      </p:sp>
      <p:sp>
        <p:nvSpPr>
          <p:cNvPr id="80" name="layout panel grid horizontal 334">
            <a:extLst xmlns:a="http://schemas.openxmlformats.org/drawingml/2006/main">
              <a:ext uri="{FF2B5EF4-FFF2-40B4-BE49-F238E27FC236}">
                <a16:creationId xmlns:a16="http://schemas.microsoft.com/office/drawing/2014/main" id="{32C0B50B-9904-4D08-9B37-B2E15812A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500438"/>
            <a:ext cx="4248245" cy="191"/>
          </a:xfrm>
          <a:custGeom xmlns:a="http://schemas.openxmlformats.org/drawingml/2006/main">
            <a:pathLst>
              <a:path w="4248245" h="191">
                <a:moveTo>
                  <a:pt x="0" y="0"/>
                </a:moveTo>
                <a:lnTo>
                  <a:pt x="4248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F2AEC3"/>
            </a:solidFill>
            <a:prstDash val="solid"/>
          </a:ln>
        </p:spPr>
      </p:sp>
      <p:sp>
        <p:nvSpPr>
          <p:cNvPr id="81" name="layout panel grid horizontal 356">
            <a:extLst xmlns:a="http://schemas.openxmlformats.org/drawingml/2006/main">
              <a:ext uri="{FF2B5EF4-FFF2-40B4-BE49-F238E27FC236}">
                <a16:creationId xmlns:a16="http://schemas.microsoft.com/office/drawing/2014/main" id="{1A5F2FF3-E872-4FD7-8D23-1CE31150F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709988"/>
            <a:ext cx="4248245" cy="191"/>
          </a:xfrm>
          <a:custGeom xmlns:a="http://schemas.openxmlformats.org/drawingml/2006/main">
            <a:pathLst>
              <a:path w="4248245" h="191">
                <a:moveTo>
                  <a:pt x="0" y="0"/>
                </a:moveTo>
                <a:lnTo>
                  <a:pt x="4248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F2AEC3"/>
            </a:solidFill>
            <a:prstDash val="solid"/>
          </a:ln>
        </p:spPr>
      </p:sp>
      <p:sp>
        <p:nvSpPr>
          <p:cNvPr id="82" name="layout panel grid horizontal 378">
            <a:extLst xmlns:a="http://schemas.openxmlformats.org/drawingml/2006/main">
              <a:ext uri="{FF2B5EF4-FFF2-40B4-BE49-F238E27FC236}">
                <a16:creationId xmlns:a16="http://schemas.microsoft.com/office/drawing/2014/main" id="{238C3E09-F045-4BD4-9E36-63AD37138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919538"/>
            <a:ext cx="4248245" cy="191"/>
          </a:xfrm>
          <a:custGeom xmlns:a="http://schemas.openxmlformats.org/drawingml/2006/main">
            <a:pathLst>
              <a:path w="4248245" h="191">
                <a:moveTo>
                  <a:pt x="0" y="0"/>
                </a:moveTo>
                <a:lnTo>
                  <a:pt x="4248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F2AEC3"/>
            </a:solidFill>
            <a:prstDash val="solid"/>
          </a:ln>
        </p:spPr>
      </p:sp>
      <p:sp>
        <p:nvSpPr>
          <p:cNvPr id="83" name="layout group dashed inset">
            <a:extLst xmlns:a="http://schemas.openxmlformats.org/drawingml/2006/main">
              <a:ext uri="{FF2B5EF4-FFF2-40B4-BE49-F238E27FC236}">
                <a16:creationId xmlns:a16="http://schemas.microsoft.com/office/drawing/2014/main" id="{2DDD0133-1000-4388-B422-307A013A0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662238"/>
            <a:ext cx="4248150" cy="1266825"/>
          </a:xfrm>
          <a:custGeom xmlns:a="http://schemas.openxmlformats.org/drawingml/2006/main">
            <a:pathLst>
              <a:path w="4248150" h="1266825">
                <a:moveTo>
                  <a:pt x="0" y="0"/>
                </a:moveTo>
                <a:lnTo>
                  <a:pt x="4248150" y="0"/>
                </a:lnTo>
                <a:cubicBezTo>
                  <a:pt x="4248150" y="0"/>
                  <a:pt x="4248150" y="0"/>
                  <a:pt x="4248150" y="0"/>
                </a:cubicBezTo>
                <a:lnTo>
                  <a:pt x="4248150" y="1266825"/>
                </a:lnTo>
                <a:cubicBezTo>
                  <a:pt x="4248150" y="1266825"/>
                  <a:pt x="4248150" y="1266825"/>
                  <a:pt x="4248150" y="1266825"/>
                </a:cubicBezTo>
                <a:lnTo>
                  <a:pt x="0" y="1266825"/>
                </a:lnTo>
                <a:cubicBezTo>
                  <a:pt x="0" y="1266825"/>
                  <a:pt x="0" y="1266825"/>
                  <a:pt x="0" y="1266825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FDE8F0"/>
            </a:solidFill>
            <a:prstDash val="dash"/>
          </a:ln>
        </p:spPr>
      </p:sp>
      <p:pic>
        <p:nvPic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D0F051F6-D74C-45D8-BDFD-1B6D6186DF5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8e1e1bcc424c9d"/>
          <a:stretch xmlns:a="http://schemas.openxmlformats.org/drawingml/2006/main"/>
        </p:blipFill>
        <p:spPr>
          <a:xfrm xmlns:a="http://schemas.openxmlformats.org/drawingml/2006/main">
            <a:off x="2105025" y="2671763"/>
            <a:ext cx="1162050" cy="1181100"/>
          </a:xfrm>
          <a:prstGeom xmlns:a="http://schemas.openxmlformats.org/drawingml/2006/main" prst="rect">
            <a:avLst/>
          </a:prstGeom>
        </p:spPr>
      </p:pic>
      <p:pic>
        <p:nvPic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3A38BE26-E5D0-4038-8764-6834B62A1E0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81fb2210564571"/>
          <a:stretch xmlns:a="http://schemas.openxmlformats.org/drawingml/2006/main"/>
        </p:blipFill>
        <p:spPr>
          <a:xfrm xmlns:a="http://schemas.openxmlformats.org/drawingml/2006/main">
            <a:off x="3686175" y="2690813"/>
            <a:ext cx="1171575" cy="1162050"/>
          </a:xfrm>
          <a:prstGeom xmlns:a="http://schemas.openxmlformats.org/drawingml/2006/main" prst="rect">
            <a:avLst/>
          </a:prstGeom>
        </p:spPr>
      </p:pic>
      <p:sp>
        <p:nvSpPr>
          <p:cNvPr id="86" name="assets generation group">
            <a:extLst xmlns:a="http://schemas.openxmlformats.org/drawingml/2006/main">
              <a:ext uri="{FF2B5EF4-FFF2-40B4-BE49-F238E27FC236}">
                <a16:creationId xmlns:a16="http://schemas.microsoft.com/office/drawing/2014/main" id="{B0C8469D-5387-4627-BF95-BA4778284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14888"/>
            <a:ext cx="4391025" cy="1362075"/>
          </a:xfrm>
          <a:custGeom xmlns:a="http://schemas.openxmlformats.org/drawingml/2006/main">
            <a:pathLst>
              <a:path w="4391025" h="1362075">
                <a:moveTo>
                  <a:pt x="0" y="0"/>
                </a:moveTo>
                <a:lnTo>
                  <a:pt x="4391025" y="0"/>
                </a:lnTo>
                <a:cubicBezTo>
                  <a:pt x="4391025" y="0"/>
                  <a:pt x="4391025" y="0"/>
                  <a:pt x="4391025" y="0"/>
                </a:cubicBezTo>
                <a:lnTo>
                  <a:pt x="4391025" y="1362075"/>
                </a:lnTo>
                <a:cubicBezTo>
                  <a:pt x="4391025" y="1362075"/>
                  <a:pt x="4391025" y="1362075"/>
                  <a:pt x="4391025" y="1362075"/>
                </a:cubicBezTo>
                <a:lnTo>
                  <a:pt x="0" y="1362075"/>
                </a:lnTo>
                <a:cubicBezTo>
                  <a:pt x="0" y="1362075"/>
                  <a:pt x="0" y="1362075"/>
                  <a:pt x="0" y="1362075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DB7CD"/>
          </a:solidFill>
          <a:ln xmlns:a="http://schemas.openxmlformats.org/drawingml/2006/main" w="19050">
            <a:solidFill>
              <a:srgbClr val="F792B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87" name="assets panel grid vertical 99">
            <a:extLst xmlns:a="http://schemas.openxmlformats.org/drawingml/2006/main">
              <a:ext uri="{FF2B5EF4-FFF2-40B4-BE49-F238E27FC236}">
                <a16:creationId xmlns:a16="http://schemas.microsoft.com/office/drawing/2014/main" id="{6E3F797A-9616-487C-B255-713948DFA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4862513"/>
            <a:ext cx="191" cy="1257395"/>
          </a:xfrm>
          <a:custGeom xmlns:a="http://schemas.openxmlformats.org/drawingml/2006/main">
            <a:pathLst>
              <a:path w="191" h="1257395">
                <a:moveTo>
                  <a:pt x="0" y="0"/>
                </a:moveTo>
                <a:lnTo>
                  <a:pt x="0" y="125730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F2AEC3"/>
            </a:solidFill>
            <a:prstDash val="solid"/>
          </a:ln>
        </p:spPr>
      </p:sp>
      <p:sp>
        <p:nvSpPr>
          <p:cNvPr id="88" name="assets panel grid vertical 121">
            <a:extLst xmlns:a="http://schemas.openxmlformats.org/drawingml/2006/main">
              <a:ext uri="{FF2B5EF4-FFF2-40B4-BE49-F238E27FC236}">
                <a16:creationId xmlns:a16="http://schemas.microsoft.com/office/drawing/2014/main" id="{16AD20CC-25DD-40B4-880C-FB8E2497A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4862513"/>
            <a:ext cx="191" cy="1257395"/>
          </a:xfrm>
          <a:custGeom xmlns:a="http://schemas.openxmlformats.org/drawingml/2006/main">
            <a:pathLst>
              <a:path w="191" h="1257395">
                <a:moveTo>
                  <a:pt x="0" y="0"/>
                </a:moveTo>
                <a:lnTo>
                  <a:pt x="0" y="125730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F2AEC3"/>
            </a:solidFill>
            <a:prstDash val="solid"/>
          </a:ln>
        </p:spPr>
      </p:sp>
      <p:sp>
        <p:nvSpPr>
          <p:cNvPr id="89" name="assets panel grid vertical 143">
            <a:extLst xmlns:a="http://schemas.openxmlformats.org/drawingml/2006/main">
              <a:ext uri="{FF2B5EF4-FFF2-40B4-BE49-F238E27FC236}">
                <a16:creationId xmlns:a16="http://schemas.microsoft.com/office/drawing/2014/main" id="{39FD1E11-AC98-49FA-9A55-5591C5EA8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4862513"/>
            <a:ext cx="191" cy="1257395"/>
          </a:xfrm>
          <a:custGeom xmlns:a="http://schemas.openxmlformats.org/drawingml/2006/main">
            <a:pathLst>
              <a:path w="191" h="1257395">
                <a:moveTo>
                  <a:pt x="0" y="0"/>
                </a:moveTo>
                <a:lnTo>
                  <a:pt x="0" y="125730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F2AEC3"/>
            </a:solidFill>
            <a:prstDash val="solid"/>
          </a:ln>
        </p:spPr>
      </p:sp>
      <p:sp>
        <p:nvSpPr>
          <p:cNvPr id="90" name="assets panel grid vertical 165">
            <a:extLst xmlns:a="http://schemas.openxmlformats.org/drawingml/2006/main">
              <a:ext uri="{FF2B5EF4-FFF2-40B4-BE49-F238E27FC236}">
                <a16:creationId xmlns:a16="http://schemas.microsoft.com/office/drawing/2014/main" id="{B55B2088-9196-478D-94C8-CFB7B9437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862513"/>
            <a:ext cx="191" cy="1257395"/>
          </a:xfrm>
          <a:custGeom xmlns:a="http://schemas.openxmlformats.org/drawingml/2006/main">
            <a:pathLst>
              <a:path w="191" h="1257395">
                <a:moveTo>
                  <a:pt x="0" y="0"/>
                </a:moveTo>
                <a:lnTo>
                  <a:pt x="0" y="125730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F2AEC3"/>
            </a:solidFill>
            <a:prstDash val="solid"/>
          </a:ln>
        </p:spPr>
      </p:sp>
      <p:sp>
        <p:nvSpPr>
          <p:cNvPr id="91" name="assets panel grid vertical 187">
            <a:extLst xmlns:a="http://schemas.openxmlformats.org/drawingml/2006/main">
              <a:ext uri="{FF2B5EF4-FFF2-40B4-BE49-F238E27FC236}">
                <a16:creationId xmlns:a16="http://schemas.microsoft.com/office/drawing/2014/main" id="{866AC2AB-1BB7-4A18-AB99-77A23D5AA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4862513"/>
            <a:ext cx="191" cy="1257395"/>
          </a:xfrm>
          <a:custGeom xmlns:a="http://schemas.openxmlformats.org/drawingml/2006/main">
            <a:pathLst>
              <a:path w="191" h="1257395">
                <a:moveTo>
                  <a:pt x="0" y="0"/>
                </a:moveTo>
                <a:lnTo>
                  <a:pt x="0" y="125730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F2AEC3"/>
            </a:solidFill>
            <a:prstDash val="solid"/>
          </a:ln>
        </p:spPr>
      </p:sp>
      <p:sp>
        <p:nvSpPr>
          <p:cNvPr id="92" name="assets panel grid vertical 209">
            <a:extLst xmlns:a="http://schemas.openxmlformats.org/drawingml/2006/main">
              <a:ext uri="{FF2B5EF4-FFF2-40B4-BE49-F238E27FC236}">
                <a16:creationId xmlns:a16="http://schemas.microsoft.com/office/drawing/2014/main" id="{AC02FC5B-7D5E-48DF-B724-1E4EB3338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4862513"/>
            <a:ext cx="191" cy="1257395"/>
          </a:xfrm>
          <a:custGeom xmlns:a="http://schemas.openxmlformats.org/drawingml/2006/main">
            <a:pathLst>
              <a:path w="191" h="1257395">
                <a:moveTo>
                  <a:pt x="0" y="0"/>
                </a:moveTo>
                <a:lnTo>
                  <a:pt x="0" y="125730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F2AEC3"/>
            </a:solidFill>
            <a:prstDash val="solid"/>
          </a:ln>
        </p:spPr>
      </p:sp>
      <p:sp>
        <p:nvSpPr>
          <p:cNvPr id="93" name="assets panel grid vertical 231">
            <a:extLst xmlns:a="http://schemas.openxmlformats.org/drawingml/2006/main">
              <a:ext uri="{FF2B5EF4-FFF2-40B4-BE49-F238E27FC236}">
                <a16:creationId xmlns:a16="http://schemas.microsoft.com/office/drawing/2014/main" id="{CF415A09-7F79-484E-ACE7-385D6F9A1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4862513"/>
            <a:ext cx="191" cy="1257395"/>
          </a:xfrm>
          <a:custGeom xmlns:a="http://schemas.openxmlformats.org/drawingml/2006/main">
            <a:pathLst>
              <a:path w="191" h="1257395">
                <a:moveTo>
                  <a:pt x="0" y="0"/>
                </a:moveTo>
                <a:lnTo>
                  <a:pt x="0" y="125730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F2AEC3"/>
            </a:solidFill>
            <a:prstDash val="solid"/>
          </a:ln>
        </p:spPr>
      </p:sp>
      <p:sp>
        <p:nvSpPr>
          <p:cNvPr id="94" name="assets panel grid vertical 253">
            <a:extLst xmlns:a="http://schemas.openxmlformats.org/drawingml/2006/main">
              <a:ext uri="{FF2B5EF4-FFF2-40B4-BE49-F238E27FC236}">
                <a16:creationId xmlns:a16="http://schemas.microsoft.com/office/drawing/2014/main" id="{09FE89AE-00D4-4324-87DB-079CB9FDF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4862513"/>
            <a:ext cx="191" cy="1257395"/>
          </a:xfrm>
          <a:custGeom xmlns:a="http://schemas.openxmlformats.org/drawingml/2006/main">
            <a:pathLst>
              <a:path w="191" h="1257395">
                <a:moveTo>
                  <a:pt x="0" y="0"/>
                </a:moveTo>
                <a:lnTo>
                  <a:pt x="0" y="125730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F2AEC3"/>
            </a:solidFill>
            <a:prstDash val="solid"/>
          </a:ln>
        </p:spPr>
      </p:sp>
      <p:sp>
        <p:nvSpPr>
          <p:cNvPr id="95" name="assets panel grid vertical 275">
            <a:extLst xmlns:a="http://schemas.openxmlformats.org/drawingml/2006/main">
              <a:ext uri="{FF2B5EF4-FFF2-40B4-BE49-F238E27FC236}">
                <a16:creationId xmlns:a16="http://schemas.microsoft.com/office/drawing/2014/main" id="{90790813-D49F-4C8E-B4DA-515A859DE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4862513"/>
            <a:ext cx="191" cy="1257395"/>
          </a:xfrm>
          <a:custGeom xmlns:a="http://schemas.openxmlformats.org/drawingml/2006/main">
            <a:pathLst>
              <a:path w="191" h="1257395">
                <a:moveTo>
                  <a:pt x="0" y="0"/>
                </a:moveTo>
                <a:lnTo>
                  <a:pt x="0" y="125730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F2AEC3"/>
            </a:solidFill>
            <a:prstDash val="solid"/>
          </a:ln>
        </p:spPr>
      </p:sp>
      <p:sp>
        <p:nvSpPr>
          <p:cNvPr id="96" name="assets panel grid vertical 297">
            <a:extLst xmlns:a="http://schemas.openxmlformats.org/drawingml/2006/main">
              <a:ext uri="{FF2B5EF4-FFF2-40B4-BE49-F238E27FC236}">
                <a16:creationId xmlns:a16="http://schemas.microsoft.com/office/drawing/2014/main" id="{424265B5-9BF4-4B6D-B3BD-BA683FAB6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4862513"/>
            <a:ext cx="191" cy="1257395"/>
          </a:xfrm>
          <a:custGeom xmlns:a="http://schemas.openxmlformats.org/drawingml/2006/main">
            <a:pathLst>
              <a:path w="191" h="1257395">
                <a:moveTo>
                  <a:pt x="0" y="0"/>
                </a:moveTo>
                <a:lnTo>
                  <a:pt x="0" y="125730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F2AEC3"/>
            </a:solidFill>
            <a:prstDash val="solid"/>
          </a:ln>
        </p:spPr>
      </p:sp>
      <p:sp>
        <p:nvSpPr>
          <p:cNvPr id="97" name="assets panel grid vertical 319">
            <a:extLst xmlns:a="http://schemas.openxmlformats.org/drawingml/2006/main">
              <a:ext uri="{FF2B5EF4-FFF2-40B4-BE49-F238E27FC236}">
                <a16:creationId xmlns:a16="http://schemas.microsoft.com/office/drawing/2014/main" id="{B7490FEE-4DE9-4D68-A2D5-4B95362AA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4862513"/>
            <a:ext cx="191" cy="1257395"/>
          </a:xfrm>
          <a:custGeom xmlns:a="http://schemas.openxmlformats.org/drawingml/2006/main">
            <a:pathLst>
              <a:path w="191" h="1257395">
                <a:moveTo>
                  <a:pt x="0" y="0"/>
                </a:moveTo>
                <a:lnTo>
                  <a:pt x="0" y="125730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F2AEC3"/>
            </a:solidFill>
            <a:prstDash val="solid"/>
          </a:ln>
        </p:spPr>
      </p:sp>
      <p:sp>
        <p:nvSpPr>
          <p:cNvPr id="98" name="assets panel grid vertical 341">
            <a:extLst xmlns:a="http://schemas.openxmlformats.org/drawingml/2006/main">
              <a:ext uri="{FF2B5EF4-FFF2-40B4-BE49-F238E27FC236}">
                <a16:creationId xmlns:a16="http://schemas.microsoft.com/office/drawing/2014/main" id="{E8A3CE87-5206-40BD-A1B4-7C8728EB0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4862513"/>
            <a:ext cx="191" cy="1257395"/>
          </a:xfrm>
          <a:custGeom xmlns:a="http://schemas.openxmlformats.org/drawingml/2006/main">
            <a:pathLst>
              <a:path w="191" h="1257395">
                <a:moveTo>
                  <a:pt x="0" y="0"/>
                </a:moveTo>
                <a:lnTo>
                  <a:pt x="0" y="125730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F2AEC3"/>
            </a:solidFill>
            <a:prstDash val="solid"/>
          </a:ln>
        </p:spPr>
      </p:sp>
      <p:sp>
        <p:nvSpPr>
          <p:cNvPr id="99" name="assets panel grid vertical 363">
            <a:extLst xmlns:a="http://schemas.openxmlformats.org/drawingml/2006/main">
              <a:ext uri="{FF2B5EF4-FFF2-40B4-BE49-F238E27FC236}">
                <a16:creationId xmlns:a16="http://schemas.microsoft.com/office/drawing/2014/main" id="{E023164D-BC2F-4AAC-A110-E4F76EA30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4862513"/>
            <a:ext cx="191" cy="1257395"/>
          </a:xfrm>
          <a:custGeom xmlns:a="http://schemas.openxmlformats.org/drawingml/2006/main">
            <a:pathLst>
              <a:path w="191" h="1257395">
                <a:moveTo>
                  <a:pt x="0" y="0"/>
                </a:moveTo>
                <a:lnTo>
                  <a:pt x="0" y="125730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F2AEC3"/>
            </a:solidFill>
            <a:prstDash val="solid"/>
          </a:ln>
        </p:spPr>
      </p:sp>
      <p:sp>
        <p:nvSpPr>
          <p:cNvPr id="100" name="assets panel grid vertical 385">
            <a:extLst xmlns:a="http://schemas.openxmlformats.org/drawingml/2006/main">
              <a:ext uri="{FF2B5EF4-FFF2-40B4-BE49-F238E27FC236}">
                <a16:creationId xmlns:a16="http://schemas.microsoft.com/office/drawing/2014/main" id="{5A8250F6-D7E2-46D7-9358-8EF3DC8E7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4862513"/>
            <a:ext cx="191" cy="1257395"/>
          </a:xfrm>
          <a:custGeom xmlns:a="http://schemas.openxmlformats.org/drawingml/2006/main">
            <a:pathLst>
              <a:path w="191" h="1257395">
                <a:moveTo>
                  <a:pt x="0" y="0"/>
                </a:moveTo>
                <a:lnTo>
                  <a:pt x="0" y="125730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F2AEC3"/>
            </a:solidFill>
            <a:prstDash val="solid"/>
          </a:ln>
        </p:spPr>
      </p:sp>
      <p:sp>
        <p:nvSpPr>
          <p:cNvPr id="101" name="assets panel grid vertical 407">
            <a:extLst xmlns:a="http://schemas.openxmlformats.org/drawingml/2006/main">
              <a:ext uri="{FF2B5EF4-FFF2-40B4-BE49-F238E27FC236}">
                <a16:creationId xmlns:a16="http://schemas.microsoft.com/office/drawing/2014/main" id="{9A691771-F7EA-4B04-8BBE-544F410E8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4862513"/>
            <a:ext cx="191" cy="1257395"/>
          </a:xfrm>
          <a:custGeom xmlns:a="http://schemas.openxmlformats.org/drawingml/2006/main">
            <a:pathLst>
              <a:path w="191" h="1257395">
                <a:moveTo>
                  <a:pt x="0" y="0"/>
                </a:moveTo>
                <a:lnTo>
                  <a:pt x="0" y="125730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F2AEC3"/>
            </a:solidFill>
            <a:prstDash val="solid"/>
          </a:ln>
        </p:spPr>
      </p:sp>
      <p:sp>
        <p:nvSpPr>
          <p:cNvPr id="102" name="assets panel grid vertical 429">
            <a:extLst xmlns:a="http://schemas.openxmlformats.org/drawingml/2006/main">
              <a:ext uri="{FF2B5EF4-FFF2-40B4-BE49-F238E27FC236}">
                <a16:creationId xmlns:a16="http://schemas.microsoft.com/office/drawing/2014/main" id="{BD705CB0-1943-4E05-844E-5C12AED6C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4862513"/>
            <a:ext cx="191" cy="1257395"/>
          </a:xfrm>
          <a:custGeom xmlns:a="http://schemas.openxmlformats.org/drawingml/2006/main">
            <a:pathLst>
              <a:path w="191" h="1257395">
                <a:moveTo>
                  <a:pt x="0" y="0"/>
                </a:moveTo>
                <a:lnTo>
                  <a:pt x="0" y="125730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F2AEC3"/>
            </a:solidFill>
            <a:prstDash val="solid"/>
          </a:ln>
        </p:spPr>
      </p:sp>
      <p:sp>
        <p:nvSpPr>
          <p:cNvPr id="103" name="assets panel grid vertical 451">
            <a:extLst xmlns:a="http://schemas.openxmlformats.org/drawingml/2006/main">
              <a:ext uri="{FF2B5EF4-FFF2-40B4-BE49-F238E27FC236}">
                <a16:creationId xmlns:a16="http://schemas.microsoft.com/office/drawing/2014/main" id="{650C351C-58B1-4648-B44C-04796652E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4862513"/>
            <a:ext cx="191" cy="1257395"/>
          </a:xfrm>
          <a:custGeom xmlns:a="http://schemas.openxmlformats.org/drawingml/2006/main">
            <a:pathLst>
              <a:path w="191" h="1257395">
                <a:moveTo>
                  <a:pt x="0" y="0"/>
                </a:moveTo>
                <a:lnTo>
                  <a:pt x="0" y="125730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F2AEC3"/>
            </a:solidFill>
            <a:prstDash val="solid"/>
          </a:ln>
        </p:spPr>
      </p:sp>
      <p:sp>
        <p:nvSpPr>
          <p:cNvPr id="104" name="assets panel grid vertical 473">
            <a:extLst xmlns:a="http://schemas.openxmlformats.org/drawingml/2006/main">
              <a:ext uri="{FF2B5EF4-FFF2-40B4-BE49-F238E27FC236}">
                <a16:creationId xmlns:a16="http://schemas.microsoft.com/office/drawing/2014/main" id="{5E60FDCD-0ADA-474A-9CA6-734CDE719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4862513"/>
            <a:ext cx="191" cy="1257395"/>
          </a:xfrm>
          <a:custGeom xmlns:a="http://schemas.openxmlformats.org/drawingml/2006/main">
            <a:pathLst>
              <a:path w="191" h="1257395">
                <a:moveTo>
                  <a:pt x="0" y="0"/>
                </a:moveTo>
                <a:lnTo>
                  <a:pt x="0" y="125730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F2AEC3"/>
            </a:solidFill>
            <a:prstDash val="solid"/>
          </a:ln>
        </p:spPr>
      </p:sp>
      <p:sp>
        <p:nvSpPr>
          <p:cNvPr id="105" name="assets panel grid vertical 495">
            <a:extLst xmlns:a="http://schemas.openxmlformats.org/drawingml/2006/main">
              <a:ext uri="{FF2B5EF4-FFF2-40B4-BE49-F238E27FC236}">
                <a16:creationId xmlns:a16="http://schemas.microsoft.com/office/drawing/2014/main" id="{2DFAC0AE-F946-4DA0-86BA-F88EB6BB1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4862513"/>
            <a:ext cx="191" cy="1257395"/>
          </a:xfrm>
          <a:custGeom xmlns:a="http://schemas.openxmlformats.org/drawingml/2006/main">
            <a:pathLst>
              <a:path w="191" h="1257395">
                <a:moveTo>
                  <a:pt x="0" y="0"/>
                </a:moveTo>
                <a:lnTo>
                  <a:pt x="0" y="125730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F2AEC3"/>
            </a:solidFill>
            <a:prstDash val="solid"/>
          </a:ln>
        </p:spPr>
      </p:sp>
      <p:sp>
        <p:nvSpPr>
          <p:cNvPr id="106" name="assets panel grid vertical 517">
            <a:extLst xmlns:a="http://schemas.openxmlformats.org/drawingml/2006/main">
              <a:ext uri="{FF2B5EF4-FFF2-40B4-BE49-F238E27FC236}">
                <a16:creationId xmlns:a16="http://schemas.microsoft.com/office/drawing/2014/main" id="{D8B413DE-0E0F-4E99-8DDF-5A0694CB7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4862513"/>
            <a:ext cx="191" cy="1257395"/>
          </a:xfrm>
          <a:custGeom xmlns:a="http://schemas.openxmlformats.org/drawingml/2006/main">
            <a:pathLst>
              <a:path w="191" h="1257395">
                <a:moveTo>
                  <a:pt x="0" y="0"/>
                </a:moveTo>
                <a:lnTo>
                  <a:pt x="0" y="125730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F2AEC3"/>
            </a:solidFill>
            <a:prstDash val="solid"/>
          </a:ln>
        </p:spPr>
      </p:sp>
      <p:sp>
        <p:nvSpPr>
          <p:cNvPr id="107" name="assets panel grid vertical 539">
            <a:extLst xmlns:a="http://schemas.openxmlformats.org/drawingml/2006/main">
              <a:ext uri="{FF2B5EF4-FFF2-40B4-BE49-F238E27FC236}">
                <a16:creationId xmlns:a16="http://schemas.microsoft.com/office/drawing/2014/main" id="{9C8AAF7B-6B25-4313-AAF5-25B95A1BB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4862513"/>
            <a:ext cx="191" cy="1257395"/>
          </a:xfrm>
          <a:custGeom xmlns:a="http://schemas.openxmlformats.org/drawingml/2006/main">
            <a:pathLst>
              <a:path w="191" h="1257395">
                <a:moveTo>
                  <a:pt x="0" y="0"/>
                </a:moveTo>
                <a:lnTo>
                  <a:pt x="0" y="125730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F2AEC3"/>
            </a:solidFill>
            <a:prstDash val="solid"/>
          </a:ln>
        </p:spPr>
      </p:sp>
      <p:sp>
        <p:nvSpPr>
          <p:cNvPr id="108" name="assets panel grid horizontal 477">
            <a:extLst xmlns:a="http://schemas.openxmlformats.org/drawingml/2006/main">
              <a:ext uri="{FF2B5EF4-FFF2-40B4-BE49-F238E27FC236}">
                <a16:creationId xmlns:a16="http://schemas.microsoft.com/office/drawing/2014/main" id="{21178043-2064-47AC-BEF2-1F73FDA47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4862513"/>
            <a:ext cx="4276820" cy="191"/>
          </a:xfrm>
          <a:custGeom xmlns:a="http://schemas.openxmlformats.org/drawingml/2006/main">
            <a:pathLst>
              <a:path w="4276820" h="191">
                <a:moveTo>
                  <a:pt x="0" y="0"/>
                </a:moveTo>
                <a:lnTo>
                  <a:pt x="42767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F2AEC3"/>
            </a:solidFill>
            <a:prstDash val="solid"/>
          </a:ln>
        </p:spPr>
      </p:sp>
      <p:sp>
        <p:nvSpPr>
          <p:cNvPr id="109" name="assets panel grid horizontal 499">
            <a:extLst xmlns:a="http://schemas.openxmlformats.org/drawingml/2006/main">
              <a:ext uri="{FF2B5EF4-FFF2-40B4-BE49-F238E27FC236}">
                <a16:creationId xmlns:a16="http://schemas.microsoft.com/office/drawing/2014/main" id="{CC42A350-4C92-4722-9840-149A8BF8C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5072063"/>
            <a:ext cx="4276820" cy="191"/>
          </a:xfrm>
          <a:custGeom xmlns:a="http://schemas.openxmlformats.org/drawingml/2006/main">
            <a:pathLst>
              <a:path w="4276820" h="191">
                <a:moveTo>
                  <a:pt x="0" y="0"/>
                </a:moveTo>
                <a:lnTo>
                  <a:pt x="42767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F2AEC3"/>
            </a:solidFill>
            <a:prstDash val="solid"/>
          </a:ln>
        </p:spPr>
      </p:sp>
      <p:sp>
        <p:nvSpPr>
          <p:cNvPr id="110" name="assets panel grid horizontal 521">
            <a:extLst xmlns:a="http://schemas.openxmlformats.org/drawingml/2006/main">
              <a:ext uri="{FF2B5EF4-FFF2-40B4-BE49-F238E27FC236}">
                <a16:creationId xmlns:a16="http://schemas.microsoft.com/office/drawing/2014/main" id="{841F7E4D-8EEA-445A-8BA4-E41B11CAE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5281613"/>
            <a:ext cx="4276820" cy="191"/>
          </a:xfrm>
          <a:custGeom xmlns:a="http://schemas.openxmlformats.org/drawingml/2006/main">
            <a:pathLst>
              <a:path w="4276820" h="191">
                <a:moveTo>
                  <a:pt x="0" y="0"/>
                </a:moveTo>
                <a:lnTo>
                  <a:pt x="42767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F2AEC3"/>
            </a:solidFill>
            <a:prstDash val="solid"/>
          </a:ln>
        </p:spPr>
      </p:sp>
      <p:sp>
        <p:nvSpPr>
          <p:cNvPr id="111" name="assets panel grid horizontal 543">
            <a:extLst xmlns:a="http://schemas.openxmlformats.org/drawingml/2006/main">
              <a:ext uri="{FF2B5EF4-FFF2-40B4-BE49-F238E27FC236}">
                <a16:creationId xmlns:a16="http://schemas.microsoft.com/office/drawing/2014/main" id="{9A897683-AA83-462C-B2FC-34FD10277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5491163"/>
            <a:ext cx="4276820" cy="191"/>
          </a:xfrm>
          <a:custGeom xmlns:a="http://schemas.openxmlformats.org/drawingml/2006/main">
            <a:pathLst>
              <a:path w="4276820" h="191">
                <a:moveTo>
                  <a:pt x="0" y="0"/>
                </a:moveTo>
                <a:lnTo>
                  <a:pt x="42767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F2AEC3"/>
            </a:solidFill>
            <a:prstDash val="solid"/>
          </a:ln>
        </p:spPr>
      </p:sp>
      <p:sp>
        <p:nvSpPr>
          <p:cNvPr id="112" name="assets panel grid horizontal 565">
            <a:extLst xmlns:a="http://schemas.openxmlformats.org/drawingml/2006/main">
              <a:ext uri="{FF2B5EF4-FFF2-40B4-BE49-F238E27FC236}">
                <a16:creationId xmlns:a16="http://schemas.microsoft.com/office/drawing/2014/main" id="{D7332281-743A-4D5F-B1CF-58ACEF447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5700713"/>
            <a:ext cx="4276820" cy="191"/>
          </a:xfrm>
          <a:custGeom xmlns:a="http://schemas.openxmlformats.org/drawingml/2006/main">
            <a:pathLst>
              <a:path w="4276820" h="191">
                <a:moveTo>
                  <a:pt x="0" y="0"/>
                </a:moveTo>
                <a:lnTo>
                  <a:pt x="42767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F2AEC3"/>
            </a:solidFill>
            <a:prstDash val="solid"/>
          </a:ln>
        </p:spPr>
      </p:sp>
      <p:sp>
        <p:nvSpPr>
          <p:cNvPr id="113" name="assets panel grid horizontal 587">
            <a:extLst xmlns:a="http://schemas.openxmlformats.org/drawingml/2006/main">
              <a:ext uri="{FF2B5EF4-FFF2-40B4-BE49-F238E27FC236}">
                <a16:creationId xmlns:a16="http://schemas.microsoft.com/office/drawing/2014/main" id="{FC916914-265A-4D4E-9EC3-1AADC0A73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5910263"/>
            <a:ext cx="4276820" cy="191"/>
          </a:xfrm>
          <a:custGeom xmlns:a="http://schemas.openxmlformats.org/drawingml/2006/main">
            <a:pathLst>
              <a:path w="4276820" h="191">
                <a:moveTo>
                  <a:pt x="0" y="0"/>
                </a:moveTo>
                <a:lnTo>
                  <a:pt x="42767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F2AEC3"/>
            </a:solidFill>
            <a:prstDash val="solid"/>
          </a:ln>
        </p:spPr>
      </p:sp>
      <p:pic>
        <p:nvPic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84C0D14F-3CB0-4210-9793-AE2D249B5C4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e341c616674a7e"/>
          <a:stretch xmlns:a="http://schemas.openxmlformats.org/drawingml/2006/main"/>
        </p:blipFill>
        <p:spPr>
          <a:xfrm xmlns:a="http://schemas.openxmlformats.org/drawingml/2006/main">
            <a:off x="1409700" y="4872038"/>
            <a:ext cx="742950" cy="1171575"/>
          </a:xfrm>
          <a:prstGeom xmlns:a="http://schemas.openxmlformats.org/drawingml/2006/main" prst="rect">
            <a:avLst/>
          </a:prstGeom>
        </p:spPr>
      </p:pic>
      <p:pic>
        <p:nvPic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023BC313-9B55-43A7-B534-1ED82A6799B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cf3b5e103c4a9a"/>
          <a:stretch xmlns:a="http://schemas.openxmlformats.org/drawingml/2006/main"/>
        </p:blipFill>
        <p:spPr>
          <a:xfrm xmlns:a="http://schemas.openxmlformats.org/drawingml/2006/main">
            <a:off x="2514600" y="4986338"/>
            <a:ext cx="1114425" cy="1047750"/>
          </a:xfrm>
          <a:prstGeom xmlns:a="http://schemas.openxmlformats.org/drawingml/2006/main" prst="rect">
            <a:avLst/>
          </a:prstGeom>
        </p:spPr>
      </p:pic>
      <p:pic>
        <p:nvPic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14A70572-5059-4B68-8FFD-70091D4E6A3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49e13adc5145bb"/>
          <a:stretch xmlns:a="http://schemas.openxmlformats.org/drawingml/2006/main"/>
        </p:blipFill>
        <p:spPr>
          <a:xfrm xmlns:a="http://schemas.openxmlformats.org/drawingml/2006/main">
            <a:off x="4124325" y="4919663"/>
            <a:ext cx="466725" cy="1114425"/>
          </a:xfrm>
          <a:prstGeom xmlns:a="http://schemas.openxmlformats.org/drawingml/2006/main" prst="rect">
            <a:avLst/>
          </a:prstGeom>
        </p:spPr>
      </p:pic>
      <p:sp>
        <p:nvSpPr>
          <p:cNvPr id="117" name="building 1">
            <a:extLst xmlns:a="http://schemas.openxmlformats.org/drawingml/2006/main">
              <a:ext uri="{FF2B5EF4-FFF2-40B4-BE49-F238E27FC236}">
                <a16:creationId xmlns:a16="http://schemas.microsoft.com/office/drawing/2014/main" id="{3EF512EE-9611-4122-AF6C-F81C897C5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4948238"/>
            <a:ext cx="342900" cy="342900"/>
          </a:xfrm>
          <a:custGeom xmlns:a="http://schemas.openxmlformats.org/drawingml/2006/main">
            <a:pathLst>
              <a:path w="342900" h="342900">
                <a:moveTo>
                  <a:pt x="342900" y="171450"/>
                </a:moveTo>
                <a:cubicBezTo>
                  <a:pt x="342900" y="266139"/>
                  <a:pt x="266139" y="342900"/>
                  <a:pt x="171450" y="342900"/>
                </a:cubicBezTo>
                <a:cubicBezTo>
                  <a:pt x="76761" y="342900"/>
                  <a:pt x="0" y="266139"/>
                  <a:pt x="0" y="171450"/>
                </a:cubicBezTo>
                <a:cubicBezTo>
                  <a:pt x="0" y="76761"/>
                  <a:pt x="76761" y="0"/>
                  <a:pt x="171450" y="0"/>
                </a:cubicBezTo>
                <a:cubicBezTo>
                  <a:pt x="266139" y="0"/>
                  <a:pt x="342900" y="76761"/>
                  <a:pt x="342900" y="171450"/>
                </a:cubicBezTo>
                <a:close/>
              </a:path>
            </a:pathLst>
          </a:custGeom>
          <a:solidFill xmlns:a="http://schemas.openxmlformats.org/drawingml/2006/main">
            <a:srgbClr val="B84D55"/>
          </a:solidFill>
          <a:ln xmlns:a="http://schemas.openxmlformats.org/drawingml/2006/main" w="19050">
            <a:solidFill>
              <a:srgbClr val="F6C3D2"/>
            </a:solidFill>
            <a:prstDash val="solid"/>
          </a:ln>
        </p:spPr>
      </p:sp>
      <p:sp>
        <p:nvSpPr>
          <p:cNvPr id="118" name="building 1 inset">
            <a:extLst xmlns:a="http://schemas.openxmlformats.org/drawingml/2006/main">
              <a:ext uri="{FF2B5EF4-FFF2-40B4-BE49-F238E27FC236}">
                <a16:creationId xmlns:a16="http://schemas.microsoft.com/office/drawing/2014/main" id="{A8D1FE62-93B3-42E5-8E65-D101AB857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4986338"/>
            <a:ext cx="266700" cy="266700"/>
          </a:xfrm>
          <a:custGeom xmlns:a="http://schemas.openxmlformats.org/drawingml/2006/main">
            <a:pathLst>
              <a:path w="266700" h="266700">
                <a:moveTo>
                  <a:pt x="266700" y="133350"/>
                </a:moveTo>
                <a:cubicBezTo>
                  <a:pt x="266700" y="206997"/>
                  <a:pt x="206997" y="266700"/>
                  <a:pt x="133350" y="266700"/>
                </a:cubicBezTo>
                <a:cubicBezTo>
                  <a:pt x="59703" y="266700"/>
                  <a:pt x="0" y="206997"/>
                  <a:pt x="0" y="133350"/>
                </a:cubicBezTo>
                <a:cubicBezTo>
                  <a:pt x="0" y="59703"/>
                  <a:pt x="59703" y="0"/>
                  <a:pt x="133350" y="0"/>
                </a:cubicBezTo>
                <a:cubicBezTo>
                  <a:pt x="206997" y="0"/>
                  <a:pt x="266700" y="59703"/>
                  <a:pt x="266700" y="13335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FCE2EA"/>
            </a:solidFill>
            <a:prstDash val="solid"/>
          </a:ln>
        </p:spPr>
      </p:sp>
      <p:sp>
        <p:nvSpPr>
          <p:cNvPr id="119" name="building 1 label">
            <a:extLst xmlns:a="http://schemas.openxmlformats.org/drawingml/2006/main">
              <a:ext uri="{FF2B5EF4-FFF2-40B4-BE49-F238E27FC236}">
                <a16:creationId xmlns:a16="http://schemas.microsoft.com/office/drawing/2014/main" id="{89B2DF24-9847-4186-B686-D0D56801C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71700" y="4933607"/>
            <a:ext cx="247650" cy="3360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90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890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9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120" name="building 2">
            <a:extLst xmlns:a="http://schemas.openxmlformats.org/drawingml/2006/main">
              <a:ext uri="{FF2B5EF4-FFF2-40B4-BE49-F238E27FC236}">
                <a16:creationId xmlns:a16="http://schemas.microsoft.com/office/drawing/2014/main" id="{9A9532E1-6271-46D8-8001-BDD269C73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948238"/>
            <a:ext cx="342900" cy="342900"/>
          </a:xfrm>
          <a:custGeom xmlns:a="http://schemas.openxmlformats.org/drawingml/2006/main">
            <a:pathLst>
              <a:path w="342900" h="342900">
                <a:moveTo>
                  <a:pt x="342900" y="171450"/>
                </a:moveTo>
                <a:cubicBezTo>
                  <a:pt x="342900" y="266139"/>
                  <a:pt x="266139" y="342900"/>
                  <a:pt x="171450" y="342900"/>
                </a:cubicBezTo>
                <a:cubicBezTo>
                  <a:pt x="76761" y="342900"/>
                  <a:pt x="0" y="266139"/>
                  <a:pt x="0" y="171450"/>
                </a:cubicBezTo>
                <a:cubicBezTo>
                  <a:pt x="0" y="76761"/>
                  <a:pt x="76761" y="0"/>
                  <a:pt x="171450" y="0"/>
                </a:cubicBezTo>
                <a:cubicBezTo>
                  <a:pt x="266139" y="0"/>
                  <a:pt x="342900" y="76761"/>
                  <a:pt x="342900" y="171450"/>
                </a:cubicBezTo>
                <a:close/>
              </a:path>
            </a:pathLst>
          </a:custGeom>
          <a:solidFill xmlns:a="http://schemas.openxmlformats.org/drawingml/2006/main">
            <a:srgbClr val="B84D55"/>
          </a:solidFill>
          <a:ln xmlns:a="http://schemas.openxmlformats.org/drawingml/2006/main" w="19050">
            <a:solidFill>
              <a:srgbClr val="F6C3D2"/>
            </a:solidFill>
            <a:prstDash val="solid"/>
          </a:ln>
        </p:spPr>
      </p:sp>
      <p:sp>
        <p:nvSpPr>
          <p:cNvPr id="121" name="building 2 inset">
            <a:extLst xmlns:a="http://schemas.openxmlformats.org/drawingml/2006/main">
              <a:ext uri="{FF2B5EF4-FFF2-40B4-BE49-F238E27FC236}">
                <a16:creationId xmlns:a16="http://schemas.microsoft.com/office/drawing/2014/main" id="{9361B85A-5238-4491-971F-4EEA8B25B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986338"/>
            <a:ext cx="266700" cy="266700"/>
          </a:xfrm>
          <a:custGeom xmlns:a="http://schemas.openxmlformats.org/drawingml/2006/main">
            <a:pathLst>
              <a:path w="266700" h="266700">
                <a:moveTo>
                  <a:pt x="266700" y="133350"/>
                </a:moveTo>
                <a:cubicBezTo>
                  <a:pt x="266700" y="206997"/>
                  <a:pt x="206997" y="266700"/>
                  <a:pt x="133350" y="266700"/>
                </a:cubicBezTo>
                <a:cubicBezTo>
                  <a:pt x="59703" y="266700"/>
                  <a:pt x="0" y="206997"/>
                  <a:pt x="0" y="133350"/>
                </a:cubicBezTo>
                <a:cubicBezTo>
                  <a:pt x="0" y="59703"/>
                  <a:pt x="59703" y="0"/>
                  <a:pt x="133350" y="0"/>
                </a:cubicBezTo>
                <a:cubicBezTo>
                  <a:pt x="206997" y="0"/>
                  <a:pt x="266700" y="59703"/>
                  <a:pt x="266700" y="13335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FCE2EA"/>
            </a:solidFill>
            <a:prstDash val="solid"/>
          </a:ln>
        </p:spPr>
      </p:sp>
      <p:sp>
        <p:nvSpPr>
          <p:cNvPr id="122" name="building 2 label">
            <a:extLst xmlns:a="http://schemas.openxmlformats.org/drawingml/2006/main">
              <a:ext uri="{FF2B5EF4-FFF2-40B4-BE49-F238E27FC236}">
                <a16:creationId xmlns:a16="http://schemas.microsoft.com/office/drawing/2014/main" id="{D0922C35-AE68-43A1-8770-E89E55282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14725" y="4933607"/>
            <a:ext cx="247650" cy="3360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90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890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9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23" name="building 3">
            <a:extLst xmlns:a="http://schemas.openxmlformats.org/drawingml/2006/main">
              <a:ext uri="{FF2B5EF4-FFF2-40B4-BE49-F238E27FC236}">
                <a16:creationId xmlns:a16="http://schemas.microsoft.com/office/drawing/2014/main" id="{7D132196-70B9-4A72-A72B-5B382A39B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4948238"/>
            <a:ext cx="342900" cy="342900"/>
          </a:xfrm>
          <a:custGeom xmlns:a="http://schemas.openxmlformats.org/drawingml/2006/main">
            <a:pathLst>
              <a:path w="342900" h="342900">
                <a:moveTo>
                  <a:pt x="342900" y="171450"/>
                </a:moveTo>
                <a:cubicBezTo>
                  <a:pt x="342900" y="266139"/>
                  <a:pt x="266139" y="342900"/>
                  <a:pt x="171450" y="342900"/>
                </a:cubicBezTo>
                <a:cubicBezTo>
                  <a:pt x="76761" y="342900"/>
                  <a:pt x="0" y="266139"/>
                  <a:pt x="0" y="171450"/>
                </a:cubicBezTo>
                <a:cubicBezTo>
                  <a:pt x="0" y="76761"/>
                  <a:pt x="76761" y="0"/>
                  <a:pt x="171450" y="0"/>
                </a:cubicBezTo>
                <a:cubicBezTo>
                  <a:pt x="266139" y="0"/>
                  <a:pt x="342900" y="76761"/>
                  <a:pt x="342900" y="171450"/>
                </a:cubicBezTo>
                <a:close/>
              </a:path>
            </a:pathLst>
          </a:custGeom>
          <a:solidFill xmlns:a="http://schemas.openxmlformats.org/drawingml/2006/main">
            <a:srgbClr val="B84D55"/>
          </a:solidFill>
          <a:ln xmlns:a="http://schemas.openxmlformats.org/drawingml/2006/main" w="19050">
            <a:solidFill>
              <a:srgbClr val="F6C3D2"/>
            </a:solidFill>
            <a:prstDash val="solid"/>
          </a:ln>
        </p:spPr>
      </p:sp>
      <p:sp>
        <p:nvSpPr>
          <p:cNvPr id="124" name="building 3 inset">
            <a:extLst xmlns:a="http://schemas.openxmlformats.org/drawingml/2006/main">
              <a:ext uri="{FF2B5EF4-FFF2-40B4-BE49-F238E27FC236}">
                <a16:creationId xmlns:a16="http://schemas.microsoft.com/office/drawing/2014/main" id="{DE9E433E-9BA1-421B-A1A5-EB31D0A1A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4986338"/>
            <a:ext cx="266700" cy="266700"/>
          </a:xfrm>
          <a:custGeom xmlns:a="http://schemas.openxmlformats.org/drawingml/2006/main">
            <a:pathLst>
              <a:path w="266700" h="266700">
                <a:moveTo>
                  <a:pt x="266700" y="133350"/>
                </a:moveTo>
                <a:cubicBezTo>
                  <a:pt x="266700" y="206997"/>
                  <a:pt x="206997" y="266700"/>
                  <a:pt x="133350" y="266700"/>
                </a:cubicBezTo>
                <a:cubicBezTo>
                  <a:pt x="59703" y="266700"/>
                  <a:pt x="0" y="206997"/>
                  <a:pt x="0" y="133350"/>
                </a:cubicBezTo>
                <a:cubicBezTo>
                  <a:pt x="0" y="59703"/>
                  <a:pt x="59703" y="0"/>
                  <a:pt x="133350" y="0"/>
                </a:cubicBezTo>
                <a:cubicBezTo>
                  <a:pt x="206997" y="0"/>
                  <a:pt x="266700" y="59703"/>
                  <a:pt x="266700" y="13335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FCE2EA"/>
            </a:solidFill>
            <a:prstDash val="solid"/>
          </a:ln>
        </p:spPr>
      </p:sp>
      <p:sp>
        <p:nvSpPr>
          <p:cNvPr id="125" name="building 3 label">
            <a:extLst xmlns:a="http://schemas.openxmlformats.org/drawingml/2006/main">
              <a:ext uri="{FF2B5EF4-FFF2-40B4-BE49-F238E27FC236}">
                <a16:creationId xmlns:a16="http://schemas.microsoft.com/office/drawing/2014/main" id="{C6374C25-E9DC-4036-A78B-A8F53A7BC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00600" y="4933607"/>
            <a:ext cx="247650" cy="3360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90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890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9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126" name="terrain generation group">
            <a:extLst xmlns:a="http://schemas.openxmlformats.org/drawingml/2006/main">
              <a:ext uri="{FF2B5EF4-FFF2-40B4-BE49-F238E27FC236}">
                <a16:creationId xmlns:a16="http://schemas.microsoft.com/office/drawing/2014/main" id="{5116667A-1997-4D9D-8553-4EC934579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7034213"/>
            <a:ext cx="5238750" cy="2295525"/>
          </a:xfrm>
          <a:custGeom xmlns:a="http://schemas.openxmlformats.org/drawingml/2006/main">
            <a:pathLst>
              <a:path w="5238750" h="2295525">
                <a:moveTo>
                  <a:pt x="0" y="0"/>
                </a:moveTo>
                <a:lnTo>
                  <a:pt x="5238750" y="0"/>
                </a:lnTo>
                <a:cubicBezTo>
                  <a:pt x="5238750" y="0"/>
                  <a:pt x="5238750" y="0"/>
                  <a:pt x="5238750" y="0"/>
                </a:cubicBezTo>
                <a:lnTo>
                  <a:pt x="5238750" y="2295525"/>
                </a:lnTo>
                <a:cubicBezTo>
                  <a:pt x="5238750" y="2295525"/>
                  <a:pt x="5238750" y="2295525"/>
                  <a:pt x="5238750" y="2295525"/>
                </a:cubicBezTo>
                <a:lnTo>
                  <a:pt x="0" y="2295525"/>
                </a:lnTo>
                <a:cubicBezTo>
                  <a:pt x="0" y="2295525"/>
                  <a:pt x="0" y="2295525"/>
                  <a:pt x="0" y="2295525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DB7CD"/>
          </a:solidFill>
          <a:ln xmlns:a="http://schemas.openxmlformats.org/drawingml/2006/main" w="19050">
            <a:solidFill>
              <a:srgbClr val="F792B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27" name="terrain panel grid vertical 89">
            <a:extLst xmlns:a="http://schemas.openxmlformats.org/drawingml/2006/main">
              <a:ext uri="{FF2B5EF4-FFF2-40B4-BE49-F238E27FC236}">
                <a16:creationId xmlns:a16="http://schemas.microsoft.com/office/drawing/2014/main" id="{D4FF38FC-826A-4806-BE67-F646958E4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7091363"/>
            <a:ext cx="191" cy="2181320"/>
          </a:xfrm>
          <a:custGeom xmlns:a="http://schemas.openxmlformats.org/drawingml/2006/main">
            <a:pathLst>
              <a:path w="191" h="2181320">
                <a:moveTo>
                  <a:pt x="0" y="0"/>
                </a:moveTo>
                <a:lnTo>
                  <a:pt x="0" y="2181225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F2AEC3"/>
            </a:solidFill>
            <a:prstDash val="solid"/>
          </a:ln>
        </p:spPr>
      </p:sp>
      <p:sp>
        <p:nvSpPr>
          <p:cNvPr id="128" name="terrain panel grid vertical 111">
            <a:extLst xmlns:a="http://schemas.openxmlformats.org/drawingml/2006/main">
              <a:ext uri="{FF2B5EF4-FFF2-40B4-BE49-F238E27FC236}">
                <a16:creationId xmlns:a16="http://schemas.microsoft.com/office/drawing/2014/main" id="{54A268F9-5C98-4216-AFB0-A5ADB6EF3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7091363"/>
            <a:ext cx="191" cy="2181320"/>
          </a:xfrm>
          <a:custGeom xmlns:a="http://schemas.openxmlformats.org/drawingml/2006/main">
            <a:pathLst>
              <a:path w="191" h="2181320">
                <a:moveTo>
                  <a:pt x="0" y="0"/>
                </a:moveTo>
                <a:lnTo>
                  <a:pt x="0" y="2181225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F2AEC3"/>
            </a:solidFill>
            <a:prstDash val="solid"/>
          </a:ln>
        </p:spPr>
      </p:sp>
      <p:sp>
        <p:nvSpPr>
          <p:cNvPr id="129" name="terrain panel grid vertical 133">
            <a:extLst xmlns:a="http://schemas.openxmlformats.org/drawingml/2006/main">
              <a:ext uri="{FF2B5EF4-FFF2-40B4-BE49-F238E27FC236}">
                <a16:creationId xmlns:a16="http://schemas.microsoft.com/office/drawing/2014/main" id="{07BE7894-035A-4631-973D-4CFB3FA60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7091363"/>
            <a:ext cx="191" cy="2181320"/>
          </a:xfrm>
          <a:custGeom xmlns:a="http://schemas.openxmlformats.org/drawingml/2006/main">
            <a:pathLst>
              <a:path w="191" h="2181320">
                <a:moveTo>
                  <a:pt x="0" y="0"/>
                </a:moveTo>
                <a:lnTo>
                  <a:pt x="0" y="2181225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F2AEC3"/>
            </a:solidFill>
            <a:prstDash val="solid"/>
          </a:ln>
        </p:spPr>
      </p:sp>
      <p:sp>
        <p:nvSpPr>
          <p:cNvPr id="130" name="terrain panel grid vertical 155">
            <a:extLst xmlns:a="http://schemas.openxmlformats.org/drawingml/2006/main">
              <a:ext uri="{FF2B5EF4-FFF2-40B4-BE49-F238E27FC236}">
                <a16:creationId xmlns:a16="http://schemas.microsoft.com/office/drawing/2014/main" id="{171992AA-BED3-4028-A7C7-0889389C9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7091363"/>
            <a:ext cx="191" cy="2181320"/>
          </a:xfrm>
          <a:custGeom xmlns:a="http://schemas.openxmlformats.org/drawingml/2006/main">
            <a:pathLst>
              <a:path w="191" h="2181320">
                <a:moveTo>
                  <a:pt x="0" y="0"/>
                </a:moveTo>
                <a:lnTo>
                  <a:pt x="0" y="2181225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F2AEC3"/>
            </a:solidFill>
            <a:prstDash val="solid"/>
          </a:ln>
        </p:spPr>
      </p:sp>
      <p:sp>
        <p:nvSpPr>
          <p:cNvPr id="131" name="terrain panel grid vertical 177">
            <a:extLst xmlns:a="http://schemas.openxmlformats.org/drawingml/2006/main">
              <a:ext uri="{FF2B5EF4-FFF2-40B4-BE49-F238E27FC236}">
                <a16:creationId xmlns:a16="http://schemas.microsoft.com/office/drawing/2014/main" id="{40CDEBAC-97A8-4A50-B610-0F2BD181A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7091363"/>
            <a:ext cx="191" cy="2181320"/>
          </a:xfrm>
          <a:custGeom xmlns:a="http://schemas.openxmlformats.org/drawingml/2006/main">
            <a:pathLst>
              <a:path w="191" h="2181320">
                <a:moveTo>
                  <a:pt x="0" y="0"/>
                </a:moveTo>
                <a:lnTo>
                  <a:pt x="0" y="2181225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F2AEC3"/>
            </a:solidFill>
            <a:prstDash val="solid"/>
          </a:ln>
        </p:spPr>
      </p:sp>
      <p:sp>
        <p:nvSpPr>
          <p:cNvPr id="132" name="terrain panel grid vertical 199">
            <a:extLst xmlns:a="http://schemas.openxmlformats.org/drawingml/2006/main">
              <a:ext uri="{FF2B5EF4-FFF2-40B4-BE49-F238E27FC236}">
                <a16:creationId xmlns:a16="http://schemas.microsoft.com/office/drawing/2014/main" id="{B0740D66-5CDD-40DF-AE6E-DDB4B38F9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7091363"/>
            <a:ext cx="191" cy="2181320"/>
          </a:xfrm>
          <a:custGeom xmlns:a="http://schemas.openxmlformats.org/drawingml/2006/main">
            <a:pathLst>
              <a:path w="191" h="2181320">
                <a:moveTo>
                  <a:pt x="0" y="0"/>
                </a:moveTo>
                <a:lnTo>
                  <a:pt x="0" y="2181225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F2AEC3"/>
            </a:solidFill>
            <a:prstDash val="solid"/>
          </a:ln>
        </p:spPr>
      </p:sp>
      <p:sp>
        <p:nvSpPr>
          <p:cNvPr id="133" name="terrain panel grid vertical 221">
            <a:extLst xmlns:a="http://schemas.openxmlformats.org/drawingml/2006/main">
              <a:ext uri="{FF2B5EF4-FFF2-40B4-BE49-F238E27FC236}">
                <a16:creationId xmlns:a16="http://schemas.microsoft.com/office/drawing/2014/main" id="{C17CD969-2AC1-4911-AEBC-BA2F678FA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7091363"/>
            <a:ext cx="191" cy="2181320"/>
          </a:xfrm>
          <a:custGeom xmlns:a="http://schemas.openxmlformats.org/drawingml/2006/main">
            <a:pathLst>
              <a:path w="191" h="2181320">
                <a:moveTo>
                  <a:pt x="0" y="0"/>
                </a:moveTo>
                <a:lnTo>
                  <a:pt x="0" y="2181225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F2AEC3"/>
            </a:solidFill>
            <a:prstDash val="solid"/>
          </a:ln>
        </p:spPr>
      </p:sp>
      <p:sp>
        <p:nvSpPr>
          <p:cNvPr id="134" name="terrain panel grid vertical 243">
            <a:extLst xmlns:a="http://schemas.openxmlformats.org/drawingml/2006/main">
              <a:ext uri="{FF2B5EF4-FFF2-40B4-BE49-F238E27FC236}">
                <a16:creationId xmlns:a16="http://schemas.microsoft.com/office/drawing/2014/main" id="{1AD4008E-97EC-4A6B-B757-F5AABDA95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7091363"/>
            <a:ext cx="191" cy="2181320"/>
          </a:xfrm>
          <a:custGeom xmlns:a="http://schemas.openxmlformats.org/drawingml/2006/main">
            <a:pathLst>
              <a:path w="191" h="2181320">
                <a:moveTo>
                  <a:pt x="0" y="0"/>
                </a:moveTo>
                <a:lnTo>
                  <a:pt x="0" y="2181225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F2AEC3"/>
            </a:solidFill>
            <a:prstDash val="solid"/>
          </a:ln>
        </p:spPr>
      </p:sp>
      <p:sp>
        <p:nvSpPr>
          <p:cNvPr id="135" name="terrain panel grid vertical 265">
            <a:extLst xmlns:a="http://schemas.openxmlformats.org/drawingml/2006/main">
              <a:ext uri="{FF2B5EF4-FFF2-40B4-BE49-F238E27FC236}">
                <a16:creationId xmlns:a16="http://schemas.microsoft.com/office/drawing/2014/main" id="{A1837537-4806-4B31-8DC7-781C66342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7091363"/>
            <a:ext cx="191" cy="2181320"/>
          </a:xfrm>
          <a:custGeom xmlns:a="http://schemas.openxmlformats.org/drawingml/2006/main">
            <a:pathLst>
              <a:path w="191" h="2181320">
                <a:moveTo>
                  <a:pt x="0" y="0"/>
                </a:moveTo>
                <a:lnTo>
                  <a:pt x="0" y="2181225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F2AEC3"/>
            </a:solidFill>
            <a:prstDash val="solid"/>
          </a:ln>
        </p:spPr>
      </p:sp>
      <p:sp>
        <p:nvSpPr>
          <p:cNvPr id="136" name="terrain panel grid vertical 287">
            <a:extLst xmlns:a="http://schemas.openxmlformats.org/drawingml/2006/main">
              <a:ext uri="{FF2B5EF4-FFF2-40B4-BE49-F238E27FC236}">
                <a16:creationId xmlns:a16="http://schemas.microsoft.com/office/drawing/2014/main" id="{B015F0F6-85CB-433A-9983-34465C002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7091363"/>
            <a:ext cx="191" cy="2181320"/>
          </a:xfrm>
          <a:custGeom xmlns:a="http://schemas.openxmlformats.org/drawingml/2006/main">
            <a:pathLst>
              <a:path w="191" h="2181320">
                <a:moveTo>
                  <a:pt x="0" y="0"/>
                </a:moveTo>
                <a:lnTo>
                  <a:pt x="0" y="2181225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F2AEC3"/>
            </a:solidFill>
            <a:prstDash val="solid"/>
          </a:ln>
        </p:spPr>
      </p:sp>
      <p:sp>
        <p:nvSpPr>
          <p:cNvPr id="137" name="terrain panel grid vertical 309">
            <a:extLst xmlns:a="http://schemas.openxmlformats.org/drawingml/2006/main">
              <a:ext uri="{FF2B5EF4-FFF2-40B4-BE49-F238E27FC236}">
                <a16:creationId xmlns:a16="http://schemas.microsoft.com/office/drawing/2014/main" id="{03926C76-25E3-415F-8059-7F916E9DD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7091363"/>
            <a:ext cx="191" cy="2181320"/>
          </a:xfrm>
          <a:custGeom xmlns:a="http://schemas.openxmlformats.org/drawingml/2006/main">
            <a:pathLst>
              <a:path w="191" h="2181320">
                <a:moveTo>
                  <a:pt x="0" y="0"/>
                </a:moveTo>
                <a:lnTo>
                  <a:pt x="0" y="2181225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F2AEC3"/>
            </a:solidFill>
            <a:prstDash val="solid"/>
          </a:ln>
        </p:spPr>
      </p:sp>
      <p:sp>
        <p:nvSpPr>
          <p:cNvPr id="138" name="terrain panel grid vertical 331">
            <a:extLst xmlns:a="http://schemas.openxmlformats.org/drawingml/2006/main">
              <a:ext uri="{FF2B5EF4-FFF2-40B4-BE49-F238E27FC236}">
                <a16:creationId xmlns:a16="http://schemas.microsoft.com/office/drawing/2014/main" id="{59EE93DC-0CF5-4403-9994-C6E45AA61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7091363"/>
            <a:ext cx="191" cy="2181320"/>
          </a:xfrm>
          <a:custGeom xmlns:a="http://schemas.openxmlformats.org/drawingml/2006/main">
            <a:pathLst>
              <a:path w="191" h="2181320">
                <a:moveTo>
                  <a:pt x="0" y="0"/>
                </a:moveTo>
                <a:lnTo>
                  <a:pt x="0" y="2181225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F2AEC3"/>
            </a:solidFill>
            <a:prstDash val="solid"/>
          </a:ln>
        </p:spPr>
      </p:sp>
      <p:sp>
        <p:nvSpPr>
          <p:cNvPr id="139" name="terrain panel grid vertical 353">
            <a:extLst xmlns:a="http://schemas.openxmlformats.org/drawingml/2006/main">
              <a:ext uri="{FF2B5EF4-FFF2-40B4-BE49-F238E27FC236}">
                <a16:creationId xmlns:a16="http://schemas.microsoft.com/office/drawing/2014/main" id="{918859B1-4800-4FDB-A883-522460C67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7091363"/>
            <a:ext cx="191" cy="2181320"/>
          </a:xfrm>
          <a:custGeom xmlns:a="http://schemas.openxmlformats.org/drawingml/2006/main">
            <a:pathLst>
              <a:path w="191" h="2181320">
                <a:moveTo>
                  <a:pt x="0" y="0"/>
                </a:moveTo>
                <a:lnTo>
                  <a:pt x="0" y="2181225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F2AEC3"/>
            </a:solidFill>
            <a:prstDash val="solid"/>
          </a:ln>
        </p:spPr>
      </p:sp>
      <p:sp>
        <p:nvSpPr>
          <p:cNvPr id="140" name="terrain panel grid vertical 375">
            <a:extLst xmlns:a="http://schemas.openxmlformats.org/drawingml/2006/main">
              <a:ext uri="{FF2B5EF4-FFF2-40B4-BE49-F238E27FC236}">
                <a16:creationId xmlns:a16="http://schemas.microsoft.com/office/drawing/2014/main" id="{FC62F80C-31C5-4475-8391-6C28EDFE9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7091363"/>
            <a:ext cx="191" cy="2181320"/>
          </a:xfrm>
          <a:custGeom xmlns:a="http://schemas.openxmlformats.org/drawingml/2006/main">
            <a:pathLst>
              <a:path w="191" h="2181320">
                <a:moveTo>
                  <a:pt x="0" y="0"/>
                </a:moveTo>
                <a:lnTo>
                  <a:pt x="0" y="2181225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F2AEC3"/>
            </a:solidFill>
            <a:prstDash val="solid"/>
          </a:ln>
        </p:spPr>
      </p:sp>
      <p:sp>
        <p:nvSpPr>
          <p:cNvPr id="141" name="terrain panel grid vertical 397">
            <a:extLst xmlns:a="http://schemas.openxmlformats.org/drawingml/2006/main">
              <a:ext uri="{FF2B5EF4-FFF2-40B4-BE49-F238E27FC236}">
                <a16:creationId xmlns:a16="http://schemas.microsoft.com/office/drawing/2014/main" id="{4B5BDD03-C415-4928-90E5-5E12501B8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7091363"/>
            <a:ext cx="191" cy="2181320"/>
          </a:xfrm>
          <a:custGeom xmlns:a="http://schemas.openxmlformats.org/drawingml/2006/main">
            <a:pathLst>
              <a:path w="191" h="2181320">
                <a:moveTo>
                  <a:pt x="0" y="0"/>
                </a:moveTo>
                <a:lnTo>
                  <a:pt x="0" y="2181225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F2AEC3"/>
            </a:solidFill>
            <a:prstDash val="solid"/>
          </a:ln>
        </p:spPr>
      </p:sp>
      <p:sp>
        <p:nvSpPr>
          <p:cNvPr id="142" name="terrain panel grid vertical 419">
            <a:extLst xmlns:a="http://schemas.openxmlformats.org/drawingml/2006/main">
              <a:ext uri="{FF2B5EF4-FFF2-40B4-BE49-F238E27FC236}">
                <a16:creationId xmlns:a16="http://schemas.microsoft.com/office/drawing/2014/main" id="{A844452C-204D-42D5-BE2F-0167B052F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7091363"/>
            <a:ext cx="191" cy="2181320"/>
          </a:xfrm>
          <a:custGeom xmlns:a="http://schemas.openxmlformats.org/drawingml/2006/main">
            <a:pathLst>
              <a:path w="191" h="2181320">
                <a:moveTo>
                  <a:pt x="0" y="0"/>
                </a:moveTo>
                <a:lnTo>
                  <a:pt x="0" y="2181225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F2AEC3"/>
            </a:solidFill>
            <a:prstDash val="solid"/>
          </a:ln>
        </p:spPr>
      </p:sp>
      <p:sp>
        <p:nvSpPr>
          <p:cNvPr id="143" name="terrain panel grid vertical 441">
            <a:extLst xmlns:a="http://schemas.openxmlformats.org/drawingml/2006/main">
              <a:ext uri="{FF2B5EF4-FFF2-40B4-BE49-F238E27FC236}">
                <a16:creationId xmlns:a16="http://schemas.microsoft.com/office/drawing/2014/main" id="{1855DB41-178C-4DD7-959E-0C4B329D7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7091363"/>
            <a:ext cx="191" cy="2181320"/>
          </a:xfrm>
          <a:custGeom xmlns:a="http://schemas.openxmlformats.org/drawingml/2006/main">
            <a:pathLst>
              <a:path w="191" h="2181320">
                <a:moveTo>
                  <a:pt x="0" y="0"/>
                </a:moveTo>
                <a:lnTo>
                  <a:pt x="0" y="2181225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F2AEC3"/>
            </a:solidFill>
            <a:prstDash val="solid"/>
          </a:ln>
        </p:spPr>
      </p:sp>
      <p:sp>
        <p:nvSpPr>
          <p:cNvPr id="144" name="terrain panel grid vertical 463">
            <a:extLst xmlns:a="http://schemas.openxmlformats.org/drawingml/2006/main">
              <a:ext uri="{FF2B5EF4-FFF2-40B4-BE49-F238E27FC236}">
                <a16:creationId xmlns:a16="http://schemas.microsoft.com/office/drawing/2014/main" id="{4D4851B8-DFCA-421E-9020-501F11C27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7091363"/>
            <a:ext cx="191" cy="2181320"/>
          </a:xfrm>
          <a:custGeom xmlns:a="http://schemas.openxmlformats.org/drawingml/2006/main">
            <a:pathLst>
              <a:path w="191" h="2181320">
                <a:moveTo>
                  <a:pt x="0" y="0"/>
                </a:moveTo>
                <a:lnTo>
                  <a:pt x="0" y="2181225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F2AEC3"/>
            </a:solidFill>
            <a:prstDash val="solid"/>
          </a:ln>
        </p:spPr>
      </p:sp>
      <p:sp>
        <p:nvSpPr>
          <p:cNvPr id="145" name="terrain panel grid vertical 485">
            <a:extLst xmlns:a="http://schemas.openxmlformats.org/drawingml/2006/main">
              <a:ext uri="{FF2B5EF4-FFF2-40B4-BE49-F238E27FC236}">
                <a16:creationId xmlns:a16="http://schemas.microsoft.com/office/drawing/2014/main" id="{D23885D4-60EE-4E53-9968-196DB268E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7091363"/>
            <a:ext cx="191" cy="2181320"/>
          </a:xfrm>
          <a:custGeom xmlns:a="http://schemas.openxmlformats.org/drawingml/2006/main">
            <a:pathLst>
              <a:path w="191" h="2181320">
                <a:moveTo>
                  <a:pt x="0" y="0"/>
                </a:moveTo>
                <a:lnTo>
                  <a:pt x="0" y="2181225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F2AEC3"/>
            </a:solidFill>
            <a:prstDash val="solid"/>
          </a:ln>
        </p:spPr>
      </p:sp>
      <p:sp>
        <p:nvSpPr>
          <p:cNvPr id="146" name="terrain panel grid vertical 507">
            <a:extLst xmlns:a="http://schemas.openxmlformats.org/drawingml/2006/main">
              <a:ext uri="{FF2B5EF4-FFF2-40B4-BE49-F238E27FC236}">
                <a16:creationId xmlns:a16="http://schemas.microsoft.com/office/drawing/2014/main" id="{4564F672-E989-4B1A-9D1E-52AFECE57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7091363"/>
            <a:ext cx="191" cy="2181320"/>
          </a:xfrm>
          <a:custGeom xmlns:a="http://schemas.openxmlformats.org/drawingml/2006/main">
            <a:pathLst>
              <a:path w="191" h="2181320">
                <a:moveTo>
                  <a:pt x="0" y="0"/>
                </a:moveTo>
                <a:lnTo>
                  <a:pt x="0" y="2181225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F2AEC3"/>
            </a:solidFill>
            <a:prstDash val="solid"/>
          </a:ln>
        </p:spPr>
      </p:sp>
      <p:sp>
        <p:nvSpPr>
          <p:cNvPr id="147" name="terrain panel grid vertical 529">
            <a:extLst xmlns:a="http://schemas.openxmlformats.org/drawingml/2006/main">
              <a:ext uri="{FF2B5EF4-FFF2-40B4-BE49-F238E27FC236}">
                <a16:creationId xmlns:a16="http://schemas.microsoft.com/office/drawing/2014/main" id="{23EF97A8-A90F-4CE4-9F81-C3CB7FF00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7091363"/>
            <a:ext cx="191" cy="2181320"/>
          </a:xfrm>
          <a:custGeom xmlns:a="http://schemas.openxmlformats.org/drawingml/2006/main">
            <a:pathLst>
              <a:path w="191" h="2181320">
                <a:moveTo>
                  <a:pt x="0" y="0"/>
                </a:moveTo>
                <a:lnTo>
                  <a:pt x="0" y="2181225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F2AEC3"/>
            </a:solidFill>
            <a:prstDash val="solid"/>
          </a:ln>
        </p:spPr>
      </p:sp>
      <p:sp>
        <p:nvSpPr>
          <p:cNvPr id="148" name="terrain panel grid vertical 551">
            <a:extLst xmlns:a="http://schemas.openxmlformats.org/drawingml/2006/main">
              <a:ext uri="{FF2B5EF4-FFF2-40B4-BE49-F238E27FC236}">
                <a16:creationId xmlns:a16="http://schemas.microsoft.com/office/drawing/2014/main" id="{D93F59D5-E143-4767-B093-53FF04AB8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275" y="7091363"/>
            <a:ext cx="191" cy="2181320"/>
          </a:xfrm>
          <a:custGeom xmlns:a="http://schemas.openxmlformats.org/drawingml/2006/main">
            <a:pathLst>
              <a:path w="191" h="2181320">
                <a:moveTo>
                  <a:pt x="0" y="0"/>
                </a:moveTo>
                <a:lnTo>
                  <a:pt x="0" y="2181225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F2AEC3"/>
            </a:solidFill>
            <a:prstDash val="solid"/>
          </a:ln>
        </p:spPr>
      </p:sp>
      <p:sp>
        <p:nvSpPr>
          <p:cNvPr id="149" name="terrain panel grid vertical 573">
            <a:extLst xmlns:a="http://schemas.openxmlformats.org/drawingml/2006/main">
              <a:ext uri="{FF2B5EF4-FFF2-40B4-BE49-F238E27FC236}">
                <a16:creationId xmlns:a16="http://schemas.microsoft.com/office/drawing/2014/main" id="{75D4BB88-F808-44F3-B15E-9A371FC40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7091363"/>
            <a:ext cx="191" cy="2181320"/>
          </a:xfrm>
          <a:custGeom xmlns:a="http://schemas.openxmlformats.org/drawingml/2006/main">
            <a:pathLst>
              <a:path w="191" h="2181320">
                <a:moveTo>
                  <a:pt x="0" y="0"/>
                </a:moveTo>
                <a:lnTo>
                  <a:pt x="0" y="2181225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F2AEC3"/>
            </a:solidFill>
            <a:prstDash val="solid"/>
          </a:ln>
        </p:spPr>
      </p:sp>
      <p:sp>
        <p:nvSpPr>
          <p:cNvPr id="150" name="terrain panel grid vertical 595">
            <a:extLst xmlns:a="http://schemas.openxmlformats.org/drawingml/2006/main">
              <a:ext uri="{FF2B5EF4-FFF2-40B4-BE49-F238E27FC236}">
                <a16:creationId xmlns:a16="http://schemas.microsoft.com/office/drawing/2014/main" id="{43035459-E9EE-4400-806E-0D1CA7EC5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7091363"/>
            <a:ext cx="191" cy="2181320"/>
          </a:xfrm>
          <a:custGeom xmlns:a="http://schemas.openxmlformats.org/drawingml/2006/main">
            <a:pathLst>
              <a:path w="191" h="2181320">
                <a:moveTo>
                  <a:pt x="0" y="0"/>
                </a:moveTo>
                <a:lnTo>
                  <a:pt x="0" y="2181225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F2AEC3"/>
            </a:solidFill>
            <a:prstDash val="solid"/>
          </a:ln>
        </p:spPr>
      </p:sp>
      <p:sp>
        <p:nvSpPr>
          <p:cNvPr id="151" name="terrain panel grid vertical 617">
            <a:extLst xmlns:a="http://schemas.openxmlformats.org/drawingml/2006/main">
              <a:ext uri="{FF2B5EF4-FFF2-40B4-BE49-F238E27FC236}">
                <a16:creationId xmlns:a16="http://schemas.microsoft.com/office/drawing/2014/main" id="{91ADBC05-6ED0-4E63-9107-67F52C7C8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7091363"/>
            <a:ext cx="191" cy="2181320"/>
          </a:xfrm>
          <a:custGeom xmlns:a="http://schemas.openxmlformats.org/drawingml/2006/main">
            <a:pathLst>
              <a:path w="191" h="2181320">
                <a:moveTo>
                  <a:pt x="0" y="0"/>
                </a:moveTo>
                <a:lnTo>
                  <a:pt x="0" y="2181225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F2AEC3"/>
            </a:solidFill>
            <a:prstDash val="solid"/>
          </a:ln>
        </p:spPr>
      </p:sp>
      <p:sp>
        <p:nvSpPr>
          <p:cNvPr id="152" name="terrain panel grid horizontal 711">
            <a:extLst xmlns:a="http://schemas.openxmlformats.org/drawingml/2006/main">
              <a:ext uri="{FF2B5EF4-FFF2-40B4-BE49-F238E27FC236}">
                <a16:creationId xmlns:a16="http://schemas.microsoft.com/office/drawing/2014/main" id="{BE39614E-034C-4ADB-B550-6CE5B90E8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7091363"/>
            <a:ext cx="5124545" cy="191"/>
          </a:xfrm>
          <a:custGeom xmlns:a="http://schemas.openxmlformats.org/drawingml/2006/main">
            <a:pathLst>
              <a:path w="5124545" h="191">
                <a:moveTo>
                  <a:pt x="0" y="0"/>
                </a:moveTo>
                <a:lnTo>
                  <a:pt x="51244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F2AEC3"/>
            </a:solidFill>
            <a:prstDash val="solid"/>
          </a:ln>
        </p:spPr>
      </p:sp>
      <p:sp>
        <p:nvSpPr>
          <p:cNvPr id="153" name="terrain panel grid horizontal 733">
            <a:extLst xmlns:a="http://schemas.openxmlformats.org/drawingml/2006/main">
              <a:ext uri="{FF2B5EF4-FFF2-40B4-BE49-F238E27FC236}">
                <a16:creationId xmlns:a16="http://schemas.microsoft.com/office/drawing/2014/main" id="{FFC8985B-2CF7-45FE-A39E-C8419BDB7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7300913"/>
            <a:ext cx="5124545" cy="191"/>
          </a:xfrm>
          <a:custGeom xmlns:a="http://schemas.openxmlformats.org/drawingml/2006/main">
            <a:pathLst>
              <a:path w="5124545" h="191">
                <a:moveTo>
                  <a:pt x="0" y="0"/>
                </a:moveTo>
                <a:lnTo>
                  <a:pt x="51244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F2AEC3"/>
            </a:solidFill>
            <a:prstDash val="solid"/>
          </a:ln>
        </p:spPr>
      </p:sp>
      <p:sp>
        <p:nvSpPr>
          <p:cNvPr id="154" name="terrain panel grid horizontal 755">
            <a:extLst xmlns:a="http://schemas.openxmlformats.org/drawingml/2006/main">
              <a:ext uri="{FF2B5EF4-FFF2-40B4-BE49-F238E27FC236}">
                <a16:creationId xmlns:a16="http://schemas.microsoft.com/office/drawing/2014/main" id="{8ED0B253-77AA-4EFB-A77E-9C90C095B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7510463"/>
            <a:ext cx="5124545" cy="191"/>
          </a:xfrm>
          <a:custGeom xmlns:a="http://schemas.openxmlformats.org/drawingml/2006/main">
            <a:pathLst>
              <a:path w="5124545" h="191">
                <a:moveTo>
                  <a:pt x="0" y="0"/>
                </a:moveTo>
                <a:lnTo>
                  <a:pt x="51244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F2AEC3"/>
            </a:solidFill>
            <a:prstDash val="solid"/>
          </a:ln>
        </p:spPr>
      </p:sp>
      <p:sp>
        <p:nvSpPr>
          <p:cNvPr id="155" name="terrain panel grid horizontal 777">
            <a:extLst xmlns:a="http://schemas.openxmlformats.org/drawingml/2006/main">
              <a:ext uri="{FF2B5EF4-FFF2-40B4-BE49-F238E27FC236}">
                <a16:creationId xmlns:a16="http://schemas.microsoft.com/office/drawing/2014/main" id="{26155E63-A5E7-4093-B939-C6DE3290B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7720013"/>
            <a:ext cx="5124545" cy="191"/>
          </a:xfrm>
          <a:custGeom xmlns:a="http://schemas.openxmlformats.org/drawingml/2006/main">
            <a:pathLst>
              <a:path w="5124545" h="191">
                <a:moveTo>
                  <a:pt x="0" y="0"/>
                </a:moveTo>
                <a:lnTo>
                  <a:pt x="51244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F2AEC3"/>
            </a:solidFill>
            <a:prstDash val="solid"/>
          </a:ln>
        </p:spPr>
      </p:sp>
      <p:sp>
        <p:nvSpPr>
          <p:cNvPr id="156" name="terrain panel grid horizontal 799">
            <a:extLst xmlns:a="http://schemas.openxmlformats.org/drawingml/2006/main">
              <a:ext uri="{FF2B5EF4-FFF2-40B4-BE49-F238E27FC236}">
                <a16:creationId xmlns:a16="http://schemas.microsoft.com/office/drawing/2014/main" id="{A235FCC8-C395-47A5-AF60-6FD55B968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7929563"/>
            <a:ext cx="5124545" cy="191"/>
          </a:xfrm>
          <a:custGeom xmlns:a="http://schemas.openxmlformats.org/drawingml/2006/main">
            <a:pathLst>
              <a:path w="5124545" h="191">
                <a:moveTo>
                  <a:pt x="0" y="0"/>
                </a:moveTo>
                <a:lnTo>
                  <a:pt x="51244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F2AEC3"/>
            </a:solidFill>
            <a:prstDash val="solid"/>
          </a:ln>
        </p:spPr>
      </p:sp>
      <p:sp>
        <p:nvSpPr>
          <p:cNvPr id="157" name="terrain panel grid horizontal 821">
            <a:extLst xmlns:a="http://schemas.openxmlformats.org/drawingml/2006/main">
              <a:ext uri="{FF2B5EF4-FFF2-40B4-BE49-F238E27FC236}">
                <a16:creationId xmlns:a16="http://schemas.microsoft.com/office/drawing/2014/main" id="{791199A2-7668-462A-A4C3-FE82C92F1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8139113"/>
            <a:ext cx="5124545" cy="191"/>
          </a:xfrm>
          <a:custGeom xmlns:a="http://schemas.openxmlformats.org/drawingml/2006/main">
            <a:pathLst>
              <a:path w="5124545" h="191">
                <a:moveTo>
                  <a:pt x="0" y="0"/>
                </a:moveTo>
                <a:lnTo>
                  <a:pt x="51244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F2AEC3"/>
            </a:solidFill>
            <a:prstDash val="solid"/>
          </a:ln>
        </p:spPr>
      </p:sp>
      <p:sp>
        <p:nvSpPr>
          <p:cNvPr id="158" name="terrain panel grid horizontal 843">
            <a:extLst xmlns:a="http://schemas.openxmlformats.org/drawingml/2006/main">
              <a:ext uri="{FF2B5EF4-FFF2-40B4-BE49-F238E27FC236}">
                <a16:creationId xmlns:a16="http://schemas.microsoft.com/office/drawing/2014/main" id="{BC84D7AF-1CDD-47B1-A0D5-62CB9E257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8348663"/>
            <a:ext cx="5124545" cy="191"/>
          </a:xfrm>
          <a:custGeom xmlns:a="http://schemas.openxmlformats.org/drawingml/2006/main">
            <a:pathLst>
              <a:path w="5124545" h="191">
                <a:moveTo>
                  <a:pt x="0" y="0"/>
                </a:moveTo>
                <a:lnTo>
                  <a:pt x="51244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F2AEC3"/>
            </a:solidFill>
            <a:prstDash val="solid"/>
          </a:ln>
        </p:spPr>
      </p:sp>
      <p:sp>
        <p:nvSpPr>
          <p:cNvPr id="159" name="terrain panel grid horizontal 865">
            <a:extLst xmlns:a="http://schemas.openxmlformats.org/drawingml/2006/main">
              <a:ext uri="{FF2B5EF4-FFF2-40B4-BE49-F238E27FC236}">
                <a16:creationId xmlns:a16="http://schemas.microsoft.com/office/drawing/2014/main" id="{553E574B-E6ED-4174-9CD8-69BAC2787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8558213"/>
            <a:ext cx="5124545" cy="191"/>
          </a:xfrm>
          <a:custGeom xmlns:a="http://schemas.openxmlformats.org/drawingml/2006/main">
            <a:pathLst>
              <a:path w="5124545" h="191">
                <a:moveTo>
                  <a:pt x="0" y="0"/>
                </a:moveTo>
                <a:lnTo>
                  <a:pt x="51244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F2AEC3"/>
            </a:solidFill>
            <a:prstDash val="solid"/>
          </a:ln>
        </p:spPr>
      </p:sp>
      <p:sp>
        <p:nvSpPr>
          <p:cNvPr id="160" name="terrain panel grid horizontal 887">
            <a:extLst xmlns:a="http://schemas.openxmlformats.org/drawingml/2006/main">
              <a:ext uri="{FF2B5EF4-FFF2-40B4-BE49-F238E27FC236}">
                <a16:creationId xmlns:a16="http://schemas.microsoft.com/office/drawing/2014/main" id="{7753F410-AEB2-4750-9FEC-4D69A6708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8767763"/>
            <a:ext cx="5124545" cy="191"/>
          </a:xfrm>
          <a:custGeom xmlns:a="http://schemas.openxmlformats.org/drawingml/2006/main">
            <a:pathLst>
              <a:path w="5124545" h="191">
                <a:moveTo>
                  <a:pt x="0" y="0"/>
                </a:moveTo>
                <a:lnTo>
                  <a:pt x="51244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F2AEC3"/>
            </a:solidFill>
            <a:prstDash val="solid"/>
          </a:ln>
        </p:spPr>
      </p:sp>
      <p:sp>
        <p:nvSpPr>
          <p:cNvPr id="161" name="terrain panel grid horizontal 909">
            <a:extLst xmlns:a="http://schemas.openxmlformats.org/drawingml/2006/main">
              <a:ext uri="{FF2B5EF4-FFF2-40B4-BE49-F238E27FC236}">
                <a16:creationId xmlns:a16="http://schemas.microsoft.com/office/drawing/2014/main" id="{67D5F094-C389-460E-A494-97102836E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8977313"/>
            <a:ext cx="5124545" cy="191"/>
          </a:xfrm>
          <a:custGeom xmlns:a="http://schemas.openxmlformats.org/drawingml/2006/main">
            <a:pathLst>
              <a:path w="5124545" h="191">
                <a:moveTo>
                  <a:pt x="0" y="0"/>
                </a:moveTo>
                <a:lnTo>
                  <a:pt x="51244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F2AEC3"/>
            </a:solidFill>
            <a:prstDash val="solid"/>
          </a:ln>
        </p:spPr>
      </p:sp>
      <p:sp>
        <p:nvSpPr>
          <p:cNvPr id="162" name="terrain panel grid horizontal 931">
            <a:extLst xmlns:a="http://schemas.openxmlformats.org/drawingml/2006/main">
              <a:ext uri="{FF2B5EF4-FFF2-40B4-BE49-F238E27FC236}">
                <a16:creationId xmlns:a16="http://schemas.microsoft.com/office/drawing/2014/main" id="{3082D52B-4E2B-4BD6-8361-3B38AC6D2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9186863"/>
            <a:ext cx="5124545" cy="191"/>
          </a:xfrm>
          <a:custGeom xmlns:a="http://schemas.openxmlformats.org/drawingml/2006/main">
            <a:pathLst>
              <a:path w="5124545" h="191">
                <a:moveTo>
                  <a:pt x="0" y="0"/>
                </a:moveTo>
                <a:lnTo>
                  <a:pt x="51244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F2AEC3"/>
            </a:solidFill>
            <a:prstDash val="solid"/>
          </a:ln>
        </p:spPr>
      </p:sp>
      <p:pic>
        <p:nvPic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DD018A6F-A4EC-4652-B2AF-2C3ED620433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8c25d81bac45a7"/>
          <a:stretch xmlns:a="http://schemas.openxmlformats.org/drawingml/2006/main"/>
        </p:blipFill>
        <p:spPr>
          <a:xfrm xmlns:a="http://schemas.openxmlformats.org/drawingml/2006/main">
            <a:off x="1247775" y="7091363"/>
            <a:ext cx="1457325" cy="1323975"/>
          </a:xfrm>
          <a:prstGeom xmlns:a="http://schemas.openxmlformats.org/drawingml/2006/main" prst="rect">
            <a:avLst/>
          </a:prstGeom>
        </p:spPr>
      </p:pic>
      <p:pic>
        <p:nvPic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0B16BC86-3227-4BE3-B0BE-58DE408AD2C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59ab77e83048a8"/>
          <a:stretch xmlns:a="http://schemas.openxmlformats.org/drawingml/2006/main"/>
        </p:blipFill>
        <p:spPr>
          <a:xfrm xmlns:a="http://schemas.openxmlformats.org/drawingml/2006/main">
            <a:off x="1247775" y="8434388"/>
            <a:ext cx="1466850" cy="762000"/>
          </a:xfrm>
          <a:prstGeom xmlns:a="http://schemas.openxmlformats.org/drawingml/2006/main" prst="rect">
            <a:avLst/>
          </a:prstGeom>
        </p:spPr>
      </p:pic>
      <p:pic>
        <p:nvPic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9CE11445-70AD-4DAB-8E39-C56D69C5743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983046c4714f6c"/>
          <a:stretch xmlns:a="http://schemas.openxmlformats.org/drawingml/2006/main"/>
        </p:blipFill>
        <p:spPr>
          <a:xfrm xmlns:a="http://schemas.openxmlformats.org/drawingml/2006/main">
            <a:off x="2781300" y="7177088"/>
            <a:ext cx="3171825" cy="1990725"/>
          </a:xfrm>
          <a:prstGeom xmlns:a="http://schemas.openxmlformats.org/drawingml/2006/main" prst="rect">
            <a:avLst/>
          </a:prstGeom>
        </p:spPr>
      </p:pic>
      <p:sp>
        <p:nvSpPr>
          <p:cNvPr id="166" name="pink tape 134">
            <a:extLst xmlns:a="http://schemas.openxmlformats.org/drawingml/2006/main">
              <a:ext uri="{FF2B5EF4-FFF2-40B4-BE49-F238E27FC236}">
                <a16:creationId xmlns:a16="http://schemas.microsoft.com/office/drawing/2014/main" id="{98FD11FA-9F1B-4578-824B-498D29D72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2443163"/>
            <a:ext cx="409575" cy="438150"/>
          </a:xfrm>
          <a:custGeom xmlns:a="http://schemas.openxmlformats.org/drawingml/2006/main">
            <a:pathLst>
              <a:path w="409575" h="438150">
                <a:moveTo>
                  <a:pt x="0" y="333375"/>
                </a:moveTo>
                <a:lnTo>
                  <a:pt x="295275" y="0"/>
                </a:lnTo>
                <a:lnTo>
                  <a:pt x="409575" y="95250"/>
                </a:lnTo>
                <a:lnTo>
                  <a:pt x="114300" y="438150"/>
                </a:lnTo>
                <a:close/>
              </a:path>
            </a:pathLst>
          </a:custGeom>
          <a:solidFill xmlns:a="http://schemas.openxmlformats.org/drawingml/2006/main">
            <a:srgbClr val="B91848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67" name="pink tape 565">
            <a:extLst xmlns:a="http://schemas.openxmlformats.org/drawingml/2006/main">
              <a:ext uri="{FF2B5EF4-FFF2-40B4-BE49-F238E27FC236}">
                <a16:creationId xmlns:a16="http://schemas.microsoft.com/office/drawing/2014/main" id="{8897AE18-6310-435C-9EE4-799A78A92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614738"/>
            <a:ext cx="409575" cy="438150"/>
          </a:xfrm>
          <a:custGeom xmlns:a="http://schemas.openxmlformats.org/drawingml/2006/main">
            <a:pathLst>
              <a:path w="409575" h="438150">
                <a:moveTo>
                  <a:pt x="0" y="333375"/>
                </a:moveTo>
                <a:lnTo>
                  <a:pt x="295275" y="0"/>
                </a:lnTo>
                <a:lnTo>
                  <a:pt x="409575" y="95250"/>
                </a:lnTo>
                <a:lnTo>
                  <a:pt x="114300" y="438150"/>
                </a:lnTo>
                <a:close/>
              </a:path>
            </a:pathLst>
          </a:custGeom>
          <a:solidFill xmlns:a="http://schemas.openxmlformats.org/drawingml/2006/main">
            <a:srgbClr val="B91848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68" name="pink tape 102">
            <a:extLst xmlns:a="http://schemas.openxmlformats.org/drawingml/2006/main">
              <a:ext uri="{FF2B5EF4-FFF2-40B4-BE49-F238E27FC236}">
                <a16:creationId xmlns:a16="http://schemas.microsoft.com/office/drawing/2014/main" id="{E559785B-DED1-4F62-90A6-BFEA374A6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691063"/>
            <a:ext cx="409575" cy="438150"/>
          </a:xfrm>
          <a:custGeom xmlns:a="http://schemas.openxmlformats.org/drawingml/2006/main">
            <a:pathLst>
              <a:path w="409575" h="438150">
                <a:moveTo>
                  <a:pt x="0" y="333375"/>
                </a:moveTo>
                <a:lnTo>
                  <a:pt x="295275" y="0"/>
                </a:lnTo>
                <a:lnTo>
                  <a:pt x="409575" y="95250"/>
                </a:lnTo>
                <a:lnTo>
                  <a:pt x="114300" y="438150"/>
                </a:lnTo>
                <a:close/>
              </a:path>
            </a:pathLst>
          </a:custGeom>
          <a:solidFill xmlns:a="http://schemas.openxmlformats.org/drawingml/2006/main">
            <a:srgbClr val="B91848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69" name="pink tape 529">
            <a:extLst xmlns:a="http://schemas.openxmlformats.org/drawingml/2006/main">
              <a:ext uri="{FF2B5EF4-FFF2-40B4-BE49-F238E27FC236}">
                <a16:creationId xmlns:a16="http://schemas.microsoft.com/office/drawing/2014/main" id="{A2EF6958-6618-4B19-B551-AE744FB88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824538"/>
            <a:ext cx="409575" cy="438150"/>
          </a:xfrm>
          <a:custGeom xmlns:a="http://schemas.openxmlformats.org/drawingml/2006/main">
            <a:pathLst>
              <a:path w="409575" h="438150">
                <a:moveTo>
                  <a:pt x="0" y="333375"/>
                </a:moveTo>
                <a:lnTo>
                  <a:pt x="295275" y="0"/>
                </a:lnTo>
                <a:lnTo>
                  <a:pt x="409575" y="95250"/>
                </a:lnTo>
                <a:lnTo>
                  <a:pt x="114300" y="438150"/>
                </a:lnTo>
                <a:close/>
              </a:path>
            </a:pathLst>
          </a:custGeom>
          <a:solidFill xmlns:a="http://schemas.openxmlformats.org/drawingml/2006/main">
            <a:srgbClr val="B91848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70" name="pink tape 82">
            <a:extLst xmlns:a="http://schemas.openxmlformats.org/drawingml/2006/main">
              <a:ext uri="{FF2B5EF4-FFF2-40B4-BE49-F238E27FC236}">
                <a16:creationId xmlns:a16="http://schemas.microsoft.com/office/drawing/2014/main" id="{8376F356-8F1B-422E-BA12-EDA6510E2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919913"/>
            <a:ext cx="409575" cy="438150"/>
          </a:xfrm>
          <a:custGeom xmlns:a="http://schemas.openxmlformats.org/drawingml/2006/main">
            <a:pathLst>
              <a:path w="409575" h="438150">
                <a:moveTo>
                  <a:pt x="0" y="333375"/>
                </a:moveTo>
                <a:lnTo>
                  <a:pt x="295275" y="0"/>
                </a:lnTo>
                <a:lnTo>
                  <a:pt x="409575" y="95250"/>
                </a:lnTo>
                <a:lnTo>
                  <a:pt x="114300" y="438150"/>
                </a:lnTo>
                <a:close/>
              </a:path>
            </a:pathLst>
          </a:custGeom>
          <a:solidFill xmlns:a="http://schemas.openxmlformats.org/drawingml/2006/main">
            <a:srgbClr val="B91848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71" name="pink tape 616">
            <a:extLst xmlns:a="http://schemas.openxmlformats.org/drawingml/2006/main">
              <a:ext uri="{FF2B5EF4-FFF2-40B4-BE49-F238E27FC236}">
                <a16:creationId xmlns:a16="http://schemas.microsoft.com/office/drawing/2014/main" id="{23D4A33F-2DE6-4EE5-BB78-55504F02A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8967788"/>
            <a:ext cx="409575" cy="438150"/>
          </a:xfrm>
          <a:custGeom xmlns:a="http://schemas.openxmlformats.org/drawingml/2006/main">
            <a:pathLst>
              <a:path w="409575" h="438150">
                <a:moveTo>
                  <a:pt x="0" y="333375"/>
                </a:moveTo>
                <a:lnTo>
                  <a:pt x="295275" y="0"/>
                </a:lnTo>
                <a:lnTo>
                  <a:pt x="409575" y="95250"/>
                </a:lnTo>
                <a:lnTo>
                  <a:pt x="114300" y="438150"/>
                </a:lnTo>
                <a:close/>
              </a:path>
            </a:pathLst>
          </a:custGeom>
          <a:solidFill xmlns:a="http://schemas.openxmlformats.org/drawingml/2006/main">
            <a:srgbClr val="B91848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72" name="generation layout pictogram frame">
            <a:extLst xmlns:a="http://schemas.openxmlformats.org/drawingml/2006/main">
              <a:ext uri="{FF2B5EF4-FFF2-40B4-BE49-F238E27FC236}">
                <a16:creationId xmlns:a16="http://schemas.microsoft.com/office/drawing/2014/main" id="{18BE0D4C-B8FE-4733-B34E-AFD8BCF38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2795588"/>
            <a:ext cx="790575" cy="790575"/>
          </a:xfrm>
          <a:custGeom xmlns:a="http://schemas.openxmlformats.org/drawingml/2006/main">
            <a:pathLst>
              <a:path w="790575" h="790575">
                <a:moveTo>
                  <a:pt x="133350" y="0"/>
                </a:moveTo>
                <a:lnTo>
                  <a:pt x="657225" y="0"/>
                </a:lnTo>
                <a:cubicBezTo>
                  <a:pt x="730872" y="0"/>
                  <a:pt x="790575" y="59703"/>
                  <a:pt x="790575" y="133350"/>
                </a:cubicBezTo>
                <a:lnTo>
                  <a:pt x="790575" y="657225"/>
                </a:lnTo>
                <a:cubicBezTo>
                  <a:pt x="790575" y="730872"/>
                  <a:pt x="730872" y="790575"/>
                  <a:pt x="657225" y="790575"/>
                </a:cubicBezTo>
                <a:lnTo>
                  <a:pt x="133350" y="790575"/>
                </a:lnTo>
                <a:cubicBezTo>
                  <a:pt x="59703" y="790575"/>
                  <a:pt x="0" y="730872"/>
                  <a:pt x="0" y="657225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 xmlns:a="http://schemas.openxmlformats.org/drawingml/2006/main">
            <a:srgbClr val="F792B4"/>
          </a:solidFill>
          <a:ln xmlns:a="http://schemas.openxmlformats.org/drawingml/2006/main" w="28575">
            <a:solidFill>
              <a:srgbClr val="FCD0DF"/>
            </a:solidFill>
            <a:prstDash val="solid"/>
          </a:ln>
        </p:spPr>
      </p:sp>
      <p:sp>
        <p:nvSpPr>
          <p:cNvPr id="173" name="generation layout pictogram inset">
            <a:extLst xmlns:a="http://schemas.openxmlformats.org/drawingml/2006/main">
              <a:ext uri="{FF2B5EF4-FFF2-40B4-BE49-F238E27FC236}">
                <a16:creationId xmlns:a16="http://schemas.microsoft.com/office/drawing/2014/main" id="{77EDBD0C-25BD-41C8-9C33-DDFA16517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871788"/>
            <a:ext cx="638175" cy="638175"/>
          </a:xfrm>
          <a:custGeom xmlns:a="http://schemas.openxmlformats.org/drawingml/2006/main">
            <a:pathLst>
              <a:path w="638175" h="638175">
                <a:moveTo>
                  <a:pt x="85725" y="0"/>
                </a:moveTo>
                <a:lnTo>
                  <a:pt x="552450" y="0"/>
                </a:lnTo>
                <a:cubicBezTo>
                  <a:pt x="599795" y="0"/>
                  <a:pt x="638175" y="38380"/>
                  <a:pt x="638175" y="85725"/>
                </a:cubicBezTo>
                <a:lnTo>
                  <a:pt x="638175" y="552450"/>
                </a:lnTo>
                <a:cubicBezTo>
                  <a:pt x="638175" y="599795"/>
                  <a:pt x="599795" y="638175"/>
                  <a:pt x="552450" y="638175"/>
                </a:cubicBezTo>
                <a:lnTo>
                  <a:pt x="85725" y="638175"/>
                </a:lnTo>
                <a:cubicBezTo>
                  <a:pt x="38380" y="638175"/>
                  <a:pt x="0" y="599795"/>
                  <a:pt x="0" y="552450"/>
                </a:cubicBezTo>
                <a:lnTo>
                  <a:pt x="0" y="85725"/>
                </a:lnTo>
                <a:cubicBezTo>
                  <a:pt x="0" y="38380"/>
                  <a:pt x="38380" y="0"/>
                  <a:pt x="85725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  <a:prstDash val="dash"/>
          </a:ln>
        </p:spPr>
      </p:sp>
      <p:sp>
        <p:nvSpPr>
          <p:cNvPr id="174" name="generation layout pictogram left">
            <a:extLst xmlns:a="http://schemas.openxmlformats.org/drawingml/2006/main">
              <a:ext uri="{FF2B5EF4-FFF2-40B4-BE49-F238E27FC236}">
                <a16:creationId xmlns:a16="http://schemas.microsoft.com/office/drawing/2014/main" id="{DC795930-AF93-4771-98E0-66C68E9CA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967038"/>
            <a:ext cx="152400" cy="438150"/>
          </a:xfrm>
          <a:custGeom xmlns:a="http://schemas.openxmlformats.org/drawingml/2006/main">
            <a:pathLst>
              <a:path w="152400" h="438150">
                <a:moveTo>
                  <a:pt x="0" y="0"/>
                </a:moveTo>
                <a:lnTo>
                  <a:pt x="152400" y="0"/>
                </a:lnTo>
                <a:cubicBezTo>
                  <a:pt x="152400" y="0"/>
                  <a:pt x="152400" y="0"/>
                  <a:pt x="152400" y="0"/>
                </a:cubicBezTo>
                <a:lnTo>
                  <a:pt x="152400" y="438150"/>
                </a:lnTo>
                <a:cubicBezTo>
                  <a:pt x="152400" y="438150"/>
                  <a:pt x="152400" y="438150"/>
                  <a:pt x="152400" y="438150"/>
                </a:cubicBezTo>
                <a:lnTo>
                  <a:pt x="0" y="438150"/>
                </a:lnTo>
                <a:cubicBezTo>
                  <a:pt x="0" y="438150"/>
                  <a:pt x="0" y="438150"/>
                  <a:pt x="0" y="43815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FFFFFF"/>
            </a:solidFill>
            <a:prstDash val="solid"/>
          </a:ln>
        </p:spPr>
      </p:sp>
      <p:sp>
        <p:nvSpPr>
          <p:cNvPr id="175" name="generation layout pictogram upper">
            <a:extLst xmlns:a="http://schemas.openxmlformats.org/drawingml/2006/main">
              <a:ext uri="{FF2B5EF4-FFF2-40B4-BE49-F238E27FC236}">
                <a16:creationId xmlns:a16="http://schemas.microsoft.com/office/drawing/2014/main" id="{EF441B70-924E-4AE2-994C-F6A611182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967038"/>
            <a:ext cx="219075" cy="171450"/>
          </a:xfrm>
          <a:custGeom xmlns:a="http://schemas.openxmlformats.org/drawingml/2006/main">
            <a:pathLst>
              <a:path w="219075" h="171450">
                <a:moveTo>
                  <a:pt x="0" y="0"/>
                </a:moveTo>
                <a:lnTo>
                  <a:pt x="219075" y="0"/>
                </a:lnTo>
                <a:cubicBezTo>
                  <a:pt x="219075" y="0"/>
                  <a:pt x="219075" y="0"/>
                  <a:pt x="219075" y="0"/>
                </a:cubicBezTo>
                <a:lnTo>
                  <a:pt x="219075" y="171450"/>
                </a:lnTo>
                <a:cubicBezTo>
                  <a:pt x="219075" y="171450"/>
                  <a:pt x="219075" y="171450"/>
                  <a:pt x="219075" y="171450"/>
                </a:cubicBezTo>
                <a:lnTo>
                  <a:pt x="0" y="171450"/>
                </a:lnTo>
                <a:cubicBezTo>
                  <a:pt x="0" y="171450"/>
                  <a:pt x="0" y="171450"/>
                  <a:pt x="0" y="17145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FFFFFF"/>
            </a:solidFill>
            <a:prstDash val="solid"/>
          </a:ln>
        </p:spPr>
      </p:sp>
      <p:sp>
        <p:nvSpPr>
          <p:cNvPr id="176" name="generation layout pictogram lower">
            <a:extLst xmlns:a="http://schemas.openxmlformats.org/drawingml/2006/main">
              <a:ext uri="{FF2B5EF4-FFF2-40B4-BE49-F238E27FC236}">
                <a16:creationId xmlns:a16="http://schemas.microsoft.com/office/drawing/2014/main" id="{EF9D84B4-BE86-4D2A-BCEF-3F9BC39F0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205163"/>
            <a:ext cx="219075" cy="200025"/>
          </a:xfrm>
          <a:custGeom xmlns:a="http://schemas.openxmlformats.org/drawingml/2006/main">
            <a:pathLst>
              <a:path w="219075" h="200025">
                <a:moveTo>
                  <a:pt x="0" y="0"/>
                </a:moveTo>
                <a:lnTo>
                  <a:pt x="219075" y="0"/>
                </a:lnTo>
                <a:cubicBezTo>
                  <a:pt x="219075" y="0"/>
                  <a:pt x="219075" y="0"/>
                  <a:pt x="219075" y="0"/>
                </a:cubicBezTo>
                <a:lnTo>
                  <a:pt x="219075" y="200025"/>
                </a:lnTo>
                <a:cubicBezTo>
                  <a:pt x="219075" y="200025"/>
                  <a:pt x="219075" y="200025"/>
                  <a:pt x="219075" y="200025"/>
                </a:cubicBezTo>
                <a:lnTo>
                  <a:pt x="0" y="200025"/>
                </a:lnTo>
                <a:cubicBezTo>
                  <a:pt x="0" y="200025"/>
                  <a:pt x="0" y="200025"/>
                  <a:pt x="0" y="200025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FFFFFF"/>
            </a:solidFill>
            <a:prstDash val="solid"/>
          </a:ln>
        </p:spPr>
      </p:sp>
      <p:sp>
        <p:nvSpPr>
          <p:cNvPr id="177" name="generation assets pictogram frame">
            <a:extLst xmlns:a="http://schemas.openxmlformats.org/drawingml/2006/main">
              <a:ext uri="{FF2B5EF4-FFF2-40B4-BE49-F238E27FC236}">
                <a16:creationId xmlns:a16="http://schemas.microsoft.com/office/drawing/2014/main" id="{19F79B88-AB6A-4B58-8EF6-CB0B81D02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4986338"/>
            <a:ext cx="838200" cy="838200"/>
          </a:xfrm>
          <a:custGeom xmlns:a="http://schemas.openxmlformats.org/drawingml/2006/main">
            <a:pathLst>
              <a:path w="838200" h="838200">
                <a:moveTo>
                  <a:pt x="133350" y="0"/>
                </a:moveTo>
                <a:lnTo>
                  <a:pt x="704850" y="0"/>
                </a:lnTo>
                <a:cubicBezTo>
                  <a:pt x="778497" y="0"/>
                  <a:pt x="838200" y="59703"/>
                  <a:pt x="838200" y="133350"/>
                </a:cubicBezTo>
                <a:lnTo>
                  <a:pt x="838200" y="704850"/>
                </a:lnTo>
                <a:cubicBezTo>
                  <a:pt x="838200" y="778497"/>
                  <a:pt x="778497" y="838200"/>
                  <a:pt x="704850" y="838200"/>
                </a:cubicBezTo>
                <a:lnTo>
                  <a:pt x="133350" y="838200"/>
                </a:lnTo>
                <a:cubicBezTo>
                  <a:pt x="59703" y="838200"/>
                  <a:pt x="0" y="778497"/>
                  <a:pt x="0" y="7048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 xmlns:a="http://schemas.openxmlformats.org/drawingml/2006/main">
            <a:srgbClr val="F792B4"/>
          </a:solidFill>
          <a:ln xmlns:a="http://schemas.openxmlformats.org/drawingml/2006/main" w="28575">
            <a:solidFill>
              <a:srgbClr val="FCD0DF"/>
            </a:solidFill>
            <a:prstDash val="solid"/>
          </a:ln>
        </p:spPr>
      </p:sp>
      <p:sp>
        <p:nvSpPr>
          <p:cNvPr id="178" name="generation assets pictogram inset">
            <a:extLst xmlns:a="http://schemas.openxmlformats.org/drawingml/2006/main">
              <a:ext uri="{FF2B5EF4-FFF2-40B4-BE49-F238E27FC236}">
                <a16:creationId xmlns:a16="http://schemas.microsoft.com/office/drawing/2014/main" id="{AB7CBD03-7B34-4559-82EC-0AF21E79E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5062538"/>
            <a:ext cx="685800" cy="685800"/>
          </a:xfrm>
          <a:custGeom xmlns:a="http://schemas.openxmlformats.org/drawingml/2006/main">
            <a:pathLst>
              <a:path w="685800" h="685800">
                <a:moveTo>
                  <a:pt x="85725" y="0"/>
                </a:moveTo>
                <a:lnTo>
                  <a:pt x="600075" y="0"/>
                </a:lnTo>
                <a:cubicBezTo>
                  <a:pt x="647420" y="0"/>
                  <a:pt x="685800" y="38380"/>
                  <a:pt x="685800" y="85725"/>
                </a:cubicBezTo>
                <a:lnTo>
                  <a:pt x="685800" y="600075"/>
                </a:lnTo>
                <a:cubicBezTo>
                  <a:pt x="685800" y="647420"/>
                  <a:pt x="647420" y="685800"/>
                  <a:pt x="600075" y="685800"/>
                </a:cubicBezTo>
                <a:lnTo>
                  <a:pt x="85725" y="685800"/>
                </a:lnTo>
                <a:cubicBezTo>
                  <a:pt x="38380" y="685800"/>
                  <a:pt x="0" y="647420"/>
                  <a:pt x="0" y="600075"/>
                </a:cubicBezTo>
                <a:lnTo>
                  <a:pt x="0" y="85725"/>
                </a:lnTo>
                <a:cubicBezTo>
                  <a:pt x="0" y="38380"/>
                  <a:pt x="38380" y="0"/>
                  <a:pt x="85725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  <a:prstDash val="dash"/>
          </a:ln>
        </p:spPr>
      </p:sp>
      <p:sp>
        <p:nvSpPr>
          <p:cNvPr id="179" name="generation assets pictogram skyline">
            <a:extLst xmlns:a="http://schemas.openxmlformats.org/drawingml/2006/main">
              <a:ext uri="{FF2B5EF4-FFF2-40B4-BE49-F238E27FC236}">
                <a16:creationId xmlns:a16="http://schemas.microsoft.com/office/drawing/2014/main" id="{2F20A23E-9CC0-4FE6-A910-B715C85DB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5157788"/>
            <a:ext cx="390620" cy="409670"/>
          </a:xfrm>
          <a:custGeom xmlns:a="http://schemas.openxmlformats.org/drawingml/2006/main">
            <a:pathLst>
              <a:path w="390620" h="409670">
                <a:moveTo>
                  <a:pt x="0" y="409575"/>
                </a:moveTo>
                <a:lnTo>
                  <a:pt x="0" y="228600"/>
                </a:lnTo>
                <a:lnTo>
                  <a:pt x="123825" y="228600"/>
                </a:lnTo>
                <a:lnTo>
                  <a:pt x="123825" y="76200"/>
                </a:lnTo>
                <a:lnTo>
                  <a:pt x="247650" y="0"/>
                </a:lnTo>
                <a:lnTo>
                  <a:pt x="390525" y="114300"/>
                </a:lnTo>
                <a:lnTo>
                  <a:pt x="390525" y="409575"/>
                </a:lnTo>
                <a:lnTo>
                  <a:pt x="0" y="409575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FFFFFF"/>
            </a:solidFill>
            <a:prstDash val="solid"/>
          </a:ln>
        </p:spPr>
      </p:sp>
      <p:sp>
        <p:nvSpPr>
          <p:cNvPr id="180" name="generation assets pictogram building">
            <a:extLst xmlns:a="http://schemas.openxmlformats.org/drawingml/2006/main">
              <a:ext uri="{FF2B5EF4-FFF2-40B4-BE49-F238E27FC236}">
                <a16:creationId xmlns:a16="http://schemas.microsoft.com/office/drawing/2014/main" id="{DAEFC467-D392-44CB-80EA-8D9450129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5386388"/>
            <a:ext cx="123920" cy="181070"/>
          </a:xfrm>
          <a:custGeom xmlns:a="http://schemas.openxmlformats.org/drawingml/2006/main">
            <a:pathLst>
              <a:path w="123920" h="181070">
                <a:moveTo>
                  <a:pt x="0" y="0"/>
                </a:moveTo>
                <a:lnTo>
                  <a:pt x="123825" y="66675"/>
                </a:lnTo>
                <a:lnTo>
                  <a:pt x="123825" y="180975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81" name="generation terrain pictogram frame">
            <a:extLst xmlns:a="http://schemas.openxmlformats.org/drawingml/2006/main">
              <a:ext uri="{FF2B5EF4-FFF2-40B4-BE49-F238E27FC236}">
                <a16:creationId xmlns:a16="http://schemas.microsoft.com/office/drawing/2014/main" id="{01548BE2-F622-41C2-BC09-229C3C45F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7129463"/>
            <a:ext cx="838200" cy="838200"/>
          </a:xfrm>
          <a:custGeom xmlns:a="http://schemas.openxmlformats.org/drawingml/2006/main">
            <a:pathLst>
              <a:path w="838200" h="838200">
                <a:moveTo>
                  <a:pt x="133350" y="0"/>
                </a:moveTo>
                <a:lnTo>
                  <a:pt x="704850" y="0"/>
                </a:lnTo>
                <a:cubicBezTo>
                  <a:pt x="778497" y="0"/>
                  <a:pt x="838200" y="59703"/>
                  <a:pt x="838200" y="133350"/>
                </a:cubicBezTo>
                <a:lnTo>
                  <a:pt x="838200" y="704850"/>
                </a:lnTo>
                <a:cubicBezTo>
                  <a:pt x="838200" y="778497"/>
                  <a:pt x="778497" y="838200"/>
                  <a:pt x="704850" y="838200"/>
                </a:cubicBezTo>
                <a:lnTo>
                  <a:pt x="133350" y="838200"/>
                </a:lnTo>
                <a:cubicBezTo>
                  <a:pt x="59703" y="838200"/>
                  <a:pt x="0" y="778497"/>
                  <a:pt x="0" y="7048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 xmlns:a="http://schemas.openxmlformats.org/drawingml/2006/main">
            <a:srgbClr val="F792B4"/>
          </a:solidFill>
          <a:ln xmlns:a="http://schemas.openxmlformats.org/drawingml/2006/main" w="28575">
            <a:solidFill>
              <a:srgbClr val="FCD0DF"/>
            </a:solidFill>
            <a:prstDash val="solid"/>
          </a:ln>
        </p:spPr>
      </p:sp>
      <p:sp>
        <p:nvSpPr>
          <p:cNvPr id="182" name="generation terrain pictogram inset">
            <a:extLst xmlns:a="http://schemas.openxmlformats.org/drawingml/2006/main">
              <a:ext uri="{FF2B5EF4-FFF2-40B4-BE49-F238E27FC236}">
                <a16:creationId xmlns:a16="http://schemas.microsoft.com/office/drawing/2014/main" id="{EFB6ACCD-5FF0-4848-8D88-F4ADEF9C7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7205663"/>
            <a:ext cx="685800" cy="685800"/>
          </a:xfrm>
          <a:custGeom xmlns:a="http://schemas.openxmlformats.org/drawingml/2006/main">
            <a:pathLst>
              <a:path w="685800" h="685800">
                <a:moveTo>
                  <a:pt x="85725" y="0"/>
                </a:moveTo>
                <a:lnTo>
                  <a:pt x="600075" y="0"/>
                </a:lnTo>
                <a:cubicBezTo>
                  <a:pt x="647420" y="0"/>
                  <a:pt x="685800" y="38380"/>
                  <a:pt x="685800" y="85725"/>
                </a:cubicBezTo>
                <a:lnTo>
                  <a:pt x="685800" y="600075"/>
                </a:lnTo>
                <a:cubicBezTo>
                  <a:pt x="685800" y="647420"/>
                  <a:pt x="647420" y="685800"/>
                  <a:pt x="600075" y="685800"/>
                </a:cubicBezTo>
                <a:lnTo>
                  <a:pt x="85725" y="685800"/>
                </a:lnTo>
                <a:cubicBezTo>
                  <a:pt x="38380" y="685800"/>
                  <a:pt x="0" y="647420"/>
                  <a:pt x="0" y="600075"/>
                </a:cubicBezTo>
                <a:lnTo>
                  <a:pt x="0" y="85725"/>
                </a:lnTo>
                <a:cubicBezTo>
                  <a:pt x="0" y="38380"/>
                  <a:pt x="38380" y="0"/>
                  <a:pt x="85725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  <a:prstDash val="dash"/>
          </a:ln>
        </p:spPr>
      </p:sp>
      <p:sp>
        <p:nvSpPr>
          <p:cNvPr id="183" name="generation terrain pictogram square">
            <a:extLst xmlns:a="http://schemas.openxmlformats.org/drawingml/2006/main">
              <a:ext uri="{FF2B5EF4-FFF2-40B4-BE49-F238E27FC236}">
                <a16:creationId xmlns:a16="http://schemas.microsoft.com/office/drawing/2014/main" id="{467F7E59-D7E0-4829-9FC2-6A0BD0C58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7319963"/>
            <a:ext cx="409575" cy="409575"/>
          </a:xfrm>
          <a:custGeom xmlns:a="http://schemas.openxmlformats.org/drawingml/2006/main">
            <a:pathLst>
              <a:path w="409575" h="409575">
                <a:moveTo>
                  <a:pt x="0" y="0"/>
                </a:moveTo>
                <a:lnTo>
                  <a:pt x="409575" y="0"/>
                </a:lnTo>
                <a:cubicBezTo>
                  <a:pt x="409575" y="0"/>
                  <a:pt x="409575" y="0"/>
                  <a:pt x="409575" y="0"/>
                </a:cubicBezTo>
                <a:lnTo>
                  <a:pt x="409575" y="409575"/>
                </a:lnTo>
                <a:cubicBezTo>
                  <a:pt x="409575" y="409575"/>
                  <a:pt x="409575" y="409575"/>
                  <a:pt x="409575" y="409575"/>
                </a:cubicBezTo>
                <a:lnTo>
                  <a:pt x="0" y="409575"/>
                </a:lnTo>
                <a:cubicBezTo>
                  <a:pt x="0" y="409575"/>
                  <a:pt x="0" y="409575"/>
                  <a:pt x="0" y="409575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FFFFFF"/>
            </a:solidFill>
            <a:prstDash val="solid"/>
          </a:ln>
        </p:spPr>
      </p:sp>
      <p:sp>
        <p:nvSpPr>
          <p:cNvPr id="184" name="generation terrain pictogram diag1">
            <a:extLst xmlns:a="http://schemas.openxmlformats.org/drawingml/2006/main">
              <a:ext uri="{FF2B5EF4-FFF2-40B4-BE49-F238E27FC236}">
                <a16:creationId xmlns:a16="http://schemas.microsoft.com/office/drawing/2014/main" id="{8FAE574D-7AE0-4286-AD1F-2E887DC19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7319963"/>
            <a:ext cx="314420" cy="314420"/>
          </a:xfrm>
          <a:custGeom xmlns:a="http://schemas.openxmlformats.org/drawingml/2006/main">
            <a:pathLst>
              <a:path w="314420" h="314420">
                <a:moveTo>
                  <a:pt x="0" y="314325"/>
                </a:moveTo>
                <a:lnTo>
                  <a:pt x="3143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57150">
            <a:solidFill>
              <a:srgbClr val="FFFFFF"/>
            </a:solidFill>
            <a:prstDash val="solid"/>
          </a:ln>
        </p:spPr>
      </p:sp>
      <p:sp>
        <p:nvSpPr>
          <p:cNvPr id="185" name="generation terrain pictogram diag2">
            <a:extLst xmlns:a="http://schemas.openxmlformats.org/drawingml/2006/main">
              <a:ext uri="{FF2B5EF4-FFF2-40B4-BE49-F238E27FC236}">
                <a16:creationId xmlns:a16="http://schemas.microsoft.com/office/drawing/2014/main" id="{FC44291D-66EA-48A3-921F-3B5E10EB6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7415213"/>
            <a:ext cx="314420" cy="314420"/>
          </a:xfrm>
          <a:custGeom xmlns:a="http://schemas.openxmlformats.org/drawingml/2006/main">
            <a:pathLst>
              <a:path w="314420" h="314420">
                <a:moveTo>
                  <a:pt x="0" y="314325"/>
                </a:moveTo>
                <a:lnTo>
                  <a:pt x="3143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57150">
            <a:solidFill>
              <a:srgbClr val="FFFFFF"/>
            </a:solidFill>
            <a:prstDash val="solid"/>
          </a:ln>
        </p:spPr>
      </p:sp>
      <p:sp>
        <p:nvSpPr>
          <p:cNvPr id="186" name="layout to assets">
            <a:extLst xmlns:a="http://schemas.openxmlformats.org/drawingml/2006/main">
              <a:ext uri="{FF2B5EF4-FFF2-40B4-BE49-F238E27FC236}">
                <a16:creationId xmlns:a16="http://schemas.microsoft.com/office/drawing/2014/main" id="{852AE3C7-2DD7-455A-8AA9-96ACDE126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805238"/>
            <a:ext cx="238220" cy="876395"/>
          </a:xfrm>
          <a:custGeom xmlns:a="http://schemas.openxmlformats.org/drawingml/2006/main">
            <a:pathLst>
              <a:path w="238220" h="876395">
                <a:moveTo>
                  <a:pt x="238125" y="0"/>
                </a:moveTo>
                <a:lnTo>
                  <a:pt x="0" y="876300"/>
                </a:lnTo>
              </a:path>
            </a:pathLst>
          </a:custGeom>
          <a:noFill xmlns:a="http://schemas.openxmlformats.org/drawingml/2006/main"/>
          <a:ln xmlns:a="http://schemas.openxmlformats.org/drawingml/2006/main" w="171450">
            <a:solidFill>
              <a:srgbClr val="EE5B91"/>
            </a:solidFill>
            <a:prstDash val="solid"/>
          </a:ln>
        </p:spPr>
      </p:sp>
      <p:sp>
        <p:nvSpPr>
          <p:cNvPr id="187" name="layout to assets arrowhead">
            <a:extLst xmlns:a="http://schemas.openxmlformats.org/drawingml/2006/main">
              <a:ext uri="{FF2B5EF4-FFF2-40B4-BE49-F238E27FC236}">
                <a16:creationId xmlns:a16="http://schemas.microsoft.com/office/drawing/2014/main" id="{546BB1F5-364A-4B1A-87B3-4AF7351CE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4110038"/>
            <a:ext cx="1143000" cy="1143000"/>
          </a:xfrm>
          <a:custGeom xmlns:a="http://schemas.openxmlformats.org/drawingml/2006/main">
            <a:pathLst>
              <a:path w="1143000" h="1143000">
                <a:moveTo>
                  <a:pt x="571500" y="571500"/>
                </a:moveTo>
                <a:lnTo>
                  <a:pt x="494929" y="155876"/>
                </a:lnTo>
                <a:lnTo>
                  <a:pt x="847890" y="251789"/>
                </a:lnTo>
                <a:close/>
              </a:path>
            </a:pathLst>
          </a:custGeom>
          <a:solidFill xmlns:a="http://schemas.openxmlformats.org/drawingml/2006/main">
            <a:srgbClr val="EE5B91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88" name="assets to terrain">
            <a:extLst xmlns:a="http://schemas.openxmlformats.org/drawingml/2006/main">
              <a:ext uri="{FF2B5EF4-FFF2-40B4-BE49-F238E27FC236}">
                <a16:creationId xmlns:a16="http://schemas.microsoft.com/office/drawing/2014/main" id="{55C76C3E-9448-48B8-BE29-06857C92A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938838"/>
            <a:ext cx="295370" cy="971645"/>
          </a:xfrm>
          <a:custGeom xmlns:a="http://schemas.openxmlformats.org/drawingml/2006/main">
            <a:pathLst>
              <a:path w="295370" h="971645">
                <a:moveTo>
                  <a:pt x="0" y="0"/>
                </a:moveTo>
                <a:lnTo>
                  <a:pt x="295275" y="971550"/>
                </a:lnTo>
              </a:path>
            </a:pathLst>
          </a:custGeom>
          <a:noFill xmlns:a="http://schemas.openxmlformats.org/drawingml/2006/main"/>
          <a:ln xmlns:a="http://schemas.openxmlformats.org/drawingml/2006/main" w="171450">
            <a:solidFill>
              <a:srgbClr val="EE5B91"/>
            </a:solidFill>
            <a:prstDash val="solid"/>
          </a:ln>
        </p:spPr>
      </p:sp>
      <p:sp>
        <p:nvSpPr>
          <p:cNvPr id="189" name="assets to terrain arrowhead">
            <a:extLst xmlns:a="http://schemas.openxmlformats.org/drawingml/2006/main">
              <a:ext uri="{FF2B5EF4-FFF2-40B4-BE49-F238E27FC236}">
                <a16:creationId xmlns:a16="http://schemas.microsoft.com/office/drawing/2014/main" id="{457D9347-EF1E-4209-9C63-C46BD0F71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0725" y="6338888"/>
            <a:ext cx="1143000" cy="1143000"/>
          </a:xfrm>
          <a:custGeom xmlns:a="http://schemas.openxmlformats.org/drawingml/2006/main">
            <a:pathLst>
              <a:path w="1143000" h="1143000">
                <a:moveTo>
                  <a:pt x="571500" y="571500"/>
                </a:moveTo>
                <a:lnTo>
                  <a:pt x="285732" y="260143"/>
                </a:lnTo>
                <a:lnTo>
                  <a:pt x="635687" y="153785"/>
                </a:lnTo>
                <a:close/>
              </a:path>
            </a:pathLst>
          </a:custGeom>
          <a:solidFill xmlns:a="http://schemas.openxmlformats.org/drawingml/2006/main">
            <a:srgbClr val="EE5B91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90" name="city disc">
            <a:extLst xmlns:a="http://schemas.openxmlformats.org/drawingml/2006/main">
              <a:ext uri="{FF2B5EF4-FFF2-40B4-BE49-F238E27FC236}">
                <a16:creationId xmlns:a16="http://schemas.microsoft.com/office/drawing/2014/main" id="{E726C400-AA1E-4E09-A783-3C8829AC0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2338388"/>
            <a:ext cx="6362700" cy="5924550"/>
          </a:xfrm>
          <a:custGeom xmlns:a="http://schemas.openxmlformats.org/drawingml/2006/main">
            <a:pathLst>
              <a:path w="6362700" h="5924550">
                <a:moveTo>
                  <a:pt x="6362700" y="2962275"/>
                </a:moveTo>
                <a:cubicBezTo>
                  <a:pt x="6362700" y="4598294"/>
                  <a:pt x="4938361" y="5924550"/>
                  <a:pt x="3181350" y="5924550"/>
                </a:cubicBezTo>
                <a:cubicBezTo>
                  <a:pt x="1424339" y="5924550"/>
                  <a:pt x="0" y="4598294"/>
                  <a:pt x="0" y="2962275"/>
                </a:cubicBezTo>
                <a:cubicBezTo>
                  <a:pt x="0" y="1326256"/>
                  <a:pt x="1424339" y="0"/>
                  <a:pt x="3181350" y="0"/>
                </a:cubicBezTo>
                <a:cubicBezTo>
                  <a:pt x="4938361" y="0"/>
                  <a:pt x="6362700" y="1326256"/>
                  <a:pt x="6362700" y="2962275"/>
                </a:cubicBezTo>
                <a:close/>
              </a:path>
            </a:pathLst>
          </a:custGeom>
          <a:solidFill xmlns:a="http://schemas.openxmlformats.org/drawingml/2006/main">
            <a:srgbClr val="FFFCFE"/>
          </a:solidFill>
          <a:ln xmlns:a="http://schemas.openxmlformats.org/drawingml/2006/main" w="47625">
            <a:solidFill>
              <a:srgbClr val="F792B4"/>
            </a:solidFill>
            <a:prstDash val="solid"/>
          </a:ln>
        </p:spPr>
      </p:sp>
      <p:pic>
        <p:nvPicPr>
          <p:cNvPr id="191" name="">
            <a:extLst xmlns:a="http://schemas.openxmlformats.org/drawingml/2006/main">
              <a:ext uri="{FF2B5EF4-FFF2-40B4-BE49-F238E27FC236}">
                <a16:creationId xmlns:a16="http://schemas.microsoft.com/office/drawing/2014/main" id="{FB94A05E-C37B-48AE-B810-0CD6CCC0CA2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29aa2e00ba49df"/>
          <a:stretch xmlns:a="http://schemas.openxmlformats.org/drawingml/2006/main"/>
        </p:blipFill>
        <p:spPr>
          <a:xfrm xmlns:a="http://schemas.openxmlformats.org/drawingml/2006/main">
            <a:off x="6810375" y="3090863"/>
            <a:ext cx="6096000" cy="4219575"/>
          </a:xfrm>
          <a:prstGeom xmlns:a="http://schemas.openxmlformats.org/drawingml/2006/main" prst="rect">
            <a:avLst/>
          </a:prstGeom>
        </p:spPr>
      </p:pic>
      <p:sp>
        <p:nvSpPr>
          <p:cNvPr id="192" name="gold city arc -145">
            <a:extLst xmlns:a="http://schemas.openxmlformats.org/drawingml/2006/main">
              <a:ext uri="{FF2B5EF4-FFF2-40B4-BE49-F238E27FC236}">
                <a16:creationId xmlns:a16="http://schemas.microsoft.com/office/drawing/2014/main" id="{8071A198-B93F-4A2E-A76C-815FADE08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4974" y="2264516"/>
            <a:ext cx="1873443" cy="1233347"/>
          </a:xfrm>
          <a:custGeom xmlns:a="http://schemas.openxmlformats.org/drawingml/2006/main">
            <a:pathLst>
              <a:path w="1873443" h="1233347">
                <a:moveTo>
                  <a:pt x="0" y="1233252"/>
                </a:moveTo>
                <a:lnTo>
                  <a:pt x="68592" y="1144491"/>
                </a:lnTo>
                <a:lnTo>
                  <a:pt x="140438" y="1058035"/>
                </a:lnTo>
                <a:lnTo>
                  <a:pt x="215449" y="973989"/>
                </a:lnTo>
                <a:lnTo>
                  <a:pt x="293534" y="892455"/>
                </a:lnTo>
                <a:lnTo>
                  <a:pt x="374598" y="813533"/>
                </a:lnTo>
                <a:lnTo>
                  <a:pt x="458542" y="737319"/>
                </a:lnTo>
                <a:lnTo>
                  <a:pt x="545265" y="663905"/>
                </a:lnTo>
                <a:lnTo>
                  <a:pt x="634659" y="593382"/>
                </a:lnTo>
                <a:lnTo>
                  <a:pt x="726617" y="525835"/>
                </a:lnTo>
                <a:lnTo>
                  <a:pt x="821027" y="461347"/>
                </a:lnTo>
                <a:lnTo>
                  <a:pt x="917772" y="399995"/>
                </a:lnTo>
                <a:lnTo>
                  <a:pt x="1016737" y="341855"/>
                </a:lnTo>
                <a:lnTo>
                  <a:pt x="1117799" y="286998"/>
                </a:lnTo>
                <a:lnTo>
                  <a:pt x="1220835" y="235490"/>
                </a:lnTo>
                <a:lnTo>
                  <a:pt x="1325721" y="187394"/>
                </a:lnTo>
                <a:lnTo>
                  <a:pt x="1432329" y="142769"/>
                </a:lnTo>
                <a:lnTo>
                  <a:pt x="1540528" y="101670"/>
                </a:lnTo>
                <a:lnTo>
                  <a:pt x="1650187" y="64145"/>
                </a:lnTo>
                <a:lnTo>
                  <a:pt x="1761172" y="30241"/>
                </a:lnTo>
                <a:lnTo>
                  <a:pt x="187334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0">
            <a:solidFill>
              <a:srgbClr val="FFD000"/>
            </a:solidFill>
            <a:prstDash val="solid"/>
          </a:ln>
        </p:spPr>
      </p:sp>
      <p:sp>
        <p:nvSpPr>
          <p:cNvPr id="193" name="gold city arc 151">
            <a:extLst xmlns:a="http://schemas.openxmlformats.org/drawingml/2006/main">
              <a:ext uri="{FF2B5EF4-FFF2-40B4-BE49-F238E27FC236}">
                <a16:creationId xmlns:a16="http://schemas.microsoft.com/office/drawing/2014/main" id="{376CCE4C-CA49-464B-AD6A-D560354CA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859" y="3497768"/>
            <a:ext cx="604211" cy="3326867"/>
          </a:xfrm>
          <a:custGeom xmlns:a="http://schemas.openxmlformats.org/drawingml/2006/main">
            <a:pathLst>
              <a:path w="604211" h="3326867">
                <a:moveTo>
                  <a:pt x="418672" y="3326772"/>
                </a:moveTo>
                <a:lnTo>
                  <a:pt x="363886" y="3229900"/>
                </a:lnTo>
                <a:lnTo>
                  <a:pt x="312730" y="3131289"/>
                </a:lnTo>
                <a:lnTo>
                  <a:pt x="265265" y="3031060"/>
                </a:lnTo>
                <a:lnTo>
                  <a:pt x="221550" y="2929334"/>
                </a:lnTo>
                <a:lnTo>
                  <a:pt x="181637" y="2826236"/>
                </a:lnTo>
                <a:lnTo>
                  <a:pt x="145576" y="2721891"/>
                </a:lnTo>
                <a:lnTo>
                  <a:pt x="113410" y="2616427"/>
                </a:lnTo>
                <a:lnTo>
                  <a:pt x="85179" y="2509972"/>
                </a:lnTo>
                <a:lnTo>
                  <a:pt x="60916" y="2402655"/>
                </a:lnTo>
                <a:lnTo>
                  <a:pt x="40652" y="2294607"/>
                </a:lnTo>
                <a:lnTo>
                  <a:pt x="24411" y="2185960"/>
                </a:lnTo>
                <a:lnTo>
                  <a:pt x="12213" y="2076846"/>
                </a:lnTo>
                <a:lnTo>
                  <a:pt x="4073" y="1967399"/>
                </a:lnTo>
                <a:lnTo>
                  <a:pt x="0" y="1857751"/>
                </a:lnTo>
                <a:lnTo>
                  <a:pt x="0" y="1748037"/>
                </a:lnTo>
                <a:lnTo>
                  <a:pt x="4073" y="1638389"/>
                </a:lnTo>
                <a:lnTo>
                  <a:pt x="12213" y="1528942"/>
                </a:lnTo>
                <a:lnTo>
                  <a:pt x="24411" y="1419828"/>
                </a:lnTo>
                <a:lnTo>
                  <a:pt x="40652" y="1311182"/>
                </a:lnTo>
                <a:lnTo>
                  <a:pt x="60916" y="1203134"/>
                </a:lnTo>
                <a:lnTo>
                  <a:pt x="85179" y="1095817"/>
                </a:lnTo>
                <a:lnTo>
                  <a:pt x="113410" y="989361"/>
                </a:lnTo>
                <a:lnTo>
                  <a:pt x="145576" y="883897"/>
                </a:lnTo>
                <a:lnTo>
                  <a:pt x="181637" y="779552"/>
                </a:lnTo>
                <a:lnTo>
                  <a:pt x="221550" y="676454"/>
                </a:lnTo>
                <a:lnTo>
                  <a:pt x="265265" y="574729"/>
                </a:lnTo>
                <a:lnTo>
                  <a:pt x="312730" y="474499"/>
                </a:lnTo>
                <a:lnTo>
                  <a:pt x="363886" y="375888"/>
                </a:lnTo>
                <a:lnTo>
                  <a:pt x="418672" y="279016"/>
                </a:lnTo>
                <a:lnTo>
                  <a:pt x="477020" y="184001"/>
                </a:lnTo>
                <a:lnTo>
                  <a:pt x="538859" y="90957"/>
                </a:lnTo>
                <a:lnTo>
                  <a:pt x="60411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0">
            <a:solidFill>
              <a:srgbClr val="FFD000"/>
            </a:solidFill>
            <a:prstDash val="solid"/>
          </a:ln>
        </p:spPr>
      </p:sp>
      <p:sp>
        <p:nvSpPr>
          <p:cNvPr id="194" name="gold city arc -62">
            <a:extLst xmlns:a="http://schemas.openxmlformats.org/drawingml/2006/main">
              <a:ext uri="{FF2B5EF4-FFF2-40B4-BE49-F238E27FC236}">
                <a16:creationId xmlns:a16="http://schemas.microsoft.com/office/drawing/2014/main" id="{348D5338-461C-4615-B15F-6270A94A2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3198" y="2525337"/>
            <a:ext cx="1382459" cy="1299754"/>
          </a:xfrm>
          <a:custGeom xmlns:a="http://schemas.openxmlformats.org/drawingml/2006/main">
            <a:pathLst>
              <a:path w="1382459" h="1299754">
                <a:moveTo>
                  <a:pt x="0" y="0"/>
                </a:moveTo>
                <a:lnTo>
                  <a:pt x="102065" y="53191"/>
                </a:lnTo>
                <a:lnTo>
                  <a:pt x="202093" y="109698"/>
                </a:lnTo>
                <a:lnTo>
                  <a:pt x="299963" y="169453"/>
                </a:lnTo>
                <a:lnTo>
                  <a:pt x="395555" y="232382"/>
                </a:lnTo>
                <a:lnTo>
                  <a:pt x="488753" y="298410"/>
                </a:lnTo>
                <a:lnTo>
                  <a:pt x="579443" y="367456"/>
                </a:lnTo>
                <a:lnTo>
                  <a:pt x="667515" y="439435"/>
                </a:lnTo>
                <a:lnTo>
                  <a:pt x="752861" y="514260"/>
                </a:lnTo>
                <a:lnTo>
                  <a:pt x="835378" y="591840"/>
                </a:lnTo>
                <a:lnTo>
                  <a:pt x="914965" y="672080"/>
                </a:lnTo>
                <a:lnTo>
                  <a:pt x="991525" y="754883"/>
                </a:lnTo>
                <a:lnTo>
                  <a:pt x="1064964" y="840147"/>
                </a:lnTo>
                <a:lnTo>
                  <a:pt x="1135194" y="927769"/>
                </a:lnTo>
                <a:lnTo>
                  <a:pt x="1202128" y="1017642"/>
                </a:lnTo>
                <a:lnTo>
                  <a:pt x="1265685" y="1109656"/>
                </a:lnTo>
                <a:lnTo>
                  <a:pt x="1325789" y="1203700"/>
                </a:lnTo>
                <a:lnTo>
                  <a:pt x="1382364" y="1299659"/>
                </a:lnTo>
              </a:path>
            </a:pathLst>
          </a:custGeom>
          <a:noFill xmlns:a="http://schemas.openxmlformats.org/drawingml/2006/main"/>
          <a:ln xmlns:a="http://schemas.openxmlformats.org/drawingml/2006/main" w="190500">
            <a:solidFill>
              <a:srgbClr val="FFD000"/>
            </a:solidFill>
            <a:prstDash val="solid"/>
          </a:ln>
        </p:spPr>
      </p:sp>
      <p:sp>
        <p:nvSpPr>
          <p:cNvPr id="195" name="gold city arc -20">
            <a:extLst xmlns:a="http://schemas.openxmlformats.org/drawingml/2006/main">
              <a:ext uri="{FF2B5EF4-FFF2-40B4-BE49-F238E27FC236}">
                <a16:creationId xmlns:a16="http://schemas.microsoft.com/office/drawing/2014/main" id="{0AA10327-50FF-40C2-B7CB-69A568B91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14722" y="4225608"/>
            <a:ext cx="782273" cy="3095592"/>
          </a:xfrm>
          <a:custGeom xmlns:a="http://schemas.openxmlformats.org/drawingml/2006/main">
            <a:pathLst>
              <a:path w="782273" h="3095592">
                <a:moveTo>
                  <a:pt x="580554" y="0"/>
                </a:moveTo>
                <a:lnTo>
                  <a:pt x="618546" y="103737"/>
                </a:lnTo>
                <a:lnTo>
                  <a:pt x="652665" y="208658"/>
                </a:lnTo>
                <a:lnTo>
                  <a:pt x="682868" y="314634"/>
                </a:lnTo>
                <a:lnTo>
                  <a:pt x="709119" y="421536"/>
                </a:lnTo>
                <a:lnTo>
                  <a:pt x="731386" y="529235"/>
                </a:lnTo>
                <a:lnTo>
                  <a:pt x="749641" y="637599"/>
                </a:lnTo>
                <a:lnTo>
                  <a:pt x="763863" y="746496"/>
                </a:lnTo>
                <a:lnTo>
                  <a:pt x="774034" y="855793"/>
                </a:lnTo>
                <a:lnTo>
                  <a:pt x="780141" y="965357"/>
                </a:lnTo>
                <a:lnTo>
                  <a:pt x="782178" y="1075055"/>
                </a:lnTo>
                <a:lnTo>
                  <a:pt x="780141" y="1184753"/>
                </a:lnTo>
                <a:lnTo>
                  <a:pt x="774034" y="1294317"/>
                </a:lnTo>
                <a:lnTo>
                  <a:pt x="763863" y="1403614"/>
                </a:lnTo>
                <a:lnTo>
                  <a:pt x="749641" y="1512511"/>
                </a:lnTo>
                <a:lnTo>
                  <a:pt x="731386" y="1620874"/>
                </a:lnTo>
                <a:lnTo>
                  <a:pt x="709119" y="1728573"/>
                </a:lnTo>
                <a:lnTo>
                  <a:pt x="682868" y="1835476"/>
                </a:lnTo>
                <a:lnTo>
                  <a:pt x="652665" y="1941452"/>
                </a:lnTo>
                <a:lnTo>
                  <a:pt x="618546" y="2046372"/>
                </a:lnTo>
                <a:lnTo>
                  <a:pt x="580554" y="2150110"/>
                </a:lnTo>
                <a:lnTo>
                  <a:pt x="538733" y="2252537"/>
                </a:lnTo>
                <a:lnTo>
                  <a:pt x="493136" y="2353530"/>
                </a:lnTo>
                <a:lnTo>
                  <a:pt x="443818" y="2452965"/>
                </a:lnTo>
                <a:lnTo>
                  <a:pt x="390839" y="2550721"/>
                </a:lnTo>
                <a:lnTo>
                  <a:pt x="334264" y="2646680"/>
                </a:lnTo>
                <a:lnTo>
                  <a:pt x="274161" y="2740724"/>
                </a:lnTo>
                <a:lnTo>
                  <a:pt x="210603" y="2832738"/>
                </a:lnTo>
                <a:lnTo>
                  <a:pt x="143669" y="2922611"/>
                </a:lnTo>
                <a:lnTo>
                  <a:pt x="73439" y="3010233"/>
                </a:lnTo>
                <a:lnTo>
                  <a:pt x="0" y="3095497"/>
                </a:lnTo>
              </a:path>
            </a:pathLst>
          </a:custGeom>
          <a:noFill xmlns:a="http://schemas.openxmlformats.org/drawingml/2006/main"/>
          <a:ln xmlns:a="http://schemas.openxmlformats.org/drawingml/2006/main" w="190500">
            <a:solidFill>
              <a:srgbClr val="FFD000"/>
            </a:solidFill>
            <a:prstDash val="solid"/>
          </a:ln>
        </p:spPr>
      </p:sp>
      <p:pic>
        <p:nvPicPr>
          <p:cNvPr id="196" name="">
            <a:extLst xmlns:a="http://schemas.openxmlformats.org/drawingml/2006/main">
              <a:ext uri="{FF2B5EF4-FFF2-40B4-BE49-F238E27FC236}">
                <a16:creationId xmlns:a16="http://schemas.microsoft.com/office/drawing/2014/main" id="{87566AAB-D1C3-4F92-86E2-B665C15CC50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cf52eacc4d487c"/>
          <a:stretch xmlns:a="http://schemas.openxmlformats.org/drawingml/2006/main"/>
        </p:blipFill>
        <p:spPr>
          <a:xfrm xmlns:a="http://schemas.openxmlformats.org/drawingml/2006/main">
            <a:off x="7381875" y="6881813"/>
            <a:ext cx="5267325" cy="2514600"/>
          </a:xfrm>
          <a:prstGeom xmlns:a="http://schemas.openxmlformats.org/drawingml/2006/main" prst="rect">
            <a:avLst/>
          </a:prstGeom>
        </p:spPr>
      </p:pic>
      <p:pic>
        <p:nvPicPr>
          <p:cNvPr id="197" name="">
            <a:extLst xmlns:a="http://schemas.openxmlformats.org/drawingml/2006/main">
              <a:ext uri="{FF2B5EF4-FFF2-40B4-BE49-F238E27FC236}">
                <a16:creationId xmlns:a16="http://schemas.microsoft.com/office/drawing/2014/main" id="{B19EE518-15DA-4061-882B-FC7AAFE79A5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f237248f0b4965"/>
          <a:stretch xmlns:a="http://schemas.openxmlformats.org/drawingml/2006/main"/>
        </p:blipFill>
        <p:spPr>
          <a:xfrm xmlns:a="http://schemas.openxmlformats.org/drawingml/2006/main">
            <a:off x="7991475" y="9396413"/>
            <a:ext cx="4657725" cy="352425"/>
          </a:xfrm>
          <a:prstGeom xmlns:a="http://schemas.openxmlformats.org/drawingml/2006/main" prst="rect">
            <a:avLst/>
          </a:prstGeom>
        </p:spPr>
      </p:pic>
      <p:sp>
        <p:nvSpPr>
          <p:cNvPr id="198" name="Edit operation icon frame">
            <a:extLst xmlns:a="http://schemas.openxmlformats.org/drawingml/2006/main">
              <a:ext uri="{FF2B5EF4-FFF2-40B4-BE49-F238E27FC236}">
                <a16:creationId xmlns:a16="http://schemas.microsoft.com/office/drawing/2014/main" id="{9A537932-7163-4FD0-B27C-B9FD0E29E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8625" y="1414463"/>
            <a:ext cx="809625" cy="809625"/>
          </a:xfrm>
          <a:custGeom xmlns:a="http://schemas.openxmlformats.org/drawingml/2006/main">
            <a:pathLst>
              <a:path w="809625" h="809625">
                <a:moveTo>
                  <a:pt x="133350" y="0"/>
                </a:moveTo>
                <a:lnTo>
                  <a:pt x="676275" y="0"/>
                </a:lnTo>
                <a:cubicBezTo>
                  <a:pt x="749922" y="0"/>
                  <a:pt x="809625" y="59703"/>
                  <a:pt x="809625" y="133350"/>
                </a:cubicBezTo>
                <a:lnTo>
                  <a:pt x="809625" y="676275"/>
                </a:lnTo>
                <a:cubicBezTo>
                  <a:pt x="809625" y="749922"/>
                  <a:pt x="749922" y="809625"/>
                  <a:pt x="676275" y="809625"/>
                </a:cubicBezTo>
                <a:lnTo>
                  <a:pt x="133350" y="809625"/>
                </a:lnTo>
                <a:cubicBezTo>
                  <a:pt x="59703" y="809625"/>
                  <a:pt x="0" y="749922"/>
                  <a:pt x="0" y="676275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 xmlns:a="http://schemas.openxmlformats.org/drawingml/2006/main">
            <a:srgbClr val="F792B4"/>
          </a:solidFill>
          <a:ln xmlns:a="http://schemas.openxmlformats.org/drawingml/2006/main" w="28575">
            <a:solidFill>
              <a:srgbClr val="FCD0DF"/>
            </a:solidFill>
            <a:prstDash val="solid"/>
          </a:ln>
        </p:spPr>
      </p:sp>
      <p:sp>
        <p:nvSpPr>
          <p:cNvPr id="199" name="Edit operation icon inset">
            <a:extLst xmlns:a="http://schemas.openxmlformats.org/drawingml/2006/main">
              <a:ext uri="{FF2B5EF4-FFF2-40B4-BE49-F238E27FC236}">
                <a16:creationId xmlns:a16="http://schemas.microsoft.com/office/drawing/2014/main" id="{51C8D9DB-5052-4007-8DA8-BCDE25F7A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34825" y="1490663"/>
            <a:ext cx="657225" cy="657225"/>
          </a:xfrm>
          <a:custGeom xmlns:a="http://schemas.openxmlformats.org/drawingml/2006/main">
            <a:pathLst>
              <a:path w="657225" h="657225">
                <a:moveTo>
                  <a:pt x="85725" y="0"/>
                </a:moveTo>
                <a:lnTo>
                  <a:pt x="571500" y="0"/>
                </a:lnTo>
                <a:cubicBezTo>
                  <a:pt x="618845" y="0"/>
                  <a:pt x="657225" y="38380"/>
                  <a:pt x="657225" y="85725"/>
                </a:cubicBezTo>
                <a:lnTo>
                  <a:pt x="657225" y="571500"/>
                </a:lnTo>
                <a:cubicBezTo>
                  <a:pt x="657225" y="618845"/>
                  <a:pt x="618845" y="657225"/>
                  <a:pt x="571500" y="657225"/>
                </a:cubicBezTo>
                <a:lnTo>
                  <a:pt x="85725" y="657225"/>
                </a:lnTo>
                <a:cubicBezTo>
                  <a:pt x="38380" y="657225"/>
                  <a:pt x="0" y="618845"/>
                  <a:pt x="0" y="571500"/>
                </a:cubicBezTo>
                <a:lnTo>
                  <a:pt x="0" y="85725"/>
                </a:lnTo>
                <a:cubicBezTo>
                  <a:pt x="0" y="38380"/>
                  <a:pt x="38380" y="0"/>
                  <a:pt x="85725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  <a:prstDash val="dash"/>
          </a:ln>
        </p:spPr>
      </p:sp>
      <p:sp>
        <p:nvSpPr>
          <p:cNvPr id="200" name="Edit operation icon">
            <a:extLst xmlns:a="http://schemas.openxmlformats.org/drawingml/2006/main">
              <a:ext uri="{FF2B5EF4-FFF2-40B4-BE49-F238E27FC236}">
                <a16:creationId xmlns:a16="http://schemas.microsoft.com/office/drawing/2014/main" id="{8379C025-8322-46A8-BCFD-1D5EBE526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1643063"/>
            <a:ext cx="295370" cy="295370"/>
          </a:xfrm>
          <a:custGeom xmlns:a="http://schemas.openxmlformats.org/drawingml/2006/main">
            <a:pathLst>
              <a:path w="295370" h="295370">
                <a:moveTo>
                  <a:pt x="0" y="295275"/>
                </a:moveTo>
                <a:lnTo>
                  <a:pt x="2952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25">
            <a:solidFill>
              <a:srgbClr val="FFFFFF"/>
            </a:solidFill>
            <a:prstDash val="solid"/>
          </a:ln>
        </p:spPr>
      </p:sp>
      <p:sp>
        <p:nvSpPr>
          <p:cNvPr id="201" name="Edit operation icon floor">
            <a:extLst xmlns:a="http://schemas.openxmlformats.org/drawingml/2006/main">
              <a:ext uri="{FF2B5EF4-FFF2-40B4-BE49-F238E27FC236}">
                <a16:creationId xmlns:a16="http://schemas.microsoft.com/office/drawing/2014/main" id="{0D2543CB-A168-4252-853C-3588C7CCB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68175" y="2005013"/>
            <a:ext cx="381095" cy="191"/>
          </a:xfrm>
          <a:custGeom xmlns:a="http://schemas.openxmlformats.org/drawingml/2006/main">
            <a:pathLst>
              <a:path w="381095" h="191">
                <a:moveTo>
                  <a:pt x="0" y="0"/>
                </a:moveTo>
                <a:lnTo>
                  <a:pt x="381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FFFFFF"/>
            </a:solidFill>
            <a:prstDash val="solid"/>
          </a:ln>
        </p:spPr>
      </p:sp>
      <p:sp>
        <p:nvSpPr>
          <p:cNvPr id="202" name="Edit operation name">
            <a:extLst xmlns:a="http://schemas.openxmlformats.org/drawingml/2006/main">
              <a:ext uri="{FF2B5EF4-FFF2-40B4-BE49-F238E27FC236}">
                <a16:creationId xmlns:a16="http://schemas.microsoft.com/office/drawing/2014/main" id="{013A1840-E0DA-4314-BA03-855C536E3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96875" y="1564386"/>
            <a:ext cx="1476375" cy="7600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275" b="0" i="0">
                <a:solidFill>
                  <a:srgbClr val="F792B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4275" b="0" i="0">
                <a:solidFill>
                  <a:srgbClr val="F792B4"/>
                </a:solidFill>
                <a:latin typeface="Arial"/>
                <a:ea typeface="Arial"/>
                <a:cs typeface="Arial"/>
              </a:defRPr>
            </a:pPr>
            <a:r>
              <a:rPr sz="4275" b="0" i="0">
                <a:solidFill>
                  <a:srgbClr val="F792B4"/>
                </a:solidFill>
                <a:latin typeface="Arial"/>
                <a:ea typeface="Arial"/>
                <a:cs typeface="Arial"/>
              </a:rPr>
              <a:t>Edit</a:t>
            </a:r>
          </a:p>
        </p:txBody>
      </p:sp>
      <p:sp>
        <p:nvSpPr>
          <p:cNvPr id="203" name="Add operation icon frame">
            <a:extLst xmlns:a="http://schemas.openxmlformats.org/drawingml/2006/main">
              <a:ext uri="{FF2B5EF4-FFF2-40B4-BE49-F238E27FC236}">
                <a16:creationId xmlns:a16="http://schemas.microsoft.com/office/drawing/2014/main" id="{73A65EFA-6BD8-45B6-8012-2DAB20B1F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11175" y="2852738"/>
            <a:ext cx="809625" cy="809625"/>
          </a:xfrm>
          <a:custGeom xmlns:a="http://schemas.openxmlformats.org/drawingml/2006/main">
            <a:pathLst>
              <a:path w="809625" h="809625">
                <a:moveTo>
                  <a:pt x="133350" y="0"/>
                </a:moveTo>
                <a:lnTo>
                  <a:pt x="676275" y="0"/>
                </a:lnTo>
                <a:cubicBezTo>
                  <a:pt x="749922" y="0"/>
                  <a:pt x="809625" y="59703"/>
                  <a:pt x="809625" y="133350"/>
                </a:cubicBezTo>
                <a:lnTo>
                  <a:pt x="809625" y="676275"/>
                </a:lnTo>
                <a:cubicBezTo>
                  <a:pt x="809625" y="749922"/>
                  <a:pt x="749922" y="809625"/>
                  <a:pt x="676275" y="809625"/>
                </a:cubicBezTo>
                <a:lnTo>
                  <a:pt x="133350" y="809625"/>
                </a:lnTo>
                <a:cubicBezTo>
                  <a:pt x="59703" y="809625"/>
                  <a:pt x="0" y="749922"/>
                  <a:pt x="0" y="676275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 xmlns:a="http://schemas.openxmlformats.org/drawingml/2006/main">
            <a:srgbClr val="F792B4"/>
          </a:solidFill>
          <a:ln xmlns:a="http://schemas.openxmlformats.org/drawingml/2006/main" w="28575">
            <a:solidFill>
              <a:srgbClr val="FCD0DF"/>
            </a:solidFill>
            <a:prstDash val="solid"/>
          </a:ln>
        </p:spPr>
      </p:sp>
      <p:sp>
        <p:nvSpPr>
          <p:cNvPr id="204" name="Add operation icon inset">
            <a:extLst xmlns:a="http://schemas.openxmlformats.org/drawingml/2006/main">
              <a:ext uri="{FF2B5EF4-FFF2-40B4-BE49-F238E27FC236}">
                <a16:creationId xmlns:a16="http://schemas.microsoft.com/office/drawing/2014/main" id="{FF54325D-5A71-4053-B5A7-07DD4AB1E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87375" y="2928938"/>
            <a:ext cx="657225" cy="657225"/>
          </a:xfrm>
          <a:custGeom xmlns:a="http://schemas.openxmlformats.org/drawingml/2006/main">
            <a:pathLst>
              <a:path w="657225" h="657225">
                <a:moveTo>
                  <a:pt x="85725" y="0"/>
                </a:moveTo>
                <a:lnTo>
                  <a:pt x="571500" y="0"/>
                </a:lnTo>
                <a:cubicBezTo>
                  <a:pt x="618845" y="0"/>
                  <a:pt x="657225" y="38380"/>
                  <a:pt x="657225" y="85725"/>
                </a:cubicBezTo>
                <a:lnTo>
                  <a:pt x="657225" y="571500"/>
                </a:lnTo>
                <a:cubicBezTo>
                  <a:pt x="657225" y="618845"/>
                  <a:pt x="618845" y="657225"/>
                  <a:pt x="571500" y="657225"/>
                </a:cubicBezTo>
                <a:lnTo>
                  <a:pt x="85725" y="657225"/>
                </a:lnTo>
                <a:cubicBezTo>
                  <a:pt x="38380" y="657225"/>
                  <a:pt x="0" y="618845"/>
                  <a:pt x="0" y="571500"/>
                </a:cubicBezTo>
                <a:lnTo>
                  <a:pt x="0" y="85725"/>
                </a:lnTo>
                <a:cubicBezTo>
                  <a:pt x="0" y="38380"/>
                  <a:pt x="38380" y="0"/>
                  <a:pt x="85725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  <a:prstDash val="dash"/>
          </a:ln>
        </p:spPr>
      </p:sp>
      <p:sp>
        <p:nvSpPr>
          <p:cNvPr id="205" name="Add operation icon">
            <a:extLst xmlns:a="http://schemas.openxmlformats.org/drawingml/2006/main">
              <a:ext uri="{FF2B5EF4-FFF2-40B4-BE49-F238E27FC236}">
                <a16:creationId xmlns:a16="http://schemas.microsoft.com/office/drawing/2014/main" id="{D41EE71B-5BC0-49F5-B79C-45EAE12EC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01675" y="3043238"/>
            <a:ext cx="428625" cy="428625"/>
          </a:xfrm>
          <a:custGeom xmlns:a="http://schemas.openxmlformats.org/drawingml/2006/main">
            <a:pathLst>
              <a:path w="428625" h="428625">
                <a:moveTo>
                  <a:pt x="428625" y="214313"/>
                </a:moveTo>
                <a:cubicBezTo>
                  <a:pt x="428625" y="332674"/>
                  <a:pt x="332674" y="428625"/>
                  <a:pt x="214313" y="428625"/>
                </a:cubicBezTo>
                <a:cubicBezTo>
                  <a:pt x="95951" y="428625"/>
                  <a:pt x="0" y="332674"/>
                  <a:pt x="0" y="214313"/>
                </a:cubicBezTo>
                <a:cubicBezTo>
                  <a:pt x="0" y="95951"/>
                  <a:pt x="95951" y="0"/>
                  <a:pt x="214313" y="0"/>
                </a:cubicBezTo>
                <a:cubicBezTo>
                  <a:pt x="332674" y="0"/>
                  <a:pt x="428625" y="95951"/>
                  <a:pt x="428625" y="21431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FFFFFF"/>
            </a:solidFill>
            <a:prstDash val="solid"/>
          </a:ln>
        </p:spPr>
      </p:sp>
      <p:sp>
        <p:nvSpPr>
          <p:cNvPr id="206" name="Add operation icon plusH">
            <a:extLst xmlns:a="http://schemas.openxmlformats.org/drawingml/2006/main">
              <a:ext uri="{FF2B5EF4-FFF2-40B4-BE49-F238E27FC236}">
                <a16:creationId xmlns:a16="http://schemas.microsoft.com/office/drawing/2014/main" id="{728ACD6A-EDA6-4B40-9403-3ED94F4B9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68350" y="3257550"/>
            <a:ext cx="295370" cy="191"/>
          </a:xfrm>
          <a:custGeom xmlns:a="http://schemas.openxmlformats.org/drawingml/2006/main">
            <a:pathLst>
              <a:path w="295370" h="191">
                <a:moveTo>
                  <a:pt x="0" y="0"/>
                </a:moveTo>
                <a:lnTo>
                  <a:pt x="2952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FFFFFF"/>
            </a:solidFill>
            <a:prstDash val="solid"/>
          </a:ln>
        </p:spPr>
      </p:sp>
      <p:sp>
        <p:nvSpPr>
          <p:cNvPr id="207" name="Add operation icon plusV">
            <a:extLst xmlns:a="http://schemas.openxmlformats.org/drawingml/2006/main">
              <a:ext uri="{FF2B5EF4-FFF2-40B4-BE49-F238E27FC236}">
                <a16:creationId xmlns:a16="http://schemas.microsoft.com/office/drawing/2014/main" id="{C5499C1F-50A4-409D-8F11-50D2EE181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15988" y="3109913"/>
            <a:ext cx="191" cy="295370"/>
          </a:xfrm>
          <a:custGeom xmlns:a="http://schemas.openxmlformats.org/drawingml/2006/main">
            <a:pathLst>
              <a:path w="191" h="295370">
                <a:moveTo>
                  <a:pt x="0" y="0"/>
                </a:moveTo>
                <a:lnTo>
                  <a:pt x="0" y="295275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FFFFFF"/>
            </a:solidFill>
            <a:prstDash val="solid"/>
          </a:ln>
        </p:spPr>
      </p:sp>
      <p:sp>
        <p:nvSpPr>
          <p:cNvPr id="208" name="Add operation name">
            <a:extLst xmlns:a="http://schemas.openxmlformats.org/drawingml/2006/main">
              <a:ext uri="{FF2B5EF4-FFF2-40B4-BE49-F238E27FC236}">
                <a16:creationId xmlns:a16="http://schemas.microsoft.com/office/drawing/2014/main" id="{F6B608E4-431A-4369-9BE0-081205B66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335125" y="2955036"/>
            <a:ext cx="1476375" cy="7600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275" b="0" i="0">
                <a:solidFill>
                  <a:srgbClr val="F792B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4275" b="0" i="0">
                <a:solidFill>
                  <a:srgbClr val="F792B4"/>
                </a:solidFill>
                <a:latin typeface="Arial"/>
                <a:ea typeface="Arial"/>
                <a:cs typeface="Arial"/>
              </a:defRPr>
            </a:pPr>
            <a:r>
              <a:rPr sz="4275" b="0" i="0">
                <a:solidFill>
                  <a:srgbClr val="F792B4"/>
                </a:solidFill>
                <a:latin typeface="Arial"/>
                <a:ea typeface="Arial"/>
                <a:cs typeface="Arial"/>
              </a:rPr>
              <a:t>Add</a:t>
            </a:r>
          </a:p>
        </p:txBody>
      </p:sp>
      <p:sp>
        <p:nvSpPr>
          <p:cNvPr id="209" name="Del operation icon frame">
            <a:extLst xmlns:a="http://schemas.openxmlformats.org/drawingml/2006/main">
              <a:ext uri="{FF2B5EF4-FFF2-40B4-BE49-F238E27FC236}">
                <a16:creationId xmlns:a16="http://schemas.microsoft.com/office/drawing/2014/main" id="{E5B8DD65-BA32-48C5-89B3-699F5EC83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4386263"/>
            <a:ext cx="809625" cy="809625"/>
          </a:xfrm>
          <a:custGeom xmlns:a="http://schemas.openxmlformats.org/drawingml/2006/main">
            <a:pathLst>
              <a:path w="809625" h="809625">
                <a:moveTo>
                  <a:pt x="133350" y="0"/>
                </a:moveTo>
                <a:lnTo>
                  <a:pt x="676275" y="0"/>
                </a:lnTo>
                <a:cubicBezTo>
                  <a:pt x="749922" y="0"/>
                  <a:pt x="809625" y="59703"/>
                  <a:pt x="809625" y="133350"/>
                </a:cubicBezTo>
                <a:lnTo>
                  <a:pt x="809625" y="676275"/>
                </a:lnTo>
                <a:cubicBezTo>
                  <a:pt x="809625" y="749922"/>
                  <a:pt x="749922" y="809625"/>
                  <a:pt x="676275" y="809625"/>
                </a:cubicBezTo>
                <a:lnTo>
                  <a:pt x="133350" y="809625"/>
                </a:lnTo>
                <a:cubicBezTo>
                  <a:pt x="59703" y="809625"/>
                  <a:pt x="0" y="749922"/>
                  <a:pt x="0" y="676275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 xmlns:a="http://schemas.openxmlformats.org/drawingml/2006/main">
            <a:srgbClr val="F792B4"/>
          </a:solidFill>
          <a:ln xmlns:a="http://schemas.openxmlformats.org/drawingml/2006/main" w="28575">
            <a:solidFill>
              <a:srgbClr val="FCD0DF"/>
            </a:solidFill>
            <a:prstDash val="solid"/>
          </a:ln>
        </p:spPr>
      </p:sp>
      <p:sp>
        <p:nvSpPr>
          <p:cNvPr id="210" name="Del operation icon inset">
            <a:extLst xmlns:a="http://schemas.openxmlformats.org/drawingml/2006/main">
              <a:ext uri="{FF2B5EF4-FFF2-40B4-BE49-F238E27FC236}">
                <a16:creationId xmlns:a16="http://schemas.microsoft.com/office/drawing/2014/main" id="{1C25B147-2C0A-470D-8DE1-E73FDB77E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96950" y="4462463"/>
            <a:ext cx="657225" cy="657225"/>
          </a:xfrm>
          <a:custGeom xmlns:a="http://schemas.openxmlformats.org/drawingml/2006/main">
            <a:pathLst>
              <a:path w="657225" h="657225">
                <a:moveTo>
                  <a:pt x="85725" y="0"/>
                </a:moveTo>
                <a:lnTo>
                  <a:pt x="571500" y="0"/>
                </a:lnTo>
                <a:cubicBezTo>
                  <a:pt x="618845" y="0"/>
                  <a:pt x="657225" y="38380"/>
                  <a:pt x="657225" y="85725"/>
                </a:cubicBezTo>
                <a:lnTo>
                  <a:pt x="657225" y="571500"/>
                </a:lnTo>
                <a:cubicBezTo>
                  <a:pt x="657225" y="618845"/>
                  <a:pt x="618845" y="657225"/>
                  <a:pt x="571500" y="657225"/>
                </a:cubicBezTo>
                <a:lnTo>
                  <a:pt x="85725" y="657225"/>
                </a:lnTo>
                <a:cubicBezTo>
                  <a:pt x="38380" y="657225"/>
                  <a:pt x="0" y="618845"/>
                  <a:pt x="0" y="571500"/>
                </a:cubicBezTo>
                <a:lnTo>
                  <a:pt x="0" y="85725"/>
                </a:lnTo>
                <a:cubicBezTo>
                  <a:pt x="0" y="38380"/>
                  <a:pt x="38380" y="0"/>
                  <a:pt x="85725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  <a:prstDash val="dash"/>
          </a:ln>
        </p:spPr>
      </p:sp>
      <p:sp>
        <p:nvSpPr>
          <p:cNvPr id="211" name="Del operation icon bin">
            <a:extLst xmlns:a="http://schemas.openxmlformats.org/drawingml/2006/main">
              <a:ext uri="{FF2B5EF4-FFF2-40B4-BE49-F238E27FC236}">
                <a16:creationId xmlns:a16="http://schemas.microsoft.com/office/drawing/2014/main" id="{4C00A20A-6B14-4AE1-8A4D-08E6EE55F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77925" y="4633913"/>
            <a:ext cx="276225" cy="381000"/>
          </a:xfrm>
          <a:custGeom xmlns:a="http://schemas.openxmlformats.org/drawingml/2006/main">
            <a:pathLst>
              <a:path w="276225" h="381000">
                <a:moveTo>
                  <a:pt x="0" y="0"/>
                </a:moveTo>
                <a:lnTo>
                  <a:pt x="276225" y="0"/>
                </a:lnTo>
                <a:cubicBezTo>
                  <a:pt x="276225" y="0"/>
                  <a:pt x="276225" y="0"/>
                  <a:pt x="276225" y="0"/>
                </a:cubicBezTo>
                <a:lnTo>
                  <a:pt x="276225" y="381000"/>
                </a:lnTo>
                <a:cubicBezTo>
                  <a:pt x="276225" y="381000"/>
                  <a:pt x="276225" y="381000"/>
                  <a:pt x="276225" y="381000"/>
                </a:cubicBezTo>
                <a:lnTo>
                  <a:pt x="0" y="381000"/>
                </a:lnTo>
                <a:cubicBezTo>
                  <a:pt x="0" y="381000"/>
                  <a:pt x="0" y="381000"/>
                  <a:pt x="0" y="38100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FFFFFF"/>
            </a:solidFill>
            <a:prstDash val="solid"/>
          </a:ln>
        </p:spPr>
      </p:sp>
      <p:sp>
        <p:nvSpPr>
          <p:cNvPr id="212" name="Del operation icon lid">
            <a:extLst xmlns:a="http://schemas.openxmlformats.org/drawingml/2006/main">
              <a:ext uri="{FF2B5EF4-FFF2-40B4-BE49-F238E27FC236}">
                <a16:creationId xmlns:a16="http://schemas.microsoft.com/office/drawing/2014/main" id="{5743B8EF-30FC-417A-BE3B-E386E435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4595813"/>
            <a:ext cx="400145" cy="191"/>
          </a:xfrm>
          <a:custGeom xmlns:a="http://schemas.openxmlformats.org/drawingml/2006/main">
            <a:pathLst>
              <a:path w="400145" h="191">
                <a:moveTo>
                  <a:pt x="0" y="0"/>
                </a:moveTo>
                <a:lnTo>
                  <a:pt x="400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47625">
            <a:solidFill>
              <a:srgbClr val="FFFFFF"/>
            </a:solidFill>
            <a:prstDash val="solid"/>
          </a:ln>
        </p:spPr>
      </p:sp>
      <p:sp>
        <p:nvSpPr>
          <p:cNvPr id="213" name="Del operation icon handle">
            <a:extLst xmlns:a="http://schemas.openxmlformats.org/drawingml/2006/main">
              <a:ext uri="{FF2B5EF4-FFF2-40B4-BE49-F238E27FC236}">
                <a16:creationId xmlns:a16="http://schemas.microsoft.com/office/drawing/2014/main" id="{F74ECDC0-81DC-4621-89AC-68EE9254F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25550" y="4538663"/>
            <a:ext cx="152495" cy="191"/>
          </a:xfrm>
          <a:custGeom xmlns:a="http://schemas.openxmlformats.org/drawingml/2006/main">
            <a:pathLst>
              <a:path w="152495" h="191">
                <a:moveTo>
                  <a:pt x="0" y="0"/>
                </a:moveTo>
                <a:lnTo>
                  <a:pt x="1524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FFFFFF"/>
            </a:solidFill>
            <a:prstDash val="solid"/>
          </a:ln>
        </p:spPr>
      </p:sp>
      <p:sp>
        <p:nvSpPr>
          <p:cNvPr id="214" name="Del operation icon bar33">
            <a:extLst xmlns:a="http://schemas.openxmlformats.org/drawingml/2006/main">
              <a:ext uri="{FF2B5EF4-FFF2-40B4-BE49-F238E27FC236}">
                <a16:creationId xmlns:a16="http://schemas.microsoft.com/office/drawing/2014/main" id="{2388F6A8-89F0-479F-807D-1A47AEFFD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35075" y="4700588"/>
            <a:ext cx="191" cy="247745"/>
          </a:xfrm>
          <a:custGeom xmlns:a="http://schemas.openxmlformats.org/drawingml/2006/main">
            <a:pathLst>
              <a:path w="191" h="247745">
                <a:moveTo>
                  <a:pt x="0" y="0"/>
                </a:moveTo>
                <a:lnTo>
                  <a:pt x="0" y="24765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215" name="Del operation icon bar41">
            <a:extLst xmlns:a="http://schemas.openxmlformats.org/drawingml/2006/main">
              <a:ext uri="{FF2B5EF4-FFF2-40B4-BE49-F238E27FC236}">
                <a16:creationId xmlns:a16="http://schemas.microsoft.com/office/drawing/2014/main" id="{F5455BBB-A475-4BEA-AFC4-C1CE3CD73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11275" y="4700588"/>
            <a:ext cx="191" cy="247745"/>
          </a:xfrm>
          <a:custGeom xmlns:a="http://schemas.openxmlformats.org/drawingml/2006/main">
            <a:pathLst>
              <a:path w="191" h="247745">
                <a:moveTo>
                  <a:pt x="0" y="0"/>
                </a:moveTo>
                <a:lnTo>
                  <a:pt x="0" y="24765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216" name="Del operation icon bar49">
            <a:extLst xmlns:a="http://schemas.openxmlformats.org/drawingml/2006/main">
              <a:ext uri="{FF2B5EF4-FFF2-40B4-BE49-F238E27FC236}">
                <a16:creationId xmlns:a16="http://schemas.microsoft.com/office/drawing/2014/main" id="{BA2C2A53-29C9-41D9-A1D8-C5BD260DE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87475" y="4700588"/>
            <a:ext cx="191" cy="247745"/>
          </a:xfrm>
          <a:custGeom xmlns:a="http://schemas.openxmlformats.org/drawingml/2006/main">
            <a:pathLst>
              <a:path w="191" h="247745">
                <a:moveTo>
                  <a:pt x="0" y="0"/>
                </a:moveTo>
                <a:lnTo>
                  <a:pt x="0" y="24765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217" name="Del operation name">
            <a:extLst xmlns:a="http://schemas.openxmlformats.org/drawingml/2006/main">
              <a:ext uri="{FF2B5EF4-FFF2-40B4-BE49-F238E27FC236}">
                <a16:creationId xmlns:a16="http://schemas.microsoft.com/office/drawing/2014/main" id="{00056EAC-B004-4238-A20D-FFAA39736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782800" y="4498086"/>
            <a:ext cx="1476375" cy="7600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275" b="0" i="0">
                <a:solidFill>
                  <a:srgbClr val="F792B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4275" b="0" i="0">
                <a:solidFill>
                  <a:srgbClr val="F792B4"/>
                </a:solidFill>
                <a:latin typeface="Arial"/>
                <a:ea typeface="Arial"/>
                <a:cs typeface="Arial"/>
              </a:defRPr>
            </a:pPr>
            <a:r>
              <a:rPr sz="4275" b="0" i="0">
                <a:solidFill>
                  <a:srgbClr val="F792B4"/>
                </a:solidFill>
                <a:latin typeface="Arial"/>
                <a:ea typeface="Arial"/>
                <a:cs typeface="Arial"/>
              </a:rPr>
              <a:t>Del</a:t>
            </a:r>
          </a:p>
        </p:txBody>
      </p:sp>
      <p:sp>
        <p:nvSpPr>
          <p:cNvPr id="218" name="Move operation icon frame">
            <a:extLst xmlns:a="http://schemas.openxmlformats.org/drawingml/2006/main">
              <a:ext uri="{FF2B5EF4-FFF2-40B4-BE49-F238E27FC236}">
                <a16:creationId xmlns:a16="http://schemas.microsoft.com/office/drawing/2014/main" id="{525F02AD-23F8-4951-B6E6-79E9E2BCB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1200" y="5948363"/>
            <a:ext cx="809625" cy="809625"/>
          </a:xfrm>
          <a:custGeom xmlns:a="http://schemas.openxmlformats.org/drawingml/2006/main">
            <a:pathLst>
              <a:path w="809625" h="809625">
                <a:moveTo>
                  <a:pt x="133350" y="0"/>
                </a:moveTo>
                <a:lnTo>
                  <a:pt x="676275" y="0"/>
                </a:lnTo>
                <a:cubicBezTo>
                  <a:pt x="749922" y="0"/>
                  <a:pt x="809625" y="59703"/>
                  <a:pt x="809625" y="133350"/>
                </a:cubicBezTo>
                <a:lnTo>
                  <a:pt x="809625" y="676275"/>
                </a:lnTo>
                <a:cubicBezTo>
                  <a:pt x="809625" y="749922"/>
                  <a:pt x="749922" y="809625"/>
                  <a:pt x="676275" y="809625"/>
                </a:cubicBezTo>
                <a:lnTo>
                  <a:pt x="133350" y="809625"/>
                </a:lnTo>
                <a:cubicBezTo>
                  <a:pt x="59703" y="809625"/>
                  <a:pt x="0" y="749922"/>
                  <a:pt x="0" y="676275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 xmlns:a="http://schemas.openxmlformats.org/drawingml/2006/main">
            <a:srgbClr val="F792B4"/>
          </a:solidFill>
          <a:ln xmlns:a="http://schemas.openxmlformats.org/drawingml/2006/main" w="28575">
            <a:solidFill>
              <a:srgbClr val="FCD0DF"/>
            </a:solidFill>
            <a:prstDash val="solid"/>
          </a:ln>
        </p:spPr>
      </p:sp>
      <p:sp>
        <p:nvSpPr>
          <p:cNvPr id="219" name="Move operation icon inset">
            <a:extLst xmlns:a="http://schemas.openxmlformats.org/drawingml/2006/main">
              <a:ext uri="{FF2B5EF4-FFF2-40B4-BE49-F238E27FC236}">
                <a16:creationId xmlns:a16="http://schemas.microsoft.com/office/drawing/2014/main" id="{D1A1D9D8-0E3F-405A-82DD-20EFC1BC1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87400" y="6024563"/>
            <a:ext cx="657225" cy="657225"/>
          </a:xfrm>
          <a:custGeom xmlns:a="http://schemas.openxmlformats.org/drawingml/2006/main">
            <a:pathLst>
              <a:path w="657225" h="657225">
                <a:moveTo>
                  <a:pt x="85725" y="0"/>
                </a:moveTo>
                <a:lnTo>
                  <a:pt x="571500" y="0"/>
                </a:lnTo>
                <a:cubicBezTo>
                  <a:pt x="618845" y="0"/>
                  <a:pt x="657225" y="38380"/>
                  <a:pt x="657225" y="85725"/>
                </a:cubicBezTo>
                <a:lnTo>
                  <a:pt x="657225" y="571500"/>
                </a:lnTo>
                <a:cubicBezTo>
                  <a:pt x="657225" y="618845"/>
                  <a:pt x="618845" y="657225"/>
                  <a:pt x="571500" y="657225"/>
                </a:cubicBezTo>
                <a:lnTo>
                  <a:pt x="85725" y="657225"/>
                </a:lnTo>
                <a:cubicBezTo>
                  <a:pt x="38380" y="657225"/>
                  <a:pt x="0" y="618845"/>
                  <a:pt x="0" y="571500"/>
                </a:cubicBezTo>
                <a:lnTo>
                  <a:pt x="0" y="85725"/>
                </a:lnTo>
                <a:cubicBezTo>
                  <a:pt x="0" y="38380"/>
                  <a:pt x="38380" y="0"/>
                  <a:pt x="85725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  <a:prstDash val="dash"/>
          </a:ln>
        </p:spPr>
      </p:sp>
      <p:sp>
        <p:nvSpPr>
          <p:cNvPr id="220" name="Move operation icon h">
            <a:extLst xmlns:a="http://schemas.openxmlformats.org/drawingml/2006/main">
              <a:ext uri="{FF2B5EF4-FFF2-40B4-BE49-F238E27FC236}">
                <a16:creationId xmlns:a16="http://schemas.microsoft.com/office/drawing/2014/main" id="{9B0C0961-7045-4703-B419-B05F970D8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82650" y="6329363"/>
            <a:ext cx="419195" cy="191"/>
          </a:xfrm>
          <a:custGeom xmlns:a="http://schemas.openxmlformats.org/drawingml/2006/main">
            <a:pathLst>
              <a:path w="419195" h="191">
                <a:moveTo>
                  <a:pt x="0" y="0"/>
                </a:moveTo>
                <a:lnTo>
                  <a:pt x="4191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47625">
            <a:solidFill>
              <a:srgbClr val="FFFFFF"/>
            </a:solidFill>
            <a:prstDash val="solid"/>
          </a:ln>
        </p:spPr>
      </p:sp>
      <p:sp>
        <p:nvSpPr>
          <p:cNvPr id="221" name="Move operation icon h arrowhead">
            <a:extLst xmlns:a="http://schemas.openxmlformats.org/drawingml/2006/main">
              <a:ext uri="{FF2B5EF4-FFF2-40B4-BE49-F238E27FC236}">
                <a16:creationId xmlns:a16="http://schemas.microsoft.com/office/drawing/2014/main" id="{0DCC6C1E-B163-4E86-97B9-7F48662B8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58875" y="6186488"/>
            <a:ext cx="285750" cy="285750"/>
          </a:xfrm>
          <a:custGeom xmlns:a="http://schemas.openxmlformats.org/drawingml/2006/main">
            <a:pathLst>
              <a:path w="285750" h="285750">
                <a:moveTo>
                  <a:pt x="142875" y="142875"/>
                </a:moveTo>
                <a:lnTo>
                  <a:pt x="47625" y="188595"/>
                </a:lnTo>
                <a:lnTo>
                  <a:pt x="47625" y="9715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22" name="Move operation icon hr">
            <a:extLst xmlns:a="http://schemas.openxmlformats.org/drawingml/2006/main">
              <a:ext uri="{FF2B5EF4-FFF2-40B4-BE49-F238E27FC236}">
                <a16:creationId xmlns:a16="http://schemas.microsoft.com/office/drawing/2014/main" id="{0E5B82BC-566B-46D1-8458-507FC8A6A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82650" y="6329363"/>
            <a:ext cx="419195" cy="191"/>
          </a:xfrm>
          <a:custGeom xmlns:a="http://schemas.openxmlformats.org/drawingml/2006/main">
            <a:pathLst>
              <a:path w="419195" h="191">
                <a:moveTo>
                  <a:pt x="41910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47625">
            <a:solidFill>
              <a:srgbClr val="FFFFFF"/>
            </a:solidFill>
            <a:prstDash val="solid"/>
          </a:ln>
        </p:spPr>
      </p:sp>
      <p:sp>
        <p:nvSpPr>
          <p:cNvPr id="223" name="Move operation icon hr arrowhead">
            <a:extLst xmlns:a="http://schemas.openxmlformats.org/drawingml/2006/main">
              <a:ext uri="{FF2B5EF4-FFF2-40B4-BE49-F238E27FC236}">
                <a16:creationId xmlns:a16="http://schemas.microsoft.com/office/drawing/2014/main" id="{436B7A17-EE47-4C3B-B85D-D420BB9C7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9775" y="6186488"/>
            <a:ext cx="285750" cy="285750"/>
          </a:xfrm>
          <a:custGeom xmlns:a="http://schemas.openxmlformats.org/drawingml/2006/main">
            <a:pathLst>
              <a:path w="285750" h="285750">
                <a:moveTo>
                  <a:pt x="142875" y="142875"/>
                </a:moveTo>
                <a:lnTo>
                  <a:pt x="238125" y="97155"/>
                </a:lnTo>
                <a:lnTo>
                  <a:pt x="238125" y="18859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24" name="Move operation icon v">
            <a:extLst xmlns:a="http://schemas.openxmlformats.org/drawingml/2006/main">
              <a:ext uri="{FF2B5EF4-FFF2-40B4-BE49-F238E27FC236}">
                <a16:creationId xmlns:a16="http://schemas.microsoft.com/office/drawing/2014/main" id="{3C4949AD-D4D1-4FAA-8617-A75A8835E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92200" y="6119813"/>
            <a:ext cx="191" cy="419195"/>
          </a:xfrm>
          <a:custGeom xmlns:a="http://schemas.openxmlformats.org/drawingml/2006/main">
            <a:pathLst>
              <a:path w="191" h="419195">
                <a:moveTo>
                  <a:pt x="0" y="0"/>
                </a:moveTo>
                <a:lnTo>
                  <a:pt x="0" y="419100"/>
                </a:lnTo>
              </a:path>
            </a:pathLst>
          </a:custGeom>
          <a:noFill xmlns:a="http://schemas.openxmlformats.org/drawingml/2006/main"/>
          <a:ln xmlns:a="http://schemas.openxmlformats.org/drawingml/2006/main" w="47625">
            <a:solidFill>
              <a:srgbClr val="FFFFFF"/>
            </a:solidFill>
            <a:prstDash val="solid"/>
          </a:ln>
        </p:spPr>
      </p:sp>
      <p:sp>
        <p:nvSpPr>
          <p:cNvPr id="225" name="Move operation icon v arrowhead">
            <a:extLst xmlns:a="http://schemas.openxmlformats.org/drawingml/2006/main">
              <a:ext uri="{FF2B5EF4-FFF2-40B4-BE49-F238E27FC236}">
                <a16:creationId xmlns:a16="http://schemas.microsoft.com/office/drawing/2014/main" id="{BF7409FE-68DA-48B7-9455-9F589C5BD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49325" y="6396038"/>
            <a:ext cx="285750" cy="285750"/>
          </a:xfrm>
          <a:custGeom xmlns:a="http://schemas.openxmlformats.org/drawingml/2006/main">
            <a:pathLst>
              <a:path w="285750" h="285750">
                <a:moveTo>
                  <a:pt x="142875" y="142875"/>
                </a:moveTo>
                <a:lnTo>
                  <a:pt x="97155" y="47625"/>
                </a:lnTo>
                <a:lnTo>
                  <a:pt x="188595" y="4762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26" name="Move operation icon vr">
            <a:extLst xmlns:a="http://schemas.openxmlformats.org/drawingml/2006/main">
              <a:ext uri="{FF2B5EF4-FFF2-40B4-BE49-F238E27FC236}">
                <a16:creationId xmlns:a16="http://schemas.microsoft.com/office/drawing/2014/main" id="{2AD2477E-45C2-4FA5-AA28-8A33593E0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92200" y="6119813"/>
            <a:ext cx="191" cy="419195"/>
          </a:xfrm>
          <a:custGeom xmlns:a="http://schemas.openxmlformats.org/drawingml/2006/main">
            <a:pathLst>
              <a:path w="191" h="419195">
                <a:moveTo>
                  <a:pt x="0" y="41910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47625">
            <a:solidFill>
              <a:srgbClr val="FFFFFF"/>
            </a:solidFill>
            <a:prstDash val="solid"/>
          </a:ln>
        </p:spPr>
      </p:sp>
      <p:sp>
        <p:nvSpPr>
          <p:cNvPr id="227" name="Move operation icon vr arrowhead">
            <a:extLst xmlns:a="http://schemas.openxmlformats.org/drawingml/2006/main">
              <a:ext uri="{FF2B5EF4-FFF2-40B4-BE49-F238E27FC236}">
                <a16:creationId xmlns:a16="http://schemas.microsoft.com/office/drawing/2014/main" id="{6BFAD9C7-0320-4A17-BE53-E8DDE6CDC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49325" y="5976938"/>
            <a:ext cx="285750" cy="285750"/>
          </a:xfrm>
          <a:custGeom xmlns:a="http://schemas.openxmlformats.org/drawingml/2006/main">
            <a:pathLst>
              <a:path w="285750" h="285750">
                <a:moveTo>
                  <a:pt x="142875" y="142875"/>
                </a:moveTo>
                <a:lnTo>
                  <a:pt x="188595" y="238125"/>
                </a:lnTo>
                <a:lnTo>
                  <a:pt x="97155" y="23812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28" name="Move operation name">
            <a:extLst xmlns:a="http://schemas.openxmlformats.org/drawingml/2006/main">
              <a:ext uri="{FF2B5EF4-FFF2-40B4-BE49-F238E27FC236}">
                <a16:creationId xmlns:a16="http://schemas.microsoft.com/office/drawing/2014/main" id="{F9EE726A-9240-4002-8EDA-E10060555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592300" y="6088761"/>
            <a:ext cx="1476375" cy="7600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275" b="0" i="0">
                <a:solidFill>
                  <a:srgbClr val="F792B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4275" b="0" i="0">
                <a:solidFill>
                  <a:srgbClr val="F792B4"/>
                </a:solidFill>
                <a:latin typeface="Arial"/>
                <a:ea typeface="Arial"/>
                <a:cs typeface="Arial"/>
              </a:defRPr>
            </a:pPr>
            <a:r>
              <a:rPr sz="4275" b="0" i="0">
                <a:solidFill>
                  <a:srgbClr val="F792B4"/>
                </a:solidFill>
                <a:latin typeface="Arial"/>
                <a:ea typeface="Arial"/>
                <a:cs typeface="Arial"/>
              </a:rPr>
              <a:t>Move</a:t>
            </a:r>
          </a:p>
        </p:txBody>
      </p:sp>
      <p:sp>
        <p:nvSpPr>
          <p:cNvPr id="229" name="Replace operation icon frame">
            <a:extLst xmlns:a="http://schemas.openxmlformats.org/drawingml/2006/main">
              <a:ext uri="{FF2B5EF4-FFF2-40B4-BE49-F238E27FC236}">
                <a16:creationId xmlns:a16="http://schemas.microsoft.com/office/drawing/2014/main" id="{123EA2A1-B7F2-4143-A1D4-867B37A5F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30175" y="7358063"/>
            <a:ext cx="809625" cy="809625"/>
          </a:xfrm>
          <a:custGeom xmlns:a="http://schemas.openxmlformats.org/drawingml/2006/main">
            <a:pathLst>
              <a:path w="809625" h="809625">
                <a:moveTo>
                  <a:pt x="133350" y="0"/>
                </a:moveTo>
                <a:lnTo>
                  <a:pt x="676275" y="0"/>
                </a:lnTo>
                <a:cubicBezTo>
                  <a:pt x="749922" y="0"/>
                  <a:pt x="809625" y="59703"/>
                  <a:pt x="809625" y="133350"/>
                </a:cubicBezTo>
                <a:lnTo>
                  <a:pt x="809625" y="676275"/>
                </a:lnTo>
                <a:cubicBezTo>
                  <a:pt x="809625" y="749922"/>
                  <a:pt x="749922" y="809625"/>
                  <a:pt x="676275" y="809625"/>
                </a:cubicBezTo>
                <a:lnTo>
                  <a:pt x="133350" y="809625"/>
                </a:lnTo>
                <a:cubicBezTo>
                  <a:pt x="59703" y="809625"/>
                  <a:pt x="0" y="749922"/>
                  <a:pt x="0" y="676275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 xmlns:a="http://schemas.openxmlformats.org/drawingml/2006/main">
            <a:srgbClr val="F792B4"/>
          </a:solidFill>
          <a:ln xmlns:a="http://schemas.openxmlformats.org/drawingml/2006/main" w="28575">
            <a:solidFill>
              <a:srgbClr val="FCD0DF"/>
            </a:solidFill>
            <a:prstDash val="solid"/>
          </a:ln>
        </p:spPr>
      </p:sp>
      <p:sp>
        <p:nvSpPr>
          <p:cNvPr id="230" name="Replace operation icon inset">
            <a:extLst xmlns:a="http://schemas.openxmlformats.org/drawingml/2006/main">
              <a:ext uri="{FF2B5EF4-FFF2-40B4-BE49-F238E27FC236}">
                <a16:creationId xmlns:a16="http://schemas.microsoft.com/office/drawing/2014/main" id="{0FF8F21C-21F3-4046-856B-2E5F10F8D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6375" y="7434263"/>
            <a:ext cx="657225" cy="657225"/>
          </a:xfrm>
          <a:custGeom xmlns:a="http://schemas.openxmlformats.org/drawingml/2006/main">
            <a:pathLst>
              <a:path w="657225" h="657225">
                <a:moveTo>
                  <a:pt x="85725" y="0"/>
                </a:moveTo>
                <a:lnTo>
                  <a:pt x="571500" y="0"/>
                </a:lnTo>
                <a:cubicBezTo>
                  <a:pt x="618845" y="0"/>
                  <a:pt x="657225" y="38380"/>
                  <a:pt x="657225" y="85725"/>
                </a:cubicBezTo>
                <a:lnTo>
                  <a:pt x="657225" y="571500"/>
                </a:lnTo>
                <a:cubicBezTo>
                  <a:pt x="657225" y="618845"/>
                  <a:pt x="618845" y="657225"/>
                  <a:pt x="571500" y="657225"/>
                </a:cubicBezTo>
                <a:lnTo>
                  <a:pt x="85725" y="657225"/>
                </a:lnTo>
                <a:cubicBezTo>
                  <a:pt x="38380" y="657225"/>
                  <a:pt x="0" y="618845"/>
                  <a:pt x="0" y="571500"/>
                </a:cubicBezTo>
                <a:lnTo>
                  <a:pt x="0" y="85725"/>
                </a:lnTo>
                <a:cubicBezTo>
                  <a:pt x="0" y="38380"/>
                  <a:pt x="38380" y="0"/>
                  <a:pt x="85725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  <a:prstDash val="dash"/>
          </a:ln>
        </p:spPr>
      </p:sp>
      <p:sp>
        <p:nvSpPr>
          <p:cNvPr id="231" name="Replace operation icon check0-0">
            <a:extLst xmlns:a="http://schemas.openxmlformats.org/drawingml/2006/main">
              <a:ext uri="{FF2B5EF4-FFF2-40B4-BE49-F238E27FC236}">
                <a16:creationId xmlns:a16="http://schemas.microsoft.com/office/drawing/2014/main" id="{C9136A40-D91C-4508-A8E6-253079CD7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11150" y="7539038"/>
            <a:ext cx="104775" cy="104775"/>
          </a:xfrm>
          <a:custGeom xmlns:a="http://schemas.openxmlformats.org/drawingml/2006/main">
            <a:pathLst>
              <a:path w="104775" h="104775">
                <a:moveTo>
                  <a:pt x="0" y="0"/>
                </a:moveTo>
                <a:lnTo>
                  <a:pt x="104775" y="0"/>
                </a:lnTo>
                <a:cubicBezTo>
                  <a:pt x="104775" y="0"/>
                  <a:pt x="104775" y="0"/>
                  <a:pt x="104775" y="0"/>
                </a:cubicBezTo>
                <a:lnTo>
                  <a:pt x="104775" y="104775"/>
                </a:lnTo>
                <a:cubicBezTo>
                  <a:pt x="104775" y="104775"/>
                  <a:pt x="104775" y="104775"/>
                  <a:pt x="104775" y="104775"/>
                </a:cubicBezTo>
                <a:lnTo>
                  <a:pt x="0" y="104775"/>
                </a:lnTo>
                <a:cubicBezTo>
                  <a:pt x="0" y="104775"/>
                  <a:pt x="0" y="104775"/>
                  <a:pt x="0" y="104775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E5B91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32" name="Replace operation icon check1-0">
            <a:extLst xmlns:a="http://schemas.openxmlformats.org/drawingml/2006/main">
              <a:ext uri="{FF2B5EF4-FFF2-40B4-BE49-F238E27FC236}">
                <a16:creationId xmlns:a16="http://schemas.microsoft.com/office/drawing/2014/main" id="{3EBBBC83-92D2-4EF7-9E3F-FC571E3E6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15925" y="7539038"/>
            <a:ext cx="104775" cy="104775"/>
          </a:xfrm>
          <a:custGeom xmlns:a="http://schemas.openxmlformats.org/drawingml/2006/main">
            <a:pathLst>
              <a:path w="104775" h="104775">
                <a:moveTo>
                  <a:pt x="0" y="0"/>
                </a:moveTo>
                <a:lnTo>
                  <a:pt x="104775" y="0"/>
                </a:lnTo>
                <a:cubicBezTo>
                  <a:pt x="104775" y="0"/>
                  <a:pt x="104775" y="0"/>
                  <a:pt x="104775" y="0"/>
                </a:cubicBezTo>
                <a:lnTo>
                  <a:pt x="104775" y="104775"/>
                </a:lnTo>
                <a:cubicBezTo>
                  <a:pt x="104775" y="104775"/>
                  <a:pt x="104775" y="104775"/>
                  <a:pt x="104775" y="104775"/>
                </a:cubicBezTo>
                <a:lnTo>
                  <a:pt x="0" y="104775"/>
                </a:lnTo>
                <a:cubicBezTo>
                  <a:pt x="0" y="104775"/>
                  <a:pt x="0" y="104775"/>
                  <a:pt x="0" y="104775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33" name="Replace operation icon check2-0">
            <a:extLst xmlns:a="http://schemas.openxmlformats.org/drawingml/2006/main">
              <a:ext uri="{FF2B5EF4-FFF2-40B4-BE49-F238E27FC236}">
                <a16:creationId xmlns:a16="http://schemas.microsoft.com/office/drawing/2014/main" id="{41DC0A9F-B3BD-4920-845E-23DC1359B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0700" y="7539038"/>
            <a:ext cx="104775" cy="104775"/>
          </a:xfrm>
          <a:custGeom xmlns:a="http://schemas.openxmlformats.org/drawingml/2006/main">
            <a:pathLst>
              <a:path w="104775" h="104775">
                <a:moveTo>
                  <a:pt x="0" y="0"/>
                </a:moveTo>
                <a:lnTo>
                  <a:pt x="104775" y="0"/>
                </a:lnTo>
                <a:cubicBezTo>
                  <a:pt x="104775" y="0"/>
                  <a:pt x="104775" y="0"/>
                  <a:pt x="104775" y="0"/>
                </a:cubicBezTo>
                <a:lnTo>
                  <a:pt x="104775" y="104775"/>
                </a:lnTo>
                <a:cubicBezTo>
                  <a:pt x="104775" y="104775"/>
                  <a:pt x="104775" y="104775"/>
                  <a:pt x="104775" y="104775"/>
                </a:cubicBezTo>
                <a:lnTo>
                  <a:pt x="0" y="104775"/>
                </a:lnTo>
                <a:cubicBezTo>
                  <a:pt x="0" y="104775"/>
                  <a:pt x="0" y="104775"/>
                  <a:pt x="0" y="104775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E5B91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34" name="Replace operation icon check3-0">
            <a:extLst xmlns:a="http://schemas.openxmlformats.org/drawingml/2006/main">
              <a:ext uri="{FF2B5EF4-FFF2-40B4-BE49-F238E27FC236}">
                <a16:creationId xmlns:a16="http://schemas.microsoft.com/office/drawing/2014/main" id="{C04C394B-56A8-4A9D-969D-EF34D3A70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25475" y="7539038"/>
            <a:ext cx="104775" cy="104775"/>
          </a:xfrm>
          <a:custGeom xmlns:a="http://schemas.openxmlformats.org/drawingml/2006/main">
            <a:pathLst>
              <a:path w="104775" h="104775">
                <a:moveTo>
                  <a:pt x="0" y="0"/>
                </a:moveTo>
                <a:lnTo>
                  <a:pt x="104775" y="0"/>
                </a:lnTo>
                <a:cubicBezTo>
                  <a:pt x="104775" y="0"/>
                  <a:pt x="104775" y="0"/>
                  <a:pt x="104775" y="0"/>
                </a:cubicBezTo>
                <a:lnTo>
                  <a:pt x="104775" y="104775"/>
                </a:lnTo>
                <a:cubicBezTo>
                  <a:pt x="104775" y="104775"/>
                  <a:pt x="104775" y="104775"/>
                  <a:pt x="104775" y="104775"/>
                </a:cubicBezTo>
                <a:lnTo>
                  <a:pt x="0" y="104775"/>
                </a:lnTo>
                <a:cubicBezTo>
                  <a:pt x="0" y="104775"/>
                  <a:pt x="0" y="104775"/>
                  <a:pt x="0" y="104775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35" name="Replace operation icon check0-1">
            <a:extLst xmlns:a="http://schemas.openxmlformats.org/drawingml/2006/main">
              <a:ext uri="{FF2B5EF4-FFF2-40B4-BE49-F238E27FC236}">
                <a16:creationId xmlns:a16="http://schemas.microsoft.com/office/drawing/2014/main" id="{3A862B25-A588-4F20-A0A2-7104AB980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11150" y="7643813"/>
            <a:ext cx="104775" cy="104775"/>
          </a:xfrm>
          <a:custGeom xmlns:a="http://schemas.openxmlformats.org/drawingml/2006/main">
            <a:pathLst>
              <a:path w="104775" h="104775">
                <a:moveTo>
                  <a:pt x="0" y="0"/>
                </a:moveTo>
                <a:lnTo>
                  <a:pt x="104775" y="0"/>
                </a:lnTo>
                <a:cubicBezTo>
                  <a:pt x="104775" y="0"/>
                  <a:pt x="104775" y="0"/>
                  <a:pt x="104775" y="0"/>
                </a:cubicBezTo>
                <a:lnTo>
                  <a:pt x="104775" y="104775"/>
                </a:lnTo>
                <a:cubicBezTo>
                  <a:pt x="104775" y="104775"/>
                  <a:pt x="104775" y="104775"/>
                  <a:pt x="104775" y="104775"/>
                </a:cubicBezTo>
                <a:lnTo>
                  <a:pt x="0" y="104775"/>
                </a:lnTo>
                <a:cubicBezTo>
                  <a:pt x="0" y="104775"/>
                  <a:pt x="0" y="104775"/>
                  <a:pt x="0" y="104775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36" name="Replace operation icon check1-1">
            <a:extLst xmlns:a="http://schemas.openxmlformats.org/drawingml/2006/main">
              <a:ext uri="{FF2B5EF4-FFF2-40B4-BE49-F238E27FC236}">
                <a16:creationId xmlns:a16="http://schemas.microsoft.com/office/drawing/2014/main" id="{4531AC68-ACBD-46EF-A69F-1E0FFD35C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15925" y="7643813"/>
            <a:ext cx="104775" cy="104775"/>
          </a:xfrm>
          <a:custGeom xmlns:a="http://schemas.openxmlformats.org/drawingml/2006/main">
            <a:pathLst>
              <a:path w="104775" h="104775">
                <a:moveTo>
                  <a:pt x="0" y="0"/>
                </a:moveTo>
                <a:lnTo>
                  <a:pt x="104775" y="0"/>
                </a:lnTo>
                <a:cubicBezTo>
                  <a:pt x="104775" y="0"/>
                  <a:pt x="104775" y="0"/>
                  <a:pt x="104775" y="0"/>
                </a:cubicBezTo>
                <a:lnTo>
                  <a:pt x="104775" y="104775"/>
                </a:lnTo>
                <a:cubicBezTo>
                  <a:pt x="104775" y="104775"/>
                  <a:pt x="104775" y="104775"/>
                  <a:pt x="104775" y="104775"/>
                </a:cubicBezTo>
                <a:lnTo>
                  <a:pt x="0" y="104775"/>
                </a:lnTo>
                <a:cubicBezTo>
                  <a:pt x="0" y="104775"/>
                  <a:pt x="0" y="104775"/>
                  <a:pt x="0" y="104775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E5B91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37" name="Replace operation icon check2-1">
            <a:extLst xmlns:a="http://schemas.openxmlformats.org/drawingml/2006/main">
              <a:ext uri="{FF2B5EF4-FFF2-40B4-BE49-F238E27FC236}">
                <a16:creationId xmlns:a16="http://schemas.microsoft.com/office/drawing/2014/main" id="{A97433F5-8548-4176-8ACC-AE6FC20C6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0700" y="7643813"/>
            <a:ext cx="104775" cy="104775"/>
          </a:xfrm>
          <a:custGeom xmlns:a="http://schemas.openxmlformats.org/drawingml/2006/main">
            <a:pathLst>
              <a:path w="104775" h="104775">
                <a:moveTo>
                  <a:pt x="0" y="0"/>
                </a:moveTo>
                <a:lnTo>
                  <a:pt x="104775" y="0"/>
                </a:lnTo>
                <a:cubicBezTo>
                  <a:pt x="104775" y="0"/>
                  <a:pt x="104775" y="0"/>
                  <a:pt x="104775" y="0"/>
                </a:cubicBezTo>
                <a:lnTo>
                  <a:pt x="104775" y="104775"/>
                </a:lnTo>
                <a:cubicBezTo>
                  <a:pt x="104775" y="104775"/>
                  <a:pt x="104775" y="104775"/>
                  <a:pt x="104775" y="104775"/>
                </a:cubicBezTo>
                <a:lnTo>
                  <a:pt x="0" y="104775"/>
                </a:lnTo>
                <a:cubicBezTo>
                  <a:pt x="0" y="104775"/>
                  <a:pt x="0" y="104775"/>
                  <a:pt x="0" y="104775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38" name="Replace operation icon check3-1">
            <a:extLst xmlns:a="http://schemas.openxmlformats.org/drawingml/2006/main">
              <a:ext uri="{FF2B5EF4-FFF2-40B4-BE49-F238E27FC236}">
                <a16:creationId xmlns:a16="http://schemas.microsoft.com/office/drawing/2014/main" id="{D8E996D2-34B1-43F5-98F0-AB7B5D05D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25475" y="7643813"/>
            <a:ext cx="104775" cy="104775"/>
          </a:xfrm>
          <a:custGeom xmlns:a="http://schemas.openxmlformats.org/drawingml/2006/main">
            <a:pathLst>
              <a:path w="104775" h="104775">
                <a:moveTo>
                  <a:pt x="0" y="0"/>
                </a:moveTo>
                <a:lnTo>
                  <a:pt x="104775" y="0"/>
                </a:lnTo>
                <a:cubicBezTo>
                  <a:pt x="104775" y="0"/>
                  <a:pt x="104775" y="0"/>
                  <a:pt x="104775" y="0"/>
                </a:cubicBezTo>
                <a:lnTo>
                  <a:pt x="104775" y="104775"/>
                </a:lnTo>
                <a:cubicBezTo>
                  <a:pt x="104775" y="104775"/>
                  <a:pt x="104775" y="104775"/>
                  <a:pt x="104775" y="104775"/>
                </a:cubicBezTo>
                <a:lnTo>
                  <a:pt x="0" y="104775"/>
                </a:lnTo>
                <a:cubicBezTo>
                  <a:pt x="0" y="104775"/>
                  <a:pt x="0" y="104775"/>
                  <a:pt x="0" y="104775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E5B91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39" name="Replace operation icon check0-2">
            <a:extLst xmlns:a="http://schemas.openxmlformats.org/drawingml/2006/main">
              <a:ext uri="{FF2B5EF4-FFF2-40B4-BE49-F238E27FC236}">
                <a16:creationId xmlns:a16="http://schemas.microsoft.com/office/drawing/2014/main" id="{BE8E7C4E-14EC-4FB0-8CDC-1C1A0D1CA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11150" y="7748588"/>
            <a:ext cx="104775" cy="104775"/>
          </a:xfrm>
          <a:custGeom xmlns:a="http://schemas.openxmlformats.org/drawingml/2006/main">
            <a:pathLst>
              <a:path w="104775" h="104775">
                <a:moveTo>
                  <a:pt x="0" y="0"/>
                </a:moveTo>
                <a:lnTo>
                  <a:pt x="104775" y="0"/>
                </a:lnTo>
                <a:cubicBezTo>
                  <a:pt x="104775" y="0"/>
                  <a:pt x="104775" y="0"/>
                  <a:pt x="104775" y="0"/>
                </a:cubicBezTo>
                <a:lnTo>
                  <a:pt x="104775" y="104775"/>
                </a:lnTo>
                <a:cubicBezTo>
                  <a:pt x="104775" y="104775"/>
                  <a:pt x="104775" y="104775"/>
                  <a:pt x="104775" y="104775"/>
                </a:cubicBezTo>
                <a:lnTo>
                  <a:pt x="0" y="104775"/>
                </a:lnTo>
                <a:cubicBezTo>
                  <a:pt x="0" y="104775"/>
                  <a:pt x="0" y="104775"/>
                  <a:pt x="0" y="104775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E5B91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40" name="Replace operation icon check1-2">
            <a:extLst xmlns:a="http://schemas.openxmlformats.org/drawingml/2006/main">
              <a:ext uri="{FF2B5EF4-FFF2-40B4-BE49-F238E27FC236}">
                <a16:creationId xmlns:a16="http://schemas.microsoft.com/office/drawing/2014/main" id="{6BFE02B1-6969-41E1-BDE5-73AE1298A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15925" y="7748588"/>
            <a:ext cx="104775" cy="104775"/>
          </a:xfrm>
          <a:custGeom xmlns:a="http://schemas.openxmlformats.org/drawingml/2006/main">
            <a:pathLst>
              <a:path w="104775" h="104775">
                <a:moveTo>
                  <a:pt x="0" y="0"/>
                </a:moveTo>
                <a:lnTo>
                  <a:pt x="104775" y="0"/>
                </a:lnTo>
                <a:cubicBezTo>
                  <a:pt x="104775" y="0"/>
                  <a:pt x="104775" y="0"/>
                  <a:pt x="104775" y="0"/>
                </a:cubicBezTo>
                <a:lnTo>
                  <a:pt x="104775" y="104775"/>
                </a:lnTo>
                <a:cubicBezTo>
                  <a:pt x="104775" y="104775"/>
                  <a:pt x="104775" y="104775"/>
                  <a:pt x="104775" y="104775"/>
                </a:cubicBezTo>
                <a:lnTo>
                  <a:pt x="0" y="104775"/>
                </a:lnTo>
                <a:cubicBezTo>
                  <a:pt x="0" y="104775"/>
                  <a:pt x="0" y="104775"/>
                  <a:pt x="0" y="104775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41" name="Replace operation icon check2-2">
            <a:extLst xmlns:a="http://schemas.openxmlformats.org/drawingml/2006/main">
              <a:ext uri="{FF2B5EF4-FFF2-40B4-BE49-F238E27FC236}">
                <a16:creationId xmlns:a16="http://schemas.microsoft.com/office/drawing/2014/main" id="{4D9585F7-440A-43FD-9760-76D8CFC49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0700" y="7748588"/>
            <a:ext cx="104775" cy="104775"/>
          </a:xfrm>
          <a:custGeom xmlns:a="http://schemas.openxmlformats.org/drawingml/2006/main">
            <a:pathLst>
              <a:path w="104775" h="104775">
                <a:moveTo>
                  <a:pt x="0" y="0"/>
                </a:moveTo>
                <a:lnTo>
                  <a:pt x="104775" y="0"/>
                </a:lnTo>
                <a:cubicBezTo>
                  <a:pt x="104775" y="0"/>
                  <a:pt x="104775" y="0"/>
                  <a:pt x="104775" y="0"/>
                </a:cubicBezTo>
                <a:lnTo>
                  <a:pt x="104775" y="104775"/>
                </a:lnTo>
                <a:cubicBezTo>
                  <a:pt x="104775" y="104775"/>
                  <a:pt x="104775" y="104775"/>
                  <a:pt x="104775" y="104775"/>
                </a:cubicBezTo>
                <a:lnTo>
                  <a:pt x="0" y="104775"/>
                </a:lnTo>
                <a:cubicBezTo>
                  <a:pt x="0" y="104775"/>
                  <a:pt x="0" y="104775"/>
                  <a:pt x="0" y="104775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E5B91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42" name="Replace operation icon check3-2">
            <a:extLst xmlns:a="http://schemas.openxmlformats.org/drawingml/2006/main">
              <a:ext uri="{FF2B5EF4-FFF2-40B4-BE49-F238E27FC236}">
                <a16:creationId xmlns:a16="http://schemas.microsoft.com/office/drawing/2014/main" id="{00A6767B-D155-4EF3-BAF9-0AB6B37DF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25475" y="7748588"/>
            <a:ext cx="104775" cy="104775"/>
          </a:xfrm>
          <a:custGeom xmlns:a="http://schemas.openxmlformats.org/drawingml/2006/main">
            <a:pathLst>
              <a:path w="104775" h="104775">
                <a:moveTo>
                  <a:pt x="0" y="0"/>
                </a:moveTo>
                <a:lnTo>
                  <a:pt x="104775" y="0"/>
                </a:lnTo>
                <a:cubicBezTo>
                  <a:pt x="104775" y="0"/>
                  <a:pt x="104775" y="0"/>
                  <a:pt x="104775" y="0"/>
                </a:cubicBezTo>
                <a:lnTo>
                  <a:pt x="104775" y="104775"/>
                </a:lnTo>
                <a:cubicBezTo>
                  <a:pt x="104775" y="104775"/>
                  <a:pt x="104775" y="104775"/>
                  <a:pt x="104775" y="104775"/>
                </a:cubicBezTo>
                <a:lnTo>
                  <a:pt x="0" y="104775"/>
                </a:lnTo>
                <a:cubicBezTo>
                  <a:pt x="0" y="104775"/>
                  <a:pt x="0" y="104775"/>
                  <a:pt x="0" y="104775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43" name="Replace operation icon check0-3">
            <a:extLst xmlns:a="http://schemas.openxmlformats.org/drawingml/2006/main">
              <a:ext uri="{FF2B5EF4-FFF2-40B4-BE49-F238E27FC236}">
                <a16:creationId xmlns:a16="http://schemas.microsoft.com/office/drawing/2014/main" id="{2E8553A9-4BC5-49B0-94F3-9E40B4277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11150" y="7853363"/>
            <a:ext cx="104775" cy="104775"/>
          </a:xfrm>
          <a:custGeom xmlns:a="http://schemas.openxmlformats.org/drawingml/2006/main">
            <a:pathLst>
              <a:path w="104775" h="104775">
                <a:moveTo>
                  <a:pt x="0" y="0"/>
                </a:moveTo>
                <a:lnTo>
                  <a:pt x="104775" y="0"/>
                </a:lnTo>
                <a:cubicBezTo>
                  <a:pt x="104775" y="0"/>
                  <a:pt x="104775" y="0"/>
                  <a:pt x="104775" y="0"/>
                </a:cubicBezTo>
                <a:lnTo>
                  <a:pt x="104775" y="104775"/>
                </a:lnTo>
                <a:cubicBezTo>
                  <a:pt x="104775" y="104775"/>
                  <a:pt x="104775" y="104775"/>
                  <a:pt x="104775" y="104775"/>
                </a:cubicBezTo>
                <a:lnTo>
                  <a:pt x="0" y="104775"/>
                </a:lnTo>
                <a:cubicBezTo>
                  <a:pt x="0" y="104775"/>
                  <a:pt x="0" y="104775"/>
                  <a:pt x="0" y="104775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44" name="Replace operation icon check1-3">
            <a:extLst xmlns:a="http://schemas.openxmlformats.org/drawingml/2006/main">
              <a:ext uri="{FF2B5EF4-FFF2-40B4-BE49-F238E27FC236}">
                <a16:creationId xmlns:a16="http://schemas.microsoft.com/office/drawing/2014/main" id="{190EBC89-706F-4E17-BF47-B54AE0E0E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15925" y="7853363"/>
            <a:ext cx="104775" cy="104775"/>
          </a:xfrm>
          <a:custGeom xmlns:a="http://schemas.openxmlformats.org/drawingml/2006/main">
            <a:pathLst>
              <a:path w="104775" h="104775">
                <a:moveTo>
                  <a:pt x="0" y="0"/>
                </a:moveTo>
                <a:lnTo>
                  <a:pt x="104775" y="0"/>
                </a:lnTo>
                <a:cubicBezTo>
                  <a:pt x="104775" y="0"/>
                  <a:pt x="104775" y="0"/>
                  <a:pt x="104775" y="0"/>
                </a:cubicBezTo>
                <a:lnTo>
                  <a:pt x="104775" y="104775"/>
                </a:lnTo>
                <a:cubicBezTo>
                  <a:pt x="104775" y="104775"/>
                  <a:pt x="104775" y="104775"/>
                  <a:pt x="104775" y="104775"/>
                </a:cubicBezTo>
                <a:lnTo>
                  <a:pt x="0" y="104775"/>
                </a:lnTo>
                <a:cubicBezTo>
                  <a:pt x="0" y="104775"/>
                  <a:pt x="0" y="104775"/>
                  <a:pt x="0" y="104775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E5B91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45" name="Replace operation icon check2-3">
            <a:extLst xmlns:a="http://schemas.openxmlformats.org/drawingml/2006/main">
              <a:ext uri="{FF2B5EF4-FFF2-40B4-BE49-F238E27FC236}">
                <a16:creationId xmlns:a16="http://schemas.microsoft.com/office/drawing/2014/main" id="{9EA64A37-C7AC-48E6-B672-5275094ED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0700" y="7853363"/>
            <a:ext cx="104775" cy="104775"/>
          </a:xfrm>
          <a:custGeom xmlns:a="http://schemas.openxmlformats.org/drawingml/2006/main">
            <a:pathLst>
              <a:path w="104775" h="104775">
                <a:moveTo>
                  <a:pt x="0" y="0"/>
                </a:moveTo>
                <a:lnTo>
                  <a:pt x="104775" y="0"/>
                </a:lnTo>
                <a:cubicBezTo>
                  <a:pt x="104775" y="0"/>
                  <a:pt x="104775" y="0"/>
                  <a:pt x="104775" y="0"/>
                </a:cubicBezTo>
                <a:lnTo>
                  <a:pt x="104775" y="104775"/>
                </a:lnTo>
                <a:cubicBezTo>
                  <a:pt x="104775" y="104775"/>
                  <a:pt x="104775" y="104775"/>
                  <a:pt x="104775" y="104775"/>
                </a:cubicBezTo>
                <a:lnTo>
                  <a:pt x="0" y="104775"/>
                </a:lnTo>
                <a:cubicBezTo>
                  <a:pt x="0" y="104775"/>
                  <a:pt x="0" y="104775"/>
                  <a:pt x="0" y="104775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46" name="Replace operation icon check3-3">
            <a:extLst xmlns:a="http://schemas.openxmlformats.org/drawingml/2006/main">
              <a:ext uri="{FF2B5EF4-FFF2-40B4-BE49-F238E27FC236}">
                <a16:creationId xmlns:a16="http://schemas.microsoft.com/office/drawing/2014/main" id="{EB60F49F-A630-460D-BA3F-6D2158BBD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25475" y="7853363"/>
            <a:ext cx="104775" cy="104775"/>
          </a:xfrm>
          <a:custGeom xmlns:a="http://schemas.openxmlformats.org/drawingml/2006/main">
            <a:pathLst>
              <a:path w="104775" h="104775">
                <a:moveTo>
                  <a:pt x="0" y="0"/>
                </a:moveTo>
                <a:lnTo>
                  <a:pt x="104775" y="0"/>
                </a:lnTo>
                <a:cubicBezTo>
                  <a:pt x="104775" y="0"/>
                  <a:pt x="104775" y="0"/>
                  <a:pt x="104775" y="0"/>
                </a:cubicBezTo>
                <a:lnTo>
                  <a:pt x="104775" y="104775"/>
                </a:lnTo>
                <a:cubicBezTo>
                  <a:pt x="104775" y="104775"/>
                  <a:pt x="104775" y="104775"/>
                  <a:pt x="104775" y="104775"/>
                </a:cubicBezTo>
                <a:lnTo>
                  <a:pt x="0" y="104775"/>
                </a:lnTo>
                <a:cubicBezTo>
                  <a:pt x="0" y="104775"/>
                  <a:pt x="0" y="104775"/>
                  <a:pt x="0" y="104775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E5B91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47" name="Replace operation name">
            <a:extLst xmlns:a="http://schemas.openxmlformats.org/drawingml/2006/main">
              <a:ext uri="{FF2B5EF4-FFF2-40B4-BE49-F238E27FC236}">
                <a16:creationId xmlns:a16="http://schemas.microsoft.com/office/drawing/2014/main" id="{97C06FF1-7070-4FBF-A1DE-428F0C56D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858875" y="7481341"/>
            <a:ext cx="1952625" cy="745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191" b="0" i="0">
                <a:solidFill>
                  <a:srgbClr val="F792B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4191" b="0" i="0">
                <a:solidFill>
                  <a:srgbClr val="F792B4"/>
                </a:solidFill>
                <a:latin typeface="Arial"/>
                <a:ea typeface="Arial"/>
                <a:cs typeface="Arial"/>
              </a:defRPr>
            </a:pPr>
            <a:r>
              <a:rPr sz="4191" b="0" i="0">
                <a:solidFill>
                  <a:srgbClr val="F792B4"/>
                </a:solidFill>
                <a:latin typeface="Arial"/>
                <a:ea typeface="Arial"/>
                <a:cs typeface="Arial"/>
              </a:rPr>
              <a:t>Replace</a:t>
            </a:r>
          </a:p>
        </p:txBody>
      </p:sp>
      <p:sp>
        <p:nvSpPr>
          <p:cNvPr id="248" name="edit example card">
            <a:extLst xmlns:a="http://schemas.openxmlformats.org/drawingml/2006/main">
              <a:ext uri="{FF2B5EF4-FFF2-40B4-BE49-F238E27FC236}">
                <a16:creationId xmlns:a16="http://schemas.microsoft.com/office/drawing/2014/main" id="{6658CCF3-6227-4DFA-A187-30B969390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87525" y="1033463"/>
            <a:ext cx="4533900" cy="1400175"/>
          </a:xfrm>
          <a:custGeom xmlns:a="http://schemas.openxmlformats.org/drawingml/2006/main">
            <a:pathLst>
              <a:path w="4533900" h="1400175">
                <a:moveTo>
                  <a:pt x="114300" y="0"/>
                </a:moveTo>
                <a:lnTo>
                  <a:pt x="4419600" y="0"/>
                </a:lnTo>
                <a:cubicBezTo>
                  <a:pt x="4482726" y="0"/>
                  <a:pt x="4533900" y="51174"/>
                  <a:pt x="4533900" y="114300"/>
                </a:cubicBezTo>
                <a:lnTo>
                  <a:pt x="4533900" y="1285875"/>
                </a:lnTo>
                <a:cubicBezTo>
                  <a:pt x="4533900" y="1349001"/>
                  <a:pt x="4482726" y="1400175"/>
                  <a:pt x="4419600" y="1400175"/>
                </a:cubicBezTo>
                <a:lnTo>
                  <a:pt x="114300" y="1400175"/>
                </a:lnTo>
                <a:cubicBezTo>
                  <a:pt x="51174" y="1400175"/>
                  <a:pt x="0" y="1349001"/>
                  <a:pt x="0" y="1285875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 xmlns:a="http://schemas.openxmlformats.org/drawingml/2006/main">
            <a:srgbClr val="FBD6E3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49" name="edit example corners upper">
            <a:extLst xmlns:a="http://schemas.openxmlformats.org/drawingml/2006/main">
              <a:ext uri="{FF2B5EF4-FFF2-40B4-BE49-F238E27FC236}">
                <a16:creationId xmlns:a16="http://schemas.microsoft.com/office/drawing/2014/main" id="{64699846-9440-4309-AA3D-3188EF9F0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39900" y="985838"/>
            <a:ext cx="247745" cy="285845"/>
          </a:xfrm>
          <a:custGeom xmlns:a="http://schemas.openxmlformats.org/drawingml/2006/main">
            <a:pathLst>
              <a:path w="247745" h="285845">
                <a:moveTo>
                  <a:pt x="247650" y="0"/>
                </a:moveTo>
                <a:lnTo>
                  <a:pt x="0" y="0"/>
                </a:lnTo>
                <a:lnTo>
                  <a:pt x="0" y="285750"/>
                </a:lnTo>
              </a:path>
            </a:pathLst>
          </a:custGeom>
          <a:noFill xmlns:a="http://schemas.openxmlformats.org/drawingml/2006/main"/>
          <a:ln xmlns:a="http://schemas.openxmlformats.org/drawingml/2006/main" w="76200">
            <a:solidFill>
              <a:srgbClr val="EE5B91"/>
            </a:solidFill>
            <a:prstDash val="solid"/>
          </a:ln>
        </p:spPr>
      </p:sp>
      <p:sp>
        <p:nvSpPr>
          <p:cNvPr id="250" name="edit example corners upper inset">
            <a:extLst xmlns:a="http://schemas.openxmlformats.org/drawingml/2006/main">
              <a:ext uri="{FF2B5EF4-FFF2-40B4-BE49-F238E27FC236}">
                <a16:creationId xmlns:a16="http://schemas.microsoft.com/office/drawing/2014/main" id="{DC1475CA-6CC1-4779-9254-DE4C31ECD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39900" y="985838"/>
            <a:ext cx="247745" cy="285845"/>
          </a:xfrm>
          <a:custGeom xmlns:a="http://schemas.openxmlformats.org/drawingml/2006/main">
            <a:pathLst>
              <a:path w="247745" h="285845">
                <a:moveTo>
                  <a:pt x="247650" y="0"/>
                </a:moveTo>
                <a:lnTo>
                  <a:pt x="0" y="0"/>
                </a:lnTo>
                <a:lnTo>
                  <a:pt x="0" y="28575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251" name="edit example corners lower">
            <a:extLst xmlns:a="http://schemas.openxmlformats.org/drawingml/2006/main">
              <a:ext uri="{FF2B5EF4-FFF2-40B4-BE49-F238E27FC236}">
                <a16:creationId xmlns:a16="http://schemas.microsoft.com/office/drawing/2014/main" id="{232A9D33-04C3-4CC1-895F-DF679FC8E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73775" y="2138363"/>
            <a:ext cx="257270" cy="295370"/>
          </a:xfrm>
          <a:custGeom xmlns:a="http://schemas.openxmlformats.org/drawingml/2006/main">
            <a:pathLst>
              <a:path w="257270" h="295370">
                <a:moveTo>
                  <a:pt x="0" y="295275"/>
                </a:moveTo>
                <a:lnTo>
                  <a:pt x="257175" y="295275"/>
                </a:lnTo>
                <a:lnTo>
                  <a:pt x="2571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0">
            <a:solidFill>
              <a:srgbClr val="EE5B91"/>
            </a:solidFill>
            <a:prstDash val="solid"/>
          </a:ln>
        </p:spPr>
      </p:sp>
      <p:sp>
        <p:nvSpPr>
          <p:cNvPr id="252" name="edit example corners lower inset">
            <a:extLst xmlns:a="http://schemas.openxmlformats.org/drawingml/2006/main">
              <a:ext uri="{FF2B5EF4-FFF2-40B4-BE49-F238E27FC236}">
                <a16:creationId xmlns:a16="http://schemas.microsoft.com/office/drawing/2014/main" id="{51FCA365-5050-4FE5-B472-CDF6C3648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73775" y="2138363"/>
            <a:ext cx="257270" cy="295370"/>
          </a:xfrm>
          <a:custGeom xmlns:a="http://schemas.openxmlformats.org/drawingml/2006/main">
            <a:pathLst>
              <a:path w="257270" h="295370">
                <a:moveTo>
                  <a:pt x="0" y="295275"/>
                </a:moveTo>
                <a:lnTo>
                  <a:pt x="257175" y="295275"/>
                </a:lnTo>
                <a:lnTo>
                  <a:pt x="2571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pic>
        <p:nvPicPr>
          <p:cNvPr id="253" name="">
            <a:extLst xmlns:a="http://schemas.openxmlformats.org/drawingml/2006/main">
              <a:ext uri="{FF2B5EF4-FFF2-40B4-BE49-F238E27FC236}">
                <a16:creationId xmlns:a16="http://schemas.microsoft.com/office/drawing/2014/main" id="{F1F7020D-3750-4175-A7E1-FA5E60B409F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0c7dc5990e4be6"/>
          <a:stretch xmlns:a="http://schemas.openxmlformats.org/drawingml/2006/main"/>
        </p:blipFill>
        <p:spPr>
          <a:xfrm xmlns:a="http://schemas.openxmlformats.org/drawingml/2006/main">
            <a:off x="14925675" y="1081088"/>
            <a:ext cx="895350" cy="1266825"/>
          </a:xfrm>
          <a:prstGeom xmlns:a="http://schemas.openxmlformats.org/drawingml/2006/main" prst="rect">
            <a:avLst/>
          </a:prstGeom>
        </p:spPr>
      </p:pic>
      <p:pic>
        <p:nvPicPr>
          <p:cNvPr id="254" name="">
            <a:extLst xmlns:a="http://schemas.openxmlformats.org/drawingml/2006/main">
              <a:ext uri="{FF2B5EF4-FFF2-40B4-BE49-F238E27FC236}">
                <a16:creationId xmlns:a16="http://schemas.microsoft.com/office/drawing/2014/main" id="{34366F78-B1D1-40CF-971B-3B7CB22541D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0fcc58f6004dff"/>
          <a:stretch xmlns:a="http://schemas.openxmlformats.org/drawingml/2006/main"/>
        </p:blipFill>
        <p:spPr>
          <a:xfrm xmlns:a="http://schemas.openxmlformats.org/drawingml/2006/main">
            <a:off x="17459325" y="1081088"/>
            <a:ext cx="1190625" cy="1285875"/>
          </a:xfrm>
          <a:prstGeom xmlns:a="http://schemas.openxmlformats.org/drawingml/2006/main" prst="rect">
            <a:avLst/>
          </a:prstGeom>
        </p:spPr>
      </p:pic>
      <p:sp>
        <p:nvSpPr>
          <p:cNvPr id="255" name="edit example marker">
            <a:extLst xmlns:a="http://schemas.openxmlformats.org/drawingml/2006/main">
              <a:ext uri="{FF2B5EF4-FFF2-40B4-BE49-F238E27FC236}">
                <a16:creationId xmlns:a16="http://schemas.microsoft.com/office/drawing/2014/main" id="{D6C6CF8F-B4F6-4936-AB38-478AB65DB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44825" y="1100138"/>
            <a:ext cx="342900" cy="342900"/>
          </a:xfrm>
          <a:custGeom xmlns:a="http://schemas.openxmlformats.org/drawingml/2006/main">
            <a:pathLst>
              <a:path w="342900" h="342900">
                <a:moveTo>
                  <a:pt x="342900" y="171450"/>
                </a:moveTo>
                <a:cubicBezTo>
                  <a:pt x="342900" y="266139"/>
                  <a:pt x="266139" y="342900"/>
                  <a:pt x="171450" y="342900"/>
                </a:cubicBezTo>
                <a:cubicBezTo>
                  <a:pt x="76761" y="342900"/>
                  <a:pt x="0" y="266139"/>
                  <a:pt x="0" y="171450"/>
                </a:cubicBezTo>
                <a:cubicBezTo>
                  <a:pt x="0" y="76761"/>
                  <a:pt x="76761" y="0"/>
                  <a:pt x="171450" y="0"/>
                </a:cubicBezTo>
                <a:cubicBezTo>
                  <a:pt x="266139" y="0"/>
                  <a:pt x="342900" y="76761"/>
                  <a:pt x="342900" y="171450"/>
                </a:cubicBezTo>
                <a:close/>
              </a:path>
            </a:pathLst>
          </a:custGeom>
          <a:solidFill xmlns:a="http://schemas.openxmlformats.org/drawingml/2006/main">
            <a:srgbClr val="B84D55"/>
          </a:solidFill>
          <a:ln xmlns:a="http://schemas.openxmlformats.org/drawingml/2006/main" w="19050">
            <a:solidFill>
              <a:srgbClr val="F6C3D2"/>
            </a:solidFill>
            <a:prstDash val="solid"/>
          </a:ln>
        </p:spPr>
      </p:sp>
      <p:sp>
        <p:nvSpPr>
          <p:cNvPr id="256" name="edit example marker inset">
            <a:extLst xmlns:a="http://schemas.openxmlformats.org/drawingml/2006/main">
              <a:ext uri="{FF2B5EF4-FFF2-40B4-BE49-F238E27FC236}">
                <a16:creationId xmlns:a16="http://schemas.microsoft.com/office/drawing/2014/main" id="{FBACE365-178A-4D06-AF4C-6CEF1687D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82925" y="1138238"/>
            <a:ext cx="266700" cy="266700"/>
          </a:xfrm>
          <a:custGeom xmlns:a="http://schemas.openxmlformats.org/drawingml/2006/main">
            <a:pathLst>
              <a:path w="266700" h="266700">
                <a:moveTo>
                  <a:pt x="266700" y="133350"/>
                </a:moveTo>
                <a:cubicBezTo>
                  <a:pt x="266700" y="206997"/>
                  <a:pt x="206997" y="266700"/>
                  <a:pt x="133350" y="266700"/>
                </a:cubicBezTo>
                <a:cubicBezTo>
                  <a:pt x="59703" y="266700"/>
                  <a:pt x="0" y="206997"/>
                  <a:pt x="0" y="133350"/>
                </a:cubicBezTo>
                <a:cubicBezTo>
                  <a:pt x="0" y="59703"/>
                  <a:pt x="59703" y="0"/>
                  <a:pt x="133350" y="0"/>
                </a:cubicBezTo>
                <a:cubicBezTo>
                  <a:pt x="206997" y="0"/>
                  <a:pt x="266700" y="59703"/>
                  <a:pt x="266700" y="13335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FCE2EA"/>
            </a:solidFill>
            <a:prstDash val="solid"/>
          </a:ln>
        </p:spPr>
      </p:sp>
      <p:sp>
        <p:nvSpPr>
          <p:cNvPr id="257" name="edit example marker label">
            <a:extLst xmlns:a="http://schemas.openxmlformats.org/drawingml/2006/main">
              <a:ext uri="{FF2B5EF4-FFF2-40B4-BE49-F238E27FC236}">
                <a16:creationId xmlns:a16="http://schemas.microsoft.com/office/drawing/2014/main" id="{AC1D986A-3BE0-436D-9EC0-96696D8B6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792450" y="1085507"/>
            <a:ext cx="247650" cy="3360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90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890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9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258" name="edit direction">
            <a:extLst xmlns:a="http://schemas.openxmlformats.org/drawingml/2006/main">
              <a:ext uri="{FF2B5EF4-FFF2-40B4-BE49-F238E27FC236}">
                <a16:creationId xmlns:a16="http://schemas.microsoft.com/office/drawing/2014/main" id="{1076E7C9-D1FF-4494-8AB0-ECE82B5F3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421100" y="1461707"/>
            <a:ext cx="1000125" cy="3733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 i="0">
                <a:solidFill>
                  <a:srgbClr val="EE5B9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00" b="1" i="0">
                <a:solidFill>
                  <a:srgbClr val="EE5B91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EE5B91"/>
                </a:solidFill>
                <a:latin typeface="Arial"/>
                <a:ea typeface="Arial"/>
                <a:cs typeface="Arial"/>
              </a:rPr>
              <a:t>edit to</a:t>
            </a:r>
          </a:p>
        </p:txBody>
      </p:sp>
      <p:sp>
        <p:nvSpPr>
          <p:cNvPr id="259" name="edit example arrow">
            <a:extLst xmlns:a="http://schemas.openxmlformats.org/drawingml/2006/main">
              <a:ext uri="{FF2B5EF4-FFF2-40B4-BE49-F238E27FC236}">
                <a16:creationId xmlns:a16="http://schemas.microsoft.com/office/drawing/2014/main" id="{25AAF7B7-8374-421A-8787-22789C01B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54425" y="1814513"/>
            <a:ext cx="943070" cy="191"/>
          </a:xfrm>
          <a:custGeom xmlns:a="http://schemas.openxmlformats.org/drawingml/2006/main">
            <a:pathLst>
              <a:path w="943070" h="191">
                <a:moveTo>
                  <a:pt x="0" y="0"/>
                </a:moveTo>
                <a:lnTo>
                  <a:pt x="9429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47625">
            <a:solidFill>
              <a:srgbClr val="EE5B91"/>
            </a:solidFill>
            <a:prstDash val="solid"/>
          </a:ln>
        </p:spPr>
      </p:sp>
      <p:sp>
        <p:nvSpPr>
          <p:cNvPr id="260" name="edit example arrow arrowhead">
            <a:extLst xmlns:a="http://schemas.openxmlformats.org/drawingml/2006/main">
              <a:ext uri="{FF2B5EF4-FFF2-40B4-BE49-F238E27FC236}">
                <a16:creationId xmlns:a16="http://schemas.microsoft.com/office/drawing/2014/main" id="{16E875DD-1B4A-4E0B-8230-A906DC24E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25950" y="1643063"/>
            <a:ext cx="342900" cy="342900"/>
          </a:xfrm>
          <a:custGeom xmlns:a="http://schemas.openxmlformats.org/drawingml/2006/main">
            <a:pathLst>
              <a:path w="342900" h="342900">
                <a:moveTo>
                  <a:pt x="171450" y="171450"/>
                </a:moveTo>
                <a:lnTo>
                  <a:pt x="57150" y="226314"/>
                </a:lnTo>
                <a:lnTo>
                  <a:pt x="57150" y="116586"/>
                </a:lnTo>
                <a:close/>
              </a:path>
            </a:pathLst>
          </a:custGeom>
          <a:solidFill xmlns:a="http://schemas.openxmlformats.org/drawingml/2006/main">
            <a:srgbClr val="EE5B91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61" name="add example card">
            <a:extLst xmlns:a="http://schemas.openxmlformats.org/drawingml/2006/main">
              <a:ext uri="{FF2B5EF4-FFF2-40B4-BE49-F238E27FC236}">
                <a16:creationId xmlns:a16="http://schemas.microsoft.com/office/drawing/2014/main" id="{82587A99-0448-4CE2-B758-94C3710D7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92425" y="2652713"/>
            <a:ext cx="3429000" cy="1323975"/>
          </a:xfrm>
          <a:custGeom xmlns:a="http://schemas.openxmlformats.org/drawingml/2006/main">
            <a:pathLst>
              <a:path w="3429000" h="1323975">
                <a:moveTo>
                  <a:pt x="95250" y="0"/>
                </a:moveTo>
                <a:lnTo>
                  <a:pt x="3333750" y="0"/>
                </a:lnTo>
                <a:cubicBezTo>
                  <a:pt x="3386355" y="0"/>
                  <a:pt x="3429000" y="42645"/>
                  <a:pt x="3429000" y="95250"/>
                </a:cubicBezTo>
                <a:lnTo>
                  <a:pt x="3429000" y="1228725"/>
                </a:lnTo>
                <a:cubicBezTo>
                  <a:pt x="3429000" y="1281330"/>
                  <a:pt x="3386355" y="1323975"/>
                  <a:pt x="3333750" y="1323975"/>
                </a:cubicBezTo>
                <a:lnTo>
                  <a:pt x="95250" y="1323975"/>
                </a:lnTo>
                <a:cubicBezTo>
                  <a:pt x="42645" y="1323975"/>
                  <a:pt x="0" y="1281330"/>
                  <a:pt x="0" y="1228725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 xmlns:a="http://schemas.openxmlformats.org/drawingml/2006/main">
            <a:srgbClr val="FBD6E3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62" name="add example corners upper">
            <a:extLst xmlns:a="http://schemas.openxmlformats.org/drawingml/2006/main">
              <a:ext uri="{FF2B5EF4-FFF2-40B4-BE49-F238E27FC236}">
                <a16:creationId xmlns:a16="http://schemas.microsoft.com/office/drawing/2014/main" id="{B3B74BF0-75AA-4B10-8850-9105DE778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11475" y="2624138"/>
            <a:ext cx="247745" cy="285845"/>
          </a:xfrm>
          <a:custGeom xmlns:a="http://schemas.openxmlformats.org/drawingml/2006/main">
            <a:pathLst>
              <a:path w="247745" h="285845">
                <a:moveTo>
                  <a:pt x="247650" y="0"/>
                </a:moveTo>
                <a:lnTo>
                  <a:pt x="0" y="0"/>
                </a:lnTo>
                <a:lnTo>
                  <a:pt x="0" y="285750"/>
                </a:lnTo>
              </a:path>
            </a:pathLst>
          </a:custGeom>
          <a:noFill xmlns:a="http://schemas.openxmlformats.org/drawingml/2006/main"/>
          <a:ln xmlns:a="http://schemas.openxmlformats.org/drawingml/2006/main" w="76200">
            <a:solidFill>
              <a:srgbClr val="EE5B91"/>
            </a:solidFill>
            <a:prstDash val="solid"/>
          </a:ln>
        </p:spPr>
      </p:sp>
      <p:sp>
        <p:nvSpPr>
          <p:cNvPr id="263" name="add example corners upper inset">
            <a:extLst xmlns:a="http://schemas.openxmlformats.org/drawingml/2006/main">
              <a:ext uri="{FF2B5EF4-FFF2-40B4-BE49-F238E27FC236}">
                <a16:creationId xmlns:a16="http://schemas.microsoft.com/office/drawing/2014/main" id="{DDEFE7DC-1122-430C-8B8D-7DD7E95AC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11475" y="2624138"/>
            <a:ext cx="247745" cy="285845"/>
          </a:xfrm>
          <a:custGeom xmlns:a="http://schemas.openxmlformats.org/drawingml/2006/main">
            <a:pathLst>
              <a:path w="247745" h="285845">
                <a:moveTo>
                  <a:pt x="247650" y="0"/>
                </a:moveTo>
                <a:lnTo>
                  <a:pt x="0" y="0"/>
                </a:lnTo>
                <a:lnTo>
                  <a:pt x="0" y="28575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264" name="add example corners lower">
            <a:extLst xmlns:a="http://schemas.openxmlformats.org/drawingml/2006/main">
              <a:ext uri="{FF2B5EF4-FFF2-40B4-BE49-F238E27FC236}">
                <a16:creationId xmlns:a16="http://schemas.microsoft.com/office/drawing/2014/main" id="{2DCB8E60-3C44-46BF-9711-F160B9CA6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02350" y="3700463"/>
            <a:ext cx="257270" cy="295370"/>
          </a:xfrm>
          <a:custGeom xmlns:a="http://schemas.openxmlformats.org/drawingml/2006/main">
            <a:pathLst>
              <a:path w="257270" h="295370">
                <a:moveTo>
                  <a:pt x="0" y="295275"/>
                </a:moveTo>
                <a:lnTo>
                  <a:pt x="257175" y="295275"/>
                </a:lnTo>
                <a:lnTo>
                  <a:pt x="2571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0">
            <a:solidFill>
              <a:srgbClr val="EE5B91"/>
            </a:solidFill>
            <a:prstDash val="solid"/>
          </a:ln>
        </p:spPr>
      </p:sp>
      <p:sp>
        <p:nvSpPr>
          <p:cNvPr id="265" name="add example corners lower inset">
            <a:extLst xmlns:a="http://schemas.openxmlformats.org/drawingml/2006/main">
              <a:ext uri="{FF2B5EF4-FFF2-40B4-BE49-F238E27FC236}">
                <a16:creationId xmlns:a16="http://schemas.microsoft.com/office/drawing/2014/main" id="{317657DE-5546-4A08-A634-BA7489400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02350" y="3700463"/>
            <a:ext cx="257270" cy="295370"/>
          </a:xfrm>
          <a:custGeom xmlns:a="http://schemas.openxmlformats.org/drawingml/2006/main">
            <a:pathLst>
              <a:path w="257270" h="295370">
                <a:moveTo>
                  <a:pt x="0" y="295275"/>
                </a:moveTo>
                <a:lnTo>
                  <a:pt x="257175" y="295275"/>
                </a:lnTo>
                <a:lnTo>
                  <a:pt x="2571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pic>
        <p:nvPicPr>
          <p:cNvPr id="266" name="">
            <a:extLst xmlns:a="http://schemas.openxmlformats.org/drawingml/2006/main">
              <a:ext uri="{FF2B5EF4-FFF2-40B4-BE49-F238E27FC236}">
                <a16:creationId xmlns:a16="http://schemas.microsoft.com/office/drawing/2014/main" id="{0563F5D7-58AF-4289-A0D6-0615A12BF6A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b36bdfa6c344f2"/>
          <a:stretch xmlns:a="http://schemas.openxmlformats.org/drawingml/2006/main"/>
        </p:blipFill>
        <p:spPr>
          <a:xfrm xmlns:a="http://schemas.openxmlformats.org/drawingml/2006/main">
            <a:off x="16221075" y="2786063"/>
            <a:ext cx="1143000" cy="1085850"/>
          </a:xfrm>
          <a:prstGeom xmlns:a="http://schemas.openxmlformats.org/drawingml/2006/main" prst="rect">
            <a:avLst/>
          </a:prstGeom>
        </p:spPr>
      </p:pic>
      <p:sp>
        <p:nvSpPr>
          <p:cNvPr id="267" name="add example marker">
            <a:extLst xmlns:a="http://schemas.openxmlformats.org/drawingml/2006/main">
              <a:ext uri="{FF2B5EF4-FFF2-40B4-BE49-F238E27FC236}">
                <a16:creationId xmlns:a16="http://schemas.microsoft.com/office/drawing/2014/main" id="{5F45C7EE-2EE5-4AE7-B7AE-41E2CA4E5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0" y="2747963"/>
            <a:ext cx="342900" cy="342900"/>
          </a:xfrm>
          <a:custGeom xmlns:a="http://schemas.openxmlformats.org/drawingml/2006/main">
            <a:pathLst>
              <a:path w="342900" h="342900">
                <a:moveTo>
                  <a:pt x="342900" y="171450"/>
                </a:moveTo>
                <a:cubicBezTo>
                  <a:pt x="342900" y="266139"/>
                  <a:pt x="266139" y="342900"/>
                  <a:pt x="171450" y="342900"/>
                </a:cubicBezTo>
                <a:cubicBezTo>
                  <a:pt x="76761" y="342900"/>
                  <a:pt x="0" y="266139"/>
                  <a:pt x="0" y="171450"/>
                </a:cubicBezTo>
                <a:cubicBezTo>
                  <a:pt x="0" y="76761"/>
                  <a:pt x="76761" y="0"/>
                  <a:pt x="171450" y="0"/>
                </a:cubicBezTo>
                <a:cubicBezTo>
                  <a:pt x="266139" y="0"/>
                  <a:pt x="342900" y="76761"/>
                  <a:pt x="342900" y="171450"/>
                </a:cubicBezTo>
                <a:close/>
              </a:path>
            </a:pathLst>
          </a:custGeom>
          <a:solidFill xmlns:a="http://schemas.openxmlformats.org/drawingml/2006/main">
            <a:srgbClr val="B84D55"/>
          </a:solidFill>
          <a:ln xmlns:a="http://schemas.openxmlformats.org/drawingml/2006/main" w="19050">
            <a:solidFill>
              <a:srgbClr val="F6C3D2"/>
            </a:solidFill>
            <a:prstDash val="solid"/>
          </a:ln>
        </p:spPr>
      </p:sp>
      <p:sp>
        <p:nvSpPr>
          <p:cNvPr id="268" name="add example marker inset">
            <a:extLst xmlns:a="http://schemas.openxmlformats.org/drawingml/2006/main">
              <a:ext uri="{FF2B5EF4-FFF2-40B4-BE49-F238E27FC236}">
                <a16:creationId xmlns:a16="http://schemas.microsoft.com/office/drawing/2014/main" id="{8912547B-6A36-4BA8-81E9-F3EC11BA2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83100" y="2786063"/>
            <a:ext cx="266700" cy="266700"/>
          </a:xfrm>
          <a:custGeom xmlns:a="http://schemas.openxmlformats.org/drawingml/2006/main">
            <a:pathLst>
              <a:path w="266700" h="266700">
                <a:moveTo>
                  <a:pt x="266700" y="133350"/>
                </a:moveTo>
                <a:cubicBezTo>
                  <a:pt x="266700" y="206997"/>
                  <a:pt x="206997" y="266700"/>
                  <a:pt x="133350" y="266700"/>
                </a:cubicBezTo>
                <a:cubicBezTo>
                  <a:pt x="59703" y="266700"/>
                  <a:pt x="0" y="206997"/>
                  <a:pt x="0" y="133350"/>
                </a:cubicBezTo>
                <a:cubicBezTo>
                  <a:pt x="0" y="59703"/>
                  <a:pt x="59703" y="0"/>
                  <a:pt x="133350" y="0"/>
                </a:cubicBezTo>
                <a:cubicBezTo>
                  <a:pt x="206997" y="0"/>
                  <a:pt x="266700" y="59703"/>
                  <a:pt x="266700" y="13335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FCE2EA"/>
            </a:solidFill>
            <a:prstDash val="solid"/>
          </a:ln>
        </p:spPr>
      </p:sp>
      <p:sp>
        <p:nvSpPr>
          <p:cNvPr id="269" name="add example marker label">
            <a:extLst xmlns:a="http://schemas.openxmlformats.org/drawingml/2006/main">
              <a:ext uri="{FF2B5EF4-FFF2-40B4-BE49-F238E27FC236}">
                <a16:creationId xmlns:a16="http://schemas.microsoft.com/office/drawing/2014/main" id="{6EB30B7A-7406-455E-8120-0FC3C7FE7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192625" y="2733332"/>
            <a:ext cx="247650" cy="3360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90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890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9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270" name="add text">
            <a:extLst xmlns:a="http://schemas.openxmlformats.org/drawingml/2006/main">
              <a:ext uri="{FF2B5EF4-FFF2-40B4-BE49-F238E27FC236}">
                <a16:creationId xmlns:a16="http://schemas.microsoft.com/office/drawing/2014/main" id="{F78B99D3-72CF-4CE0-A293-BD3EF69A3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849850" y="2993517"/>
            <a:ext cx="752475" cy="386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1" i="0">
                <a:solidFill>
                  <a:srgbClr val="EE5B9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75" b="1" i="0">
                <a:solidFill>
                  <a:srgbClr val="EE5B91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EE5B91"/>
                </a:solidFill>
                <a:latin typeface="Arial"/>
                <a:ea typeface="Arial"/>
                <a:cs typeface="Arial"/>
              </a:rPr>
              <a:t>add</a:t>
            </a:r>
          </a:p>
        </p:txBody>
      </p:sp>
      <p:sp>
        <p:nvSpPr>
          <p:cNvPr id="271" name="add text second">
            <a:extLst xmlns:a="http://schemas.openxmlformats.org/drawingml/2006/main">
              <a:ext uri="{FF2B5EF4-FFF2-40B4-BE49-F238E27FC236}">
                <a16:creationId xmlns:a16="http://schemas.microsoft.com/office/drawing/2014/main" id="{FCB009B8-B36A-4C95-B137-0B0C2734C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554575" y="3336417"/>
            <a:ext cx="1162050" cy="386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1" i="0">
                <a:solidFill>
                  <a:srgbClr val="EE5B9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75" b="1" i="0">
                <a:solidFill>
                  <a:srgbClr val="EE5B91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EE5B91"/>
                </a:solidFill>
                <a:latin typeface="Arial"/>
                <a:ea typeface="Arial"/>
                <a:cs typeface="Arial"/>
              </a:rPr>
              <a:t>to scene</a:t>
            </a:r>
          </a:p>
        </p:txBody>
      </p:sp>
      <p:pic>
        <p:nvPicPr>
          <p:cNvPr id="272" name="">
            <a:extLst xmlns:a="http://schemas.openxmlformats.org/drawingml/2006/main">
              <a:ext uri="{FF2B5EF4-FFF2-40B4-BE49-F238E27FC236}">
                <a16:creationId xmlns:a16="http://schemas.microsoft.com/office/drawing/2014/main" id="{CAC3CA56-BF69-4289-92C9-C6BF9FEA626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8c7d1c5e8449b0"/>
          <a:stretch xmlns:a="http://schemas.openxmlformats.org/drawingml/2006/main"/>
        </p:blipFill>
        <p:spPr>
          <a:xfrm xmlns:a="http://schemas.openxmlformats.org/drawingml/2006/main">
            <a:off x="18849975" y="2595563"/>
            <a:ext cx="295275" cy="304800"/>
          </a:xfrm>
          <a:prstGeom xmlns:a="http://schemas.openxmlformats.org/drawingml/2006/main" prst="rect">
            <a:avLst/>
          </a:prstGeom>
        </p:spPr>
      </p:pic>
      <p:sp>
        <p:nvSpPr>
          <p:cNvPr id="273" name="delete example card">
            <a:extLst xmlns:a="http://schemas.openxmlformats.org/drawingml/2006/main">
              <a:ext uri="{FF2B5EF4-FFF2-40B4-BE49-F238E27FC236}">
                <a16:creationId xmlns:a16="http://schemas.microsoft.com/office/drawing/2014/main" id="{EB7AB8C8-751B-41A0-8707-AD42D59C8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63875" y="4195763"/>
            <a:ext cx="3257550" cy="1333500"/>
          </a:xfrm>
          <a:custGeom xmlns:a="http://schemas.openxmlformats.org/drawingml/2006/main">
            <a:pathLst>
              <a:path w="3257550" h="1333500">
                <a:moveTo>
                  <a:pt x="95250" y="0"/>
                </a:moveTo>
                <a:lnTo>
                  <a:pt x="3162300" y="0"/>
                </a:lnTo>
                <a:cubicBezTo>
                  <a:pt x="3214905" y="0"/>
                  <a:pt x="3257550" y="42645"/>
                  <a:pt x="3257550" y="95250"/>
                </a:cubicBezTo>
                <a:lnTo>
                  <a:pt x="3257550" y="1238250"/>
                </a:lnTo>
                <a:cubicBezTo>
                  <a:pt x="3257550" y="1290855"/>
                  <a:pt x="3214905" y="1333500"/>
                  <a:pt x="3162300" y="1333500"/>
                </a:cubicBezTo>
                <a:lnTo>
                  <a:pt x="95250" y="1333500"/>
                </a:lnTo>
                <a:cubicBezTo>
                  <a:pt x="42645" y="1333500"/>
                  <a:pt x="0" y="1290855"/>
                  <a:pt x="0" y="12382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 xmlns:a="http://schemas.openxmlformats.org/drawingml/2006/main">
            <a:srgbClr val="FBD6E3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74" name="delete example corners upper">
            <a:extLst xmlns:a="http://schemas.openxmlformats.org/drawingml/2006/main">
              <a:ext uri="{FF2B5EF4-FFF2-40B4-BE49-F238E27FC236}">
                <a16:creationId xmlns:a16="http://schemas.microsoft.com/office/drawing/2014/main" id="{956330E6-005B-4A18-827F-DC55D9BA9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73400" y="4167188"/>
            <a:ext cx="247745" cy="285845"/>
          </a:xfrm>
          <a:custGeom xmlns:a="http://schemas.openxmlformats.org/drawingml/2006/main">
            <a:pathLst>
              <a:path w="247745" h="285845">
                <a:moveTo>
                  <a:pt x="247650" y="0"/>
                </a:moveTo>
                <a:lnTo>
                  <a:pt x="0" y="0"/>
                </a:lnTo>
                <a:lnTo>
                  <a:pt x="0" y="285750"/>
                </a:lnTo>
              </a:path>
            </a:pathLst>
          </a:custGeom>
          <a:noFill xmlns:a="http://schemas.openxmlformats.org/drawingml/2006/main"/>
          <a:ln xmlns:a="http://schemas.openxmlformats.org/drawingml/2006/main" w="76200">
            <a:solidFill>
              <a:srgbClr val="EE5B91"/>
            </a:solidFill>
            <a:prstDash val="solid"/>
          </a:ln>
        </p:spPr>
      </p:sp>
      <p:sp>
        <p:nvSpPr>
          <p:cNvPr id="275" name="delete example corners upper inset">
            <a:extLst xmlns:a="http://schemas.openxmlformats.org/drawingml/2006/main">
              <a:ext uri="{FF2B5EF4-FFF2-40B4-BE49-F238E27FC236}">
                <a16:creationId xmlns:a16="http://schemas.microsoft.com/office/drawing/2014/main" id="{C0307699-C0C9-439D-9BBC-8D838CCB6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73400" y="4167188"/>
            <a:ext cx="247745" cy="285845"/>
          </a:xfrm>
          <a:custGeom xmlns:a="http://schemas.openxmlformats.org/drawingml/2006/main">
            <a:pathLst>
              <a:path w="247745" h="285845">
                <a:moveTo>
                  <a:pt x="247650" y="0"/>
                </a:moveTo>
                <a:lnTo>
                  <a:pt x="0" y="0"/>
                </a:lnTo>
                <a:lnTo>
                  <a:pt x="0" y="28575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276" name="delete example corners lower">
            <a:extLst xmlns:a="http://schemas.openxmlformats.org/drawingml/2006/main">
              <a:ext uri="{FF2B5EF4-FFF2-40B4-BE49-F238E27FC236}">
                <a16:creationId xmlns:a16="http://schemas.microsoft.com/office/drawing/2014/main" id="{1B8C12B7-7D1C-4127-AF43-C139D2B9E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02350" y="5243513"/>
            <a:ext cx="257270" cy="295370"/>
          </a:xfrm>
          <a:custGeom xmlns:a="http://schemas.openxmlformats.org/drawingml/2006/main">
            <a:pathLst>
              <a:path w="257270" h="295370">
                <a:moveTo>
                  <a:pt x="0" y="295275"/>
                </a:moveTo>
                <a:lnTo>
                  <a:pt x="257175" y="295275"/>
                </a:lnTo>
                <a:lnTo>
                  <a:pt x="2571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0">
            <a:solidFill>
              <a:srgbClr val="EE5B91"/>
            </a:solidFill>
            <a:prstDash val="solid"/>
          </a:ln>
        </p:spPr>
      </p:sp>
      <p:sp>
        <p:nvSpPr>
          <p:cNvPr id="277" name="delete example corners lower inset">
            <a:extLst xmlns:a="http://schemas.openxmlformats.org/drawingml/2006/main">
              <a:ext uri="{FF2B5EF4-FFF2-40B4-BE49-F238E27FC236}">
                <a16:creationId xmlns:a16="http://schemas.microsoft.com/office/drawing/2014/main" id="{BAB86237-BE8A-4180-98F7-709EBA851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02350" y="5243513"/>
            <a:ext cx="257270" cy="295370"/>
          </a:xfrm>
          <a:custGeom xmlns:a="http://schemas.openxmlformats.org/drawingml/2006/main">
            <a:pathLst>
              <a:path w="257270" h="295370">
                <a:moveTo>
                  <a:pt x="0" y="295275"/>
                </a:moveTo>
                <a:lnTo>
                  <a:pt x="257175" y="295275"/>
                </a:lnTo>
                <a:lnTo>
                  <a:pt x="2571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pic>
        <p:nvPicPr>
          <p:cNvPr id="278" name="">
            <a:extLst xmlns:a="http://schemas.openxmlformats.org/drawingml/2006/main">
              <a:ext uri="{FF2B5EF4-FFF2-40B4-BE49-F238E27FC236}">
                <a16:creationId xmlns:a16="http://schemas.microsoft.com/office/drawing/2014/main" id="{E5EAF696-965A-4B57-B0B0-B7019A9896C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5382e553384d05"/>
          <a:stretch xmlns:a="http://schemas.openxmlformats.org/drawingml/2006/main"/>
        </p:blipFill>
        <p:spPr>
          <a:xfrm xmlns:a="http://schemas.openxmlformats.org/drawingml/2006/main">
            <a:off x="16354425" y="4338638"/>
            <a:ext cx="552450" cy="1114425"/>
          </a:xfrm>
          <a:prstGeom xmlns:a="http://schemas.openxmlformats.org/drawingml/2006/main" prst="rect">
            <a:avLst/>
          </a:prstGeom>
        </p:spPr>
      </p:pic>
      <p:sp>
        <p:nvSpPr>
          <p:cNvPr id="279" name="delete example marker">
            <a:extLst xmlns:a="http://schemas.openxmlformats.org/drawingml/2006/main">
              <a:ext uri="{FF2B5EF4-FFF2-40B4-BE49-F238E27FC236}">
                <a16:creationId xmlns:a16="http://schemas.microsoft.com/office/drawing/2014/main" id="{D0726CA6-F81A-4207-9877-9FA9B43F1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0" y="4300538"/>
            <a:ext cx="342900" cy="342900"/>
          </a:xfrm>
          <a:custGeom xmlns:a="http://schemas.openxmlformats.org/drawingml/2006/main">
            <a:pathLst>
              <a:path w="342900" h="342900">
                <a:moveTo>
                  <a:pt x="342900" y="171450"/>
                </a:moveTo>
                <a:cubicBezTo>
                  <a:pt x="342900" y="266139"/>
                  <a:pt x="266139" y="342900"/>
                  <a:pt x="171450" y="342900"/>
                </a:cubicBezTo>
                <a:cubicBezTo>
                  <a:pt x="76761" y="342900"/>
                  <a:pt x="0" y="266139"/>
                  <a:pt x="0" y="171450"/>
                </a:cubicBezTo>
                <a:cubicBezTo>
                  <a:pt x="0" y="76761"/>
                  <a:pt x="76761" y="0"/>
                  <a:pt x="171450" y="0"/>
                </a:cubicBezTo>
                <a:cubicBezTo>
                  <a:pt x="266139" y="0"/>
                  <a:pt x="342900" y="76761"/>
                  <a:pt x="342900" y="171450"/>
                </a:cubicBezTo>
                <a:close/>
              </a:path>
            </a:pathLst>
          </a:custGeom>
          <a:solidFill xmlns:a="http://schemas.openxmlformats.org/drawingml/2006/main">
            <a:srgbClr val="B84D55"/>
          </a:solidFill>
          <a:ln xmlns:a="http://schemas.openxmlformats.org/drawingml/2006/main" w="19050">
            <a:solidFill>
              <a:srgbClr val="F6C3D2"/>
            </a:solidFill>
            <a:prstDash val="solid"/>
          </a:ln>
        </p:spPr>
      </p:sp>
      <p:sp>
        <p:nvSpPr>
          <p:cNvPr id="280" name="delete example marker inset">
            <a:extLst xmlns:a="http://schemas.openxmlformats.org/drawingml/2006/main">
              <a:ext uri="{FF2B5EF4-FFF2-40B4-BE49-F238E27FC236}">
                <a16:creationId xmlns:a16="http://schemas.microsoft.com/office/drawing/2014/main" id="{D2EB3B71-E354-44C9-BE42-C2B4241A4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83100" y="4338638"/>
            <a:ext cx="266700" cy="266700"/>
          </a:xfrm>
          <a:custGeom xmlns:a="http://schemas.openxmlformats.org/drawingml/2006/main">
            <a:pathLst>
              <a:path w="266700" h="266700">
                <a:moveTo>
                  <a:pt x="266700" y="133350"/>
                </a:moveTo>
                <a:cubicBezTo>
                  <a:pt x="266700" y="206997"/>
                  <a:pt x="206997" y="266700"/>
                  <a:pt x="133350" y="266700"/>
                </a:cubicBezTo>
                <a:cubicBezTo>
                  <a:pt x="59703" y="266700"/>
                  <a:pt x="0" y="206997"/>
                  <a:pt x="0" y="133350"/>
                </a:cubicBezTo>
                <a:cubicBezTo>
                  <a:pt x="0" y="59703"/>
                  <a:pt x="59703" y="0"/>
                  <a:pt x="133350" y="0"/>
                </a:cubicBezTo>
                <a:cubicBezTo>
                  <a:pt x="206997" y="0"/>
                  <a:pt x="266700" y="59703"/>
                  <a:pt x="266700" y="13335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FCE2EA"/>
            </a:solidFill>
            <a:prstDash val="solid"/>
          </a:ln>
        </p:spPr>
      </p:sp>
      <p:sp>
        <p:nvSpPr>
          <p:cNvPr id="281" name="delete example marker label">
            <a:extLst xmlns:a="http://schemas.openxmlformats.org/drawingml/2006/main">
              <a:ext uri="{FF2B5EF4-FFF2-40B4-BE49-F238E27FC236}">
                <a16:creationId xmlns:a16="http://schemas.microsoft.com/office/drawing/2014/main" id="{94D84083-F349-4EB3-9DDF-105810B14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192625" y="4285907"/>
            <a:ext cx="247650" cy="3360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90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890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9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282" name="delete text">
            <a:extLst xmlns:a="http://schemas.openxmlformats.org/drawingml/2006/main">
              <a:ext uri="{FF2B5EF4-FFF2-40B4-BE49-F238E27FC236}">
                <a16:creationId xmlns:a16="http://schemas.microsoft.com/office/drawing/2014/main" id="{BD4F9E68-0A49-4B76-8E50-69FFF76BE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821275" y="4574667"/>
            <a:ext cx="952500" cy="386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1" i="0">
                <a:solidFill>
                  <a:srgbClr val="EE5B9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75" b="1" i="0">
                <a:solidFill>
                  <a:srgbClr val="EE5B91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EE5B91"/>
                </a:solidFill>
                <a:latin typeface="Arial"/>
                <a:ea typeface="Arial"/>
                <a:cs typeface="Arial"/>
              </a:rPr>
              <a:t>delete</a:t>
            </a:r>
          </a:p>
        </p:txBody>
      </p:sp>
      <p:sp>
        <p:nvSpPr>
          <p:cNvPr id="283" name="delete text second">
            <a:extLst xmlns:a="http://schemas.openxmlformats.org/drawingml/2006/main">
              <a:ext uri="{FF2B5EF4-FFF2-40B4-BE49-F238E27FC236}">
                <a16:creationId xmlns:a16="http://schemas.microsoft.com/office/drawing/2014/main" id="{3E46A9B3-AC24-49DF-97D3-7283FC1C9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392650" y="4917567"/>
            <a:ext cx="1514475" cy="386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1" i="0">
                <a:solidFill>
                  <a:srgbClr val="EE5B9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75" b="1" i="0">
                <a:solidFill>
                  <a:srgbClr val="EE5B91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EE5B91"/>
                </a:solidFill>
                <a:latin typeface="Arial"/>
                <a:ea typeface="Arial"/>
                <a:cs typeface="Arial"/>
              </a:rPr>
              <a:t>from scene</a:t>
            </a:r>
          </a:p>
        </p:txBody>
      </p:sp>
      <p:pic>
        <p:nvPicPr>
          <p:cNvPr id="284" name="">
            <a:extLst xmlns:a="http://schemas.openxmlformats.org/drawingml/2006/main">
              <a:ext uri="{FF2B5EF4-FFF2-40B4-BE49-F238E27FC236}">
                <a16:creationId xmlns:a16="http://schemas.microsoft.com/office/drawing/2014/main" id="{53568B07-5D98-4F6C-AB51-31605450AEF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a98c88a4374ce1"/>
          <a:stretch xmlns:a="http://schemas.openxmlformats.org/drawingml/2006/main"/>
        </p:blipFill>
        <p:spPr>
          <a:xfrm xmlns:a="http://schemas.openxmlformats.org/drawingml/2006/main">
            <a:off x="18821400" y="4081463"/>
            <a:ext cx="333375" cy="371475"/>
          </a:xfrm>
          <a:prstGeom xmlns:a="http://schemas.openxmlformats.org/drawingml/2006/main" prst="rect">
            <a:avLst/>
          </a:prstGeom>
        </p:spPr>
      </p:pic>
      <p:sp>
        <p:nvSpPr>
          <p:cNvPr id="285" name="move example card">
            <a:extLst xmlns:a="http://schemas.openxmlformats.org/drawingml/2006/main">
              <a:ext uri="{FF2B5EF4-FFF2-40B4-BE49-F238E27FC236}">
                <a16:creationId xmlns:a16="http://schemas.microsoft.com/office/drawing/2014/main" id="{4138359A-952D-4A71-8222-446C7F5D3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40100" y="5786438"/>
            <a:ext cx="2990850" cy="1295400"/>
          </a:xfrm>
          <a:custGeom xmlns:a="http://schemas.openxmlformats.org/drawingml/2006/main">
            <a:pathLst>
              <a:path w="2990850" h="1295400">
                <a:moveTo>
                  <a:pt x="95250" y="0"/>
                </a:moveTo>
                <a:lnTo>
                  <a:pt x="2895600" y="0"/>
                </a:lnTo>
                <a:cubicBezTo>
                  <a:pt x="2948205" y="0"/>
                  <a:pt x="2990850" y="42645"/>
                  <a:pt x="2990850" y="95250"/>
                </a:cubicBezTo>
                <a:lnTo>
                  <a:pt x="2990850" y="1200150"/>
                </a:lnTo>
                <a:cubicBezTo>
                  <a:pt x="2990850" y="1252755"/>
                  <a:pt x="2948205" y="1295400"/>
                  <a:pt x="2895600" y="1295400"/>
                </a:cubicBezTo>
                <a:lnTo>
                  <a:pt x="95250" y="1295400"/>
                </a:lnTo>
                <a:cubicBezTo>
                  <a:pt x="42645" y="1295400"/>
                  <a:pt x="0" y="1252755"/>
                  <a:pt x="0" y="12001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 xmlns:a="http://schemas.openxmlformats.org/drawingml/2006/main">
            <a:srgbClr val="FBD6E3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86" name="move example corners upper">
            <a:extLst xmlns:a="http://schemas.openxmlformats.org/drawingml/2006/main">
              <a:ext uri="{FF2B5EF4-FFF2-40B4-BE49-F238E27FC236}">
                <a16:creationId xmlns:a16="http://schemas.microsoft.com/office/drawing/2014/main" id="{F682E831-BD44-4459-B524-B93CBF509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68675" y="5776913"/>
            <a:ext cx="247745" cy="285845"/>
          </a:xfrm>
          <a:custGeom xmlns:a="http://schemas.openxmlformats.org/drawingml/2006/main">
            <a:pathLst>
              <a:path w="247745" h="285845">
                <a:moveTo>
                  <a:pt x="247650" y="0"/>
                </a:moveTo>
                <a:lnTo>
                  <a:pt x="0" y="0"/>
                </a:lnTo>
                <a:lnTo>
                  <a:pt x="0" y="285750"/>
                </a:lnTo>
              </a:path>
            </a:pathLst>
          </a:custGeom>
          <a:noFill xmlns:a="http://schemas.openxmlformats.org/drawingml/2006/main"/>
          <a:ln xmlns:a="http://schemas.openxmlformats.org/drawingml/2006/main" w="76200">
            <a:solidFill>
              <a:srgbClr val="EE5B91"/>
            </a:solidFill>
            <a:prstDash val="solid"/>
          </a:ln>
        </p:spPr>
      </p:sp>
      <p:sp>
        <p:nvSpPr>
          <p:cNvPr id="287" name="move example corners upper inset">
            <a:extLst xmlns:a="http://schemas.openxmlformats.org/drawingml/2006/main">
              <a:ext uri="{FF2B5EF4-FFF2-40B4-BE49-F238E27FC236}">
                <a16:creationId xmlns:a16="http://schemas.microsoft.com/office/drawing/2014/main" id="{02CCBB4A-5412-4D7C-BC71-E2DB9D7C0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68675" y="5776913"/>
            <a:ext cx="247745" cy="285845"/>
          </a:xfrm>
          <a:custGeom xmlns:a="http://schemas.openxmlformats.org/drawingml/2006/main">
            <a:pathLst>
              <a:path w="247745" h="285845">
                <a:moveTo>
                  <a:pt x="247650" y="0"/>
                </a:moveTo>
                <a:lnTo>
                  <a:pt x="0" y="0"/>
                </a:lnTo>
                <a:lnTo>
                  <a:pt x="0" y="28575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288" name="move example corners lower">
            <a:extLst xmlns:a="http://schemas.openxmlformats.org/drawingml/2006/main">
              <a:ext uri="{FF2B5EF4-FFF2-40B4-BE49-F238E27FC236}">
                <a16:creationId xmlns:a16="http://schemas.microsoft.com/office/drawing/2014/main" id="{B32D0852-E5FA-4343-982B-1FFD1F63B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11875" y="6824663"/>
            <a:ext cx="257270" cy="295370"/>
          </a:xfrm>
          <a:custGeom xmlns:a="http://schemas.openxmlformats.org/drawingml/2006/main">
            <a:pathLst>
              <a:path w="257270" h="295370">
                <a:moveTo>
                  <a:pt x="0" y="295275"/>
                </a:moveTo>
                <a:lnTo>
                  <a:pt x="257175" y="295275"/>
                </a:lnTo>
                <a:lnTo>
                  <a:pt x="2571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0">
            <a:solidFill>
              <a:srgbClr val="EE5B91"/>
            </a:solidFill>
            <a:prstDash val="solid"/>
          </a:ln>
        </p:spPr>
      </p:sp>
      <p:sp>
        <p:nvSpPr>
          <p:cNvPr id="289" name="move example corners lower inset">
            <a:extLst xmlns:a="http://schemas.openxmlformats.org/drawingml/2006/main">
              <a:ext uri="{FF2B5EF4-FFF2-40B4-BE49-F238E27FC236}">
                <a16:creationId xmlns:a16="http://schemas.microsoft.com/office/drawing/2014/main" id="{E3FED9C3-017F-4623-B275-137F3F937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11875" y="6824663"/>
            <a:ext cx="257270" cy="295370"/>
          </a:xfrm>
          <a:custGeom xmlns:a="http://schemas.openxmlformats.org/drawingml/2006/main">
            <a:pathLst>
              <a:path w="257270" h="295370">
                <a:moveTo>
                  <a:pt x="0" y="295275"/>
                </a:moveTo>
                <a:lnTo>
                  <a:pt x="257175" y="295275"/>
                </a:lnTo>
                <a:lnTo>
                  <a:pt x="2571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pic>
        <p:nvPicPr>
          <p:cNvPr id="290" name="">
            <a:extLst xmlns:a="http://schemas.openxmlformats.org/drawingml/2006/main">
              <a:ext uri="{FF2B5EF4-FFF2-40B4-BE49-F238E27FC236}">
                <a16:creationId xmlns:a16="http://schemas.microsoft.com/office/drawing/2014/main" id="{B7625F59-608D-44C1-9D5C-743BC71CCAF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9d37238a0a4aba"/>
          <a:stretch xmlns:a="http://schemas.openxmlformats.org/drawingml/2006/main"/>
        </p:blipFill>
        <p:spPr>
          <a:xfrm xmlns:a="http://schemas.openxmlformats.org/drawingml/2006/main">
            <a:off x="16240125" y="5967413"/>
            <a:ext cx="1038225" cy="1057275"/>
          </a:xfrm>
          <a:prstGeom xmlns:a="http://schemas.openxmlformats.org/drawingml/2006/main" prst="rect">
            <a:avLst/>
          </a:prstGeom>
        </p:spPr>
      </p:pic>
      <p:sp>
        <p:nvSpPr>
          <p:cNvPr id="291" name="move example marker">
            <a:extLst xmlns:a="http://schemas.openxmlformats.org/drawingml/2006/main">
              <a:ext uri="{FF2B5EF4-FFF2-40B4-BE49-F238E27FC236}">
                <a16:creationId xmlns:a16="http://schemas.microsoft.com/office/drawing/2014/main" id="{06CFF286-4AB6-4EBC-8259-48B51367A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0" y="5910263"/>
            <a:ext cx="342900" cy="342900"/>
          </a:xfrm>
          <a:custGeom xmlns:a="http://schemas.openxmlformats.org/drawingml/2006/main">
            <a:pathLst>
              <a:path w="342900" h="342900">
                <a:moveTo>
                  <a:pt x="342900" y="171450"/>
                </a:moveTo>
                <a:cubicBezTo>
                  <a:pt x="342900" y="266139"/>
                  <a:pt x="266139" y="342900"/>
                  <a:pt x="171450" y="342900"/>
                </a:cubicBezTo>
                <a:cubicBezTo>
                  <a:pt x="76761" y="342900"/>
                  <a:pt x="0" y="266139"/>
                  <a:pt x="0" y="171450"/>
                </a:cubicBezTo>
                <a:cubicBezTo>
                  <a:pt x="0" y="76761"/>
                  <a:pt x="76761" y="0"/>
                  <a:pt x="171450" y="0"/>
                </a:cubicBezTo>
                <a:cubicBezTo>
                  <a:pt x="266139" y="0"/>
                  <a:pt x="342900" y="76761"/>
                  <a:pt x="342900" y="171450"/>
                </a:cubicBezTo>
                <a:close/>
              </a:path>
            </a:pathLst>
          </a:custGeom>
          <a:solidFill xmlns:a="http://schemas.openxmlformats.org/drawingml/2006/main">
            <a:srgbClr val="B84D55"/>
          </a:solidFill>
          <a:ln xmlns:a="http://schemas.openxmlformats.org/drawingml/2006/main" w="19050">
            <a:solidFill>
              <a:srgbClr val="F6C3D2"/>
            </a:solidFill>
            <a:prstDash val="solid"/>
          </a:ln>
        </p:spPr>
      </p:sp>
      <p:sp>
        <p:nvSpPr>
          <p:cNvPr id="292" name="move example marker inset">
            <a:extLst xmlns:a="http://schemas.openxmlformats.org/drawingml/2006/main">
              <a:ext uri="{FF2B5EF4-FFF2-40B4-BE49-F238E27FC236}">
                <a16:creationId xmlns:a16="http://schemas.microsoft.com/office/drawing/2014/main" id="{D91290D2-E9D8-4BF3-B66B-0F0ABF83A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83100" y="5948363"/>
            <a:ext cx="266700" cy="266700"/>
          </a:xfrm>
          <a:custGeom xmlns:a="http://schemas.openxmlformats.org/drawingml/2006/main">
            <a:pathLst>
              <a:path w="266700" h="266700">
                <a:moveTo>
                  <a:pt x="266700" y="133350"/>
                </a:moveTo>
                <a:cubicBezTo>
                  <a:pt x="266700" y="206997"/>
                  <a:pt x="206997" y="266700"/>
                  <a:pt x="133350" y="266700"/>
                </a:cubicBezTo>
                <a:cubicBezTo>
                  <a:pt x="59703" y="266700"/>
                  <a:pt x="0" y="206997"/>
                  <a:pt x="0" y="133350"/>
                </a:cubicBezTo>
                <a:cubicBezTo>
                  <a:pt x="0" y="59703"/>
                  <a:pt x="59703" y="0"/>
                  <a:pt x="133350" y="0"/>
                </a:cubicBezTo>
                <a:cubicBezTo>
                  <a:pt x="206997" y="0"/>
                  <a:pt x="266700" y="59703"/>
                  <a:pt x="266700" y="13335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FCE2EA"/>
            </a:solidFill>
            <a:prstDash val="solid"/>
          </a:ln>
        </p:spPr>
      </p:sp>
      <p:sp>
        <p:nvSpPr>
          <p:cNvPr id="293" name="move example marker label">
            <a:extLst xmlns:a="http://schemas.openxmlformats.org/drawingml/2006/main">
              <a:ext uri="{FF2B5EF4-FFF2-40B4-BE49-F238E27FC236}">
                <a16:creationId xmlns:a16="http://schemas.microsoft.com/office/drawing/2014/main" id="{BE5B7768-83B8-4223-80DB-34124F374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192625" y="5895632"/>
            <a:ext cx="247650" cy="3360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90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890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9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294" name="move from text">
            <a:extLst xmlns:a="http://schemas.openxmlformats.org/drawingml/2006/main">
              <a:ext uri="{FF2B5EF4-FFF2-40B4-BE49-F238E27FC236}">
                <a16:creationId xmlns:a16="http://schemas.microsoft.com/office/drawing/2014/main" id="{4DA5146E-4A86-4F80-896C-FA2A0EAF6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526000" y="6090857"/>
            <a:ext cx="723900" cy="3733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 i="0">
                <a:solidFill>
                  <a:srgbClr val="EE5B9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00" b="1" i="0">
                <a:solidFill>
                  <a:srgbClr val="EE5B91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EE5B91"/>
                </a:solidFill>
                <a:latin typeface="Arial"/>
                <a:ea typeface="Arial"/>
                <a:cs typeface="Arial"/>
              </a:rPr>
              <a:t>from</a:t>
            </a:r>
          </a:p>
        </p:txBody>
      </p:sp>
      <p:sp>
        <p:nvSpPr>
          <p:cNvPr id="295" name="move to text">
            <a:extLst xmlns:a="http://schemas.openxmlformats.org/drawingml/2006/main">
              <a:ext uri="{FF2B5EF4-FFF2-40B4-BE49-F238E27FC236}">
                <a16:creationId xmlns:a16="http://schemas.microsoft.com/office/drawing/2014/main" id="{BC10CE0C-2499-4202-8284-4055BE568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649825" y="6538532"/>
            <a:ext cx="533400" cy="3733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 i="0">
                <a:solidFill>
                  <a:srgbClr val="EE5B9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00" b="1" i="0">
                <a:solidFill>
                  <a:srgbClr val="EE5B91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EE5B91"/>
                </a:solidFill>
                <a:latin typeface="Arial"/>
                <a:ea typeface="Arial"/>
                <a:cs typeface="Arial"/>
              </a:rPr>
              <a:t>to</a:t>
            </a:r>
          </a:p>
        </p:txBody>
      </p:sp>
      <p:pic>
        <p:nvPicPr>
          <p:cNvPr id="296" name="">
            <a:extLst xmlns:a="http://schemas.openxmlformats.org/drawingml/2006/main">
              <a:ext uri="{FF2B5EF4-FFF2-40B4-BE49-F238E27FC236}">
                <a16:creationId xmlns:a16="http://schemas.microsoft.com/office/drawing/2014/main" id="{C16670CA-0283-4C12-B120-589E3364426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a9a257eb184eb0"/>
          <a:stretch xmlns:a="http://schemas.openxmlformats.org/drawingml/2006/main"/>
        </p:blipFill>
        <p:spPr>
          <a:xfrm xmlns:a="http://schemas.openxmlformats.org/drawingml/2006/main">
            <a:off x="18145125" y="5995988"/>
            <a:ext cx="533400" cy="466725"/>
          </a:xfrm>
          <a:prstGeom xmlns:a="http://schemas.openxmlformats.org/drawingml/2006/main" prst="rect">
            <a:avLst/>
          </a:prstGeom>
        </p:spPr>
      </p:pic>
      <p:pic>
        <p:nvPicPr>
          <p:cNvPr id="297" name="">
            <a:extLst xmlns:a="http://schemas.openxmlformats.org/drawingml/2006/main">
              <a:ext uri="{FF2B5EF4-FFF2-40B4-BE49-F238E27FC236}">
                <a16:creationId xmlns:a16="http://schemas.microsoft.com/office/drawing/2014/main" id="{A802F329-CB31-4C35-9E20-C026A6F8539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f797e5e66e4f9b"/>
          <a:stretch xmlns:a="http://schemas.openxmlformats.org/drawingml/2006/main"/>
        </p:blipFill>
        <p:spPr>
          <a:xfrm xmlns:a="http://schemas.openxmlformats.org/drawingml/2006/main">
            <a:off x="18145125" y="6529388"/>
            <a:ext cx="533400" cy="447675"/>
          </a:xfrm>
          <a:prstGeom xmlns:a="http://schemas.openxmlformats.org/drawingml/2006/main" prst="rect">
            <a:avLst/>
          </a:prstGeom>
        </p:spPr>
      </p:pic>
      <p:pic>
        <p:nvPicPr>
          <p:cNvPr id="298" name="">
            <a:extLst xmlns:a="http://schemas.openxmlformats.org/drawingml/2006/main">
              <a:ext uri="{FF2B5EF4-FFF2-40B4-BE49-F238E27FC236}">
                <a16:creationId xmlns:a16="http://schemas.microsoft.com/office/drawing/2014/main" id="{C05D9C93-2EEC-4893-A8ED-3696E37B358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73f9fce7654f6c"/>
          <a:stretch xmlns:a="http://schemas.openxmlformats.org/drawingml/2006/main"/>
        </p:blipFill>
        <p:spPr>
          <a:xfrm xmlns:a="http://schemas.openxmlformats.org/drawingml/2006/main">
            <a:off x="18821400" y="5710238"/>
            <a:ext cx="323850" cy="266700"/>
          </a:xfrm>
          <a:prstGeom xmlns:a="http://schemas.openxmlformats.org/drawingml/2006/main" prst="rect">
            <a:avLst/>
          </a:prstGeom>
        </p:spPr>
      </p:pic>
      <p:sp>
        <p:nvSpPr>
          <p:cNvPr id="299" name="replace example card">
            <a:extLst xmlns:a="http://schemas.openxmlformats.org/drawingml/2006/main">
              <a:ext uri="{FF2B5EF4-FFF2-40B4-BE49-F238E27FC236}">
                <a16:creationId xmlns:a16="http://schemas.microsoft.com/office/drawing/2014/main" id="{F453CF8B-33FE-411E-944F-6C1E89B14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97225" y="7234238"/>
            <a:ext cx="3124200" cy="1323975"/>
          </a:xfrm>
          <a:custGeom xmlns:a="http://schemas.openxmlformats.org/drawingml/2006/main">
            <a:pathLst>
              <a:path w="3124200" h="1323975">
                <a:moveTo>
                  <a:pt x="95250" y="0"/>
                </a:moveTo>
                <a:lnTo>
                  <a:pt x="3028950" y="0"/>
                </a:lnTo>
                <a:cubicBezTo>
                  <a:pt x="3081555" y="0"/>
                  <a:pt x="3124200" y="42645"/>
                  <a:pt x="3124200" y="95250"/>
                </a:cubicBezTo>
                <a:lnTo>
                  <a:pt x="3124200" y="1228725"/>
                </a:lnTo>
                <a:cubicBezTo>
                  <a:pt x="3124200" y="1281330"/>
                  <a:pt x="3081555" y="1323975"/>
                  <a:pt x="3028950" y="1323975"/>
                </a:cubicBezTo>
                <a:lnTo>
                  <a:pt x="95250" y="1323975"/>
                </a:lnTo>
                <a:cubicBezTo>
                  <a:pt x="42645" y="1323975"/>
                  <a:pt x="0" y="1281330"/>
                  <a:pt x="0" y="1228725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 xmlns:a="http://schemas.openxmlformats.org/drawingml/2006/main">
            <a:srgbClr val="FBD6E3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00" name="replace example corners upper">
            <a:extLst xmlns:a="http://schemas.openxmlformats.org/drawingml/2006/main">
              <a:ext uri="{FF2B5EF4-FFF2-40B4-BE49-F238E27FC236}">
                <a16:creationId xmlns:a16="http://schemas.microsoft.com/office/drawing/2014/main" id="{07D5C8D9-F5D0-44E3-BCAD-C3CA10F0E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97225" y="7205663"/>
            <a:ext cx="247745" cy="285845"/>
          </a:xfrm>
          <a:custGeom xmlns:a="http://schemas.openxmlformats.org/drawingml/2006/main">
            <a:pathLst>
              <a:path w="247745" h="285845">
                <a:moveTo>
                  <a:pt x="247650" y="0"/>
                </a:moveTo>
                <a:lnTo>
                  <a:pt x="0" y="0"/>
                </a:lnTo>
                <a:lnTo>
                  <a:pt x="0" y="285750"/>
                </a:lnTo>
              </a:path>
            </a:pathLst>
          </a:custGeom>
          <a:noFill xmlns:a="http://schemas.openxmlformats.org/drawingml/2006/main"/>
          <a:ln xmlns:a="http://schemas.openxmlformats.org/drawingml/2006/main" w="76200">
            <a:solidFill>
              <a:srgbClr val="EE5B91"/>
            </a:solidFill>
            <a:prstDash val="solid"/>
          </a:ln>
        </p:spPr>
      </p:sp>
      <p:sp>
        <p:nvSpPr>
          <p:cNvPr id="301" name="replace example corners upper inset">
            <a:extLst xmlns:a="http://schemas.openxmlformats.org/drawingml/2006/main">
              <a:ext uri="{FF2B5EF4-FFF2-40B4-BE49-F238E27FC236}">
                <a16:creationId xmlns:a16="http://schemas.microsoft.com/office/drawing/2014/main" id="{1605C739-B949-465F-BCD7-175637F61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97225" y="7205663"/>
            <a:ext cx="247745" cy="285845"/>
          </a:xfrm>
          <a:custGeom xmlns:a="http://schemas.openxmlformats.org/drawingml/2006/main">
            <a:pathLst>
              <a:path w="247745" h="285845">
                <a:moveTo>
                  <a:pt x="247650" y="0"/>
                </a:moveTo>
                <a:lnTo>
                  <a:pt x="0" y="0"/>
                </a:lnTo>
                <a:lnTo>
                  <a:pt x="0" y="28575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302" name="replace example corners lower">
            <a:extLst xmlns:a="http://schemas.openxmlformats.org/drawingml/2006/main">
              <a:ext uri="{FF2B5EF4-FFF2-40B4-BE49-F238E27FC236}">
                <a16:creationId xmlns:a16="http://schemas.microsoft.com/office/drawing/2014/main" id="{B6ECEAE7-8C59-4136-BFBD-2FCC07C69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92825" y="8281988"/>
            <a:ext cx="257270" cy="295370"/>
          </a:xfrm>
          <a:custGeom xmlns:a="http://schemas.openxmlformats.org/drawingml/2006/main">
            <a:pathLst>
              <a:path w="257270" h="295370">
                <a:moveTo>
                  <a:pt x="0" y="295275"/>
                </a:moveTo>
                <a:lnTo>
                  <a:pt x="257175" y="295275"/>
                </a:lnTo>
                <a:lnTo>
                  <a:pt x="2571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0">
            <a:solidFill>
              <a:srgbClr val="EE5B91"/>
            </a:solidFill>
            <a:prstDash val="solid"/>
          </a:ln>
        </p:spPr>
      </p:sp>
      <p:sp>
        <p:nvSpPr>
          <p:cNvPr id="303" name="replace example corners lower inset">
            <a:extLst xmlns:a="http://schemas.openxmlformats.org/drawingml/2006/main">
              <a:ext uri="{FF2B5EF4-FFF2-40B4-BE49-F238E27FC236}">
                <a16:creationId xmlns:a16="http://schemas.microsoft.com/office/drawing/2014/main" id="{80FB0356-68C9-4746-A169-407454C0B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92825" y="8281988"/>
            <a:ext cx="257270" cy="295370"/>
          </a:xfrm>
          <a:custGeom xmlns:a="http://schemas.openxmlformats.org/drawingml/2006/main">
            <a:pathLst>
              <a:path w="257270" h="295370">
                <a:moveTo>
                  <a:pt x="0" y="295275"/>
                </a:moveTo>
                <a:lnTo>
                  <a:pt x="257175" y="295275"/>
                </a:lnTo>
                <a:lnTo>
                  <a:pt x="2571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pic>
        <p:nvPicPr>
          <p:cNvPr id="304" name="">
            <a:extLst xmlns:a="http://schemas.openxmlformats.org/drawingml/2006/main">
              <a:ext uri="{FF2B5EF4-FFF2-40B4-BE49-F238E27FC236}">
                <a16:creationId xmlns:a16="http://schemas.microsoft.com/office/drawing/2014/main" id="{20DAD6C3-DC39-4E68-8C0D-A4B7C00E07D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764a6187aa4876"/>
          <a:stretch xmlns:a="http://schemas.openxmlformats.org/drawingml/2006/main"/>
        </p:blipFill>
        <p:spPr>
          <a:xfrm xmlns:a="http://schemas.openxmlformats.org/drawingml/2006/main">
            <a:off x="16097250" y="7462838"/>
            <a:ext cx="876300" cy="838200"/>
          </a:xfrm>
          <a:prstGeom xmlns:a="http://schemas.openxmlformats.org/drawingml/2006/main" prst="rect">
            <a:avLst/>
          </a:prstGeom>
        </p:spPr>
      </p:pic>
      <p:pic>
        <p:nvPicPr>
          <p:cNvPr id="305" name="">
            <a:extLst xmlns:a="http://schemas.openxmlformats.org/drawingml/2006/main">
              <a:ext uri="{FF2B5EF4-FFF2-40B4-BE49-F238E27FC236}">
                <a16:creationId xmlns:a16="http://schemas.microsoft.com/office/drawing/2014/main" id="{2CD35356-6664-418C-A13F-5ACC90E77C5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a028ee90344635"/>
          <a:stretch xmlns:a="http://schemas.openxmlformats.org/drawingml/2006/main"/>
        </p:blipFill>
        <p:spPr>
          <a:xfrm xmlns:a="http://schemas.openxmlformats.org/drawingml/2006/main">
            <a:off x="17973675" y="7462838"/>
            <a:ext cx="885825" cy="838200"/>
          </a:xfrm>
          <a:prstGeom xmlns:a="http://schemas.openxmlformats.org/drawingml/2006/main" prst="rect">
            <a:avLst/>
          </a:prstGeom>
        </p:spPr>
      </p:pic>
      <p:sp>
        <p:nvSpPr>
          <p:cNvPr id="306" name="replace text">
            <a:extLst xmlns:a="http://schemas.openxmlformats.org/drawingml/2006/main">
              <a:ext uri="{FF2B5EF4-FFF2-40B4-BE49-F238E27FC236}">
                <a16:creationId xmlns:a16="http://schemas.microsoft.com/office/drawing/2014/main" id="{50C38ED7-4FDB-4609-BAF5-976763837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059275" y="7540371"/>
            <a:ext cx="933450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1" i="0">
                <a:solidFill>
                  <a:srgbClr val="EE5B9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25" b="1" i="0">
                <a:solidFill>
                  <a:srgbClr val="EE5B91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EE5B91"/>
                </a:solidFill>
                <a:latin typeface="Arial"/>
                <a:ea typeface="Arial"/>
                <a:cs typeface="Arial"/>
              </a:rPr>
              <a:t>replace</a:t>
            </a:r>
          </a:p>
        </p:txBody>
      </p:sp>
      <p:sp>
        <p:nvSpPr>
          <p:cNvPr id="307" name="replace example arrow">
            <a:extLst xmlns:a="http://schemas.openxmlformats.org/drawingml/2006/main">
              <a:ext uri="{FF2B5EF4-FFF2-40B4-BE49-F238E27FC236}">
                <a16:creationId xmlns:a16="http://schemas.microsoft.com/office/drawing/2014/main" id="{30368819-786A-4CA3-966E-149B859B0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16425" y="7929563"/>
            <a:ext cx="752570" cy="191"/>
          </a:xfrm>
          <a:custGeom xmlns:a="http://schemas.openxmlformats.org/drawingml/2006/main">
            <a:pathLst>
              <a:path w="752570" h="191">
                <a:moveTo>
                  <a:pt x="0" y="0"/>
                </a:moveTo>
                <a:lnTo>
                  <a:pt x="7524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47625">
            <a:solidFill>
              <a:srgbClr val="EE5B91"/>
            </a:solidFill>
            <a:prstDash val="solid"/>
          </a:ln>
        </p:spPr>
      </p:sp>
      <p:sp>
        <p:nvSpPr>
          <p:cNvPr id="308" name="replace example arrow arrowhead">
            <a:extLst xmlns:a="http://schemas.openxmlformats.org/drawingml/2006/main">
              <a:ext uri="{FF2B5EF4-FFF2-40B4-BE49-F238E27FC236}">
                <a16:creationId xmlns:a16="http://schemas.microsoft.com/office/drawing/2014/main" id="{13967FA2-06BA-461B-AFAA-661836812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97450" y="7758113"/>
            <a:ext cx="342900" cy="342900"/>
          </a:xfrm>
          <a:custGeom xmlns:a="http://schemas.openxmlformats.org/drawingml/2006/main">
            <a:pathLst>
              <a:path w="342900" h="342900">
                <a:moveTo>
                  <a:pt x="171450" y="171450"/>
                </a:moveTo>
                <a:lnTo>
                  <a:pt x="57150" y="226314"/>
                </a:lnTo>
                <a:lnTo>
                  <a:pt x="57150" y="116586"/>
                </a:lnTo>
                <a:close/>
              </a:path>
            </a:pathLst>
          </a:custGeom>
          <a:solidFill xmlns:a="http://schemas.openxmlformats.org/drawingml/2006/main">
            <a:srgbClr val="EE5B91"/>
          </a:solidFill>
          <a:ln xmlns:a="http://schemas.openxmlformats.org/drawingml/2006/main" w="9525">
            <a:noFill/>
            <a:prstDash val="solid"/>
          </a:ln>
        </p:spPr>
      </p:sp>
      <p:pic>
        <p:nvPicPr>
          <p:cNvPr id="309" name="">
            <a:extLst xmlns:a="http://schemas.openxmlformats.org/drawingml/2006/main">
              <a:ext uri="{FF2B5EF4-FFF2-40B4-BE49-F238E27FC236}">
                <a16:creationId xmlns:a16="http://schemas.microsoft.com/office/drawing/2014/main" id="{C9E97448-A608-402A-9FCF-C928768A730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e8574a95a3469e"/>
          <a:stretch xmlns:a="http://schemas.openxmlformats.org/drawingml/2006/main"/>
        </p:blipFill>
        <p:spPr>
          <a:xfrm xmlns:a="http://schemas.openxmlformats.org/drawingml/2006/main">
            <a:off x="18821400" y="7158038"/>
            <a:ext cx="333375" cy="304800"/>
          </a:xfrm>
          <a:prstGeom xmlns:a="http://schemas.openxmlformats.org/drawingml/2006/main" prst="rect">
            <a:avLst/>
          </a:prstGeom>
        </p:spPr>
      </p:pic>
      <p:sp>
        <p:nvSpPr>
          <p:cNvPr id="310" name="editing input frame">
            <a:extLst xmlns:a="http://schemas.openxmlformats.org/drawingml/2006/main">
              <a:ext uri="{FF2B5EF4-FFF2-40B4-BE49-F238E27FC236}">
                <a16:creationId xmlns:a16="http://schemas.microsoft.com/office/drawing/2014/main" id="{0C6557A5-E11C-4130-AB77-A23A001BF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96825" y="8748713"/>
            <a:ext cx="5391150" cy="819150"/>
          </a:xfrm>
          <a:custGeom xmlns:a="http://schemas.openxmlformats.org/drawingml/2006/main">
            <a:pathLst>
              <a:path w="5391150" h="819150">
                <a:moveTo>
                  <a:pt x="76200" y="0"/>
                </a:moveTo>
                <a:lnTo>
                  <a:pt x="5314950" y="0"/>
                </a:lnTo>
                <a:cubicBezTo>
                  <a:pt x="5357034" y="0"/>
                  <a:pt x="5391150" y="34116"/>
                  <a:pt x="5391150" y="76200"/>
                </a:cubicBezTo>
                <a:lnTo>
                  <a:pt x="5391150" y="742950"/>
                </a:lnTo>
                <a:cubicBezTo>
                  <a:pt x="5391150" y="785034"/>
                  <a:pt x="5357034" y="819150"/>
                  <a:pt x="5314950" y="819150"/>
                </a:cubicBezTo>
                <a:lnTo>
                  <a:pt x="76200" y="819150"/>
                </a:lnTo>
                <a:cubicBezTo>
                  <a:pt x="34116" y="819150"/>
                  <a:pt x="0" y="785034"/>
                  <a:pt x="0" y="7429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 xmlns:a="http://schemas.openxmlformats.org/drawingml/2006/main">
            <a:srgbClr val="FFF9FC"/>
          </a:solidFill>
          <a:ln xmlns:a="http://schemas.openxmlformats.org/drawingml/2006/main" w="19050">
            <a:solidFill>
              <a:srgbClr val="F792B4"/>
            </a:solidFill>
            <a:prstDash val="dash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311" name="editing input prefix">
            <a:extLst xmlns:a="http://schemas.openxmlformats.org/drawingml/2006/main">
              <a:ext uri="{FF2B5EF4-FFF2-40B4-BE49-F238E27FC236}">
                <a16:creationId xmlns:a16="http://schemas.microsoft.com/office/drawing/2014/main" id="{BFC3323A-E094-4AB3-820B-23B4E1131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868275" y="8890254"/>
            <a:ext cx="723900" cy="3067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INPUT:</a:t>
            </a:r>
          </a:p>
        </p:txBody>
      </p:sp>
      <p:sp>
        <p:nvSpPr>
          <p:cNvPr id="312" name="editing input line one">
            <a:extLst xmlns:a="http://schemas.openxmlformats.org/drawingml/2006/main">
              <a:ext uri="{FF2B5EF4-FFF2-40B4-BE49-F238E27FC236}">
                <a16:creationId xmlns:a16="http://schemas.microsoft.com/office/drawing/2014/main" id="{C16AC3BE-6209-4BE5-91F4-FEAF67E69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592175" y="8890254"/>
            <a:ext cx="4371975" cy="3067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Please EDIT / ADD / DEL / MOVE / REPL-</a:t>
            </a:r>
          </a:p>
        </p:txBody>
      </p:sp>
      <p:sp>
        <p:nvSpPr>
          <p:cNvPr id="313" name="editing input line two">
            <a:extLst xmlns:a="http://schemas.openxmlformats.org/drawingml/2006/main">
              <a:ext uri="{FF2B5EF4-FFF2-40B4-BE49-F238E27FC236}">
                <a16:creationId xmlns:a16="http://schemas.microsoft.com/office/drawing/2014/main" id="{1F965959-18AE-4E95-950F-531FB6B6E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868275" y="9128379"/>
            <a:ext cx="4191000" cy="3067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ACE the asset X ...</a:t>
            </a:r>
          </a:p>
        </p:txBody>
      </p:sp>
      <p:pic>
        <p:nvPicPr>
          <p:cNvPr id="314" name="">
            <a:extLst xmlns:a="http://schemas.openxmlformats.org/drawingml/2006/main">
              <a:ext uri="{FF2B5EF4-FFF2-40B4-BE49-F238E27FC236}">
                <a16:creationId xmlns:a16="http://schemas.microsoft.com/office/drawing/2014/main" id="{57EB4F7C-0315-42AF-8894-0749649ADC4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e6fe05f28d4021"/>
          <a:stretch xmlns:a="http://schemas.openxmlformats.org/drawingml/2006/main"/>
        </p:blipFill>
        <p:spPr>
          <a:xfrm xmlns:a="http://schemas.openxmlformats.org/drawingml/2006/main">
            <a:off x="18345150" y="8758238"/>
            <a:ext cx="790575" cy="7905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439739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3" name="blue canvas">
            <a:extLst xmlns:a="http://schemas.openxmlformats.org/drawingml/2006/main">
              <a:ext uri="{FF2B5EF4-FFF2-40B4-BE49-F238E27FC236}">
                <a16:creationId xmlns:a16="http://schemas.microsoft.com/office/drawing/2014/main" id="{D563F6CB-39AA-49CA-A210-039A44240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33375"/>
            <a:ext cx="19735800" cy="9810750"/>
          </a:xfrm>
          <a:custGeom xmlns:a="http://schemas.openxmlformats.org/drawingml/2006/main">
            <a:pathLst>
              <a:path w="19735800" h="9810750">
                <a:moveTo>
                  <a:pt x="0" y="0"/>
                </a:moveTo>
                <a:lnTo>
                  <a:pt x="19735800" y="0"/>
                </a:lnTo>
                <a:cubicBezTo>
                  <a:pt x="19735800" y="0"/>
                  <a:pt x="19735800" y="0"/>
                  <a:pt x="19735800" y="0"/>
                </a:cubicBezTo>
                <a:lnTo>
                  <a:pt x="19735800" y="9810750"/>
                </a:lnTo>
                <a:cubicBezTo>
                  <a:pt x="19735800" y="9810750"/>
                  <a:pt x="19735800" y="9810750"/>
                  <a:pt x="19735800" y="9810750"/>
                </a:cubicBezTo>
                <a:lnTo>
                  <a:pt x="0" y="9810750"/>
                </a:lnTo>
                <a:cubicBezTo>
                  <a:pt x="0" y="9810750"/>
                  <a:pt x="0" y="9810750"/>
                  <a:pt x="0" y="981075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pattFill xmlns:a="http://schemas.openxmlformats.org/drawingml/2006/main" prst="smCheck">
            <a:fgClr>
              <a:srgbClr val="ECF5FD"/>
            </a:fgClr>
            <a:bgClr>
              <a:srgbClr val="F8FCFF"/>
            </a:bgClr>
          </a:pattFill>
          <a:ln xmlns:a="http://schemas.openxmlformats.org/drawingml/2006/main" w="9525">
            <a:noFill/>
            <a:prstDash val="solid"/>
          </a:ln>
        </p:spPr>
      </p:sp>
      <p:sp>
        <p:nvSpPr>
          <p:cNvPr id="2" name="instruction frame">
            <a:extLst xmlns:a="http://schemas.openxmlformats.org/drawingml/2006/main">
              <a:ext uri="{FF2B5EF4-FFF2-40B4-BE49-F238E27FC236}">
                <a16:creationId xmlns:a16="http://schemas.microsoft.com/office/drawing/2014/main" id="{59C5C74C-8B76-4CA9-9A91-44C0B385A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28650"/>
            <a:ext cx="5915025" cy="981075"/>
          </a:xfrm>
          <a:custGeom xmlns:a="http://schemas.openxmlformats.org/drawingml/2006/main">
            <a:pathLst>
              <a:path w="5915025" h="981075">
                <a:moveTo>
                  <a:pt x="66675" y="0"/>
                </a:moveTo>
                <a:lnTo>
                  <a:pt x="5848350" y="0"/>
                </a:lnTo>
                <a:cubicBezTo>
                  <a:pt x="5885174" y="0"/>
                  <a:pt x="5915025" y="29851"/>
                  <a:pt x="5915025" y="66675"/>
                </a:cubicBezTo>
                <a:lnTo>
                  <a:pt x="5915025" y="914400"/>
                </a:lnTo>
                <a:cubicBezTo>
                  <a:pt x="5915025" y="951224"/>
                  <a:pt x="5885174" y="981075"/>
                  <a:pt x="5848350" y="981075"/>
                </a:cubicBezTo>
                <a:lnTo>
                  <a:pt x="66675" y="981075"/>
                </a:lnTo>
                <a:cubicBezTo>
                  <a:pt x="29851" y="981075"/>
                  <a:pt x="0" y="951224"/>
                  <a:pt x="0" y="914400"/>
                </a:cubicBezTo>
                <a:lnTo>
                  <a:pt x="0" y="66675"/>
                </a:lnTo>
                <a:cubicBezTo>
                  <a:pt x="0" y="29851"/>
                  <a:pt x="29851" y="0"/>
                  <a:pt x="66675" y="0"/>
                </a:cubicBezTo>
                <a:close/>
              </a:path>
            </a:pathLst>
          </a:custGeom>
          <a:solidFill xmlns:a="http://schemas.openxmlformats.org/drawingml/2006/main">
            <a:srgbClr val="F5F9FF"/>
          </a:solidFill>
          <a:ln xmlns:a="http://schemas.openxmlformats.org/drawingml/2006/main" w="19050">
            <a:solidFill>
              <a:srgbClr val="4585B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253998-D7F6-4923-B2EC-CA1F94BC495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aae3b66358468c"/>
          <a:stretch xmlns:a="http://schemas.openxmlformats.org/drawingml/2006/main"/>
        </p:blipFill>
        <p:spPr>
          <a:xfrm xmlns:a="http://schemas.openxmlformats.org/drawingml/2006/main">
            <a:off x="333375" y="619125"/>
            <a:ext cx="666750" cy="1000125"/>
          </a:xfrm>
          <a:prstGeom xmlns:a="http://schemas.openxmlformats.org/drawingml/2006/main" prst="rect">
            <a:avLst/>
          </a:prstGeom>
        </p:spPr>
      </p:pic>
      <p:sp>
        <p:nvSpPr>
          <p:cNvPr id="4" name="input prefix">
            <a:extLst xmlns:a="http://schemas.openxmlformats.org/drawingml/2006/main">
              <a:ext uri="{FF2B5EF4-FFF2-40B4-BE49-F238E27FC236}">
                <a16:creationId xmlns:a16="http://schemas.microsoft.com/office/drawing/2014/main" id="{732BA7C1-99CF-45B5-9B2C-EEACF7021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43025" y="780306"/>
            <a:ext cx="695325" cy="302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99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99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99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INPUT:</a:t>
            </a:r>
          </a:p>
        </p:txBody>
      </p:sp>
      <p:sp>
        <p:nvSpPr>
          <p:cNvPr id="5" name="input line 1">
            <a:extLst xmlns:a="http://schemas.openxmlformats.org/drawingml/2006/main">
              <a:ext uri="{FF2B5EF4-FFF2-40B4-BE49-F238E27FC236}">
                <a16:creationId xmlns:a16="http://schemas.microsoft.com/office/drawing/2014/main" id="{F42AC83C-7BD6-44FC-BDB4-154014663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76450" y="778002"/>
            <a:ext cx="481965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 technological scene with white-blue buildings</a:t>
            </a:r>
          </a:p>
        </p:txBody>
      </p:sp>
      <p:sp>
        <p:nvSpPr>
          <p:cNvPr id="6" name="input line 2">
            <a:extLst xmlns:a="http://schemas.openxmlformats.org/drawingml/2006/main">
              <a:ext uri="{FF2B5EF4-FFF2-40B4-BE49-F238E27FC236}">
                <a16:creationId xmlns:a16="http://schemas.microsoft.com/office/drawing/2014/main" id="{50BF9685-BED6-442B-9131-3A5B03387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43025" y="1016127"/>
            <a:ext cx="55245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stand atop a white marble floor, and the leaves of the</a:t>
            </a:r>
          </a:p>
        </p:txBody>
      </p:sp>
      <p:sp>
        <p:nvSpPr>
          <p:cNvPr id="7" name="input line 3">
            <a:extLst xmlns:a="http://schemas.openxmlformats.org/drawingml/2006/main">
              <a:ext uri="{FF2B5EF4-FFF2-40B4-BE49-F238E27FC236}">
                <a16:creationId xmlns:a16="http://schemas.microsoft.com/office/drawing/2014/main" id="{FEAB4F63-296D-4BB8-BB58-35ECB9155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43025" y="1257269"/>
            <a:ext cx="5600700" cy="2965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6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6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6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trees have glassy texture. The sky is blue with white clouds.</a:t>
            </a:r>
          </a:p>
        </p:txBody>
      </p:sp>
      <p:sp>
        <p:nvSpPr>
          <p:cNvPr id="8" name="1 number">
            <a:extLst xmlns:a="http://schemas.openxmlformats.org/drawingml/2006/main">
              <a:ext uri="{FF2B5EF4-FFF2-40B4-BE49-F238E27FC236}">
                <a16:creationId xmlns:a16="http://schemas.microsoft.com/office/drawing/2014/main" id="{0B316DFC-E632-4133-A70D-23AB0FD2B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409575"/>
            <a:ext cx="323850" cy="323850"/>
          </a:xfrm>
          <a:custGeom xmlns:a="http://schemas.openxmlformats.org/drawingml/2006/main">
            <a:pathLst>
              <a:path w="323850" h="323850">
                <a:moveTo>
                  <a:pt x="323850" y="161925"/>
                </a:moveTo>
                <a:cubicBezTo>
                  <a:pt x="323850" y="251354"/>
                  <a:pt x="251354" y="323850"/>
                  <a:pt x="161925" y="323850"/>
                </a:cubicBezTo>
                <a:cubicBezTo>
                  <a:pt x="72496" y="323850"/>
                  <a:pt x="0" y="251354"/>
                  <a:pt x="0" y="161925"/>
                </a:cubicBezTo>
                <a:cubicBezTo>
                  <a:pt x="0" y="72496"/>
                  <a:pt x="72496" y="0"/>
                  <a:pt x="161925" y="0"/>
                </a:cubicBezTo>
                <a:cubicBezTo>
                  <a:pt x="251354" y="0"/>
                  <a:pt x="323850" y="72496"/>
                  <a:pt x="323850" y="161925"/>
                </a:cubicBezTo>
                <a:close/>
              </a:path>
            </a:pathLst>
          </a:custGeom>
          <a:solidFill xmlns:a="http://schemas.openxmlformats.org/drawingml/2006/main">
            <a:srgbClr val="FFFDF3"/>
          </a:solidFill>
          <a:ln xmlns:a="http://schemas.openxmlformats.org/drawingml/2006/main" w="28575">
            <a:solidFill>
              <a:srgbClr val="F6CC35"/>
            </a:solidFill>
            <a:prstDash val="solid"/>
          </a:ln>
        </p:spPr>
      </p:sp>
      <p:sp>
        <p:nvSpPr>
          <p:cNvPr id="9" name="1 index">
            <a:extLst xmlns:a="http://schemas.openxmlformats.org/drawingml/2006/main">
              <a:ext uri="{FF2B5EF4-FFF2-40B4-BE49-F238E27FC236}">
                <a16:creationId xmlns:a16="http://schemas.microsoft.com/office/drawing/2014/main" id="{9268731C-0976-4187-B5E5-365C3E496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00925" y="399669"/>
            <a:ext cx="190500" cy="3733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0" name="1 heading">
            <a:extLst xmlns:a="http://schemas.openxmlformats.org/drawingml/2006/main">
              <a:ext uri="{FF2B5EF4-FFF2-40B4-BE49-F238E27FC236}">
                <a16:creationId xmlns:a16="http://schemas.microsoft.com/office/drawing/2014/main" id="{DDE859EC-F3C9-4A64-B782-F7ABDE555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43825" y="420434"/>
            <a:ext cx="4286250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2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SCENE DESIGN</a:t>
            </a:r>
          </a:p>
        </p:txBody>
      </p:sp>
      <p:sp>
        <p:nvSpPr>
          <p:cNvPr id="11" name="2 number">
            <a:extLst xmlns:a="http://schemas.openxmlformats.org/drawingml/2006/main">
              <a:ext uri="{FF2B5EF4-FFF2-40B4-BE49-F238E27FC236}">
                <a16:creationId xmlns:a16="http://schemas.microsoft.com/office/drawing/2014/main" id="{789EB27A-6014-4E74-9BEC-1CED8F590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1724025"/>
            <a:ext cx="323850" cy="323850"/>
          </a:xfrm>
          <a:custGeom xmlns:a="http://schemas.openxmlformats.org/drawingml/2006/main">
            <a:pathLst>
              <a:path w="323850" h="323850">
                <a:moveTo>
                  <a:pt x="323850" y="161925"/>
                </a:moveTo>
                <a:cubicBezTo>
                  <a:pt x="323850" y="251354"/>
                  <a:pt x="251354" y="323850"/>
                  <a:pt x="161925" y="323850"/>
                </a:cubicBezTo>
                <a:cubicBezTo>
                  <a:pt x="72496" y="323850"/>
                  <a:pt x="0" y="251354"/>
                  <a:pt x="0" y="161925"/>
                </a:cubicBezTo>
                <a:cubicBezTo>
                  <a:pt x="0" y="72496"/>
                  <a:pt x="72496" y="0"/>
                  <a:pt x="161925" y="0"/>
                </a:cubicBezTo>
                <a:cubicBezTo>
                  <a:pt x="251354" y="0"/>
                  <a:pt x="323850" y="72496"/>
                  <a:pt x="323850" y="161925"/>
                </a:cubicBezTo>
                <a:close/>
              </a:path>
            </a:pathLst>
          </a:custGeom>
          <a:solidFill xmlns:a="http://schemas.openxmlformats.org/drawingml/2006/main">
            <a:srgbClr val="FFFDF3"/>
          </a:solidFill>
          <a:ln xmlns:a="http://schemas.openxmlformats.org/drawingml/2006/main" w="28575">
            <a:solidFill>
              <a:srgbClr val="F6CC35"/>
            </a:solidFill>
            <a:prstDash val="solid"/>
          </a:ln>
        </p:spPr>
      </p:sp>
      <p:sp>
        <p:nvSpPr>
          <p:cNvPr id="12" name="2 index">
            <a:extLst xmlns:a="http://schemas.openxmlformats.org/drawingml/2006/main">
              <a:ext uri="{FF2B5EF4-FFF2-40B4-BE49-F238E27FC236}">
                <a16:creationId xmlns:a16="http://schemas.microsoft.com/office/drawing/2014/main" id="{2B305573-9444-46C2-8332-74E84EFB0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0525" y="1714119"/>
            <a:ext cx="190500" cy="3733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3" name="2 heading">
            <a:extLst xmlns:a="http://schemas.openxmlformats.org/drawingml/2006/main">
              <a:ext uri="{FF2B5EF4-FFF2-40B4-BE49-F238E27FC236}">
                <a16:creationId xmlns:a16="http://schemas.microsoft.com/office/drawing/2014/main" id="{0C3A5894-0296-495E-8E13-89630D841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3425" y="1734883"/>
            <a:ext cx="6191250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2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LAYOUT GENERATION</a:t>
            </a:r>
          </a:p>
        </p:txBody>
      </p:sp>
      <p:sp>
        <p:nvSpPr>
          <p:cNvPr id="14" name="3 number">
            <a:extLst xmlns:a="http://schemas.openxmlformats.org/drawingml/2006/main">
              <a:ext uri="{FF2B5EF4-FFF2-40B4-BE49-F238E27FC236}">
                <a16:creationId xmlns:a16="http://schemas.microsoft.com/office/drawing/2014/main" id="{AB35D5E7-794C-4512-83B5-8A4EB67E7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724025"/>
            <a:ext cx="323850" cy="323850"/>
          </a:xfrm>
          <a:custGeom xmlns:a="http://schemas.openxmlformats.org/drawingml/2006/main">
            <a:pathLst>
              <a:path w="323850" h="323850">
                <a:moveTo>
                  <a:pt x="323850" y="161925"/>
                </a:moveTo>
                <a:cubicBezTo>
                  <a:pt x="323850" y="251354"/>
                  <a:pt x="251354" y="323850"/>
                  <a:pt x="161925" y="323850"/>
                </a:cubicBezTo>
                <a:cubicBezTo>
                  <a:pt x="72496" y="323850"/>
                  <a:pt x="0" y="251354"/>
                  <a:pt x="0" y="161925"/>
                </a:cubicBezTo>
                <a:cubicBezTo>
                  <a:pt x="0" y="72496"/>
                  <a:pt x="72496" y="0"/>
                  <a:pt x="161925" y="0"/>
                </a:cubicBezTo>
                <a:cubicBezTo>
                  <a:pt x="251354" y="0"/>
                  <a:pt x="323850" y="72496"/>
                  <a:pt x="323850" y="161925"/>
                </a:cubicBezTo>
                <a:close/>
              </a:path>
            </a:pathLst>
          </a:custGeom>
          <a:solidFill xmlns:a="http://schemas.openxmlformats.org/drawingml/2006/main">
            <a:srgbClr val="FFFDF3"/>
          </a:solidFill>
          <a:ln xmlns:a="http://schemas.openxmlformats.org/drawingml/2006/main" w="28575">
            <a:solidFill>
              <a:srgbClr val="F6CC35"/>
            </a:solidFill>
            <a:prstDash val="solid"/>
          </a:ln>
        </p:spPr>
      </p:sp>
      <p:sp>
        <p:nvSpPr>
          <p:cNvPr id="15" name="3 index">
            <a:extLst xmlns:a="http://schemas.openxmlformats.org/drawingml/2006/main">
              <a:ext uri="{FF2B5EF4-FFF2-40B4-BE49-F238E27FC236}">
                <a16:creationId xmlns:a16="http://schemas.microsoft.com/office/drawing/2014/main" id="{259FF1D6-E0EA-4E60-A28D-76B14D4FA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10450" y="1714119"/>
            <a:ext cx="190500" cy="3733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6" name="3 heading">
            <a:extLst xmlns:a="http://schemas.openxmlformats.org/drawingml/2006/main">
              <a:ext uri="{FF2B5EF4-FFF2-40B4-BE49-F238E27FC236}">
                <a16:creationId xmlns:a16="http://schemas.microsoft.com/office/drawing/2014/main" id="{3C58C420-8328-4FB4-BFEA-D9FA67A6B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53350" y="1734883"/>
            <a:ext cx="9620250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2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ASSETS/MATERIALS GENERATION</a:t>
            </a:r>
          </a:p>
        </p:txBody>
      </p:sp>
      <p:sp>
        <p:nvSpPr>
          <p:cNvPr id="17" name="4 number">
            <a:extLst xmlns:a="http://schemas.openxmlformats.org/drawingml/2006/main">
              <a:ext uri="{FF2B5EF4-FFF2-40B4-BE49-F238E27FC236}">
                <a16:creationId xmlns:a16="http://schemas.microsoft.com/office/drawing/2014/main" id="{A39304F2-FEAF-441E-B40F-3DEDF404C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6191250"/>
            <a:ext cx="323850" cy="323850"/>
          </a:xfrm>
          <a:custGeom xmlns:a="http://schemas.openxmlformats.org/drawingml/2006/main">
            <a:pathLst>
              <a:path w="323850" h="323850">
                <a:moveTo>
                  <a:pt x="323850" y="161925"/>
                </a:moveTo>
                <a:cubicBezTo>
                  <a:pt x="323850" y="251354"/>
                  <a:pt x="251354" y="323850"/>
                  <a:pt x="161925" y="323850"/>
                </a:cubicBezTo>
                <a:cubicBezTo>
                  <a:pt x="72496" y="323850"/>
                  <a:pt x="0" y="251354"/>
                  <a:pt x="0" y="161925"/>
                </a:cubicBezTo>
                <a:cubicBezTo>
                  <a:pt x="0" y="72496"/>
                  <a:pt x="72496" y="0"/>
                  <a:pt x="161925" y="0"/>
                </a:cubicBezTo>
                <a:cubicBezTo>
                  <a:pt x="251354" y="0"/>
                  <a:pt x="323850" y="72496"/>
                  <a:pt x="323850" y="161925"/>
                </a:cubicBezTo>
                <a:close/>
              </a:path>
            </a:pathLst>
          </a:custGeom>
          <a:solidFill xmlns:a="http://schemas.openxmlformats.org/drawingml/2006/main">
            <a:srgbClr val="FFFDF3"/>
          </a:solidFill>
          <a:ln xmlns:a="http://schemas.openxmlformats.org/drawingml/2006/main" w="28575">
            <a:solidFill>
              <a:srgbClr val="F6CC35"/>
            </a:solidFill>
            <a:prstDash val="solid"/>
          </a:ln>
        </p:spPr>
      </p:sp>
      <p:sp>
        <p:nvSpPr>
          <p:cNvPr id="18" name="4 index">
            <a:extLst xmlns:a="http://schemas.openxmlformats.org/drawingml/2006/main">
              <a:ext uri="{FF2B5EF4-FFF2-40B4-BE49-F238E27FC236}">
                <a16:creationId xmlns:a16="http://schemas.microsoft.com/office/drawing/2014/main" id="{9E5F2602-22F9-41A5-BE43-9AF001045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1000" y="6181344"/>
            <a:ext cx="190500" cy="3733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9" name="4 heading">
            <a:extLst xmlns:a="http://schemas.openxmlformats.org/drawingml/2006/main">
              <a:ext uri="{FF2B5EF4-FFF2-40B4-BE49-F238E27FC236}">
                <a16:creationId xmlns:a16="http://schemas.microsoft.com/office/drawing/2014/main" id="{AD8251FD-7090-4108-B0EE-B1CC7B90C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3900" y="6202109"/>
            <a:ext cx="6477000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2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SCENE GENERATION</a:t>
            </a:r>
          </a:p>
        </p:txBody>
      </p:sp>
      <p:sp>
        <p:nvSpPr>
          <p:cNvPr id="20" name="scene design panel">
            <a:extLst xmlns:a="http://schemas.openxmlformats.org/drawingml/2006/main">
              <a:ext uri="{FF2B5EF4-FFF2-40B4-BE49-F238E27FC236}">
                <a16:creationId xmlns:a16="http://schemas.microsoft.com/office/drawing/2014/main" id="{22BFC058-B042-4C3B-A82E-655F1CF1C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800100"/>
            <a:ext cx="10553700" cy="781050"/>
          </a:xfrm>
          <a:custGeom xmlns:a="http://schemas.openxmlformats.org/drawingml/2006/main">
            <a:pathLst>
              <a:path w="10553700" h="781050">
                <a:moveTo>
                  <a:pt x="133350" y="0"/>
                </a:moveTo>
                <a:lnTo>
                  <a:pt x="10420350" y="0"/>
                </a:lnTo>
                <a:cubicBezTo>
                  <a:pt x="10493997" y="0"/>
                  <a:pt x="10553700" y="59703"/>
                  <a:pt x="10553700" y="133350"/>
                </a:cubicBezTo>
                <a:lnTo>
                  <a:pt x="10553700" y="647700"/>
                </a:lnTo>
                <a:cubicBezTo>
                  <a:pt x="10553700" y="721347"/>
                  <a:pt x="10493997" y="781050"/>
                  <a:pt x="10420350" y="781050"/>
                </a:cubicBezTo>
                <a:lnTo>
                  <a:pt x="133350" y="781050"/>
                </a:lnTo>
                <a:cubicBezTo>
                  <a:pt x="59703" y="781050"/>
                  <a:pt x="0" y="721347"/>
                  <a:pt x="0" y="64770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pattFill xmlns:a="http://schemas.openxmlformats.org/drawingml/2006/main" prst="dotGrid">
            <a:fgClr>
              <a:srgbClr val="CFE6F8">
                <a:alpha val="65000"/>
              </a:srgbClr>
            </a:fgClr>
            <a:bgClr>
              <a:srgbClr val="FFFFFF"/>
            </a:bgClr>
          </a:pattFill>
          <a:ln xmlns:a="http://schemas.openxmlformats.org/drawingml/2006/main" w="19050">
            <a:solidFill>
              <a:srgbClr val="79B9F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pic>
        <p:nvPic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3C109D0-752E-428B-9449-2A657A12C05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673e97853c490a"/>
          <a:stretch xmlns:a="http://schemas.openxmlformats.org/drawingml/2006/main"/>
        </p:blipFill>
        <p:spPr>
          <a:xfrm xmlns:a="http://schemas.openxmlformats.org/drawingml/2006/main">
            <a:off x="7400925" y="962025"/>
            <a:ext cx="447675" cy="438150"/>
          </a:xfrm>
          <a:prstGeom xmlns:a="http://schemas.openxmlformats.org/drawingml/2006/main" prst="rect">
            <a:avLst/>
          </a:prstGeom>
        </p:spPr>
      </p:pic>
      <p:sp>
        <p:nvSpPr>
          <p:cNvPr id="22" name="Layout Planning pill">
            <a:extLst xmlns:a="http://schemas.openxmlformats.org/drawingml/2006/main">
              <a:ext uri="{FF2B5EF4-FFF2-40B4-BE49-F238E27FC236}">
                <a16:creationId xmlns:a16="http://schemas.microsoft.com/office/drawing/2014/main" id="{3CE6A450-33D9-47D0-8181-59197003C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962025"/>
            <a:ext cx="1924050" cy="400050"/>
          </a:xfrm>
          <a:custGeom xmlns:a="http://schemas.openxmlformats.org/drawingml/2006/main">
            <a:pathLst>
              <a:path w="1924050" h="400050">
                <a:moveTo>
                  <a:pt x="200025" y="0"/>
                </a:moveTo>
                <a:lnTo>
                  <a:pt x="1724025" y="0"/>
                </a:lnTo>
                <a:cubicBezTo>
                  <a:pt x="1834496" y="0"/>
                  <a:pt x="1924050" y="89554"/>
                  <a:pt x="1924050" y="200025"/>
                </a:cubicBezTo>
                <a:lnTo>
                  <a:pt x="1924050" y="200025"/>
                </a:lnTo>
                <a:cubicBezTo>
                  <a:pt x="1924050" y="310496"/>
                  <a:pt x="1834496" y="400050"/>
                  <a:pt x="1724025" y="400050"/>
                </a:cubicBezTo>
                <a:lnTo>
                  <a:pt x="200025" y="400050"/>
                </a:lnTo>
                <a:cubicBezTo>
                  <a:pt x="89554" y="400050"/>
                  <a:pt x="0" y="310496"/>
                  <a:pt x="0" y="200025"/>
                </a:cubicBezTo>
                <a:lnTo>
                  <a:pt x="0" y="200025"/>
                </a:lnTo>
                <a:cubicBezTo>
                  <a:pt x="0" y="89554"/>
                  <a:pt x="89554" y="0"/>
                  <a:pt x="200025" y="0"/>
                </a:cubicBezTo>
                <a:close/>
              </a:path>
            </a:pathLst>
          </a:custGeom>
          <a:solidFill xmlns:a="http://schemas.openxmlformats.org/drawingml/2006/main">
            <a:srgbClr val="F0F8FF"/>
          </a:solidFill>
          <a:ln xmlns:a="http://schemas.openxmlformats.org/drawingml/2006/main" w="19050">
            <a:solidFill>
              <a:srgbClr val="79B9F3"/>
            </a:solidFill>
            <a:prstDash val="solid"/>
          </a:ln>
        </p:spPr>
      </p:sp>
      <p:pic>
        <p:nvPic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CA6F2B5-1B00-4436-9C17-4EA07FCDF00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c0a1a2082545fb"/>
          <a:stretch xmlns:a="http://schemas.openxmlformats.org/drawingml/2006/main"/>
        </p:blipFill>
        <p:spPr>
          <a:xfrm xmlns:a="http://schemas.openxmlformats.org/drawingml/2006/main">
            <a:off x="8286750" y="1019175"/>
            <a:ext cx="238125" cy="257175"/>
          </a:xfrm>
          <a:prstGeom xmlns:a="http://schemas.openxmlformats.org/drawingml/2006/main" prst="rect">
            <a:avLst/>
          </a:prstGeom>
        </p:spPr>
      </p:pic>
      <p:sp>
        <p:nvSpPr>
          <p:cNvPr id="24" name="Layout Planning label">
            <a:extLst xmlns:a="http://schemas.openxmlformats.org/drawingml/2006/main">
              <a:ext uri="{FF2B5EF4-FFF2-40B4-BE49-F238E27FC236}">
                <a16:creationId xmlns:a16="http://schemas.microsoft.com/office/drawing/2014/main" id="{00810E44-9209-4797-A78B-D0BF307D7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82025" y="1029987"/>
            <a:ext cx="1466850" cy="2863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1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Layout Planning</a:t>
            </a:r>
          </a:p>
        </p:txBody>
      </p:sp>
      <p:sp>
        <p:nvSpPr>
          <p:cNvPr id="25" name="Assets Design pill">
            <a:extLst xmlns:a="http://schemas.openxmlformats.org/drawingml/2006/main">
              <a:ext uri="{FF2B5EF4-FFF2-40B4-BE49-F238E27FC236}">
                <a16:creationId xmlns:a16="http://schemas.microsoft.com/office/drawing/2014/main" id="{56DC929C-D1CE-4DAD-B24C-7E0531F94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4175" y="962025"/>
            <a:ext cx="1952625" cy="400050"/>
          </a:xfrm>
          <a:custGeom xmlns:a="http://schemas.openxmlformats.org/drawingml/2006/main">
            <a:pathLst>
              <a:path w="1952625" h="400050">
                <a:moveTo>
                  <a:pt x="200025" y="0"/>
                </a:moveTo>
                <a:lnTo>
                  <a:pt x="1752600" y="0"/>
                </a:lnTo>
                <a:cubicBezTo>
                  <a:pt x="1863071" y="0"/>
                  <a:pt x="1952625" y="89554"/>
                  <a:pt x="1952625" y="200025"/>
                </a:cubicBezTo>
                <a:lnTo>
                  <a:pt x="1952625" y="200025"/>
                </a:lnTo>
                <a:cubicBezTo>
                  <a:pt x="1952625" y="310496"/>
                  <a:pt x="1863071" y="400050"/>
                  <a:pt x="1752600" y="400050"/>
                </a:cubicBezTo>
                <a:lnTo>
                  <a:pt x="200025" y="400050"/>
                </a:lnTo>
                <a:cubicBezTo>
                  <a:pt x="89554" y="400050"/>
                  <a:pt x="0" y="310496"/>
                  <a:pt x="0" y="200025"/>
                </a:cubicBezTo>
                <a:lnTo>
                  <a:pt x="0" y="200025"/>
                </a:lnTo>
                <a:cubicBezTo>
                  <a:pt x="0" y="89554"/>
                  <a:pt x="89554" y="0"/>
                  <a:pt x="200025" y="0"/>
                </a:cubicBezTo>
                <a:close/>
              </a:path>
            </a:pathLst>
          </a:custGeom>
          <a:solidFill xmlns:a="http://schemas.openxmlformats.org/drawingml/2006/main">
            <a:srgbClr val="F0F8FF"/>
          </a:solidFill>
          <a:ln xmlns:a="http://schemas.openxmlformats.org/drawingml/2006/main" w="19050">
            <a:solidFill>
              <a:srgbClr val="79B9F3"/>
            </a:solidFill>
            <a:prstDash val="solid"/>
          </a:ln>
        </p:spPr>
      </p:sp>
      <p:pic>
        <p:nvPic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F94EA5A-403F-4B35-9385-80C7F09AABD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3f1e5c30204981"/>
          <a:stretch xmlns:a="http://schemas.openxmlformats.org/drawingml/2006/main"/>
        </p:blipFill>
        <p:spPr>
          <a:xfrm xmlns:a="http://schemas.openxmlformats.org/drawingml/2006/main">
            <a:off x="10677525" y="1019175"/>
            <a:ext cx="228600" cy="276225"/>
          </a:xfrm>
          <a:prstGeom xmlns:a="http://schemas.openxmlformats.org/drawingml/2006/main" prst="rect">
            <a:avLst/>
          </a:prstGeom>
        </p:spPr>
      </p:pic>
      <p:sp>
        <p:nvSpPr>
          <p:cNvPr id="27" name="Assets Design label">
            <a:extLst xmlns:a="http://schemas.openxmlformats.org/drawingml/2006/main">
              <a:ext uri="{FF2B5EF4-FFF2-40B4-BE49-F238E27FC236}">
                <a16:creationId xmlns:a16="http://schemas.microsoft.com/office/drawing/2014/main" id="{998E13B0-2898-4251-BF68-DD269A538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53750" y="1029081"/>
            <a:ext cx="1495425" cy="293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Assets Design</a:t>
            </a:r>
          </a:p>
        </p:txBody>
      </p:sp>
      <p:sp>
        <p:nvSpPr>
          <p:cNvPr id="28" name="Materials Design pill">
            <a:extLst xmlns:a="http://schemas.openxmlformats.org/drawingml/2006/main">
              <a:ext uri="{FF2B5EF4-FFF2-40B4-BE49-F238E27FC236}">
                <a16:creationId xmlns:a16="http://schemas.microsoft.com/office/drawing/2014/main" id="{711648D8-DDFA-4E4F-9245-05FD59AD0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96850" y="962025"/>
            <a:ext cx="2105025" cy="400050"/>
          </a:xfrm>
          <a:custGeom xmlns:a="http://schemas.openxmlformats.org/drawingml/2006/main">
            <a:pathLst>
              <a:path w="2105025" h="400050">
                <a:moveTo>
                  <a:pt x="200025" y="0"/>
                </a:moveTo>
                <a:lnTo>
                  <a:pt x="1905000" y="0"/>
                </a:lnTo>
                <a:cubicBezTo>
                  <a:pt x="2015471" y="0"/>
                  <a:pt x="2105025" y="89554"/>
                  <a:pt x="2105025" y="200025"/>
                </a:cubicBezTo>
                <a:lnTo>
                  <a:pt x="2105025" y="200025"/>
                </a:lnTo>
                <a:cubicBezTo>
                  <a:pt x="2105025" y="310496"/>
                  <a:pt x="2015471" y="400050"/>
                  <a:pt x="1905000" y="400050"/>
                </a:cubicBezTo>
                <a:lnTo>
                  <a:pt x="200025" y="400050"/>
                </a:lnTo>
                <a:cubicBezTo>
                  <a:pt x="89554" y="400050"/>
                  <a:pt x="0" y="310496"/>
                  <a:pt x="0" y="200025"/>
                </a:cubicBezTo>
                <a:lnTo>
                  <a:pt x="0" y="200025"/>
                </a:lnTo>
                <a:cubicBezTo>
                  <a:pt x="0" y="89554"/>
                  <a:pt x="89554" y="0"/>
                  <a:pt x="200025" y="0"/>
                </a:cubicBezTo>
                <a:close/>
              </a:path>
            </a:pathLst>
          </a:custGeom>
          <a:solidFill xmlns:a="http://schemas.openxmlformats.org/drawingml/2006/main">
            <a:srgbClr val="F0F8FF"/>
          </a:solidFill>
          <a:ln xmlns:a="http://schemas.openxmlformats.org/drawingml/2006/main" w="19050">
            <a:solidFill>
              <a:srgbClr val="79B9F3"/>
            </a:solidFill>
            <a:prstDash val="solid"/>
          </a:ln>
        </p:spPr>
      </p:sp>
      <p:pic>
        <p:nvPic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45DEEA2-1535-49E0-94A9-CD842988C5F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eb61dd76d54790"/>
          <a:stretch xmlns:a="http://schemas.openxmlformats.org/drawingml/2006/main"/>
        </p:blipFill>
        <p:spPr>
          <a:xfrm xmlns:a="http://schemas.openxmlformats.org/drawingml/2006/main">
            <a:off x="12992100" y="1009650"/>
            <a:ext cx="314325" cy="295275"/>
          </a:xfrm>
          <a:prstGeom xmlns:a="http://schemas.openxmlformats.org/drawingml/2006/main" prst="rect">
            <a:avLst/>
          </a:prstGeom>
        </p:spPr>
      </p:pic>
      <p:sp>
        <p:nvSpPr>
          <p:cNvPr id="30" name="Materials Design label">
            <a:extLst xmlns:a="http://schemas.openxmlformats.org/drawingml/2006/main">
              <a:ext uri="{FF2B5EF4-FFF2-40B4-BE49-F238E27FC236}">
                <a16:creationId xmlns:a16="http://schemas.microsoft.com/office/drawing/2014/main" id="{3ED5B9D6-99FC-4BB0-957B-2F2FAF6DE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306425" y="1029081"/>
            <a:ext cx="1647825" cy="293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Materials Design</a:t>
            </a:r>
          </a:p>
        </p:txBody>
      </p:sp>
      <p:sp>
        <p:nvSpPr>
          <p:cNvPr id="31" name="Skymap Design pill">
            <a:extLst xmlns:a="http://schemas.openxmlformats.org/drawingml/2006/main">
              <a:ext uri="{FF2B5EF4-FFF2-40B4-BE49-F238E27FC236}">
                <a16:creationId xmlns:a16="http://schemas.microsoft.com/office/drawing/2014/main" id="{84B4F8BF-641D-4847-BE16-709AF4C93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0975" y="962025"/>
            <a:ext cx="1943100" cy="400050"/>
          </a:xfrm>
          <a:custGeom xmlns:a="http://schemas.openxmlformats.org/drawingml/2006/main">
            <a:pathLst>
              <a:path w="1943100" h="400050">
                <a:moveTo>
                  <a:pt x="200025" y="0"/>
                </a:moveTo>
                <a:lnTo>
                  <a:pt x="1743075" y="0"/>
                </a:lnTo>
                <a:cubicBezTo>
                  <a:pt x="1853546" y="0"/>
                  <a:pt x="1943100" y="89554"/>
                  <a:pt x="1943100" y="200025"/>
                </a:cubicBezTo>
                <a:lnTo>
                  <a:pt x="1943100" y="200025"/>
                </a:lnTo>
                <a:cubicBezTo>
                  <a:pt x="1943100" y="310496"/>
                  <a:pt x="1853546" y="400050"/>
                  <a:pt x="1743075" y="400050"/>
                </a:cubicBezTo>
                <a:lnTo>
                  <a:pt x="200025" y="400050"/>
                </a:lnTo>
                <a:cubicBezTo>
                  <a:pt x="89554" y="400050"/>
                  <a:pt x="0" y="310496"/>
                  <a:pt x="0" y="200025"/>
                </a:cubicBezTo>
                <a:lnTo>
                  <a:pt x="0" y="200025"/>
                </a:lnTo>
                <a:cubicBezTo>
                  <a:pt x="0" y="89554"/>
                  <a:pt x="89554" y="0"/>
                  <a:pt x="200025" y="0"/>
                </a:cubicBezTo>
                <a:close/>
              </a:path>
            </a:pathLst>
          </a:custGeom>
          <a:solidFill xmlns:a="http://schemas.openxmlformats.org/drawingml/2006/main">
            <a:srgbClr val="F0F8FF"/>
          </a:solidFill>
          <a:ln xmlns:a="http://schemas.openxmlformats.org/drawingml/2006/main" w="19050">
            <a:solidFill>
              <a:srgbClr val="79B9F3"/>
            </a:solidFill>
            <a:prstDash val="solid"/>
          </a:ln>
        </p:spPr>
      </p:sp>
      <p:pic>
        <p:nvPic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F57F22B-EBD7-40B2-9305-D88000FB791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895c0b9d9746b6"/>
          <a:stretch xmlns:a="http://schemas.openxmlformats.org/drawingml/2006/main"/>
        </p:blipFill>
        <p:spPr>
          <a:xfrm xmlns:a="http://schemas.openxmlformats.org/drawingml/2006/main">
            <a:off x="15506700" y="990600"/>
            <a:ext cx="333375" cy="333375"/>
          </a:xfrm>
          <a:prstGeom xmlns:a="http://schemas.openxmlformats.org/drawingml/2006/main" prst="rect">
            <a:avLst/>
          </a:prstGeom>
        </p:spPr>
      </p:pic>
      <p:sp>
        <p:nvSpPr>
          <p:cNvPr id="33" name="Skymap Design label">
            <a:extLst xmlns:a="http://schemas.openxmlformats.org/drawingml/2006/main">
              <a:ext uri="{FF2B5EF4-FFF2-40B4-BE49-F238E27FC236}">
                <a16:creationId xmlns:a16="http://schemas.microsoft.com/office/drawing/2014/main" id="{80C0D6ED-CEDF-4607-BFBF-6C1F6C40D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830550" y="1029081"/>
            <a:ext cx="1485900" cy="293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Skymap Design</a:t>
            </a:r>
          </a:p>
        </p:txBody>
      </p:sp>
      <p:sp>
        <p:nvSpPr>
          <p:cNvPr id="34" name="legend heading">
            <a:extLst xmlns:a="http://schemas.openxmlformats.org/drawingml/2006/main">
              <a:ext uri="{FF2B5EF4-FFF2-40B4-BE49-F238E27FC236}">
                <a16:creationId xmlns:a16="http://schemas.microsoft.com/office/drawing/2014/main" id="{8719D916-DE08-401F-A05F-D61A122DF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078450" y="447294"/>
            <a:ext cx="1400175" cy="3733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LEGEND</a:t>
            </a:r>
          </a:p>
        </p:txBody>
      </p:sp>
      <p:sp>
        <p:nvSpPr>
          <p:cNvPr id="35" name="legend panel">
            <a:extLst xmlns:a="http://schemas.openxmlformats.org/drawingml/2006/main">
              <a:ext uri="{FF2B5EF4-FFF2-40B4-BE49-F238E27FC236}">
                <a16:creationId xmlns:a16="http://schemas.microsoft.com/office/drawing/2014/main" id="{96C402BE-B769-4613-ABEE-2483C883D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11775" y="800100"/>
            <a:ext cx="1419225" cy="771525"/>
          </a:xfrm>
          <a:custGeom xmlns:a="http://schemas.openxmlformats.org/drawingml/2006/main">
            <a:pathLst>
              <a:path w="1419225" h="771525">
                <a:moveTo>
                  <a:pt x="95250" y="0"/>
                </a:moveTo>
                <a:lnTo>
                  <a:pt x="1323975" y="0"/>
                </a:lnTo>
                <a:cubicBezTo>
                  <a:pt x="1376580" y="0"/>
                  <a:pt x="1419225" y="42645"/>
                  <a:pt x="1419225" y="95250"/>
                </a:cubicBezTo>
                <a:lnTo>
                  <a:pt x="1419225" y="676275"/>
                </a:lnTo>
                <a:cubicBezTo>
                  <a:pt x="1419225" y="728880"/>
                  <a:pt x="1376580" y="771525"/>
                  <a:pt x="1323975" y="771525"/>
                </a:cubicBezTo>
                <a:lnTo>
                  <a:pt x="95250" y="771525"/>
                </a:lnTo>
                <a:cubicBezTo>
                  <a:pt x="42645" y="771525"/>
                  <a:pt x="0" y="728880"/>
                  <a:pt x="0" y="676275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9B9F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pic>
        <p:nvPic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4186696-0A00-4D3B-9471-7203A7F7AA0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af475afbd64c4b"/>
          <a:stretch xmlns:a="http://schemas.openxmlformats.org/drawingml/2006/main"/>
        </p:blipFill>
        <p:spPr>
          <a:xfrm xmlns:a="http://schemas.openxmlformats.org/drawingml/2006/main">
            <a:off x="18173700" y="885825"/>
            <a:ext cx="276225" cy="257175"/>
          </a:xfrm>
          <a:prstGeom xmlns:a="http://schemas.openxmlformats.org/drawingml/2006/main" prst="rect">
            <a:avLst/>
          </a:prstGeom>
        </p:spPr>
      </p:pic>
      <p:pic>
        <p:nvPic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FE109B5-30DA-4E3D-90F5-D703F5E0742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4e3d4a87d94b82"/>
          <a:stretch xmlns:a="http://schemas.openxmlformats.org/drawingml/2006/main"/>
        </p:blipFill>
        <p:spPr>
          <a:xfrm xmlns:a="http://schemas.openxmlformats.org/drawingml/2006/main">
            <a:off x="18173700" y="1209675"/>
            <a:ext cx="276225" cy="276225"/>
          </a:xfrm>
          <a:prstGeom xmlns:a="http://schemas.openxmlformats.org/drawingml/2006/main" prst="rect">
            <a:avLst/>
          </a:prstGeom>
        </p:spPr>
      </p:pic>
      <p:sp>
        <p:nvSpPr>
          <p:cNvPr id="38" name="Frozen legend">
            <a:extLst xmlns:a="http://schemas.openxmlformats.org/drawingml/2006/main">
              <a:ext uri="{FF2B5EF4-FFF2-40B4-BE49-F238E27FC236}">
                <a16:creationId xmlns:a16="http://schemas.microsoft.com/office/drawing/2014/main" id="{23FEDFAF-FC42-480F-9654-4198AEF2D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611850" y="905256"/>
            <a:ext cx="752475" cy="293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Frozen</a:t>
            </a:r>
          </a:p>
        </p:txBody>
      </p:sp>
      <p:sp>
        <p:nvSpPr>
          <p:cNvPr id="39" name="Tunable legend">
            <a:extLst xmlns:a="http://schemas.openxmlformats.org/drawingml/2006/main">
              <a:ext uri="{FF2B5EF4-FFF2-40B4-BE49-F238E27FC236}">
                <a16:creationId xmlns:a16="http://schemas.microsoft.com/office/drawing/2014/main" id="{4709D67D-73AF-414D-8C45-20AFE4E55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535650" y="1229106"/>
            <a:ext cx="838200" cy="293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Tunable</a:t>
            </a:r>
          </a:p>
        </p:txBody>
      </p:sp>
      <p:sp>
        <p:nvSpPr>
          <p:cNvPr id="40" name="layout generation panel">
            <a:extLst xmlns:a="http://schemas.openxmlformats.org/drawingml/2006/main">
              <a:ext uri="{FF2B5EF4-FFF2-40B4-BE49-F238E27FC236}">
                <a16:creationId xmlns:a16="http://schemas.microsoft.com/office/drawing/2014/main" id="{C0C8687B-E695-41A5-86B7-CABC185B4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2124075"/>
            <a:ext cx="6753225" cy="3914775"/>
          </a:xfrm>
          <a:custGeom xmlns:a="http://schemas.openxmlformats.org/drawingml/2006/main">
            <a:pathLst>
              <a:path w="6753225" h="3914775">
                <a:moveTo>
                  <a:pt x="190500" y="0"/>
                </a:moveTo>
                <a:lnTo>
                  <a:pt x="6562725" y="0"/>
                </a:lnTo>
                <a:cubicBezTo>
                  <a:pt x="6667935" y="0"/>
                  <a:pt x="6753225" y="85290"/>
                  <a:pt x="6753225" y="190500"/>
                </a:cubicBezTo>
                <a:lnTo>
                  <a:pt x="6753225" y="3724275"/>
                </a:lnTo>
                <a:cubicBezTo>
                  <a:pt x="6753225" y="3829485"/>
                  <a:pt x="6667935" y="3914775"/>
                  <a:pt x="6562725" y="3914775"/>
                </a:cubicBezTo>
                <a:lnTo>
                  <a:pt x="190500" y="3914775"/>
                </a:lnTo>
                <a:cubicBezTo>
                  <a:pt x="85290" y="3914775"/>
                  <a:pt x="0" y="3829485"/>
                  <a:pt x="0" y="3724275"/>
                </a:cubicBezTo>
                <a:lnTo>
                  <a:pt x="0" y="190500"/>
                </a:lnTo>
                <a:cubicBezTo>
                  <a:pt x="0" y="85290"/>
                  <a:pt x="85290" y="0"/>
                  <a:pt x="190500" y="0"/>
                </a:cubicBezTo>
                <a:close/>
              </a:path>
            </a:pathLst>
          </a:custGeom>
          <a:pattFill xmlns:a="http://schemas.openxmlformats.org/drawingml/2006/main" prst="dotGrid">
            <a:fgClr>
              <a:srgbClr val="CFE6F8">
                <a:alpha val="65000"/>
              </a:srgbClr>
            </a:fgClr>
            <a:bgClr>
              <a:srgbClr val="FFFFFF"/>
            </a:bgClr>
          </a:pattFill>
          <a:ln xmlns:a="http://schemas.openxmlformats.org/drawingml/2006/main" w="19050">
            <a:solidFill>
              <a:srgbClr val="79B9F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41" name="layout generation dashed inset">
            <a:extLst xmlns:a="http://schemas.openxmlformats.org/drawingml/2006/main">
              <a:ext uri="{FF2B5EF4-FFF2-40B4-BE49-F238E27FC236}">
                <a16:creationId xmlns:a16="http://schemas.microsoft.com/office/drawing/2014/main" id="{62818F11-22E4-4F8E-AF38-F11CD8354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2190750"/>
            <a:ext cx="6543675" cy="3705225"/>
          </a:xfrm>
          <a:custGeom xmlns:a="http://schemas.openxmlformats.org/drawingml/2006/main">
            <a:pathLst>
              <a:path w="6543675" h="3705225">
                <a:moveTo>
                  <a:pt x="142875" y="0"/>
                </a:moveTo>
                <a:lnTo>
                  <a:pt x="6400800" y="0"/>
                </a:lnTo>
                <a:cubicBezTo>
                  <a:pt x="6479708" y="0"/>
                  <a:pt x="6543675" y="63967"/>
                  <a:pt x="6543675" y="142875"/>
                </a:cubicBezTo>
                <a:lnTo>
                  <a:pt x="6543675" y="3562350"/>
                </a:lnTo>
                <a:cubicBezTo>
                  <a:pt x="6543675" y="3641258"/>
                  <a:pt x="6479708" y="3705225"/>
                  <a:pt x="6400800" y="3705225"/>
                </a:cubicBezTo>
                <a:lnTo>
                  <a:pt x="142875" y="3705225"/>
                </a:lnTo>
                <a:cubicBezTo>
                  <a:pt x="63967" y="3705225"/>
                  <a:pt x="0" y="3641258"/>
                  <a:pt x="0" y="3562350"/>
                </a:cubicBezTo>
                <a:lnTo>
                  <a:pt x="0" y="142875"/>
                </a:lnTo>
                <a:cubicBezTo>
                  <a:pt x="0" y="63967"/>
                  <a:pt x="63967" y="0"/>
                  <a:pt x="142875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B9F3"/>
            </a:solidFill>
            <a:prstDash val="dash"/>
          </a:ln>
        </p:spPr>
      </p:sp>
      <p:sp>
        <p:nvSpPr>
          <p:cNvPr id="42" name="assets/materials panel">
            <a:extLst xmlns:a="http://schemas.openxmlformats.org/drawingml/2006/main">
              <a:ext uri="{FF2B5EF4-FFF2-40B4-BE49-F238E27FC236}">
                <a16:creationId xmlns:a16="http://schemas.microsoft.com/office/drawing/2014/main" id="{49915D0C-4963-4049-A421-BDB4C3C79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124075"/>
            <a:ext cx="12192000" cy="3914775"/>
          </a:xfrm>
          <a:custGeom xmlns:a="http://schemas.openxmlformats.org/drawingml/2006/main">
            <a:pathLst>
              <a:path w="12192000" h="3914775">
                <a:moveTo>
                  <a:pt x="190500" y="0"/>
                </a:moveTo>
                <a:lnTo>
                  <a:pt x="12001500" y="0"/>
                </a:lnTo>
                <a:cubicBezTo>
                  <a:pt x="12106710" y="0"/>
                  <a:pt x="12192000" y="85290"/>
                  <a:pt x="12192000" y="190500"/>
                </a:cubicBezTo>
                <a:lnTo>
                  <a:pt x="12192000" y="3724275"/>
                </a:lnTo>
                <a:cubicBezTo>
                  <a:pt x="12192000" y="3829485"/>
                  <a:pt x="12106710" y="3914775"/>
                  <a:pt x="12001500" y="3914775"/>
                </a:cubicBezTo>
                <a:lnTo>
                  <a:pt x="190500" y="3914775"/>
                </a:lnTo>
                <a:cubicBezTo>
                  <a:pt x="85290" y="3914775"/>
                  <a:pt x="0" y="3829485"/>
                  <a:pt x="0" y="3724275"/>
                </a:cubicBezTo>
                <a:lnTo>
                  <a:pt x="0" y="190500"/>
                </a:lnTo>
                <a:cubicBezTo>
                  <a:pt x="0" y="85290"/>
                  <a:pt x="85290" y="0"/>
                  <a:pt x="190500" y="0"/>
                </a:cubicBezTo>
                <a:close/>
              </a:path>
            </a:pathLst>
          </a:custGeom>
          <a:pattFill xmlns:a="http://schemas.openxmlformats.org/drawingml/2006/main" prst="dotGrid">
            <a:fgClr>
              <a:srgbClr val="CFE6F8">
                <a:alpha val="65000"/>
              </a:srgbClr>
            </a:fgClr>
            <a:bgClr>
              <a:srgbClr val="FFFFFF"/>
            </a:bgClr>
          </a:pattFill>
          <a:ln xmlns:a="http://schemas.openxmlformats.org/drawingml/2006/main" w="19050">
            <a:solidFill>
              <a:srgbClr val="79B9F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43" name="assets/materials dashed inset">
            <a:extLst xmlns:a="http://schemas.openxmlformats.org/drawingml/2006/main">
              <a:ext uri="{FF2B5EF4-FFF2-40B4-BE49-F238E27FC236}">
                <a16:creationId xmlns:a16="http://schemas.microsoft.com/office/drawing/2014/main" id="{CEF1538D-5523-4325-8024-366FD62A7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2200275"/>
            <a:ext cx="11953875" cy="3695700"/>
          </a:xfrm>
          <a:custGeom xmlns:a="http://schemas.openxmlformats.org/drawingml/2006/main">
            <a:pathLst>
              <a:path w="11953875" h="3695700">
                <a:moveTo>
                  <a:pt x="142875" y="0"/>
                </a:moveTo>
                <a:lnTo>
                  <a:pt x="11811000" y="0"/>
                </a:lnTo>
                <a:cubicBezTo>
                  <a:pt x="11889908" y="0"/>
                  <a:pt x="11953875" y="63967"/>
                  <a:pt x="11953875" y="142875"/>
                </a:cubicBezTo>
                <a:lnTo>
                  <a:pt x="11953875" y="3552825"/>
                </a:lnTo>
                <a:cubicBezTo>
                  <a:pt x="11953875" y="3631733"/>
                  <a:pt x="11889908" y="3695700"/>
                  <a:pt x="11811000" y="3695700"/>
                </a:cubicBezTo>
                <a:lnTo>
                  <a:pt x="142875" y="3695700"/>
                </a:lnTo>
                <a:cubicBezTo>
                  <a:pt x="63967" y="3695700"/>
                  <a:pt x="0" y="3631733"/>
                  <a:pt x="0" y="3552825"/>
                </a:cubicBezTo>
                <a:lnTo>
                  <a:pt x="0" y="142875"/>
                </a:lnTo>
                <a:cubicBezTo>
                  <a:pt x="0" y="63967"/>
                  <a:pt x="63967" y="0"/>
                  <a:pt x="142875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B9F3"/>
            </a:solidFill>
            <a:prstDash val="dash"/>
          </a:ln>
        </p:spPr>
      </p:sp>
      <p:pic>
        <p:nvPic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E4453A7-2012-4E37-9E34-C129FDDC050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49b8038dd54e79"/>
          <a:stretch xmlns:a="http://schemas.openxmlformats.org/drawingml/2006/main"/>
        </p:blipFill>
        <p:spPr>
          <a:xfrm xmlns:a="http://schemas.openxmlformats.org/drawingml/2006/main">
            <a:off x="409575" y="2228850"/>
            <a:ext cx="371475" cy="381000"/>
          </a:xfrm>
          <a:prstGeom xmlns:a="http://schemas.openxmlformats.org/drawingml/2006/main" prst="rect">
            <a:avLst/>
          </a:prstGeom>
        </p:spPr>
      </p:pic>
      <p:sp>
        <p:nvSpPr>
          <p:cNvPr id="45" name="layout prompt box">
            <a:extLst xmlns:a="http://schemas.openxmlformats.org/drawingml/2006/main">
              <a:ext uri="{FF2B5EF4-FFF2-40B4-BE49-F238E27FC236}">
                <a16:creationId xmlns:a16="http://schemas.microsoft.com/office/drawing/2014/main" id="{24E4EC1B-C631-48FB-A418-43E36E280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38400"/>
            <a:ext cx="1581150" cy="923925"/>
          </a:xfrm>
          <a:custGeom xmlns:a="http://schemas.openxmlformats.org/drawingml/2006/main">
            <a:pathLst>
              <a:path w="1581150" h="923925">
                <a:moveTo>
                  <a:pt x="152400" y="0"/>
                </a:moveTo>
                <a:lnTo>
                  <a:pt x="1428750" y="0"/>
                </a:lnTo>
                <a:cubicBezTo>
                  <a:pt x="1512918" y="0"/>
                  <a:pt x="1581150" y="68232"/>
                  <a:pt x="1581150" y="152400"/>
                </a:cubicBezTo>
                <a:lnTo>
                  <a:pt x="1581150" y="771525"/>
                </a:lnTo>
                <a:cubicBezTo>
                  <a:pt x="1581150" y="855693"/>
                  <a:pt x="1512918" y="923925"/>
                  <a:pt x="1428750" y="923925"/>
                </a:cubicBezTo>
                <a:lnTo>
                  <a:pt x="152400" y="923925"/>
                </a:lnTo>
                <a:cubicBezTo>
                  <a:pt x="68232" y="923925"/>
                  <a:pt x="0" y="855693"/>
                  <a:pt x="0" y="771525"/>
                </a:cubicBezTo>
                <a:lnTo>
                  <a:pt x="0" y="152400"/>
                </a:ln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solidFill xmlns:a="http://schemas.openxmlformats.org/drawingml/2006/main">
            <a:srgbClr val="F5F9FF"/>
          </a:solidFill>
          <a:ln xmlns:a="http://schemas.openxmlformats.org/drawingml/2006/main" w="19050">
            <a:solidFill>
              <a:srgbClr val="4585BD"/>
            </a:solidFill>
            <a:prstDash val="solid"/>
          </a:ln>
        </p:spPr>
      </p:sp>
      <p:sp>
        <p:nvSpPr>
          <p:cNvPr id="46" name="layout prompt line 0 run 0">
            <a:extLst xmlns:a="http://schemas.openxmlformats.org/drawingml/2006/main">
              <a:ext uri="{FF2B5EF4-FFF2-40B4-BE49-F238E27FC236}">
                <a16:creationId xmlns:a16="http://schemas.microsoft.com/office/drawing/2014/main" id="{C91D929D-60EB-47AF-B3AE-ED79D02E1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0550" y="2475833"/>
            <a:ext cx="405289" cy="1533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86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86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86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 radial </a:t>
            </a:r>
          </a:p>
        </p:txBody>
      </p:sp>
      <p:sp>
        <p:nvSpPr>
          <p:cNvPr id="47" name="layout prompt line 0 run 1">
            <a:extLst xmlns:a="http://schemas.openxmlformats.org/drawingml/2006/main">
              <a:ext uri="{FF2B5EF4-FFF2-40B4-BE49-F238E27FC236}">
                <a16:creationId xmlns:a16="http://schemas.microsoft.com/office/drawing/2014/main" id="{815683E0-1AB2-41D9-9EDF-2B3C339E0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6314" y="2475833"/>
            <a:ext cx="904399" cy="1533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863" b="0" i="0">
                <a:solidFill>
                  <a:srgbClr val="E236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863" b="0" i="0">
                <a:solidFill>
                  <a:srgbClr val="E2362F"/>
                </a:solidFill>
                <a:latin typeface="Arial"/>
                <a:ea typeface="Arial"/>
                <a:cs typeface="Arial"/>
              </a:defRPr>
            </a:pPr>
            <a:r>
              <a:rPr sz="863" b="0" i="0">
                <a:solidFill>
                  <a:srgbClr val="E2362F"/>
                </a:solidFill>
                <a:latin typeface="Arial"/>
                <a:ea typeface="Arial"/>
                <a:cs typeface="Arial"/>
              </a:rPr>
              <a:t>road network (red)</a:t>
            </a:r>
          </a:p>
        </p:txBody>
      </p:sp>
      <p:sp>
        <p:nvSpPr>
          <p:cNvPr id="48" name="layout prompt line 1 run 0">
            <a:extLst xmlns:a="http://schemas.openxmlformats.org/drawingml/2006/main">
              <a:ext uri="{FF2B5EF4-FFF2-40B4-BE49-F238E27FC236}">
                <a16:creationId xmlns:a16="http://schemas.microsoft.com/office/drawing/2014/main" id="{10F576AD-CAD9-4AD5-B832-93C3887E4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0550" y="2594896"/>
            <a:ext cx="1251490" cy="1533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86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86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86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with prominent concentric</a:t>
            </a:r>
          </a:p>
        </p:txBody>
      </p:sp>
      <p:sp>
        <p:nvSpPr>
          <p:cNvPr id="49" name="layout prompt line 2 run 0">
            <a:extLst xmlns:a="http://schemas.openxmlformats.org/drawingml/2006/main">
              <a:ext uri="{FF2B5EF4-FFF2-40B4-BE49-F238E27FC236}">
                <a16:creationId xmlns:a16="http://schemas.microsoft.com/office/drawing/2014/main" id="{28CEE2EB-798B-458C-A6D5-209C09D81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0550" y="2713958"/>
            <a:ext cx="1014127" cy="1533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86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86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86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curves. Rectangular </a:t>
            </a:r>
          </a:p>
        </p:txBody>
      </p:sp>
      <p:sp>
        <p:nvSpPr>
          <p:cNvPr id="50" name="layout prompt line 2 run 1">
            <a:extLst xmlns:a="http://schemas.openxmlformats.org/drawingml/2006/main">
              <a:ext uri="{FF2B5EF4-FFF2-40B4-BE49-F238E27FC236}">
                <a16:creationId xmlns:a16="http://schemas.microsoft.com/office/drawing/2014/main" id="{D366716E-EA82-4E19-AFD3-493CF7E31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95152" y="2713958"/>
            <a:ext cx="441865" cy="1533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863" b="0" i="0">
                <a:solidFill>
                  <a:srgbClr val="DCAF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863" b="0" i="0">
                <a:solidFill>
                  <a:srgbClr val="DCAF00"/>
                </a:solidFill>
                <a:latin typeface="Arial"/>
                <a:ea typeface="Arial"/>
                <a:cs typeface="Arial"/>
              </a:defRPr>
            </a:pPr>
            <a:r>
              <a:rPr sz="863" b="0" i="0">
                <a:solidFill>
                  <a:srgbClr val="DCAF00"/>
                </a:solidFill>
                <a:latin typeface="Arial"/>
                <a:ea typeface="Arial"/>
                <a:cs typeface="Arial"/>
              </a:rPr>
              <a:t>buildings</a:t>
            </a:r>
          </a:p>
        </p:txBody>
      </p:sp>
      <p:sp>
        <p:nvSpPr>
          <p:cNvPr id="51" name="layout prompt line 3 run 0">
            <a:extLst xmlns:a="http://schemas.openxmlformats.org/drawingml/2006/main">
              <a:ext uri="{FF2B5EF4-FFF2-40B4-BE49-F238E27FC236}">
                <a16:creationId xmlns:a16="http://schemas.microsoft.com/office/drawing/2014/main" id="{25A5BFD0-DF42-452F-AFC2-01D4973DA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0550" y="2833021"/>
            <a:ext cx="508635" cy="1533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863" b="0" i="0">
                <a:solidFill>
                  <a:srgbClr val="DCAF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863" b="0" i="0">
                <a:solidFill>
                  <a:srgbClr val="DCAF00"/>
                </a:solidFill>
                <a:latin typeface="Arial"/>
                <a:ea typeface="Arial"/>
                <a:cs typeface="Arial"/>
              </a:defRPr>
            </a:pPr>
            <a:r>
              <a:rPr sz="863" b="0" i="0">
                <a:solidFill>
                  <a:srgbClr val="DCAF00"/>
                </a:solidFill>
                <a:latin typeface="Arial"/>
                <a:ea typeface="Arial"/>
                <a:cs typeface="Arial"/>
              </a:rPr>
              <a:t>(yellow)... </a:t>
            </a:r>
          </a:p>
        </p:txBody>
      </p:sp>
      <p:sp>
        <p:nvSpPr>
          <p:cNvPr id="52" name="layout prompt line 3 run 1">
            <a:extLst xmlns:a="http://schemas.openxmlformats.org/drawingml/2006/main">
              <a:ext uri="{FF2B5EF4-FFF2-40B4-BE49-F238E27FC236}">
                <a16:creationId xmlns:a16="http://schemas.microsoft.com/office/drawing/2014/main" id="{0E7FEB92-F701-48DB-B65E-9A5EBFE2F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9660" y="2833021"/>
            <a:ext cx="910781" cy="1533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863" b="0" i="0">
                <a:solidFill>
                  <a:srgbClr val="3C963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863" b="0" i="0">
                <a:solidFill>
                  <a:srgbClr val="3C9639"/>
                </a:solidFill>
                <a:latin typeface="Arial"/>
                <a:ea typeface="Arial"/>
                <a:cs typeface="Arial"/>
              </a:defRPr>
            </a:pPr>
            <a:r>
              <a:rPr sz="863" b="0" i="0">
                <a:solidFill>
                  <a:srgbClr val="3C9639"/>
                </a:solidFill>
                <a:latin typeface="Arial"/>
                <a:ea typeface="Arial"/>
                <a:cs typeface="Arial"/>
              </a:rPr>
              <a:t>Vegetation (green)</a:t>
            </a:r>
          </a:p>
        </p:txBody>
      </p:sp>
      <p:sp>
        <p:nvSpPr>
          <p:cNvPr id="53" name="layout prompt line 4 run 0">
            <a:extLst xmlns:a="http://schemas.openxmlformats.org/drawingml/2006/main">
              <a:ext uri="{FF2B5EF4-FFF2-40B4-BE49-F238E27FC236}">
                <a16:creationId xmlns:a16="http://schemas.microsoft.com/office/drawing/2014/main" id="{FFCB274E-3BE4-4760-B85C-1549905C6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0550" y="2952083"/>
            <a:ext cx="1397794" cy="1533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86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86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86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is in the northeast, bordering</a:t>
            </a:r>
          </a:p>
        </p:txBody>
      </p:sp>
      <p:sp>
        <p:nvSpPr>
          <p:cNvPr id="54" name="layout prompt line 5 run 0">
            <a:extLst xmlns:a="http://schemas.openxmlformats.org/drawingml/2006/main">
              <a:ext uri="{FF2B5EF4-FFF2-40B4-BE49-F238E27FC236}">
                <a16:creationId xmlns:a16="http://schemas.microsoft.com/office/drawing/2014/main" id="{369D6923-F2FA-41C0-9436-466DA714B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0550" y="3071146"/>
            <a:ext cx="374904" cy="1533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86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86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86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 large </a:t>
            </a:r>
          </a:p>
        </p:txBody>
      </p:sp>
      <p:sp>
        <p:nvSpPr>
          <p:cNvPr id="55" name="layout prompt line 5 run 1">
            <a:extLst xmlns:a="http://schemas.openxmlformats.org/drawingml/2006/main">
              <a:ext uri="{FF2B5EF4-FFF2-40B4-BE49-F238E27FC236}">
                <a16:creationId xmlns:a16="http://schemas.microsoft.com/office/drawing/2014/main" id="{E0007A43-DDC7-498D-A0A4-93AC55DB8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5929" y="3071146"/>
            <a:ext cx="855821" cy="1533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863" b="0" i="0">
                <a:solidFill>
                  <a:srgbClr val="113DA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863" b="0" i="0">
                <a:solidFill>
                  <a:srgbClr val="113DA8"/>
                </a:solidFill>
                <a:latin typeface="Arial"/>
                <a:ea typeface="Arial"/>
                <a:cs typeface="Arial"/>
              </a:defRPr>
            </a:pPr>
            <a:r>
              <a:rPr sz="863" b="0" i="0">
                <a:solidFill>
                  <a:srgbClr val="113DA8"/>
                </a:solidFill>
                <a:latin typeface="Arial"/>
                <a:ea typeface="Arial"/>
                <a:cs typeface="Arial"/>
              </a:rPr>
              <a:t>water body (blue)</a:t>
            </a:r>
          </a:p>
        </p:txBody>
      </p:sp>
      <p:sp>
        <p:nvSpPr>
          <p:cNvPr id="56" name="layout prompt line 5 run 2">
            <a:extLst xmlns:a="http://schemas.openxmlformats.org/drawingml/2006/main">
              <a:ext uri="{FF2B5EF4-FFF2-40B4-BE49-F238E27FC236}">
                <a16:creationId xmlns:a16="http://schemas.microsoft.com/office/drawing/2014/main" id="{E38CD04E-9740-4B64-AB36-D474178A5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02225" y="3071146"/>
            <a:ext cx="125254" cy="1533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86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86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86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in</a:t>
            </a:r>
          </a:p>
        </p:txBody>
      </p:sp>
      <p:sp>
        <p:nvSpPr>
          <p:cNvPr id="57" name="layout prompt line 6 run 0">
            <a:extLst xmlns:a="http://schemas.openxmlformats.org/drawingml/2006/main">
              <a:ext uri="{FF2B5EF4-FFF2-40B4-BE49-F238E27FC236}">
                <a16:creationId xmlns:a16="http://schemas.microsoft.com/office/drawing/2014/main" id="{FBA97BB9-A363-40E2-8158-851500380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0550" y="3190208"/>
            <a:ext cx="533209" cy="1533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86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86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86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north...</a:t>
            </a:r>
          </a:p>
        </p:txBody>
      </p:sp>
      <p:sp>
        <p:nvSpPr>
          <p:cNvPr id="58" name="LongCLIP module">
            <a:extLst xmlns:a="http://schemas.openxmlformats.org/drawingml/2006/main">
              <a:ext uri="{FF2B5EF4-FFF2-40B4-BE49-F238E27FC236}">
                <a16:creationId xmlns:a16="http://schemas.microsoft.com/office/drawing/2014/main" id="{46DADD5F-03E4-4B4D-9A88-EDEDC8474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2457450"/>
            <a:ext cx="304800" cy="828675"/>
          </a:xfrm>
          <a:custGeom xmlns:a="http://schemas.openxmlformats.org/drawingml/2006/main">
            <a:pathLst>
              <a:path w="304800" h="828675">
                <a:moveTo>
                  <a:pt x="0" y="0"/>
                </a:moveTo>
                <a:lnTo>
                  <a:pt x="304800" y="0"/>
                </a:lnTo>
                <a:cubicBezTo>
                  <a:pt x="304800" y="0"/>
                  <a:pt x="304800" y="0"/>
                  <a:pt x="304800" y="0"/>
                </a:cubicBezTo>
                <a:lnTo>
                  <a:pt x="304800" y="828675"/>
                </a:lnTo>
                <a:cubicBezTo>
                  <a:pt x="304800" y="828675"/>
                  <a:pt x="304800" y="828675"/>
                  <a:pt x="304800" y="828675"/>
                </a:cubicBezTo>
                <a:lnTo>
                  <a:pt x="0" y="828675"/>
                </a:lnTo>
                <a:cubicBezTo>
                  <a:pt x="0" y="828675"/>
                  <a:pt x="0" y="828675"/>
                  <a:pt x="0" y="828675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DDF0FF"/>
          </a:solidFill>
          <a:ln xmlns:a="http://schemas.openxmlformats.org/drawingml/2006/main" w="19050">
            <a:solidFill>
              <a:srgbClr val="4585BD"/>
            </a:solidFill>
            <a:prstDash val="solid"/>
          </a:ln>
        </p:spPr>
      </p:sp>
      <p:sp>
        <p:nvSpPr>
          <p:cNvPr id="59" name="LongCLIP label">
            <a:extLst xmlns:a="http://schemas.openxmlformats.org/drawingml/2006/main">
              <a:ext uri="{FF2B5EF4-FFF2-40B4-BE49-F238E27FC236}">
                <a16:creationId xmlns:a16="http://schemas.microsoft.com/office/drawing/2014/main" id="{A415B5C9-1CA0-456D-B67C-68DDDA464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2119313" y="2759393"/>
            <a:ext cx="647700" cy="2533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4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4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LongCLIP</a:t>
            </a:r>
          </a:p>
        </p:txBody>
      </p:sp>
      <p:pic>
        <p:nvPic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4334DA67-D646-48F8-8D54-BA59FE64787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c27385431741f2"/>
          <a:stretch xmlns:a="http://schemas.openxmlformats.org/drawingml/2006/main"/>
        </p:blipFill>
        <p:spPr>
          <a:xfrm xmlns:a="http://schemas.openxmlformats.org/drawingml/2006/main">
            <a:off x="2428875" y="2400300"/>
            <a:ext cx="333375" cy="276225"/>
          </a:xfrm>
          <a:prstGeom xmlns:a="http://schemas.openxmlformats.org/drawingml/2006/main" prst="rect">
            <a:avLst/>
          </a:prstGeom>
        </p:spPr>
      </p:pic>
      <p:sp>
        <p:nvSpPr>
          <p:cNvPr id="61" name="layout diffusion channel 0">
            <a:extLst xmlns:a="http://schemas.openxmlformats.org/drawingml/2006/main">
              <a:ext uri="{FF2B5EF4-FFF2-40B4-BE49-F238E27FC236}">
                <a16:creationId xmlns:a16="http://schemas.microsoft.com/office/drawing/2014/main" id="{AF2241D2-F3E6-483B-9AC9-1F5534CDD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2352675"/>
            <a:ext cx="133350" cy="1085850"/>
          </a:xfrm>
          <a:custGeom xmlns:a="http://schemas.openxmlformats.org/drawingml/2006/main">
            <a:pathLst>
              <a:path w="133350" h="1085850">
                <a:moveTo>
                  <a:pt x="0" y="0"/>
                </a:moveTo>
                <a:lnTo>
                  <a:pt x="133350" y="0"/>
                </a:lnTo>
                <a:cubicBezTo>
                  <a:pt x="133350" y="0"/>
                  <a:pt x="133350" y="0"/>
                  <a:pt x="133350" y="0"/>
                </a:cubicBezTo>
                <a:lnTo>
                  <a:pt x="133350" y="1085850"/>
                </a:lnTo>
                <a:cubicBezTo>
                  <a:pt x="133350" y="1085850"/>
                  <a:pt x="133350" y="1085850"/>
                  <a:pt x="133350" y="1085850"/>
                </a:cubicBezTo>
                <a:lnTo>
                  <a:pt x="0" y="1085850"/>
                </a:lnTo>
                <a:cubicBezTo>
                  <a:pt x="0" y="1085850"/>
                  <a:pt x="0" y="1085850"/>
                  <a:pt x="0" y="108585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79B9F3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62" name="layout diffusion channel 1">
            <a:extLst xmlns:a="http://schemas.openxmlformats.org/drawingml/2006/main">
              <a:ext uri="{FF2B5EF4-FFF2-40B4-BE49-F238E27FC236}">
                <a16:creationId xmlns:a16="http://schemas.microsoft.com/office/drawing/2014/main" id="{A42DCC9F-E322-4A7D-B35B-C10207FDA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519363"/>
            <a:ext cx="133350" cy="752475"/>
          </a:xfrm>
          <a:custGeom xmlns:a="http://schemas.openxmlformats.org/drawingml/2006/main">
            <a:pathLst>
              <a:path w="133350" h="752475">
                <a:moveTo>
                  <a:pt x="0" y="0"/>
                </a:moveTo>
                <a:lnTo>
                  <a:pt x="133350" y="0"/>
                </a:lnTo>
                <a:cubicBezTo>
                  <a:pt x="133350" y="0"/>
                  <a:pt x="133350" y="0"/>
                  <a:pt x="133350" y="0"/>
                </a:cubicBezTo>
                <a:lnTo>
                  <a:pt x="133350" y="752475"/>
                </a:lnTo>
                <a:cubicBezTo>
                  <a:pt x="133350" y="752475"/>
                  <a:pt x="133350" y="752475"/>
                  <a:pt x="133350" y="752475"/>
                </a:cubicBezTo>
                <a:lnTo>
                  <a:pt x="0" y="752475"/>
                </a:lnTo>
                <a:cubicBezTo>
                  <a:pt x="0" y="752475"/>
                  <a:pt x="0" y="752475"/>
                  <a:pt x="0" y="752475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79B9F3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63" name="layout diffusion channel 2">
            <a:extLst xmlns:a="http://schemas.openxmlformats.org/drawingml/2006/main">
              <a:ext uri="{FF2B5EF4-FFF2-40B4-BE49-F238E27FC236}">
                <a16:creationId xmlns:a16="http://schemas.microsoft.com/office/drawing/2014/main" id="{1CA07F28-CACA-48C0-80A7-9DE63FE25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2638425"/>
            <a:ext cx="133350" cy="514350"/>
          </a:xfrm>
          <a:custGeom xmlns:a="http://schemas.openxmlformats.org/drawingml/2006/main">
            <a:pathLst>
              <a:path w="133350" h="514350">
                <a:moveTo>
                  <a:pt x="0" y="0"/>
                </a:moveTo>
                <a:lnTo>
                  <a:pt x="133350" y="0"/>
                </a:lnTo>
                <a:cubicBezTo>
                  <a:pt x="133350" y="0"/>
                  <a:pt x="133350" y="0"/>
                  <a:pt x="133350" y="0"/>
                </a:cubicBezTo>
                <a:lnTo>
                  <a:pt x="133350" y="514350"/>
                </a:lnTo>
                <a:cubicBezTo>
                  <a:pt x="133350" y="514350"/>
                  <a:pt x="133350" y="514350"/>
                  <a:pt x="133350" y="514350"/>
                </a:cubicBezTo>
                <a:lnTo>
                  <a:pt x="0" y="514350"/>
                </a:lnTo>
                <a:cubicBezTo>
                  <a:pt x="0" y="514350"/>
                  <a:pt x="0" y="514350"/>
                  <a:pt x="0" y="51435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79B9F3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64" name="layout diffusion channel 3">
            <a:extLst xmlns:a="http://schemas.openxmlformats.org/drawingml/2006/main">
              <a:ext uri="{FF2B5EF4-FFF2-40B4-BE49-F238E27FC236}">
                <a16:creationId xmlns:a16="http://schemas.microsoft.com/office/drawing/2014/main" id="{0B52238A-3295-4278-90F4-4431EAAA1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762250"/>
            <a:ext cx="133350" cy="266700"/>
          </a:xfrm>
          <a:custGeom xmlns:a="http://schemas.openxmlformats.org/drawingml/2006/main">
            <a:pathLst>
              <a:path w="133350" h="266700">
                <a:moveTo>
                  <a:pt x="0" y="0"/>
                </a:moveTo>
                <a:lnTo>
                  <a:pt x="133350" y="0"/>
                </a:lnTo>
                <a:cubicBezTo>
                  <a:pt x="133350" y="0"/>
                  <a:pt x="133350" y="0"/>
                  <a:pt x="133350" y="0"/>
                </a:cubicBezTo>
                <a:lnTo>
                  <a:pt x="133350" y="266700"/>
                </a:lnTo>
                <a:cubicBezTo>
                  <a:pt x="133350" y="266700"/>
                  <a:pt x="133350" y="266700"/>
                  <a:pt x="133350" y="266700"/>
                </a:cubicBezTo>
                <a:lnTo>
                  <a:pt x="0" y="266700"/>
                </a:lnTo>
                <a:cubicBezTo>
                  <a:pt x="0" y="266700"/>
                  <a:pt x="0" y="266700"/>
                  <a:pt x="0" y="26670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79B9F3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65" name="layout diffusion channel 4">
            <a:extLst xmlns:a="http://schemas.openxmlformats.org/drawingml/2006/main">
              <a:ext uri="{FF2B5EF4-FFF2-40B4-BE49-F238E27FC236}">
                <a16:creationId xmlns:a16="http://schemas.microsoft.com/office/drawing/2014/main" id="{DD712435-DE6A-4E65-8F13-BABE6E395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2638425"/>
            <a:ext cx="133350" cy="514350"/>
          </a:xfrm>
          <a:custGeom xmlns:a="http://schemas.openxmlformats.org/drawingml/2006/main">
            <a:pathLst>
              <a:path w="133350" h="514350">
                <a:moveTo>
                  <a:pt x="0" y="0"/>
                </a:moveTo>
                <a:lnTo>
                  <a:pt x="133350" y="0"/>
                </a:lnTo>
                <a:cubicBezTo>
                  <a:pt x="133350" y="0"/>
                  <a:pt x="133350" y="0"/>
                  <a:pt x="133350" y="0"/>
                </a:cubicBezTo>
                <a:lnTo>
                  <a:pt x="133350" y="514350"/>
                </a:lnTo>
                <a:cubicBezTo>
                  <a:pt x="133350" y="514350"/>
                  <a:pt x="133350" y="514350"/>
                  <a:pt x="133350" y="514350"/>
                </a:cubicBezTo>
                <a:lnTo>
                  <a:pt x="0" y="514350"/>
                </a:lnTo>
                <a:cubicBezTo>
                  <a:pt x="0" y="514350"/>
                  <a:pt x="0" y="514350"/>
                  <a:pt x="0" y="51435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79B9F3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66" name="layout diffusion channel 5">
            <a:extLst xmlns:a="http://schemas.openxmlformats.org/drawingml/2006/main">
              <a:ext uri="{FF2B5EF4-FFF2-40B4-BE49-F238E27FC236}">
                <a16:creationId xmlns:a16="http://schemas.microsoft.com/office/drawing/2014/main" id="{0A485F8D-FD0E-4DB7-B8E2-3609BB4D3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519363"/>
            <a:ext cx="133350" cy="752475"/>
          </a:xfrm>
          <a:custGeom xmlns:a="http://schemas.openxmlformats.org/drawingml/2006/main">
            <a:pathLst>
              <a:path w="133350" h="752475">
                <a:moveTo>
                  <a:pt x="0" y="0"/>
                </a:moveTo>
                <a:lnTo>
                  <a:pt x="133350" y="0"/>
                </a:lnTo>
                <a:cubicBezTo>
                  <a:pt x="133350" y="0"/>
                  <a:pt x="133350" y="0"/>
                  <a:pt x="133350" y="0"/>
                </a:cubicBezTo>
                <a:lnTo>
                  <a:pt x="133350" y="752475"/>
                </a:lnTo>
                <a:cubicBezTo>
                  <a:pt x="133350" y="752475"/>
                  <a:pt x="133350" y="752475"/>
                  <a:pt x="133350" y="752475"/>
                </a:cubicBezTo>
                <a:lnTo>
                  <a:pt x="0" y="752475"/>
                </a:lnTo>
                <a:cubicBezTo>
                  <a:pt x="0" y="752475"/>
                  <a:pt x="0" y="752475"/>
                  <a:pt x="0" y="752475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79B9F3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67" name="layout diffusion channel 6">
            <a:extLst xmlns:a="http://schemas.openxmlformats.org/drawingml/2006/main">
              <a:ext uri="{FF2B5EF4-FFF2-40B4-BE49-F238E27FC236}">
                <a16:creationId xmlns:a16="http://schemas.microsoft.com/office/drawing/2014/main" id="{EEC888D6-35E6-4E33-AC6A-694BA4847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2352675"/>
            <a:ext cx="133350" cy="1085850"/>
          </a:xfrm>
          <a:custGeom xmlns:a="http://schemas.openxmlformats.org/drawingml/2006/main">
            <a:pathLst>
              <a:path w="133350" h="1085850">
                <a:moveTo>
                  <a:pt x="0" y="0"/>
                </a:moveTo>
                <a:lnTo>
                  <a:pt x="133350" y="0"/>
                </a:lnTo>
                <a:cubicBezTo>
                  <a:pt x="133350" y="0"/>
                  <a:pt x="133350" y="0"/>
                  <a:pt x="133350" y="0"/>
                </a:cubicBezTo>
                <a:lnTo>
                  <a:pt x="133350" y="1085850"/>
                </a:lnTo>
                <a:cubicBezTo>
                  <a:pt x="133350" y="1085850"/>
                  <a:pt x="133350" y="1085850"/>
                  <a:pt x="133350" y="1085850"/>
                </a:cubicBezTo>
                <a:lnTo>
                  <a:pt x="0" y="1085850"/>
                </a:lnTo>
                <a:cubicBezTo>
                  <a:pt x="0" y="1085850"/>
                  <a:pt x="0" y="1085850"/>
                  <a:pt x="0" y="108585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79B9F3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68" name="layout diffusion label box">
            <a:extLst xmlns:a="http://schemas.openxmlformats.org/drawingml/2006/main">
              <a:ext uri="{FF2B5EF4-FFF2-40B4-BE49-F238E27FC236}">
                <a16:creationId xmlns:a16="http://schemas.microsoft.com/office/drawing/2014/main" id="{F5BEDDE2-ABBD-4F44-8243-56E10AD4B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647950"/>
            <a:ext cx="1400175" cy="514350"/>
          </a:xfrm>
          <a:custGeom xmlns:a="http://schemas.openxmlformats.org/drawingml/2006/main">
            <a:pathLst>
              <a:path w="1400175" h="514350">
                <a:moveTo>
                  <a:pt x="19050" y="0"/>
                </a:moveTo>
                <a:lnTo>
                  <a:pt x="1381125" y="0"/>
                </a:lnTo>
                <a:cubicBezTo>
                  <a:pt x="1391646" y="0"/>
                  <a:pt x="1400175" y="8529"/>
                  <a:pt x="1400175" y="19050"/>
                </a:cubicBezTo>
                <a:lnTo>
                  <a:pt x="1400175" y="495300"/>
                </a:lnTo>
                <a:cubicBezTo>
                  <a:pt x="1400175" y="505821"/>
                  <a:pt x="1391646" y="514350"/>
                  <a:pt x="1381125" y="514350"/>
                </a:cubicBezTo>
                <a:lnTo>
                  <a:pt x="19050" y="514350"/>
                </a:lnTo>
                <a:cubicBezTo>
                  <a:pt x="8529" y="514350"/>
                  <a:pt x="0" y="505821"/>
                  <a:pt x="0" y="49530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 xmlns:a="http://schemas.openxmlformats.org/drawingml/2006/main">
            <a:srgbClr val="E5F3FF"/>
          </a:solidFill>
          <a:ln xmlns:a="http://schemas.openxmlformats.org/drawingml/2006/main" w="19050">
            <a:solidFill>
              <a:srgbClr val="79B9F3"/>
            </a:solidFill>
            <a:prstDash val="solid"/>
          </a:ln>
        </p:spPr>
      </p:sp>
      <p:sp>
        <p:nvSpPr>
          <p:cNvPr id="69" name="layout diffusion label first">
            <a:extLst xmlns:a="http://schemas.openxmlformats.org/drawingml/2006/main">
              <a:ext uri="{FF2B5EF4-FFF2-40B4-BE49-F238E27FC236}">
                <a16:creationId xmlns:a16="http://schemas.microsoft.com/office/drawing/2014/main" id="{328A4AB2-2512-4EB9-BCB7-115C6BBDE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95650" y="2665667"/>
            <a:ext cx="952500" cy="3067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Diffusion</a:t>
            </a:r>
          </a:p>
        </p:txBody>
      </p:sp>
      <p:sp>
        <p:nvSpPr>
          <p:cNvPr id="70" name="layout diffusion label second">
            <a:extLst xmlns:a="http://schemas.openxmlformats.org/drawingml/2006/main">
              <a:ext uri="{FF2B5EF4-FFF2-40B4-BE49-F238E27FC236}">
                <a16:creationId xmlns:a16="http://schemas.microsoft.com/office/drawing/2014/main" id="{78767796-4D5F-49EB-8C0C-D44E379B1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38525" y="2903792"/>
            <a:ext cx="723900" cy="3067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U-Net</a:t>
            </a:r>
          </a:p>
        </p:txBody>
      </p:sp>
      <p:pic>
        <p:nvPic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14533493-18C4-48A4-A69A-1C132D895A4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079255e671400f"/>
          <a:stretch xmlns:a="http://schemas.openxmlformats.org/drawingml/2006/main"/>
        </p:blipFill>
        <p:spPr>
          <a:xfrm xmlns:a="http://schemas.openxmlformats.org/drawingml/2006/main">
            <a:off x="4286250" y="2495550"/>
            <a:ext cx="219075" cy="295275"/>
          </a:xfrm>
          <a:prstGeom xmlns:a="http://schemas.openxmlformats.org/drawingml/2006/main" prst="rect">
            <a:avLst/>
          </a:prstGeom>
        </p:spPr>
      </p:pic>
      <p:sp>
        <p:nvSpPr>
          <p:cNvPr id="72" name="height diffusion channel 0">
            <a:extLst xmlns:a="http://schemas.openxmlformats.org/drawingml/2006/main">
              <a:ext uri="{FF2B5EF4-FFF2-40B4-BE49-F238E27FC236}">
                <a16:creationId xmlns:a16="http://schemas.microsoft.com/office/drawing/2014/main" id="{89DDC5F5-16EA-4BE2-A30A-209172CF7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4495800"/>
            <a:ext cx="133350" cy="1085850"/>
          </a:xfrm>
          <a:custGeom xmlns:a="http://schemas.openxmlformats.org/drawingml/2006/main">
            <a:pathLst>
              <a:path w="133350" h="1085850">
                <a:moveTo>
                  <a:pt x="0" y="0"/>
                </a:moveTo>
                <a:lnTo>
                  <a:pt x="133350" y="0"/>
                </a:lnTo>
                <a:cubicBezTo>
                  <a:pt x="133350" y="0"/>
                  <a:pt x="133350" y="0"/>
                  <a:pt x="133350" y="0"/>
                </a:cubicBezTo>
                <a:lnTo>
                  <a:pt x="133350" y="1085850"/>
                </a:lnTo>
                <a:cubicBezTo>
                  <a:pt x="133350" y="1085850"/>
                  <a:pt x="133350" y="1085850"/>
                  <a:pt x="133350" y="1085850"/>
                </a:cubicBezTo>
                <a:lnTo>
                  <a:pt x="0" y="1085850"/>
                </a:lnTo>
                <a:cubicBezTo>
                  <a:pt x="0" y="1085850"/>
                  <a:pt x="0" y="1085850"/>
                  <a:pt x="0" y="108585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79B9F3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73" name="height diffusion channel 1">
            <a:extLst xmlns:a="http://schemas.openxmlformats.org/drawingml/2006/main">
              <a:ext uri="{FF2B5EF4-FFF2-40B4-BE49-F238E27FC236}">
                <a16:creationId xmlns:a16="http://schemas.microsoft.com/office/drawing/2014/main" id="{3D4D120E-3170-4F5F-BBEF-D2FDFB469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662488"/>
            <a:ext cx="133350" cy="752475"/>
          </a:xfrm>
          <a:custGeom xmlns:a="http://schemas.openxmlformats.org/drawingml/2006/main">
            <a:pathLst>
              <a:path w="133350" h="752475">
                <a:moveTo>
                  <a:pt x="0" y="0"/>
                </a:moveTo>
                <a:lnTo>
                  <a:pt x="133350" y="0"/>
                </a:lnTo>
                <a:cubicBezTo>
                  <a:pt x="133350" y="0"/>
                  <a:pt x="133350" y="0"/>
                  <a:pt x="133350" y="0"/>
                </a:cubicBezTo>
                <a:lnTo>
                  <a:pt x="133350" y="752475"/>
                </a:lnTo>
                <a:cubicBezTo>
                  <a:pt x="133350" y="752475"/>
                  <a:pt x="133350" y="752475"/>
                  <a:pt x="133350" y="752475"/>
                </a:cubicBezTo>
                <a:lnTo>
                  <a:pt x="0" y="752475"/>
                </a:lnTo>
                <a:cubicBezTo>
                  <a:pt x="0" y="752475"/>
                  <a:pt x="0" y="752475"/>
                  <a:pt x="0" y="752475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79B9F3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74" name="height diffusion channel 2">
            <a:extLst xmlns:a="http://schemas.openxmlformats.org/drawingml/2006/main">
              <a:ext uri="{FF2B5EF4-FFF2-40B4-BE49-F238E27FC236}">
                <a16:creationId xmlns:a16="http://schemas.microsoft.com/office/drawing/2014/main" id="{FF3B0EB3-014E-4713-B7E7-89D594449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4781550"/>
            <a:ext cx="133350" cy="514350"/>
          </a:xfrm>
          <a:custGeom xmlns:a="http://schemas.openxmlformats.org/drawingml/2006/main">
            <a:pathLst>
              <a:path w="133350" h="514350">
                <a:moveTo>
                  <a:pt x="0" y="0"/>
                </a:moveTo>
                <a:lnTo>
                  <a:pt x="133350" y="0"/>
                </a:lnTo>
                <a:cubicBezTo>
                  <a:pt x="133350" y="0"/>
                  <a:pt x="133350" y="0"/>
                  <a:pt x="133350" y="0"/>
                </a:cubicBezTo>
                <a:lnTo>
                  <a:pt x="133350" y="514350"/>
                </a:lnTo>
                <a:cubicBezTo>
                  <a:pt x="133350" y="514350"/>
                  <a:pt x="133350" y="514350"/>
                  <a:pt x="133350" y="514350"/>
                </a:cubicBezTo>
                <a:lnTo>
                  <a:pt x="0" y="514350"/>
                </a:lnTo>
                <a:cubicBezTo>
                  <a:pt x="0" y="514350"/>
                  <a:pt x="0" y="514350"/>
                  <a:pt x="0" y="51435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79B9F3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75" name="height diffusion channel 3">
            <a:extLst xmlns:a="http://schemas.openxmlformats.org/drawingml/2006/main">
              <a:ext uri="{FF2B5EF4-FFF2-40B4-BE49-F238E27FC236}">
                <a16:creationId xmlns:a16="http://schemas.microsoft.com/office/drawing/2014/main" id="{35A37905-B1D4-42BB-B2C2-11B96D595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905375"/>
            <a:ext cx="133350" cy="266700"/>
          </a:xfrm>
          <a:custGeom xmlns:a="http://schemas.openxmlformats.org/drawingml/2006/main">
            <a:pathLst>
              <a:path w="133350" h="266700">
                <a:moveTo>
                  <a:pt x="0" y="0"/>
                </a:moveTo>
                <a:lnTo>
                  <a:pt x="133350" y="0"/>
                </a:lnTo>
                <a:cubicBezTo>
                  <a:pt x="133350" y="0"/>
                  <a:pt x="133350" y="0"/>
                  <a:pt x="133350" y="0"/>
                </a:cubicBezTo>
                <a:lnTo>
                  <a:pt x="133350" y="266700"/>
                </a:lnTo>
                <a:cubicBezTo>
                  <a:pt x="133350" y="266700"/>
                  <a:pt x="133350" y="266700"/>
                  <a:pt x="133350" y="266700"/>
                </a:cubicBezTo>
                <a:lnTo>
                  <a:pt x="0" y="266700"/>
                </a:lnTo>
                <a:cubicBezTo>
                  <a:pt x="0" y="266700"/>
                  <a:pt x="0" y="266700"/>
                  <a:pt x="0" y="26670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79B9F3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76" name="height diffusion channel 4">
            <a:extLst xmlns:a="http://schemas.openxmlformats.org/drawingml/2006/main">
              <a:ext uri="{FF2B5EF4-FFF2-40B4-BE49-F238E27FC236}">
                <a16:creationId xmlns:a16="http://schemas.microsoft.com/office/drawing/2014/main" id="{7B45A5A1-7BA7-4479-B6E2-373C17381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4781550"/>
            <a:ext cx="133350" cy="514350"/>
          </a:xfrm>
          <a:custGeom xmlns:a="http://schemas.openxmlformats.org/drawingml/2006/main">
            <a:pathLst>
              <a:path w="133350" h="514350">
                <a:moveTo>
                  <a:pt x="0" y="0"/>
                </a:moveTo>
                <a:lnTo>
                  <a:pt x="133350" y="0"/>
                </a:lnTo>
                <a:cubicBezTo>
                  <a:pt x="133350" y="0"/>
                  <a:pt x="133350" y="0"/>
                  <a:pt x="133350" y="0"/>
                </a:cubicBezTo>
                <a:lnTo>
                  <a:pt x="133350" y="514350"/>
                </a:lnTo>
                <a:cubicBezTo>
                  <a:pt x="133350" y="514350"/>
                  <a:pt x="133350" y="514350"/>
                  <a:pt x="133350" y="514350"/>
                </a:cubicBezTo>
                <a:lnTo>
                  <a:pt x="0" y="514350"/>
                </a:lnTo>
                <a:cubicBezTo>
                  <a:pt x="0" y="514350"/>
                  <a:pt x="0" y="514350"/>
                  <a:pt x="0" y="51435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79B9F3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77" name="height diffusion channel 5">
            <a:extLst xmlns:a="http://schemas.openxmlformats.org/drawingml/2006/main">
              <a:ext uri="{FF2B5EF4-FFF2-40B4-BE49-F238E27FC236}">
                <a16:creationId xmlns:a16="http://schemas.microsoft.com/office/drawing/2014/main" id="{EAD2DA2A-A03E-4408-A3C7-666F4B294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662488"/>
            <a:ext cx="133350" cy="752475"/>
          </a:xfrm>
          <a:custGeom xmlns:a="http://schemas.openxmlformats.org/drawingml/2006/main">
            <a:pathLst>
              <a:path w="133350" h="752475">
                <a:moveTo>
                  <a:pt x="0" y="0"/>
                </a:moveTo>
                <a:lnTo>
                  <a:pt x="133350" y="0"/>
                </a:lnTo>
                <a:cubicBezTo>
                  <a:pt x="133350" y="0"/>
                  <a:pt x="133350" y="0"/>
                  <a:pt x="133350" y="0"/>
                </a:cubicBezTo>
                <a:lnTo>
                  <a:pt x="133350" y="752475"/>
                </a:lnTo>
                <a:cubicBezTo>
                  <a:pt x="133350" y="752475"/>
                  <a:pt x="133350" y="752475"/>
                  <a:pt x="133350" y="752475"/>
                </a:cubicBezTo>
                <a:lnTo>
                  <a:pt x="0" y="752475"/>
                </a:lnTo>
                <a:cubicBezTo>
                  <a:pt x="0" y="752475"/>
                  <a:pt x="0" y="752475"/>
                  <a:pt x="0" y="752475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79B9F3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78" name="height diffusion channel 6">
            <a:extLst xmlns:a="http://schemas.openxmlformats.org/drawingml/2006/main">
              <a:ext uri="{FF2B5EF4-FFF2-40B4-BE49-F238E27FC236}">
                <a16:creationId xmlns:a16="http://schemas.microsoft.com/office/drawing/2014/main" id="{A0C0ED63-5B34-4D15-883E-8F55EE813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4495800"/>
            <a:ext cx="133350" cy="1085850"/>
          </a:xfrm>
          <a:custGeom xmlns:a="http://schemas.openxmlformats.org/drawingml/2006/main">
            <a:pathLst>
              <a:path w="133350" h="1085850">
                <a:moveTo>
                  <a:pt x="0" y="0"/>
                </a:moveTo>
                <a:lnTo>
                  <a:pt x="133350" y="0"/>
                </a:lnTo>
                <a:cubicBezTo>
                  <a:pt x="133350" y="0"/>
                  <a:pt x="133350" y="0"/>
                  <a:pt x="133350" y="0"/>
                </a:cubicBezTo>
                <a:lnTo>
                  <a:pt x="133350" y="1085850"/>
                </a:lnTo>
                <a:cubicBezTo>
                  <a:pt x="133350" y="1085850"/>
                  <a:pt x="133350" y="1085850"/>
                  <a:pt x="133350" y="1085850"/>
                </a:cubicBezTo>
                <a:lnTo>
                  <a:pt x="0" y="1085850"/>
                </a:lnTo>
                <a:cubicBezTo>
                  <a:pt x="0" y="1085850"/>
                  <a:pt x="0" y="1085850"/>
                  <a:pt x="0" y="108585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79B9F3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79" name="height diffusion label box">
            <a:extLst xmlns:a="http://schemas.openxmlformats.org/drawingml/2006/main">
              <a:ext uri="{FF2B5EF4-FFF2-40B4-BE49-F238E27FC236}">
                <a16:creationId xmlns:a16="http://schemas.microsoft.com/office/drawing/2014/main" id="{3B8D4DE1-2F2D-4995-BE3D-4E719EF3E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791075"/>
            <a:ext cx="1400175" cy="514350"/>
          </a:xfrm>
          <a:custGeom xmlns:a="http://schemas.openxmlformats.org/drawingml/2006/main">
            <a:pathLst>
              <a:path w="1400175" h="514350">
                <a:moveTo>
                  <a:pt x="19050" y="0"/>
                </a:moveTo>
                <a:lnTo>
                  <a:pt x="1381125" y="0"/>
                </a:lnTo>
                <a:cubicBezTo>
                  <a:pt x="1391646" y="0"/>
                  <a:pt x="1400175" y="8529"/>
                  <a:pt x="1400175" y="19050"/>
                </a:cubicBezTo>
                <a:lnTo>
                  <a:pt x="1400175" y="495300"/>
                </a:lnTo>
                <a:cubicBezTo>
                  <a:pt x="1400175" y="505821"/>
                  <a:pt x="1391646" y="514350"/>
                  <a:pt x="1381125" y="514350"/>
                </a:cubicBezTo>
                <a:lnTo>
                  <a:pt x="19050" y="514350"/>
                </a:lnTo>
                <a:cubicBezTo>
                  <a:pt x="8529" y="514350"/>
                  <a:pt x="0" y="505821"/>
                  <a:pt x="0" y="49530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 xmlns:a="http://schemas.openxmlformats.org/drawingml/2006/main">
            <a:srgbClr val="E5F3FF"/>
          </a:solidFill>
          <a:ln xmlns:a="http://schemas.openxmlformats.org/drawingml/2006/main" w="19050">
            <a:solidFill>
              <a:srgbClr val="79B9F3"/>
            </a:solidFill>
            <a:prstDash val="solid"/>
          </a:ln>
        </p:spPr>
      </p:sp>
      <p:sp>
        <p:nvSpPr>
          <p:cNvPr id="80" name="height diffusion label first">
            <a:extLst xmlns:a="http://schemas.openxmlformats.org/drawingml/2006/main">
              <a:ext uri="{FF2B5EF4-FFF2-40B4-BE49-F238E27FC236}">
                <a16:creationId xmlns:a16="http://schemas.microsoft.com/office/drawing/2014/main" id="{D7203453-015B-4F3D-A9A2-343075B23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95650" y="4808792"/>
            <a:ext cx="952500" cy="3067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Diffusion</a:t>
            </a:r>
          </a:p>
        </p:txBody>
      </p:sp>
      <p:sp>
        <p:nvSpPr>
          <p:cNvPr id="81" name="height diffusion label second">
            <a:extLst xmlns:a="http://schemas.openxmlformats.org/drawingml/2006/main">
              <a:ext uri="{FF2B5EF4-FFF2-40B4-BE49-F238E27FC236}">
                <a16:creationId xmlns:a16="http://schemas.microsoft.com/office/drawing/2014/main" id="{707CAFE6-564B-4843-AC3B-6A6468FA7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38525" y="5046917"/>
            <a:ext cx="723900" cy="3067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U-Net</a:t>
            </a:r>
          </a:p>
        </p:txBody>
      </p:sp>
      <p:pic>
        <p:nvPic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1581F708-611C-41B3-8812-6AF15E62997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db4ede170a4d4b"/>
          <a:stretch xmlns:a="http://schemas.openxmlformats.org/drawingml/2006/main"/>
        </p:blipFill>
        <p:spPr>
          <a:xfrm xmlns:a="http://schemas.openxmlformats.org/drawingml/2006/main">
            <a:off x="4286250" y="4638675"/>
            <a:ext cx="219075" cy="295275"/>
          </a:xfrm>
          <a:prstGeom xmlns:a="http://schemas.openxmlformats.org/drawingml/2006/main" prst="rect">
            <a:avLst/>
          </a:prstGeom>
        </p:spPr>
      </p:pic>
      <p:pic>
        <p:nvPic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EBCD9669-169C-4E19-8E5C-DE1518E8CE5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5ed1aa393049cf"/>
          <a:stretch xmlns:a="http://schemas.openxmlformats.org/drawingml/2006/main"/>
        </p:blipFill>
        <p:spPr>
          <a:xfrm xmlns:a="http://schemas.openxmlformats.org/drawingml/2006/main">
            <a:off x="5448300" y="2324100"/>
            <a:ext cx="1171575" cy="1171575"/>
          </a:xfrm>
          <a:prstGeom xmlns:a="http://schemas.openxmlformats.org/drawingml/2006/main" prst="rect">
            <a:avLst/>
          </a:prstGeom>
        </p:spPr>
      </p:pic>
      <p:sp>
        <p:nvSpPr>
          <p:cNvPr id="84" name="layout output label">
            <a:extLst xmlns:a="http://schemas.openxmlformats.org/drawingml/2006/main">
              <a:ext uri="{FF2B5EF4-FFF2-40B4-BE49-F238E27FC236}">
                <a16:creationId xmlns:a16="http://schemas.microsoft.com/office/drawing/2014/main" id="{ACDA24CC-9EEE-4E10-BBF1-E37378647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95925" y="3570542"/>
            <a:ext cx="1238250" cy="3067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Layout Map</a:t>
            </a:r>
          </a:p>
        </p:txBody>
      </p:sp>
      <p:pic>
        <p:nvPic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0335C2C6-AD75-45E0-A9BD-59AD30CA448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b8e9e260374624"/>
          <a:stretch xmlns:a="http://schemas.openxmlformats.org/drawingml/2006/main"/>
        </p:blipFill>
        <p:spPr>
          <a:xfrm xmlns:a="http://schemas.openxmlformats.org/drawingml/2006/main">
            <a:off x="5448300" y="4467225"/>
            <a:ext cx="1171575" cy="1190625"/>
          </a:xfrm>
          <a:prstGeom xmlns:a="http://schemas.openxmlformats.org/drawingml/2006/main" prst="rect">
            <a:avLst/>
          </a:prstGeom>
        </p:spPr>
      </p:pic>
      <p:sp>
        <p:nvSpPr>
          <p:cNvPr id="86" name="height output label">
            <a:extLst xmlns:a="http://schemas.openxmlformats.org/drawingml/2006/main">
              <a:ext uri="{FF2B5EF4-FFF2-40B4-BE49-F238E27FC236}">
                <a16:creationId xmlns:a16="http://schemas.microsoft.com/office/drawing/2014/main" id="{8345B9AB-8B1D-46E6-9E83-E5231A6AD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34025" y="5694617"/>
            <a:ext cx="1219200" cy="3067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Height Map</a:t>
            </a:r>
          </a:p>
        </p:txBody>
      </p:sp>
      <p:pic>
        <p:nvPic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688C277F-7E2F-4180-90BE-425A7446700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b84701f8e544e9"/>
          <a:stretch xmlns:a="http://schemas.openxmlformats.org/drawingml/2006/main"/>
        </p:blipFill>
        <p:spPr>
          <a:xfrm xmlns:a="http://schemas.openxmlformats.org/drawingml/2006/main">
            <a:off x="514350" y="4581525"/>
            <a:ext cx="933450" cy="952500"/>
          </a:xfrm>
          <a:prstGeom xmlns:a="http://schemas.openxmlformats.org/drawingml/2006/main" prst="rect">
            <a:avLst/>
          </a:prstGeom>
        </p:spPr>
      </p:pic>
      <p:sp>
        <p:nvSpPr>
          <p:cNvPr id="88" name="prompt to encoder">
            <a:extLst xmlns:a="http://schemas.openxmlformats.org/drawingml/2006/main">
              <a:ext uri="{FF2B5EF4-FFF2-40B4-BE49-F238E27FC236}">
                <a16:creationId xmlns:a16="http://schemas.microsoft.com/office/drawing/2014/main" id="{D4F55775-07AB-4CE4-99E9-6FE29C42D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2895600"/>
            <a:ext cx="190595" cy="191"/>
          </a:xfrm>
          <a:custGeom xmlns:a="http://schemas.openxmlformats.org/drawingml/2006/main">
            <a:pathLst>
              <a:path w="190595" h="191">
                <a:moveTo>
                  <a:pt x="0" y="0"/>
                </a:moveTo>
                <a:lnTo>
                  <a:pt x="190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0480">
            <a:solidFill>
              <a:srgbClr val="4585BD"/>
            </a:solidFill>
            <a:prstDash val="solid"/>
          </a:ln>
        </p:spPr>
      </p:sp>
      <p:sp>
        <p:nvSpPr>
          <p:cNvPr id="89" name="prompt to encoder arrowhead">
            <a:extLst xmlns:a="http://schemas.openxmlformats.org/drawingml/2006/main">
              <a:ext uri="{FF2B5EF4-FFF2-40B4-BE49-F238E27FC236}">
                <a16:creationId xmlns:a16="http://schemas.microsoft.com/office/drawing/2014/main" id="{2C5D5B00-F77B-4829-8F65-9119F524D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6938" y="2767013"/>
            <a:ext cx="257175" cy="257175"/>
          </a:xfrm>
          <a:custGeom xmlns:a="http://schemas.openxmlformats.org/drawingml/2006/main">
            <a:pathLst>
              <a:path w="257175" h="257175">
                <a:moveTo>
                  <a:pt x="128588" y="128588"/>
                </a:moveTo>
                <a:lnTo>
                  <a:pt x="42863" y="169735"/>
                </a:lnTo>
                <a:lnTo>
                  <a:pt x="42863" y="87440"/>
                </a:lnTo>
                <a:close/>
              </a:path>
            </a:pathLst>
          </a:custGeom>
          <a:solidFill xmlns:a="http://schemas.openxmlformats.org/drawingml/2006/main">
            <a:srgbClr val="4585BD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90" name="encoder to diffusion">
            <a:extLst xmlns:a="http://schemas.openxmlformats.org/drawingml/2006/main">
              <a:ext uri="{FF2B5EF4-FFF2-40B4-BE49-F238E27FC236}">
                <a16:creationId xmlns:a16="http://schemas.microsoft.com/office/drawing/2014/main" id="{18BCBE4E-B12E-4F9E-9C6D-4889619FE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2895600"/>
            <a:ext cx="428720" cy="191"/>
          </a:xfrm>
          <a:custGeom xmlns:a="http://schemas.openxmlformats.org/drawingml/2006/main">
            <a:pathLst>
              <a:path w="428720" h="191">
                <a:moveTo>
                  <a:pt x="0" y="0"/>
                </a:moveTo>
                <a:lnTo>
                  <a:pt x="4286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0480">
            <a:solidFill>
              <a:srgbClr val="4585BD"/>
            </a:solidFill>
            <a:prstDash val="solid"/>
          </a:ln>
        </p:spPr>
      </p:sp>
      <p:sp>
        <p:nvSpPr>
          <p:cNvPr id="91" name="encoder to diffusion arrowhead">
            <a:extLst xmlns:a="http://schemas.openxmlformats.org/drawingml/2006/main">
              <a:ext uri="{FF2B5EF4-FFF2-40B4-BE49-F238E27FC236}">
                <a16:creationId xmlns:a16="http://schemas.microsoft.com/office/drawing/2014/main" id="{E27EF8B8-712E-4171-980D-261C6E001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0363" y="2767013"/>
            <a:ext cx="257175" cy="257175"/>
          </a:xfrm>
          <a:custGeom xmlns:a="http://schemas.openxmlformats.org/drawingml/2006/main">
            <a:pathLst>
              <a:path w="257175" h="257175">
                <a:moveTo>
                  <a:pt x="128588" y="128588"/>
                </a:moveTo>
                <a:lnTo>
                  <a:pt x="42863" y="169735"/>
                </a:lnTo>
                <a:lnTo>
                  <a:pt x="42863" y="87440"/>
                </a:lnTo>
                <a:close/>
              </a:path>
            </a:pathLst>
          </a:custGeom>
          <a:solidFill xmlns:a="http://schemas.openxmlformats.org/drawingml/2006/main">
            <a:srgbClr val="4585BD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92" name="layout diffusion output">
            <a:extLst xmlns:a="http://schemas.openxmlformats.org/drawingml/2006/main">
              <a:ext uri="{FF2B5EF4-FFF2-40B4-BE49-F238E27FC236}">
                <a16:creationId xmlns:a16="http://schemas.microsoft.com/office/drawing/2014/main" id="{C9E65A2F-9F87-40E2-85D7-DC164D37B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895600"/>
            <a:ext cx="1019270" cy="191"/>
          </a:xfrm>
          <a:custGeom xmlns:a="http://schemas.openxmlformats.org/drawingml/2006/main">
            <a:pathLst>
              <a:path w="1019270" h="191">
                <a:moveTo>
                  <a:pt x="0" y="0"/>
                </a:moveTo>
                <a:lnTo>
                  <a:pt x="10191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0480">
            <a:solidFill>
              <a:srgbClr val="4585BD"/>
            </a:solidFill>
            <a:prstDash val="solid"/>
          </a:ln>
        </p:spPr>
      </p:sp>
      <p:sp>
        <p:nvSpPr>
          <p:cNvPr id="93" name="layout diffusion output arrowhead">
            <a:extLst xmlns:a="http://schemas.openxmlformats.org/drawingml/2006/main">
              <a:ext uri="{FF2B5EF4-FFF2-40B4-BE49-F238E27FC236}">
                <a16:creationId xmlns:a16="http://schemas.microsoft.com/office/drawing/2014/main" id="{058BAF44-29D4-4DBC-9A0C-87995D0D9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9713" y="2767013"/>
            <a:ext cx="257175" cy="257175"/>
          </a:xfrm>
          <a:custGeom xmlns:a="http://schemas.openxmlformats.org/drawingml/2006/main">
            <a:pathLst>
              <a:path w="257175" h="257175">
                <a:moveTo>
                  <a:pt x="128588" y="128588"/>
                </a:moveTo>
                <a:lnTo>
                  <a:pt x="42863" y="169735"/>
                </a:lnTo>
                <a:lnTo>
                  <a:pt x="42863" y="87440"/>
                </a:lnTo>
                <a:close/>
              </a:path>
            </a:pathLst>
          </a:custGeom>
          <a:solidFill xmlns:a="http://schemas.openxmlformats.org/drawingml/2006/main">
            <a:srgbClr val="4585BD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94" name="noise to height">
            <a:extLst xmlns:a="http://schemas.openxmlformats.org/drawingml/2006/main">
              <a:ext uri="{FF2B5EF4-FFF2-40B4-BE49-F238E27FC236}">
                <a16:creationId xmlns:a16="http://schemas.microsoft.com/office/drawing/2014/main" id="{DCE15A7D-33AA-48C9-81D9-D70E05636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048250"/>
            <a:ext cx="1581245" cy="191"/>
          </a:xfrm>
          <a:custGeom xmlns:a="http://schemas.openxmlformats.org/drawingml/2006/main">
            <a:pathLst>
              <a:path w="1581245" h="191">
                <a:moveTo>
                  <a:pt x="0" y="0"/>
                </a:moveTo>
                <a:lnTo>
                  <a:pt x="1581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0480">
            <a:solidFill>
              <a:srgbClr val="4585BD"/>
            </a:solidFill>
            <a:prstDash val="solid"/>
          </a:ln>
        </p:spPr>
      </p:sp>
      <p:sp>
        <p:nvSpPr>
          <p:cNvPr id="95" name="noise to height arrowhead">
            <a:extLst xmlns:a="http://schemas.openxmlformats.org/drawingml/2006/main">
              <a:ext uri="{FF2B5EF4-FFF2-40B4-BE49-F238E27FC236}">
                <a16:creationId xmlns:a16="http://schemas.microsoft.com/office/drawing/2014/main" id="{5AA42A19-FACE-469F-AD89-CEBC7AA45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0363" y="4919663"/>
            <a:ext cx="257175" cy="257175"/>
          </a:xfrm>
          <a:custGeom xmlns:a="http://schemas.openxmlformats.org/drawingml/2006/main">
            <a:pathLst>
              <a:path w="257175" h="257175">
                <a:moveTo>
                  <a:pt x="128588" y="128588"/>
                </a:moveTo>
                <a:lnTo>
                  <a:pt x="42863" y="169735"/>
                </a:lnTo>
                <a:lnTo>
                  <a:pt x="42863" y="87440"/>
                </a:lnTo>
                <a:close/>
              </a:path>
            </a:pathLst>
          </a:custGeom>
          <a:solidFill xmlns:a="http://schemas.openxmlformats.org/drawingml/2006/main">
            <a:srgbClr val="4585BD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96" name="height output">
            <a:extLst xmlns:a="http://schemas.openxmlformats.org/drawingml/2006/main">
              <a:ext uri="{FF2B5EF4-FFF2-40B4-BE49-F238E27FC236}">
                <a16:creationId xmlns:a16="http://schemas.microsoft.com/office/drawing/2014/main" id="{3F87C3D7-FAC9-4F0C-892D-EAE47E2C9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5048250"/>
            <a:ext cx="1019270" cy="191"/>
          </a:xfrm>
          <a:custGeom xmlns:a="http://schemas.openxmlformats.org/drawingml/2006/main">
            <a:pathLst>
              <a:path w="1019270" h="191">
                <a:moveTo>
                  <a:pt x="0" y="0"/>
                </a:moveTo>
                <a:lnTo>
                  <a:pt x="10191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0480">
            <a:solidFill>
              <a:srgbClr val="4585BD"/>
            </a:solidFill>
            <a:prstDash val="solid"/>
          </a:ln>
        </p:spPr>
      </p:sp>
      <p:sp>
        <p:nvSpPr>
          <p:cNvPr id="97" name="height output arrowhead">
            <a:extLst xmlns:a="http://schemas.openxmlformats.org/drawingml/2006/main">
              <a:ext uri="{FF2B5EF4-FFF2-40B4-BE49-F238E27FC236}">
                <a16:creationId xmlns:a16="http://schemas.microsoft.com/office/drawing/2014/main" id="{64047A48-AF9C-4BEC-B1B0-72FED2A51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9713" y="4919663"/>
            <a:ext cx="257175" cy="257175"/>
          </a:xfrm>
          <a:custGeom xmlns:a="http://schemas.openxmlformats.org/drawingml/2006/main">
            <a:pathLst>
              <a:path w="257175" h="257175">
                <a:moveTo>
                  <a:pt x="128588" y="128588"/>
                </a:moveTo>
                <a:lnTo>
                  <a:pt x="42863" y="169735"/>
                </a:lnTo>
                <a:lnTo>
                  <a:pt x="42863" y="87440"/>
                </a:lnTo>
                <a:close/>
              </a:path>
            </a:pathLst>
          </a:custGeom>
          <a:solidFill xmlns:a="http://schemas.openxmlformats.org/drawingml/2006/main">
            <a:srgbClr val="4585BD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98" name="layout prompt conditioning branch">
            <a:extLst xmlns:a="http://schemas.openxmlformats.org/drawingml/2006/main">
              <a:ext uri="{FF2B5EF4-FFF2-40B4-BE49-F238E27FC236}">
                <a16:creationId xmlns:a16="http://schemas.microsoft.com/office/drawing/2014/main" id="{B9DE03C0-7DFD-4983-AB50-DEC32C7AE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895600"/>
            <a:ext cx="819245" cy="1390745"/>
          </a:xfrm>
          <a:custGeom xmlns:a="http://schemas.openxmlformats.org/drawingml/2006/main">
            <a:pathLst>
              <a:path w="819245" h="1390745">
                <a:moveTo>
                  <a:pt x="819150" y="0"/>
                </a:moveTo>
                <a:lnTo>
                  <a:pt x="819150" y="609600"/>
                </a:lnTo>
                <a:lnTo>
                  <a:pt x="0" y="609600"/>
                </a:lnTo>
                <a:lnTo>
                  <a:pt x="0" y="1390650"/>
                </a:lnTo>
                <a:lnTo>
                  <a:pt x="161925" y="1390650"/>
                </a:lnTo>
              </a:path>
            </a:pathLst>
          </a:custGeom>
          <a:noFill xmlns:a="http://schemas.openxmlformats.org/drawingml/2006/main"/>
          <a:ln xmlns:a="http://schemas.openxmlformats.org/drawingml/2006/main" w="30480">
            <a:solidFill>
              <a:srgbClr val="4585BD"/>
            </a:solidFill>
            <a:prstDash val="solid"/>
          </a:ln>
        </p:spPr>
      </p:sp>
      <p:sp>
        <p:nvSpPr>
          <p:cNvPr id="99" name="layout prompt conditioning branch arrowhead">
            <a:extLst xmlns:a="http://schemas.openxmlformats.org/drawingml/2006/main">
              <a:ext uri="{FF2B5EF4-FFF2-40B4-BE49-F238E27FC236}">
                <a16:creationId xmlns:a16="http://schemas.microsoft.com/office/drawing/2014/main" id="{0CC0AD8D-3123-4D2E-8E3C-D682025A1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5488" y="4157663"/>
            <a:ext cx="257175" cy="257175"/>
          </a:xfrm>
          <a:custGeom xmlns:a="http://schemas.openxmlformats.org/drawingml/2006/main">
            <a:pathLst>
              <a:path w="257175" h="257175">
                <a:moveTo>
                  <a:pt x="128588" y="128588"/>
                </a:moveTo>
                <a:lnTo>
                  <a:pt x="42863" y="169735"/>
                </a:lnTo>
                <a:lnTo>
                  <a:pt x="42863" y="87440"/>
                </a:lnTo>
                <a:close/>
              </a:path>
            </a:pathLst>
          </a:custGeom>
          <a:solidFill xmlns:a="http://schemas.openxmlformats.org/drawingml/2006/main">
            <a:srgbClr val="4585BD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00" name="layout sampling conditioning">
            <a:extLst xmlns:a="http://schemas.openxmlformats.org/drawingml/2006/main">
              <a:ext uri="{FF2B5EF4-FFF2-40B4-BE49-F238E27FC236}">
                <a16:creationId xmlns:a16="http://schemas.microsoft.com/office/drawing/2014/main" id="{433AAA8B-8ED8-41C3-964E-21A7CE9B0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895600"/>
            <a:ext cx="2971895" cy="1390745"/>
          </a:xfrm>
          <a:custGeom xmlns:a="http://schemas.openxmlformats.org/drawingml/2006/main">
            <a:pathLst>
              <a:path w="2971895" h="1390745">
                <a:moveTo>
                  <a:pt x="2971800" y="0"/>
                </a:moveTo>
                <a:lnTo>
                  <a:pt x="2971800" y="790575"/>
                </a:lnTo>
                <a:lnTo>
                  <a:pt x="0" y="790575"/>
                </a:lnTo>
                <a:lnTo>
                  <a:pt x="0" y="1390650"/>
                </a:lnTo>
                <a:lnTo>
                  <a:pt x="161925" y="1390650"/>
                </a:lnTo>
              </a:path>
            </a:pathLst>
          </a:custGeom>
          <a:noFill xmlns:a="http://schemas.openxmlformats.org/drawingml/2006/main"/>
          <a:ln xmlns:a="http://schemas.openxmlformats.org/drawingml/2006/main" w="30480">
            <a:solidFill>
              <a:srgbClr val="4585BD"/>
            </a:solidFill>
            <a:prstDash val="solid"/>
          </a:ln>
        </p:spPr>
      </p:sp>
      <p:sp>
        <p:nvSpPr>
          <p:cNvPr id="101" name="layout sampling conditioning arrowhead">
            <a:extLst xmlns:a="http://schemas.openxmlformats.org/drawingml/2006/main">
              <a:ext uri="{FF2B5EF4-FFF2-40B4-BE49-F238E27FC236}">
                <a16:creationId xmlns:a16="http://schemas.microsoft.com/office/drawing/2014/main" id="{E35249C6-4081-4C2E-86BF-0E33DB7BF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5488" y="4157663"/>
            <a:ext cx="257175" cy="257175"/>
          </a:xfrm>
          <a:custGeom xmlns:a="http://schemas.openxmlformats.org/drawingml/2006/main">
            <a:pathLst>
              <a:path w="257175" h="257175">
                <a:moveTo>
                  <a:pt x="128588" y="128588"/>
                </a:moveTo>
                <a:lnTo>
                  <a:pt x="42863" y="169735"/>
                </a:lnTo>
                <a:lnTo>
                  <a:pt x="42863" y="87440"/>
                </a:lnTo>
                <a:close/>
              </a:path>
            </a:pathLst>
          </a:custGeom>
          <a:solidFill xmlns:a="http://schemas.openxmlformats.org/drawingml/2006/main">
            <a:srgbClr val="4585BD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02" name="noise condition branch">
            <a:extLst xmlns:a="http://schemas.openxmlformats.org/drawingml/2006/main">
              <a:ext uri="{FF2B5EF4-FFF2-40B4-BE49-F238E27FC236}">
                <a16:creationId xmlns:a16="http://schemas.microsoft.com/office/drawing/2014/main" id="{2CCE0C13-F823-4F9B-842C-C2301E958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686175"/>
            <a:ext cx="504920" cy="1362170"/>
          </a:xfrm>
          <a:custGeom xmlns:a="http://schemas.openxmlformats.org/drawingml/2006/main">
            <a:pathLst>
              <a:path w="504920" h="1362170">
                <a:moveTo>
                  <a:pt x="0" y="1362075"/>
                </a:moveTo>
                <a:lnTo>
                  <a:pt x="0" y="0"/>
                </a:lnTo>
                <a:lnTo>
                  <a:pt x="342900" y="0"/>
                </a:lnTo>
                <a:lnTo>
                  <a:pt x="342900" y="600075"/>
                </a:lnTo>
                <a:lnTo>
                  <a:pt x="504825" y="600075"/>
                </a:lnTo>
              </a:path>
            </a:pathLst>
          </a:custGeom>
          <a:noFill xmlns:a="http://schemas.openxmlformats.org/drawingml/2006/main"/>
          <a:ln xmlns:a="http://schemas.openxmlformats.org/drawingml/2006/main" w="30480">
            <a:solidFill>
              <a:srgbClr val="4585BD"/>
            </a:solidFill>
            <a:prstDash val="solid"/>
          </a:ln>
        </p:spPr>
      </p:sp>
      <p:sp>
        <p:nvSpPr>
          <p:cNvPr id="103" name="noise condition branch arrowhead">
            <a:extLst xmlns:a="http://schemas.openxmlformats.org/drawingml/2006/main">
              <a:ext uri="{FF2B5EF4-FFF2-40B4-BE49-F238E27FC236}">
                <a16:creationId xmlns:a16="http://schemas.microsoft.com/office/drawing/2014/main" id="{E9FD2ED7-2382-4ABD-AFF1-4AB3D9356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5488" y="4157663"/>
            <a:ext cx="257175" cy="257175"/>
          </a:xfrm>
          <a:custGeom xmlns:a="http://schemas.openxmlformats.org/drawingml/2006/main">
            <a:pathLst>
              <a:path w="257175" h="257175">
                <a:moveTo>
                  <a:pt x="128588" y="128588"/>
                </a:moveTo>
                <a:lnTo>
                  <a:pt x="42863" y="169735"/>
                </a:lnTo>
                <a:lnTo>
                  <a:pt x="42863" y="87440"/>
                </a:lnTo>
                <a:close/>
              </a:path>
            </a:pathLst>
          </a:custGeom>
          <a:solidFill xmlns:a="http://schemas.openxmlformats.org/drawingml/2006/main">
            <a:srgbClr val="4585BD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04" name="condition encoder channel0">
            <a:extLst xmlns:a="http://schemas.openxmlformats.org/drawingml/2006/main">
              <a:ext uri="{FF2B5EF4-FFF2-40B4-BE49-F238E27FC236}">
                <a16:creationId xmlns:a16="http://schemas.microsoft.com/office/drawing/2014/main" id="{83B87A21-A094-4BE0-8C22-58A33CC0B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976688"/>
            <a:ext cx="123825" cy="638175"/>
          </a:xfrm>
          <a:custGeom xmlns:a="http://schemas.openxmlformats.org/drawingml/2006/main">
            <a:pathLst>
              <a:path w="123825" h="638175">
                <a:moveTo>
                  <a:pt x="0" y="0"/>
                </a:moveTo>
                <a:lnTo>
                  <a:pt x="123825" y="0"/>
                </a:lnTo>
                <a:cubicBezTo>
                  <a:pt x="123825" y="0"/>
                  <a:pt x="123825" y="0"/>
                  <a:pt x="123825" y="0"/>
                </a:cubicBezTo>
                <a:lnTo>
                  <a:pt x="123825" y="638175"/>
                </a:lnTo>
                <a:cubicBezTo>
                  <a:pt x="123825" y="638175"/>
                  <a:pt x="123825" y="638175"/>
                  <a:pt x="123825" y="638175"/>
                </a:cubicBezTo>
                <a:lnTo>
                  <a:pt x="0" y="638175"/>
                </a:lnTo>
                <a:cubicBezTo>
                  <a:pt x="0" y="638175"/>
                  <a:pt x="0" y="638175"/>
                  <a:pt x="0" y="638175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A9D3F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05" name="condition encoder channel1">
            <a:extLst xmlns:a="http://schemas.openxmlformats.org/drawingml/2006/main">
              <a:ext uri="{FF2B5EF4-FFF2-40B4-BE49-F238E27FC236}">
                <a16:creationId xmlns:a16="http://schemas.microsoft.com/office/drawing/2014/main" id="{DDEA8F79-6C22-4044-AB5C-9B33CFFE8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095750"/>
            <a:ext cx="123825" cy="400050"/>
          </a:xfrm>
          <a:custGeom xmlns:a="http://schemas.openxmlformats.org/drawingml/2006/main">
            <a:pathLst>
              <a:path w="123825" h="400050">
                <a:moveTo>
                  <a:pt x="0" y="0"/>
                </a:moveTo>
                <a:lnTo>
                  <a:pt x="123825" y="0"/>
                </a:lnTo>
                <a:cubicBezTo>
                  <a:pt x="123825" y="0"/>
                  <a:pt x="123825" y="0"/>
                  <a:pt x="123825" y="0"/>
                </a:cubicBezTo>
                <a:lnTo>
                  <a:pt x="123825" y="400050"/>
                </a:lnTo>
                <a:cubicBezTo>
                  <a:pt x="123825" y="400050"/>
                  <a:pt x="123825" y="400050"/>
                  <a:pt x="123825" y="400050"/>
                </a:cubicBezTo>
                <a:lnTo>
                  <a:pt x="0" y="400050"/>
                </a:lnTo>
                <a:cubicBezTo>
                  <a:pt x="0" y="400050"/>
                  <a:pt x="0" y="400050"/>
                  <a:pt x="0" y="40005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A9D3F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06" name="condition encoder channel2">
            <a:extLst xmlns:a="http://schemas.openxmlformats.org/drawingml/2006/main">
              <a:ext uri="{FF2B5EF4-FFF2-40B4-BE49-F238E27FC236}">
                <a16:creationId xmlns:a16="http://schemas.microsoft.com/office/drawing/2014/main" id="{22F48ECA-9483-4809-851A-A3CF2BFE8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186238"/>
            <a:ext cx="123825" cy="219075"/>
          </a:xfrm>
          <a:custGeom xmlns:a="http://schemas.openxmlformats.org/drawingml/2006/main">
            <a:pathLst>
              <a:path w="123825" h="219075">
                <a:moveTo>
                  <a:pt x="0" y="0"/>
                </a:moveTo>
                <a:lnTo>
                  <a:pt x="123825" y="0"/>
                </a:lnTo>
                <a:cubicBezTo>
                  <a:pt x="123825" y="0"/>
                  <a:pt x="123825" y="0"/>
                  <a:pt x="123825" y="0"/>
                </a:cubicBezTo>
                <a:lnTo>
                  <a:pt x="123825" y="219075"/>
                </a:lnTo>
                <a:cubicBezTo>
                  <a:pt x="123825" y="219075"/>
                  <a:pt x="123825" y="219075"/>
                  <a:pt x="123825" y="219075"/>
                </a:cubicBezTo>
                <a:lnTo>
                  <a:pt x="0" y="219075"/>
                </a:lnTo>
                <a:cubicBezTo>
                  <a:pt x="0" y="219075"/>
                  <a:pt x="0" y="219075"/>
                  <a:pt x="0" y="219075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A9D3F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07" name="condition encoder channel3">
            <a:extLst xmlns:a="http://schemas.openxmlformats.org/drawingml/2006/main">
              <a:ext uri="{FF2B5EF4-FFF2-40B4-BE49-F238E27FC236}">
                <a16:creationId xmlns:a16="http://schemas.microsoft.com/office/drawing/2014/main" id="{6AB4FBF5-FFA5-45BB-B052-47120E2E3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086225"/>
            <a:ext cx="123825" cy="419100"/>
          </a:xfrm>
          <a:custGeom xmlns:a="http://schemas.openxmlformats.org/drawingml/2006/main">
            <a:pathLst>
              <a:path w="123825" h="419100">
                <a:moveTo>
                  <a:pt x="0" y="0"/>
                </a:moveTo>
                <a:lnTo>
                  <a:pt x="123825" y="0"/>
                </a:lnTo>
                <a:cubicBezTo>
                  <a:pt x="123825" y="0"/>
                  <a:pt x="123825" y="0"/>
                  <a:pt x="123825" y="0"/>
                </a:cubicBezTo>
                <a:lnTo>
                  <a:pt x="123825" y="419100"/>
                </a:lnTo>
                <a:cubicBezTo>
                  <a:pt x="123825" y="419100"/>
                  <a:pt x="123825" y="419100"/>
                  <a:pt x="123825" y="419100"/>
                </a:cubicBezTo>
                <a:lnTo>
                  <a:pt x="0" y="419100"/>
                </a:lnTo>
                <a:cubicBezTo>
                  <a:pt x="0" y="419100"/>
                  <a:pt x="0" y="419100"/>
                  <a:pt x="0" y="41910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A9D3F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08" name="condition encoder module">
            <a:extLst xmlns:a="http://schemas.openxmlformats.org/drawingml/2006/main">
              <a:ext uri="{FF2B5EF4-FFF2-40B4-BE49-F238E27FC236}">
                <a16:creationId xmlns:a16="http://schemas.microsoft.com/office/drawing/2014/main" id="{3FB2030A-B9FA-4504-AF3B-07A412E76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4057650"/>
            <a:ext cx="904875" cy="457200"/>
          </a:xfrm>
          <a:custGeom xmlns:a="http://schemas.openxmlformats.org/drawingml/2006/main">
            <a:pathLst>
              <a:path w="904875" h="457200">
                <a:moveTo>
                  <a:pt x="19050" y="0"/>
                </a:moveTo>
                <a:lnTo>
                  <a:pt x="885825" y="0"/>
                </a:lnTo>
                <a:cubicBezTo>
                  <a:pt x="896346" y="0"/>
                  <a:pt x="904875" y="8529"/>
                  <a:pt x="904875" y="19050"/>
                </a:cubicBezTo>
                <a:lnTo>
                  <a:pt x="904875" y="438150"/>
                </a:lnTo>
                <a:cubicBezTo>
                  <a:pt x="904875" y="448671"/>
                  <a:pt x="896346" y="457200"/>
                  <a:pt x="885825" y="457200"/>
                </a:cubicBezTo>
                <a:lnTo>
                  <a:pt x="19050" y="457200"/>
                </a:lnTo>
                <a:cubicBezTo>
                  <a:pt x="8529" y="457200"/>
                  <a:pt x="0" y="448671"/>
                  <a:pt x="0" y="43815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 xmlns:a="http://schemas.openxmlformats.org/drawingml/2006/main">
            <a:srgbClr val="DFEFFF"/>
          </a:solidFill>
          <a:ln xmlns:a="http://schemas.openxmlformats.org/drawingml/2006/main" w="19050">
            <a:solidFill>
              <a:srgbClr val="79B9F3"/>
            </a:solidFill>
            <a:prstDash val="solid"/>
          </a:ln>
        </p:spPr>
      </p:sp>
      <p:sp>
        <p:nvSpPr>
          <p:cNvPr id="109" name="condition encoder first">
            <a:extLst xmlns:a="http://schemas.openxmlformats.org/drawingml/2006/main">
              <a:ext uri="{FF2B5EF4-FFF2-40B4-BE49-F238E27FC236}">
                <a16:creationId xmlns:a16="http://schemas.microsoft.com/office/drawing/2014/main" id="{EFD9FF59-0439-48EB-BD79-B5952854C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52650" y="4077081"/>
            <a:ext cx="885825" cy="293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Condition</a:t>
            </a:r>
          </a:p>
        </p:txBody>
      </p:sp>
      <p:sp>
        <p:nvSpPr>
          <p:cNvPr id="110" name="condition encoder second">
            <a:extLst xmlns:a="http://schemas.openxmlformats.org/drawingml/2006/main">
              <a:ext uri="{FF2B5EF4-FFF2-40B4-BE49-F238E27FC236}">
                <a16:creationId xmlns:a16="http://schemas.microsoft.com/office/drawing/2014/main" id="{61CF6A1B-4DCF-4C6C-9EA1-612995E7B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57425" y="4288905"/>
            <a:ext cx="733425" cy="2756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5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5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51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Encoder</a:t>
            </a:r>
          </a:p>
        </p:txBody>
      </p:sp>
      <p:pic>
        <p:nvPic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B0FD0D27-8EFD-4198-A7F7-3E9194A3E64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1a6b7b41e54176"/>
          <a:stretch xmlns:a="http://schemas.openxmlformats.org/drawingml/2006/main"/>
        </p:blipFill>
        <p:spPr>
          <a:xfrm xmlns:a="http://schemas.openxmlformats.org/drawingml/2006/main">
            <a:off x="2886075" y="3867150"/>
            <a:ext cx="238125" cy="285750"/>
          </a:xfrm>
          <a:prstGeom xmlns:a="http://schemas.openxmlformats.org/drawingml/2006/main" prst="rect">
            <a:avLst/>
          </a:prstGeom>
        </p:spPr>
      </p:pic>
      <p:sp>
        <p:nvSpPr>
          <p:cNvPr id="112" name="condition to height 0">
            <a:extLst xmlns:a="http://schemas.openxmlformats.org/drawingml/2006/main">
              <a:ext uri="{FF2B5EF4-FFF2-40B4-BE49-F238E27FC236}">
                <a16:creationId xmlns:a16="http://schemas.microsoft.com/office/drawing/2014/main" id="{E24F0EDB-9561-41C7-8407-3058A3174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4295775"/>
            <a:ext cx="847820" cy="476345"/>
          </a:xfrm>
          <a:custGeom xmlns:a="http://schemas.openxmlformats.org/drawingml/2006/main">
            <a:pathLst>
              <a:path w="847820" h="476345">
                <a:moveTo>
                  <a:pt x="0" y="0"/>
                </a:moveTo>
                <a:lnTo>
                  <a:pt x="847725" y="0"/>
                </a:lnTo>
                <a:lnTo>
                  <a:pt x="847725" y="47625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4585BD"/>
            </a:solidFill>
            <a:prstDash val="solid"/>
          </a:ln>
        </p:spPr>
      </p:sp>
      <p:sp>
        <p:nvSpPr>
          <p:cNvPr id="113" name="condition to height 0 arrowhead">
            <a:extLst xmlns:a="http://schemas.openxmlformats.org/drawingml/2006/main">
              <a:ext uri="{FF2B5EF4-FFF2-40B4-BE49-F238E27FC236}">
                <a16:creationId xmlns:a16="http://schemas.microsoft.com/office/drawing/2014/main" id="{8DB356AD-4FE4-4792-ACA5-A3B648B17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657725"/>
            <a:ext cx="228600" cy="228600"/>
          </a:xfrm>
          <a:custGeom xmlns:a="http://schemas.openxmlformats.org/drawingml/2006/main">
            <a:pathLst>
              <a:path w="228600" h="228600">
                <a:moveTo>
                  <a:pt x="114300" y="114300"/>
                </a:moveTo>
                <a:lnTo>
                  <a:pt x="77724" y="38100"/>
                </a:lnTo>
                <a:lnTo>
                  <a:pt x="150876" y="38100"/>
                </a:lnTo>
                <a:close/>
              </a:path>
            </a:pathLst>
          </a:custGeom>
          <a:solidFill xmlns:a="http://schemas.openxmlformats.org/drawingml/2006/main">
            <a:srgbClr val="4585BD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14" name="condition to height 1">
            <a:extLst xmlns:a="http://schemas.openxmlformats.org/drawingml/2006/main">
              <a:ext uri="{FF2B5EF4-FFF2-40B4-BE49-F238E27FC236}">
                <a16:creationId xmlns:a16="http://schemas.microsoft.com/office/drawing/2014/main" id="{B8BCAA41-E085-4124-BAFB-2D98E46EE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4295775"/>
            <a:ext cx="1047845" cy="476345"/>
          </a:xfrm>
          <a:custGeom xmlns:a="http://schemas.openxmlformats.org/drawingml/2006/main">
            <a:pathLst>
              <a:path w="1047845" h="476345">
                <a:moveTo>
                  <a:pt x="0" y="0"/>
                </a:moveTo>
                <a:lnTo>
                  <a:pt x="1047750" y="0"/>
                </a:lnTo>
                <a:lnTo>
                  <a:pt x="1047750" y="47625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4585BD"/>
            </a:solidFill>
            <a:prstDash val="solid"/>
          </a:ln>
        </p:spPr>
      </p:sp>
      <p:sp>
        <p:nvSpPr>
          <p:cNvPr id="115" name="condition to height 1 arrowhead">
            <a:extLst xmlns:a="http://schemas.openxmlformats.org/drawingml/2006/main">
              <a:ext uri="{FF2B5EF4-FFF2-40B4-BE49-F238E27FC236}">
                <a16:creationId xmlns:a16="http://schemas.microsoft.com/office/drawing/2014/main" id="{72C25BC3-B5E9-4B7E-8C50-0A39B68AA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4657725"/>
            <a:ext cx="228600" cy="228600"/>
          </a:xfrm>
          <a:custGeom xmlns:a="http://schemas.openxmlformats.org/drawingml/2006/main">
            <a:pathLst>
              <a:path w="228600" h="228600">
                <a:moveTo>
                  <a:pt x="114300" y="114300"/>
                </a:moveTo>
                <a:lnTo>
                  <a:pt x="77724" y="38100"/>
                </a:lnTo>
                <a:lnTo>
                  <a:pt x="150876" y="38100"/>
                </a:lnTo>
                <a:close/>
              </a:path>
            </a:pathLst>
          </a:custGeom>
          <a:solidFill xmlns:a="http://schemas.openxmlformats.org/drawingml/2006/main">
            <a:srgbClr val="4585BD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16" name="condition to height 2">
            <a:extLst xmlns:a="http://schemas.openxmlformats.org/drawingml/2006/main">
              <a:ext uri="{FF2B5EF4-FFF2-40B4-BE49-F238E27FC236}">
                <a16:creationId xmlns:a16="http://schemas.microsoft.com/office/drawing/2014/main" id="{28B7FEC3-7779-4DA4-A228-6E482F4FD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4295775"/>
            <a:ext cx="1228820" cy="476345"/>
          </a:xfrm>
          <a:custGeom xmlns:a="http://schemas.openxmlformats.org/drawingml/2006/main">
            <a:pathLst>
              <a:path w="1228820" h="476345">
                <a:moveTo>
                  <a:pt x="0" y="0"/>
                </a:moveTo>
                <a:lnTo>
                  <a:pt x="1228725" y="0"/>
                </a:lnTo>
                <a:lnTo>
                  <a:pt x="1228725" y="47625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4585BD"/>
            </a:solidFill>
            <a:prstDash val="solid"/>
          </a:ln>
        </p:spPr>
      </p:sp>
      <p:sp>
        <p:nvSpPr>
          <p:cNvPr id="117" name="condition to height 2 arrowhead">
            <a:extLst xmlns:a="http://schemas.openxmlformats.org/drawingml/2006/main">
              <a:ext uri="{FF2B5EF4-FFF2-40B4-BE49-F238E27FC236}">
                <a16:creationId xmlns:a16="http://schemas.microsoft.com/office/drawing/2014/main" id="{D8AD7AFF-4730-4DE5-A60C-DD953DC2C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4657725"/>
            <a:ext cx="228600" cy="228600"/>
          </a:xfrm>
          <a:custGeom xmlns:a="http://schemas.openxmlformats.org/drawingml/2006/main">
            <a:pathLst>
              <a:path w="228600" h="228600">
                <a:moveTo>
                  <a:pt x="114300" y="114300"/>
                </a:moveTo>
                <a:lnTo>
                  <a:pt x="77724" y="38100"/>
                </a:lnTo>
                <a:lnTo>
                  <a:pt x="150876" y="38100"/>
                </a:lnTo>
                <a:close/>
              </a:path>
            </a:pathLst>
          </a:custGeom>
          <a:solidFill xmlns:a="http://schemas.openxmlformats.org/drawingml/2006/main">
            <a:srgbClr val="4585BD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18" name="layout repeated diffusion">
            <a:extLst xmlns:a="http://schemas.openxmlformats.org/drawingml/2006/main">
              <a:ext uri="{FF2B5EF4-FFF2-40B4-BE49-F238E27FC236}">
                <a16:creationId xmlns:a16="http://schemas.microsoft.com/office/drawing/2014/main" id="{00BD1E1F-C031-42C0-88B4-FBDC0C07B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71875" y="2332292"/>
            <a:ext cx="581025" cy="3067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× T</a:t>
            </a:r>
          </a:p>
        </p:txBody>
      </p:sp>
      <p:sp>
        <p:nvSpPr>
          <p:cNvPr id="119" name="height repeated diffusion">
            <a:extLst xmlns:a="http://schemas.openxmlformats.org/drawingml/2006/main">
              <a:ext uri="{FF2B5EF4-FFF2-40B4-BE49-F238E27FC236}">
                <a16:creationId xmlns:a16="http://schemas.microsoft.com/office/drawing/2014/main" id="{375783AF-D394-4930-8A3C-868B9B750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62350" y="5580317"/>
            <a:ext cx="581025" cy="3067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× T</a:t>
            </a:r>
          </a:p>
        </p:txBody>
      </p:sp>
      <p:sp>
        <p:nvSpPr>
          <p:cNvPr id="120" name="layout diffusion iterative loop">
            <a:extLst xmlns:a="http://schemas.openxmlformats.org/drawingml/2006/main">
              <a:ext uri="{FF2B5EF4-FFF2-40B4-BE49-F238E27FC236}">
                <a16:creationId xmlns:a16="http://schemas.microsoft.com/office/drawing/2014/main" id="{2F94BC48-5D94-4814-8D3F-291B490A1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200275"/>
            <a:ext cx="695325" cy="266700"/>
          </a:xfrm>
          <a:custGeom xmlns:a="http://schemas.openxmlformats.org/drawingml/2006/main">
            <a:pathLst>
              <a:path w="695325" h="266700">
                <a:moveTo>
                  <a:pt x="0" y="266700"/>
                </a:moveTo>
                <a:cubicBezTo>
                  <a:pt x="114300" y="0"/>
                  <a:pt x="571500" y="0"/>
                  <a:pt x="695325" y="22860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B2D7F5"/>
            </a:solidFill>
            <a:prstDash val="solid"/>
          </a:ln>
        </p:spPr>
      </p:sp>
      <p:sp>
        <p:nvSpPr>
          <p:cNvPr id="121" name="layout iterative loop head">
            <a:extLst xmlns:a="http://schemas.openxmlformats.org/drawingml/2006/main">
              <a:ext uri="{FF2B5EF4-FFF2-40B4-BE49-F238E27FC236}">
                <a16:creationId xmlns:a16="http://schemas.microsoft.com/office/drawing/2014/main" id="{67384A17-A2DB-467E-8ED6-9D1FE4FBA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333625"/>
            <a:ext cx="47720" cy="95345"/>
          </a:xfrm>
          <a:custGeom xmlns:a="http://schemas.openxmlformats.org/drawingml/2006/main">
            <a:pathLst>
              <a:path w="47720" h="95345">
                <a:moveTo>
                  <a:pt x="0" y="0"/>
                </a:moveTo>
                <a:lnTo>
                  <a:pt x="47625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B2D7F5"/>
            </a:solidFill>
            <a:prstDash val="solid"/>
          </a:ln>
        </p:spPr>
      </p:sp>
      <p:sp>
        <p:nvSpPr>
          <p:cNvPr id="122" name="layout iterative loop head arrowhead">
            <a:extLst xmlns:a="http://schemas.openxmlformats.org/drawingml/2006/main">
              <a:ext uri="{FF2B5EF4-FFF2-40B4-BE49-F238E27FC236}">
                <a16:creationId xmlns:a16="http://schemas.microsoft.com/office/drawing/2014/main" id="{6C610FE3-2D67-4725-9FC5-42DDB48AD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5263" y="2328863"/>
            <a:ext cx="200025" cy="200025"/>
          </a:xfrm>
          <a:custGeom xmlns:a="http://schemas.openxmlformats.org/drawingml/2006/main">
            <a:pathLst>
              <a:path w="200025" h="200025">
                <a:moveTo>
                  <a:pt x="100013" y="100013"/>
                </a:moveTo>
                <a:lnTo>
                  <a:pt x="41569" y="54689"/>
                </a:lnTo>
                <a:lnTo>
                  <a:pt x="98820" y="26064"/>
                </a:lnTo>
                <a:close/>
              </a:path>
            </a:pathLst>
          </a:custGeom>
          <a:solidFill xmlns:a="http://schemas.openxmlformats.org/drawingml/2006/main">
            <a:srgbClr val="B2D7F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23" name="height diffusion iterative loop">
            <a:extLst xmlns:a="http://schemas.openxmlformats.org/drawingml/2006/main">
              <a:ext uri="{FF2B5EF4-FFF2-40B4-BE49-F238E27FC236}">
                <a16:creationId xmlns:a16="http://schemas.microsoft.com/office/drawing/2014/main" id="{2B9EB67B-1A10-4E6F-8014-9BC8DCA41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5467350"/>
            <a:ext cx="695325" cy="266700"/>
          </a:xfrm>
          <a:custGeom xmlns:a="http://schemas.openxmlformats.org/drawingml/2006/main">
            <a:pathLst>
              <a:path w="695325" h="266700">
                <a:moveTo>
                  <a:pt x="0" y="0"/>
                </a:moveTo>
                <a:cubicBezTo>
                  <a:pt x="114300" y="266700"/>
                  <a:pt x="571500" y="266700"/>
                  <a:pt x="695325" y="3810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B2D7F5"/>
            </a:solidFill>
            <a:prstDash val="solid"/>
          </a:ln>
        </p:spPr>
      </p:sp>
      <p:sp>
        <p:nvSpPr>
          <p:cNvPr id="124" name="height iterative loop head">
            <a:extLst xmlns:a="http://schemas.openxmlformats.org/drawingml/2006/main">
              <a:ext uri="{FF2B5EF4-FFF2-40B4-BE49-F238E27FC236}">
                <a16:creationId xmlns:a16="http://schemas.microsoft.com/office/drawing/2014/main" id="{43EE15DF-4D01-42C1-A2C3-2651803AA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505450"/>
            <a:ext cx="47720" cy="95345"/>
          </a:xfrm>
          <a:custGeom xmlns:a="http://schemas.openxmlformats.org/drawingml/2006/main">
            <a:pathLst>
              <a:path w="47720" h="95345">
                <a:moveTo>
                  <a:pt x="0" y="95250"/>
                </a:moveTo>
                <a:lnTo>
                  <a:pt x="476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B2D7F5"/>
            </a:solidFill>
            <a:prstDash val="solid"/>
          </a:ln>
        </p:spPr>
      </p:sp>
      <p:sp>
        <p:nvSpPr>
          <p:cNvPr id="125" name="height iterative loop head arrowhead">
            <a:extLst xmlns:a="http://schemas.openxmlformats.org/drawingml/2006/main">
              <a:ext uri="{FF2B5EF4-FFF2-40B4-BE49-F238E27FC236}">
                <a16:creationId xmlns:a16="http://schemas.microsoft.com/office/drawing/2014/main" id="{C822BAE3-07CF-40BF-9CCA-9B83D6E87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5263" y="5405438"/>
            <a:ext cx="200025" cy="200025"/>
          </a:xfrm>
          <a:custGeom xmlns:a="http://schemas.openxmlformats.org/drawingml/2006/main">
            <a:pathLst>
              <a:path w="200025" h="200025">
                <a:moveTo>
                  <a:pt x="100013" y="100013"/>
                </a:moveTo>
                <a:lnTo>
                  <a:pt x="98820" y="173961"/>
                </a:lnTo>
                <a:lnTo>
                  <a:pt x="41569" y="145336"/>
                </a:lnTo>
                <a:close/>
              </a:path>
            </a:pathLst>
          </a:custGeom>
          <a:solidFill xmlns:a="http://schemas.openxmlformats.org/drawingml/2006/main">
            <a:srgbClr val="B2D7F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26" name="layout output to assets">
            <a:extLst xmlns:a="http://schemas.openxmlformats.org/drawingml/2006/main">
              <a:ext uri="{FF2B5EF4-FFF2-40B4-BE49-F238E27FC236}">
                <a16:creationId xmlns:a16="http://schemas.microsoft.com/office/drawing/2014/main" id="{00FA81DD-1239-4A77-8527-AF0643CAB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895600"/>
            <a:ext cx="952595" cy="190595"/>
          </a:xfrm>
          <a:custGeom xmlns:a="http://schemas.openxmlformats.org/drawingml/2006/main">
            <a:pathLst>
              <a:path w="952595" h="190595">
                <a:moveTo>
                  <a:pt x="0" y="0"/>
                </a:moveTo>
                <a:lnTo>
                  <a:pt x="533400" y="0"/>
                </a:lnTo>
                <a:lnTo>
                  <a:pt x="533400" y="190500"/>
                </a:lnTo>
                <a:lnTo>
                  <a:pt x="952500" y="190500"/>
                </a:lnTo>
              </a:path>
            </a:pathLst>
          </a:custGeom>
          <a:noFill xmlns:a="http://schemas.openxmlformats.org/drawingml/2006/main"/>
          <a:ln xmlns:a="http://schemas.openxmlformats.org/drawingml/2006/main" w="30480">
            <a:solidFill>
              <a:srgbClr val="4585BD"/>
            </a:solidFill>
            <a:prstDash val="solid"/>
          </a:ln>
        </p:spPr>
      </p:sp>
      <p:sp>
        <p:nvSpPr>
          <p:cNvPr id="127" name="layout output to assets arrowhead">
            <a:extLst xmlns:a="http://schemas.openxmlformats.org/drawingml/2006/main">
              <a:ext uri="{FF2B5EF4-FFF2-40B4-BE49-F238E27FC236}">
                <a16:creationId xmlns:a16="http://schemas.microsoft.com/office/drawing/2014/main" id="{B8428F4F-C7BF-46E6-BD4B-C4CE07AEE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3788" y="2957513"/>
            <a:ext cx="257175" cy="257175"/>
          </a:xfrm>
          <a:custGeom xmlns:a="http://schemas.openxmlformats.org/drawingml/2006/main">
            <a:pathLst>
              <a:path w="257175" h="257175">
                <a:moveTo>
                  <a:pt x="128588" y="128588"/>
                </a:moveTo>
                <a:lnTo>
                  <a:pt x="42863" y="169735"/>
                </a:lnTo>
                <a:lnTo>
                  <a:pt x="42863" y="87440"/>
                </a:lnTo>
                <a:close/>
              </a:path>
            </a:pathLst>
          </a:custGeom>
          <a:solidFill xmlns:a="http://schemas.openxmlformats.org/drawingml/2006/main">
            <a:srgbClr val="4585BD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28" name="height output to assets">
            <a:extLst xmlns:a="http://schemas.openxmlformats.org/drawingml/2006/main">
              <a:ext uri="{FF2B5EF4-FFF2-40B4-BE49-F238E27FC236}">
                <a16:creationId xmlns:a16="http://schemas.microsoft.com/office/drawing/2014/main" id="{B508C4B4-3119-41E0-941B-A6A9FABFE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3086100"/>
            <a:ext cx="952595" cy="1962245"/>
          </a:xfrm>
          <a:custGeom xmlns:a="http://schemas.openxmlformats.org/drawingml/2006/main">
            <a:pathLst>
              <a:path w="952595" h="1962245">
                <a:moveTo>
                  <a:pt x="0" y="1962150"/>
                </a:moveTo>
                <a:lnTo>
                  <a:pt x="533400" y="1962150"/>
                </a:lnTo>
                <a:lnTo>
                  <a:pt x="533400" y="0"/>
                </a:lnTo>
                <a:lnTo>
                  <a:pt x="952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0480">
            <a:solidFill>
              <a:srgbClr val="4585BD"/>
            </a:solidFill>
            <a:prstDash val="solid"/>
          </a:ln>
        </p:spPr>
      </p:sp>
      <p:sp>
        <p:nvSpPr>
          <p:cNvPr id="129" name="height output to assets arrowhead">
            <a:extLst xmlns:a="http://schemas.openxmlformats.org/drawingml/2006/main">
              <a:ext uri="{FF2B5EF4-FFF2-40B4-BE49-F238E27FC236}">
                <a16:creationId xmlns:a16="http://schemas.microsoft.com/office/drawing/2014/main" id="{87FBDA42-27BA-4624-B3FC-406E558D0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3788" y="2957513"/>
            <a:ext cx="257175" cy="257175"/>
          </a:xfrm>
          <a:custGeom xmlns:a="http://schemas.openxmlformats.org/drawingml/2006/main">
            <a:pathLst>
              <a:path w="257175" h="257175">
                <a:moveTo>
                  <a:pt x="128588" y="128588"/>
                </a:moveTo>
                <a:lnTo>
                  <a:pt x="42863" y="169735"/>
                </a:lnTo>
                <a:lnTo>
                  <a:pt x="42863" y="87440"/>
                </a:lnTo>
                <a:close/>
              </a:path>
            </a:pathLst>
          </a:custGeom>
          <a:solidFill xmlns:a="http://schemas.openxmlformats.org/drawingml/2006/main">
            <a:srgbClr val="4585BD"/>
          </a:solidFill>
          <a:ln xmlns:a="http://schemas.openxmlformats.org/drawingml/2006/main" w="9525">
            <a:noFill/>
            <a:prstDash val="solid"/>
          </a:ln>
        </p:spPr>
      </p:sp>
      <p:pic>
        <p:nvPic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6AD25988-0B0A-4BEF-A995-2DB186CEABF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45f964d0f44ba4"/>
          <a:stretch xmlns:a="http://schemas.openxmlformats.org/drawingml/2006/main"/>
        </p:blipFill>
        <p:spPr>
          <a:xfrm xmlns:a="http://schemas.openxmlformats.org/drawingml/2006/main">
            <a:off x="7600950" y="2276475"/>
            <a:ext cx="1295400" cy="1638300"/>
          </a:xfrm>
          <a:prstGeom xmlns:a="http://schemas.openxmlformats.org/drawingml/2006/main" prst="rect">
            <a:avLst/>
          </a:prstGeom>
        </p:spPr>
      </p:pic>
      <p:pic>
        <p:nvPic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47443D92-3E5C-44D7-A223-9E8A63C3FF3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04eaa4992b4253"/>
          <a:stretch xmlns:a="http://schemas.openxmlformats.org/drawingml/2006/main"/>
        </p:blipFill>
        <p:spPr>
          <a:xfrm xmlns:a="http://schemas.openxmlformats.org/drawingml/2006/main">
            <a:off x="9144000" y="2276475"/>
            <a:ext cx="1000125" cy="1381125"/>
          </a:xfrm>
          <a:prstGeom xmlns:a="http://schemas.openxmlformats.org/drawingml/2006/main" prst="rect">
            <a:avLst/>
          </a:prstGeom>
        </p:spPr>
      </p:pic>
      <p:pic>
        <p:nvPic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B84CA372-9F1E-4FE1-8085-9D32CF2098A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53e1abee1a4b60"/>
          <a:stretch xmlns:a="http://schemas.openxmlformats.org/drawingml/2006/main"/>
        </p:blipFill>
        <p:spPr>
          <a:xfrm xmlns:a="http://schemas.openxmlformats.org/drawingml/2006/main">
            <a:off x="10896600" y="2343150"/>
            <a:ext cx="876300" cy="1333500"/>
          </a:xfrm>
          <a:prstGeom xmlns:a="http://schemas.openxmlformats.org/drawingml/2006/main" prst="rect">
            <a:avLst/>
          </a:prstGeom>
        </p:spPr>
      </p:pic>
      <p:pic>
        <p:nvPic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849BD6EC-C5AA-4FAD-99C8-7BFCCE6820B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7ea5fe9cdc44ae"/>
          <a:stretch xmlns:a="http://schemas.openxmlformats.org/drawingml/2006/main"/>
        </p:blipFill>
        <p:spPr>
          <a:xfrm xmlns:a="http://schemas.openxmlformats.org/drawingml/2006/main">
            <a:off x="10353675" y="2514600"/>
            <a:ext cx="400050" cy="352425"/>
          </a:xfrm>
          <a:prstGeom xmlns:a="http://schemas.openxmlformats.org/drawingml/2006/main" prst="rect">
            <a:avLst/>
          </a:prstGeom>
        </p:spPr>
      </p:pic>
      <p:sp>
        <p:nvSpPr>
          <p:cNvPr id="134" name="surface sampling line 1">
            <a:extLst xmlns:a="http://schemas.openxmlformats.org/drawingml/2006/main">
              <a:ext uri="{FF2B5EF4-FFF2-40B4-BE49-F238E27FC236}">
                <a16:creationId xmlns:a16="http://schemas.microsoft.com/office/drawing/2014/main" id="{D9F20DDB-7B6F-4AD1-A9D7-9DE131E36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0" y="2821496"/>
            <a:ext cx="857250" cy="2800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surface</a:t>
            </a:r>
          </a:p>
        </p:txBody>
      </p:sp>
      <p:sp>
        <p:nvSpPr>
          <p:cNvPr id="135" name="surface sampling line 2">
            <a:extLst xmlns:a="http://schemas.openxmlformats.org/drawingml/2006/main">
              <a:ext uri="{FF2B5EF4-FFF2-40B4-BE49-F238E27FC236}">
                <a16:creationId xmlns:a16="http://schemas.microsoft.com/office/drawing/2014/main" id="{2D9ECAF6-FDEA-4379-8C46-0CF73A4FB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72700" y="3059621"/>
            <a:ext cx="1057275" cy="2800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sampling</a:t>
            </a:r>
          </a:p>
        </p:txBody>
      </p:sp>
      <p:sp>
        <p:nvSpPr>
          <p:cNvPr id="136" name="primitive to surface samples">
            <a:extLst xmlns:a="http://schemas.openxmlformats.org/drawingml/2006/main">
              <a:ext uri="{FF2B5EF4-FFF2-40B4-BE49-F238E27FC236}">
                <a16:creationId xmlns:a16="http://schemas.microsoft.com/office/drawing/2014/main" id="{8550D39E-F20E-4813-AC85-3C67ACB49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3067050"/>
            <a:ext cx="752570" cy="191"/>
          </a:xfrm>
          <a:custGeom xmlns:a="http://schemas.openxmlformats.org/drawingml/2006/main">
            <a:pathLst>
              <a:path w="752570" h="191">
                <a:moveTo>
                  <a:pt x="0" y="0"/>
                </a:moveTo>
                <a:lnTo>
                  <a:pt x="7524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4585BD"/>
            </a:solidFill>
            <a:prstDash val="solid"/>
          </a:ln>
        </p:spPr>
      </p:sp>
      <p:sp>
        <p:nvSpPr>
          <p:cNvPr id="137" name="primitive to surface samples arrowhead">
            <a:extLst xmlns:a="http://schemas.openxmlformats.org/drawingml/2006/main">
              <a:ext uri="{FF2B5EF4-FFF2-40B4-BE49-F238E27FC236}">
                <a16:creationId xmlns:a16="http://schemas.microsoft.com/office/drawing/2014/main" id="{DFE9C55E-8159-4EDC-97BE-8E54F96A4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2952750"/>
            <a:ext cx="228600" cy="228600"/>
          </a:xfrm>
          <a:custGeom xmlns:a="http://schemas.openxmlformats.org/drawingml/2006/main">
            <a:pathLst>
              <a:path w="228600" h="228600">
                <a:moveTo>
                  <a:pt x="114300" y="114300"/>
                </a:moveTo>
                <a:lnTo>
                  <a:pt x="38100" y="150876"/>
                </a:lnTo>
                <a:lnTo>
                  <a:pt x="38100" y="77724"/>
                </a:lnTo>
                <a:close/>
              </a:path>
            </a:pathLst>
          </a:custGeom>
          <a:solidFill xmlns:a="http://schemas.openxmlformats.org/drawingml/2006/main">
            <a:srgbClr val="4585BD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38" name="optional branch label">
            <a:extLst xmlns:a="http://schemas.openxmlformats.org/drawingml/2006/main">
              <a:ext uri="{FF2B5EF4-FFF2-40B4-BE49-F238E27FC236}">
                <a16:creationId xmlns:a16="http://schemas.microsoft.com/office/drawing/2014/main" id="{5A53F8B3-0091-4D72-B8D6-EC3E889FC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39575" y="2707196"/>
            <a:ext cx="933450" cy="2800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optional</a:t>
            </a:r>
          </a:p>
        </p:txBody>
      </p:sp>
      <p:sp>
        <p:nvSpPr>
          <p:cNvPr id="139" name="optional point cloud branch">
            <a:extLst xmlns:a="http://schemas.openxmlformats.org/drawingml/2006/main">
              <a:ext uri="{FF2B5EF4-FFF2-40B4-BE49-F238E27FC236}">
                <a16:creationId xmlns:a16="http://schemas.microsoft.com/office/drawing/2014/main" id="{DB5AB5E2-03B4-4699-85D4-55F5C61FA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49100" y="2952750"/>
            <a:ext cx="676370" cy="285845"/>
          </a:xfrm>
          <a:custGeom xmlns:a="http://schemas.openxmlformats.org/drawingml/2006/main">
            <a:pathLst>
              <a:path w="676370" h="285845">
                <a:moveTo>
                  <a:pt x="0" y="0"/>
                </a:moveTo>
                <a:lnTo>
                  <a:pt x="676275" y="0"/>
                </a:lnTo>
                <a:lnTo>
                  <a:pt x="676275" y="28575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4585BD"/>
            </a:solidFill>
            <a:prstDash val="dash"/>
          </a:ln>
        </p:spPr>
      </p:sp>
      <p:sp>
        <p:nvSpPr>
          <p:cNvPr id="140" name="optional point cloud branch arrowhead">
            <a:extLst xmlns:a="http://schemas.openxmlformats.org/drawingml/2006/main">
              <a:ext uri="{FF2B5EF4-FFF2-40B4-BE49-F238E27FC236}">
                <a16:creationId xmlns:a16="http://schemas.microsoft.com/office/drawing/2014/main" id="{078D1E4F-00C2-4418-B008-A39B466B4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11075" y="3124200"/>
            <a:ext cx="228600" cy="228600"/>
          </a:xfrm>
          <a:custGeom xmlns:a="http://schemas.openxmlformats.org/drawingml/2006/main">
            <a:pathLst>
              <a:path w="228600" h="228600">
                <a:moveTo>
                  <a:pt x="114300" y="114300"/>
                </a:moveTo>
                <a:lnTo>
                  <a:pt x="77724" y="38100"/>
                </a:lnTo>
                <a:lnTo>
                  <a:pt x="150876" y="38100"/>
                </a:lnTo>
                <a:close/>
              </a:path>
            </a:pathLst>
          </a:custGeom>
          <a:solidFill xmlns:a="http://schemas.openxmlformats.org/drawingml/2006/main">
            <a:srgbClr val="4585BD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41" name="assets design capsule">
            <a:extLst xmlns:a="http://schemas.openxmlformats.org/drawingml/2006/main">
              <a:ext uri="{FF2B5EF4-FFF2-40B4-BE49-F238E27FC236}">
                <a16:creationId xmlns:a16="http://schemas.microsoft.com/office/drawing/2014/main" id="{BA5236D5-9712-4230-86D7-04641BA81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4000500"/>
            <a:ext cx="1400175" cy="352425"/>
          </a:xfrm>
          <a:custGeom xmlns:a="http://schemas.openxmlformats.org/drawingml/2006/main">
            <a:pathLst>
              <a:path w="1400175" h="352425">
                <a:moveTo>
                  <a:pt x="176213" y="0"/>
                </a:moveTo>
                <a:lnTo>
                  <a:pt x="1223963" y="0"/>
                </a:lnTo>
                <a:cubicBezTo>
                  <a:pt x="1321282" y="0"/>
                  <a:pt x="1400175" y="78893"/>
                  <a:pt x="1400175" y="176213"/>
                </a:cubicBezTo>
                <a:lnTo>
                  <a:pt x="1400175" y="176213"/>
                </a:lnTo>
                <a:cubicBezTo>
                  <a:pt x="1400175" y="273532"/>
                  <a:pt x="1321282" y="352425"/>
                  <a:pt x="1223963" y="352425"/>
                </a:cubicBezTo>
                <a:lnTo>
                  <a:pt x="176213" y="352425"/>
                </a:lnTo>
                <a:cubicBezTo>
                  <a:pt x="78893" y="352425"/>
                  <a:pt x="0" y="273532"/>
                  <a:pt x="0" y="176213"/>
                </a:cubicBezTo>
                <a:lnTo>
                  <a:pt x="0" y="176213"/>
                </a:lnTo>
                <a:cubicBezTo>
                  <a:pt x="0" y="78893"/>
                  <a:pt x="78893" y="0"/>
                  <a:pt x="176213" y="0"/>
                </a:cubicBezTo>
                <a:close/>
              </a:path>
            </a:pathLst>
          </a:custGeom>
          <a:solidFill xmlns:a="http://schemas.openxmlformats.org/drawingml/2006/main">
            <a:srgbClr val="F0F8FF"/>
          </a:solidFill>
          <a:ln xmlns:a="http://schemas.openxmlformats.org/drawingml/2006/main" w="19050">
            <a:solidFill>
              <a:srgbClr val="79B9F3"/>
            </a:solidFill>
            <a:prstDash val="solid"/>
          </a:ln>
        </p:spPr>
      </p:sp>
      <p:pic>
        <p:nvPic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75B37B08-67D4-43C7-BA9E-F394DC34EFD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02b5b0594b4228"/>
          <a:stretch xmlns:a="http://schemas.openxmlformats.org/drawingml/2006/main"/>
        </p:blipFill>
        <p:spPr>
          <a:xfrm xmlns:a="http://schemas.openxmlformats.org/drawingml/2006/main">
            <a:off x="7581900" y="4048125"/>
            <a:ext cx="219075" cy="228600"/>
          </a:xfrm>
          <a:prstGeom xmlns:a="http://schemas.openxmlformats.org/drawingml/2006/main" prst="rect">
            <a:avLst/>
          </a:prstGeom>
        </p:spPr>
      </p:pic>
      <p:sp>
        <p:nvSpPr>
          <p:cNvPr id="143" name="assets design capsule label">
            <a:extLst xmlns:a="http://schemas.openxmlformats.org/drawingml/2006/main">
              <a:ext uri="{FF2B5EF4-FFF2-40B4-BE49-F238E27FC236}">
                <a16:creationId xmlns:a16="http://schemas.microsoft.com/office/drawing/2014/main" id="{80D595B8-CD5F-42D1-A130-663613E22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10500" y="4047730"/>
            <a:ext cx="1028700" cy="2253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6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6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6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Assets Design</a:t>
            </a:r>
          </a:p>
        </p:txBody>
      </p:sp>
      <p:pic>
        <p:nvPic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65342E79-A571-4FD7-9994-616F4D8D72B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b70d34580d417e"/>
          <a:stretch xmlns:a="http://schemas.openxmlformats.org/drawingml/2006/main"/>
        </p:blipFill>
        <p:spPr>
          <a:xfrm xmlns:a="http://schemas.openxmlformats.org/drawingml/2006/main">
            <a:off x="7667625" y="4581525"/>
            <a:ext cx="1114425" cy="1152525"/>
          </a:xfrm>
          <a:prstGeom xmlns:a="http://schemas.openxmlformats.org/drawingml/2006/main" prst="rect">
            <a:avLst/>
          </a:prstGeom>
        </p:spPr>
      </p:pic>
      <p:sp>
        <p:nvSpPr>
          <p:cNvPr id="145" name="assets design condition flow">
            <a:extLst xmlns:a="http://schemas.openxmlformats.org/drawingml/2006/main">
              <a:ext uri="{FF2B5EF4-FFF2-40B4-BE49-F238E27FC236}">
                <a16:creationId xmlns:a16="http://schemas.microsoft.com/office/drawing/2014/main" id="{7EBC5D1E-F390-4DB4-B14C-F0C8907F5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162425"/>
            <a:ext cx="247745" cy="762095"/>
          </a:xfrm>
          <a:custGeom xmlns:a="http://schemas.openxmlformats.org/drawingml/2006/main">
            <a:pathLst>
              <a:path w="247745" h="762095">
                <a:moveTo>
                  <a:pt x="0" y="0"/>
                </a:moveTo>
                <a:lnTo>
                  <a:pt x="95250" y="0"/>
                </a:lnTo>
                <a:lnTo>
                  <a:pt x="95250" y="762000"/>
                </a:lnTo>
                <a:lnTo>
                  <a:pt x="247650" y="76200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4585BD"/>
            </a:solidFill>
            <a:prstDash val="solid"/>
          </a:ln>
        </p:spPr>
      </p:sp>
      <p:sp>
        <p:nvSpPr>
          <p:cNvPr id="146" name="assets design condition flow arrowhead">
            <a:extLst xmlns:a="http://schemas.openxmlformats.org/drawingml/2006/main">
              <a:ext uri="{FF2B5EF4-FFF2-40B4-BE49-F238E27FC236}">
                <a16:creationId xmlns:a16="http://schemas.microsoft.com/office/drawing/2014/main" id="{0B485647-2660-4FA6-BBC2-9880C8590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4463" y="4795838"/>
            <a:ext cx="257175" cy="257175"/>
          </a:xfrm>
          <a:custGeom xmlns:a="http://schemas.openxmlformats.org/drawingml/2006/main">
            <a:pathLst>
              <a:path w="257175" h="257175">
                <a:moveTo>
                  <a:pt x="128588" y="128588"/>
                </a:moveTo>
                <a:lnTo>
                  <a:pt x="42863" y="169735"/>
                </a:lnTo>
                <a:lnTo>
                  <a:pt x="42863" y="87440"/>
                </a:lnTo>
                <a:close/>
              </a:path>
            </a:pathLst>
          </a:custGeom>
          <a:solidFill xmlns:a="http://schemas.openxmlformats.org/drawingml/2006/main">
            <a:srgbClr val="4585BD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47" name="asset noise to diffusion">
            <a:extLst xmlns:a="http://schemas.openxmlformats.org/drawingml/2006/main">
              <a:ext uri="{FF2B5EF4-FFF2-40B4-BE49-F238E27FC236}">
                <a16:creationId xmlns:a16="http://schemas.microsoft.com/office/drawing/2014/main" id="{E0BBA9CB-91D1-4EFF-AC41-7F88E92BE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924425"/>
            <a:ext cx="381095" cy="209645"/>
          </a:xfrm>
          <a:custGeom xmlns:a="http://schemas.openxmlformats.org/drawingml/2006/main">
            <a:pathLst>
              <a:path w="381095" h="209645">
                <a:moveTo>
                  <a:pt x="0" y="209550"/>
                </a:moveTo>
                <a:lnTo>
                  <a:pt x="238125" y="209550"/>
                </a:lnTo>
                <a:lnTo>
                  <a:pt x="238125" y="0"/>
                </a:lnTo>
                <a:lnTo>
                  <a:pt x="381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4585BD"/>
            </a:solidFill>
            <a:prstDash val="solid"/>
          </a:ln>
        </p:spPr>
      </p:sp>
      <p:sp>
        <p:nvSpPr>
          <p:cNvPr id="148" name="asset noise to diffusion arrowhead">
            <a:extLst xmlns:a="http://schemas.openxmlformats.org/drawingml/2006/main">
              <a:ext uri="{FF2B5EF4-FFF2-40B4-BE49-F238E27FC236}">
                <a16:creationId xmlns:a16="http://schemas.microsoft.com/office/drawing/2014/main" id="{0D3F8FC4-579E-4489-9719-C2EB0B5EC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4463" y="4795838"/>
            <a:ext cx="257175" cy="257175"/>
          </a:xfrm>
          <a:custGeom xmlns:a="http://schemas.openxmlformats.org/drawingml/2006/main">
            <a:pathLst>
              <a:path w="257175" h="257175">
                <a:moveTo>
                  <a:pt x="128588" y="128588"/>
                </a:moveTo>
                <a:lnTo>
                  <a:pt x="42863" y="169735"/>
                </a:lnTo>
                <a:lnTo>
                  <a:pt x="42863" y="87440"/>
                </a:lnTo>
                <a:close/>
              </a:path>
            </a:pathLst>
          </a:custGeom>
          <a:solidFill xmlns:a="http://schemas.openxmlformats.org/drawingml/2006/main">
            <a:srgbClr val="4585BD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49" name="primitive condition flow">
            <a:extLst xmlns:a="http://schemas.openxmlformats.org/drawingml/2006/main">
              <a:ext uri="{FF2B5EF4-FFF2-40B4-BE49-F238E27FC236}">
                <a16:creationId xmlns:a16="http://schemas.microsoft.com/office/drawing/2014/main" id="{D4900FF7-D2F2-4D36-974D-5C666C9A1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3752850"/>
            <a:ext cx="191" cy="609695"/>
          </a:xfrm>
          <a:custGeom xmlns:a="http://schemas.openxmlformats.org/drawingml/2006/main">
            <a:pathLst>
              <a:path w="191" h="609695">
                <a:moveTo>
                  <a:pt x="0" y="0"/>
                </a:moveTo>
                <a:lnTo>
                  <a:pt x="0" y="60960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4585BD"/>
            </a:solidFill>
            <a:prstDash val="solid"/>
          </a:ln>
        </p:spPr>
      </p:sp>
      <p:sp>
        <p:nvSpPr>
          <p:cNvPr id="150" name="primitive condition flow arrowhead">
            <a:extLst xmlns:a="http://schemas.openxmlformats.org/drawingml/2006/main">
              <a:ext uri="{FF2B5EF4-FFF2-40B4-BE49-F238E27FC236}">
                <a16:creationId xmlns:a16="http://schemas.microsoft.com/office/drawing/2014/main" id="{795062DF-BC52-451C-9D7E-E587B88BC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4233863"/>
            <a:ext cx="257175" cy="257175"/>
          </a:xfrm>
          <a:custGeom xmlns:a="http://schemas.openxmlformats.org/drawingml/2006/main">
            <a:pathLst>
              <a:path w="257175" h="257175">
                <a:moveTo>
                  <a:pt x="128588" y="128588"/>
                </a:moveTo>
                <a:lnTo>
                  <a:pt x="87439" y="42863"/>
                </a:lnTo>
                <a:lnTo>
                  <a:pt x="169736" y="42863"/>
                </a:lnTo>
                <a:close/>
              </a:path>
            </a:pathLst>
          </a:custGeom>
          <a:solidFill xmlns:a="http://schemas.openxmlformats.org/drawingml/2006/main">
            <a:srgbClr val="4585BD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51" name="primitive condition label">
            <a:extLst xmlns:a="http://schemas.openxmlformats.org/drawingml/2006/main">
              <a:ext uri="{FF2B5EF4-FFF2-40B4-BE49-F238E27FC236}">
                <a16:creationId xmlns:a16="http://schemas.microsoft.com/office/drawing/2014/main" id="{19AA328F-426B-46CB-BD8A-CF83B3152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86925" y="3926396"/>
            <a:ext cx="1019175" cy="2800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condition</a:t>
            </a:r>
          </a:p>
        </p:txBody>
      </p:sp>
      <p:sp>
        <p:nvSpPr>
          <p:cNvPr id="152" name="asset diffusion channel 0">
            <a:extLst xmlns:a="http://schemas.openxmlformats.org/drawingml/2006/main">
              <a:ext uri="{FF2B5EF4-FFF2-40B4-BE49-F238E27FC236}">
                <a16:creationId xmlns:a16="http://schemas.microsoft.com/office/drawing/2014/main" id="{8CC27335-A2C9-46E9-85C9-3CE9D5CD1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4448175"/>
            <a:ext cx="123825" cy="952500"/>
          </a:xfrm>
          <a:custGeom xmlns:a="http://schemas.openxmlformats.org/drawingml/2006/main">
            <a:pathLst>
              <a:path w="123825" h="952500">
                <a:moveTo>
                  <a:pt x="0" y="0"/>
                </a:moveTo>
                <a:lnTo>
                  <a:pt x="123825" y="0"/>
                </a:lnTo>
                <a:cubicBezTo>
                  <a:pt x="123825" y="0"/>
                  <a:pt x="123825" y="0"/>
                  <a:pt x="123825" y="0"/>
                </a:cubicBezTo>
                <a:lnTo>
                  <a:pt x="123825" y="952500"/>
                </a:lnTo>
                <a:cubicBezTo>
                  <a:pt x="123825" y="952500"/>
                  <a:pt x="123825" y="952500"/>
                  <a:pt x="123825" y="952500"/>
                </a:cubicBezTo>
                <a:lnTo>
                  <a:pt x="0" y="952500"/>
                </a:lnTo>
                <a:cubicBezTo>
                  <a:pt x="0" y="952500"/>
                  <a:pt x="0" y="952500"/>
                  <a:pt x="0" y="95250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79B9F3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53" name="asset diffusion channel 1">
            <a:extLst xmlns:a="http://schemas.openxmlformats.org/drawingml/2006/main">
              <a:ext uri="{FF2B5EF4-FFF2-40B4-BE49-F238E27FC236}">
                <a16:creationId xmlns:a16="http://schemas.microsoft.com/office/drawing/2014/main" id="{0A9DE39C-23CC-424C-93B8-FA41651C6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567238"/>
            <a:ext cx="123825" cy="714375"/>
          </a:xfrm>
          <a:custGeom xmlns:a="http://schemas.openxmlformats.org/drawingml/2006/main">
            <a:pathLst>
              <a:path w="123825" h="714375">
                <a:moveTo>
                  <a:pt x="0" y="0"/>
                </a:moveTo>
                <a:lnTo>
                  <a:pt x="123825" y="0"/>
                </a:lnTo>
                <a:cubicBezTo>
                  <a:pt x="123825" y="0"/>
                  <a:pt x="123825" y="0"/>
                  <a:pt x="123825" y="0"/>
                </a:cubicBezTo>
                <a:lnTo>
                  <a:pt x="123825" y="714375"/>
                </a:lnTo>
                <a:cubicBezTo>
                  <a:pt x="123825" y="714375"/>
                  <a:pt x="123825" y="714375"/>
                  <a:pt x="123825" y="714375"/>
                </a:cubicBezTo>
                <a:lnTo>
                  <a:pt x="0" y="714375"/>
                </a:lnTo>
                <a:cubicBezTo>
                  <a:pt x="0" y="714375"/>
                  <a:pt x="0" y="714375"/>
                  <a:pt x="0" y="714375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79B9F3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54" name="asset diffusion channel 2">
            <a:extLst xmlns:a="http://schemas.openxmlformats.org/drawingml/2006/main">
              <a:ext uri="{FF2B5EF4-FFF2-40B4-BE49-F238E27FC236}">
                <a16:creationId xmlns:a16="http://schemas.microsoft.com/office/drawing/2014/main" id="{557A88C5-4DCB-433C-AE6C-2B7472C1B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4638675"/>
            <a:ext cx="123825" cy="571500"/>
          </a:xfrm>
          <a:custGeom xmlns:a="http://schemas.openxmlformats.org/drawingml/2006/main">
            <a:pathLst>
              <a:path w="123825" h="571500">
                <a:moveTo>
                  <a:pt x="0" y="0"/>
                </a:moveTo>
                <a:lnTo>
                  <a:pt x="123825" y="0"/>
                </a:lnTo>
                <a:cubicBezTo>
                  <a:pt x="123825" y="0"/>
                  <a:pt x="123825" y="0"/>
                  <a:pt x="123825" y="0"/>
                </a:cubicBezTo>
                <a:lnTo>
                  <a:pt x="123825" y="571500"/>
                </a:lnTo>
                <a:cubicBezTo>
                  <a:pt x="123825" y="571500"/>
                  <a:pt x="123825" y="571500"/>
                  <a:pt x="123825" y="571500"/>
                </a:cubicBezTo>
                <a:lnTo>
                  <a:pt x="0" y="571500"/>
                </a:lnTo>
                <a:cubicBezTo>
                  <a:pt x="0" y="571500"/>
                  <a:pt x="0" y="571500"/>
                  <a:pt x="0" y="57150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79B9F3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55" name="asset diffusion channel 3">
            <a:extLst xmlns:a="http://schemas.openxmlformats.org/drawingml/2006/main">
              <a:ext uri="{FF2B5EF4-FFF2-40B4-BE49-F238E27FC236}">
                <a16:creationId xmlns:a16="http://schemas.microsoft.com/office/drawing/2014/main" id="{4DC1F6A5-150F-4EA7-B3DD-AA93B95A5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567238"/>
            <a:ext cx="123825" cy="714375"/>
          </a:xfrm>
          <a:custGeom xmlns:a="http://schemas.openxmlformats.org/drawingml/2006/main">
            <a:pathLst>
              <a:path w="123825" h="714375">
                <a:moveTo>
                  <a:pt x="0" y="0"/>
                </a:moveTo>
                <a:lnTo>
                  <a:pt x="123825" y="0"/>
                </a:lnTo>
                <a:cubicBezTo>
                  <a:pt x="123825" y="0"/>
                  <a:pt x="123825" y="0"/>
                  <a:pt x="123825" y="0"/>
                </a:cubicBezTo>
                <a:lnTo>
                  <a:pt x="123825" y="714375"/>
                </a:lnTo>
                <a:cubicBezTo>
                  <a:pt x="123825" y="714375"/>
                  <a:pt x="123825" y="714375"/>
                  <a:pt x="123825" y="714375"/>
                </a:cubicBezTo>
                <a:lnTo>
                  <a:pt x="0" y="714375"/>
                </a:lnTo>
                <a:cubicBezTo>
                  <a:pt x="0" y="714375"/>
                  <a:pt x="0" y="714375"/>
                  <a:pt x="0" y="714375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79B9F3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56" name="asset diffusion channel 4">
            <a:extLst xmlns:a="http://schemas.openxmlformats.org/drawingml/2006/main">
              <a:ext uri="{FF2B5EF4-FFF2-40B4-BE49-F238E27FC236}">
                <a16:creationId xmlns:a16="http://schemas.microsoft.com/office/drawing/2014/main" id="{9C7E5F91-CBFA-4FB0-A57E-7E49124A6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4448175"/>
            <a:ext cx="123825" cy="952500"/>
          </a:xfrm>
          <a:custGeom xmlns:a="http://schemas.openxmlformats.org/drawingml/2006/main">
            <a:pathLst>
              <a:path w="123825" h="952500">
                <a:moveTo>
                  <a:pt x="0" y="0"/>
                </a:moveTo>
                <a:lnTo>
                  <a:pt x="123825" y="0"/>
                </a:lnTo>
                <a:cubicBezTo>
                  <a:pt x="123825" y="0"/>
                  <a:pt x="123825" y="0"/>
                  <a:pt x="123825" y="0"/>
                </a:cubicBezTo>
                <a:lnTo>
                  <a:pt x="123825" y="952500"/>
                </a:lnTo>
                <a:cubicBezTo>
                  <a:pt x="123825" y="952500"/>
                  <a:pt x="123825" y="952500"/>
                  <a:pt x="123825" y="952500"/>
                </a:cubicBezTo>
                <a:lnTo>
                  <a:pt x="0" y="952500"/>
                </a:lnTo>
                <a:cubicBezTo>
                  <a:pt x="0" y="952500"/>
                  <a:pt x="0" y="952500"/>
                  <a:pt x="0" y="95250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79B9F3"/>
          </a:solidFill>
          <a:ln xmlns:a="http://schemas.openxmlformats.org/drawingml/2006/main" w="9525">
            <a:noFill/>
            <a:prstDash val="solid"/>
          </a:ln>
        </p:spPr>
      </p:sp>
      <p:pic>
        <p:nvPic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151B8A22-275C-491B-955A-6C733CC339A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ec6550d41d4e2d"/>
          <a:stretch xmlns:a="http://schemas.openxmlformats.org/drawingml/2006/main"/>
        </p:blipFill>
        <p:spPr>
          <a:xfrm xmlns:a="http://schemas.openxmlformats.org/drawingml/2006/main">
            <a:off x="9858375" y="4324350"/>
            <a:ext cx="295275" cy="285750"/>
          </a:xfrm>
          <a:prstGeom xmlns:a="http://schemas.openxmlformats.org/drawingml/2006/main" prst="rect">
            <a:avLst/>
          </a:prstGeom>
        </p:spPr>
      </p:pic>
      <p:sp>
        <p:nvSpPr>
          <p:cNvPr id="158" name="diffusion to initial 3D asset">
            <a:extLst xmlns:a="http://schemas.openxmlformats.org/drawingml/2006/main">
              <a:ext uri="{FF2B5EF4-FFF2-40B4-BE49-F238E27FC236}">
                <a16:creationId xmlns:a16="http://schemas.microsoft.com/office/drawing/2014/main" id="{2BD94E1C-7396-450E-B985-62E066DF3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4924425"/>
            <a:ext cx="600170" cy="191"/>
          </a:xfrm>
          <a:custGeom xmlns:a="http://schemas.openxmlformats.org/drawingml/2006/main">
            <a:pathLst>
              <a:path w="600170" h="191">
                <a:moveTo>
                  <a:pt x="0" y="0"/>
                </a:moveTo>
                <a:lnTo>
                  <a:pt x="6000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4585BD"/>
            </a:solidFill>
            <a:prstDash val="solid"/>
          </a:ln>
        </p:spPr>
      </p:sp>
      <p:sp>
        <p:nvSpPr>
          <p:cNvPr id="159" name="diffusion to initial 3D asset arrowhead">
            <a:extLst xmlns:a="http://schemas.openxmlformats.org/drawingml/2006/main">
              <a:ext uri="{FF2B5EF4-FFF2-40B4-BE49-F238E27FC236}">
                <a16:creationId xmlns:a16="http://schemas.microsoft.com/office/drawing/2014/main" id="{98810A39-CC96-402F-BAB1-3EB88018A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5613" y="4795838"/>
            <a:ext cx="257175" cy="257175"/>
          </a:xfrm>
          <a:custGeom xmlns:a="http://schemas.openxmlformats.org/drawingml/2006/main">
            <a:pathLst>
              <a:path w="257175" h="257175">
                <a:moveTo>
                  <a:pt x="128588" y="128588"/>
                </a:moveTo>
                <a:lnTo>
                  <a:pt x="42863" y="169735"/>
                </a:lnTo>
                <a:lnTo>
                  <a:pt x="42863" y="87440"/>
                </a:lnTo>
                <a:close/>
              </a:path>
            </a:pathLst>
          </a:custGeom>
          <a:solidFill xmlns:a="http://schemas.openxmlformats.org/drawingml/2006/main">
            <a:srgbClr val="4585BD"/>
          </a:solidFill>
          <a:ln xmlns:a="http://schemas.openxmlformats.org/drawingml/2006/main" w="9525">
            <a:noFill/>
            <a:prstDash val="solid"/>
          </a:ln>
        </p:spPr>
      </p:sp>
      <p:pic>
        <p:nvPic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FB9DDADE-2711-4617-B795-E18CA0E9897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09d74f87ec40d5"/>
          <a:stretch xmlns:a="http://schemas.openxmlformats.org/drawingml/2006/main"/>
        </p:blipFill>
        <p:spPr>
          <a:xfrm xmlns:a="http://schemas.openxmlformats.org/drawingml/2006/main">
            <a:off x="10858500" y="4314825"/>
            <a:ext cx="904875" cy="1323975"/>
          </a:xfrm>
          <a:prstGeom xmlns:a="http://schemas.openxmlformats.org/drawingml/2006/main" prst="rect">
            <a:avLst/>
          </a:prstGeom>
        </p:spPr>
      </p:pic>
      <p:sp>
        <p:nvSpPr>
          <p:cNvPr id="161" name="3D generation module">
            <a:extLst xmlns:a="http://schemas.openxmlformats.org/drawingml/2006/main">
              <a:ext uri="{FF2B5EF4-FFF2-40B4-BE49-F238E27FC236}">
                <a16:creationId xmlns:a16="http://schemas.microsoft.com/office/drawing/2014/main" id="{E16CA75E-6366-46BE-B818-C8956D837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96775" y="3209925"/>
            <a:ext cx="419100" cy="1743075"/>
          </a:xfrm>
          <a:custGeom xmlns:a="http://schemas.openxmlformats.org/drawingml/2006/main">
            <a:pathLst>
              <a:path w="419100" h="1743075">
                <a:moveTo>
                  <a:pt x="38100" y="0"/>
                </a:moveTo>
                <a:lnTo>
                  <a:pt x="381000" y="0"/>
                </a:lnTo>
                <a:cubicBezTo>
                  <a:pt x="402042" y="0"/>
                  <a:pt x="419100" y="17058"/>
                  <a:pt x="419100" y="38100"/>
                </a:cubicBezTo>
                <a:lnTo>
                  <a:pt x="419100" y="1704975"/>
                </a:lnTo>
                <a:cubicBezTo>
                  <a:pt x="419100" y="1726017"/>
                  <a:pt x="402042" y="1743075"/>
                  <a:pt x="381000" y="1743075"/>
                </a:cubicBezTo>
                <a:lnTo>
                  <a:pt x="38100" y="1743075"/>
                </a:lnTo>
                <a:cubicBezTo>
                  <a:pt x="17058" y="1743075"/>
                  <a:pt x="0" y="1726017"/>
                  <a:pt x="0" y="1704975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 xmlns:a="http://schemas.openxmlformats.org/drawingml/2006/main">
            <a:srgbClr val="DDEFFF"/>
          </a:solidFill>
          <a:ln xmlns:a="http://schemas.openxmlformats.org/drawingml/2006/main" w="19050">
            <a:solidFill>
              <a:srgbClr val="4585BD"/>
            </a:solidFill>
            <a:prstDash val="solid"/>
          </a:ln>
        </p:spPr>
      </p:sp>
      <p:pic>
        <p:nvPic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4541CCCE-93A1-4940-882E-10FA97781EC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ff5b9d67734f81"/>
          <a:stretch xmlns:a="http://schemas.openxmlformats.org/drawingml/2006/main"/>
        </p:blipFill>
        <p:spPr>
          <a:xfrm xmlns:a="http://schemas.openxmlformats.org/drawingml/2006/main">
            <a:off x="12372975" y="3286125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163" name="3D generation native label">
            <a:extLst xmlns:a="http://schemas.openxmlformats.org/drawingml/2006/main">
              <a:ext uri="{FF2B5EF4-FFF2-40B4-BE49-F238E27FC236}">
                <a16:creationId xmlns:a16="http://schemas.microsoft.com/office/drawing/2014/main" id="{4A4C9E20-B94E-4848-A58A-60F5D1537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1863388" y="4075748"/>
            <a:ext cx="1314450" cy="3067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7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7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3D generation</a:t>
            </a:r>
          </a:p>
        </p:txBody>
      </p:sp>
      <p:sp>
        <p:nvSpPr>
          <p:cNvPr id="164" name="initial asset to 3D generation">
            <a:extLst xmlns:a="http://schemas.openxmlformats.org/drawingml/2006/main">
              <a:ext uri="{FF2B5EF4-FFF2-40B4-BE49-F238E27FC236}">
                <a16:creationId xmlns:a16="http://schemas.microsoft.com/office/drawing/2014/main" id="{7272A745-E6C8-4D58-A06E-97FF39B58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6725" y="4953000"/>
            <a:ext cx="619220" cy="200120"/>
          </a:xfrm>
          <a:custGeom xmlns:a="http://schemas.openxmlformats.org/drawingml/2006/main">
            <a:pathLst>
              <a:path w="619220" h="200120">
                <a:moveTo>
                  <a:pt x="0" y="200025"/>
                </a:moveTo>
                <a:lnTo>
                  <a:pt x="619125" y="200025"/>
                </a:lnTo>
                <a:lnTo>
                  <a:pt x="619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4585BD"/>
            </a:solidFill>
            <a:prstDash val="solid"/>
          </a:ln>
        </p:spPr>
      </p:sp>
      <p:sp>
        <p:nvSpPr>
          <p:cNvPr id="165" name="initial asset to 3D generation arrowhead">
            <a:extLst xmlns:a="http://schemas.openxmlformats.org/drawingml/2006/main">
              <a:ext uri="{FF2B5EF4-FFF2-40B4-BE49-F238E27FC236}">
                <a16:creationId xmlns:a16="http://schemas.microsoft.com/office/drawing/2014/main" id="{1A9FDC82-BEBD-43C9-9937-03CEE86A1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7263" y="4824413"/>
            <a:ext cx="257175" cy="257175"/>
          </a:xfrm>
          <a:custGeom xmlns:a="http://schemas.openxmlformats.org/drawingml/2006/main">
            <a:pathLst>
              <a:path w="257175" h="257175">
                <a:moveTo>
                  <a:pt x="128588" y="128588"/>
                </a:moveTo>
                <a:lnTo>
                  <a:pt x="169735" y="214313"/>
                </a:lnTo>
                <a:lnTo>
                  <a:pt x="87440" y="214313"/>
                </a:lnTo>
                <a:close/>
              </a:path>
            </a:pathLst>
          </a:custGeom>
          <a:solidFill xmlns:a="http://schemas.openxmlformats.org/drawingml/2006/main">
            <a:srgbClr val="4585BD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66" name="3D generation output">
            <a:extLst xmlns:a="http://schemas.openxmlformats.org/drawingml/2006/main">
              <a:ext uri="{FF2B5EF4-FFF2-40B4-BE49-F238E27FC236}">
                <a16:creationId xmlns:a16="http://schemas.microsoft.com/office/drawing/2014/main" id="{29FAE3F5-FDE1-4887-952B-3F7B421CE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15875" y="4019550"/>
            <a:ext cx="314420" cy="191"/>
          </a:xfrm>
          <a:custGeom xmlns:a="http://schemas.openxmlformats.org/drawingml/2006/main">
            <a:pathLst>
              <a:path w="314420" h="191">
                <a:moveTo>
                  <a:pt x="0" y="0"/>
                </a:moveTo>
                <a:lnTo>
                  <a:pt x="3143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4585BD"/>
            </a:solidFill>
            <a:prstDash val="solid"/>
          </a:ln>
        </p:spPr>
      </p:sp>
      <p:sp>
        <p:nvSpPr>
          <p:cNvPr id="167" name="3D generation output arrowhead">
            <a:extLst xmlns:a="http://schemas.openxmlformats.org/drawingml/2006/main">
              <a:ext uri="{FF2B5EF4-FFF2-40B4-BE49-F238E27FC236}">
                <a16:creationId xmlns:a16="http://schemas.microsoft.com/office/drawing/2014/main" id="{81206E31-D6A2-48E1-B9C1-141C7202F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1613" y="3890963"/>
            <a:ext cx="257175" cy="257175"/>
          </a:xfrm>
          <a:custGeom xmlns:a="http://schemas.openxmlformats.org/drawingml/2006/main">
            <a:pathLst>
              <a:path w="257175" h="257175">
                <a:moveTo>
                  <a:pt x="128588" y="128588"/>
                </a:moveTo>
                <a:lnTo>
                  <a:pt x="42863" y="169735"/>
                </a:lnTo>
                <a:lnTo>
                  <a:pt x="42863" y="87440"/>
                </a:lnTo>
                <a:close/>
              </a:path>
            </a:pathLst>
          </a:custGeom>
          <a:solidFill xmlns:a="http://schemas.openxmlformats.org/drawingml/2006/main">
            <a:srgbClr val="4585BD"/>
          </a:solidFill>
          <a:ln xmlns:a="http://schemas.openxmlformats.org/drawingml/2006/main" w="9525">
            <a:noFill/>
            <a:prstDash val="solid"/>
          </a:ln>
        </p:spPr>
      </p:sp>
      <p:pic>
        <p:nvPic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FE7A6B02-1088-459F-B22B-3BF489D5C60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6d882c263b4773"/>
          <a:stretch xmlns:a="http://schemas.openxmlformats.org/drawingml/2006/main"/>
        </p:blipFill>
        <p:spPr>
          <a:xfrm xmlns:a="http://schemas.openxmlformats.org/drawingml/2006/main">
            <a:off x="13011150" y="3400425"/>
            <a:ext cx="962025" cy="1343025"/>
          </a:xfrm>
          <a:prstGeom xmlns:a="http://schemas.openxmlformats.org/drawingml/2006/main" prst="rect">
            <a:avLst/>
          </a:prstGeom>
        </p:spPr>
      </p:pic>
      <p:sp>
        <p:nvSpPr>
          <p:cNvPr id="169" name="assets and materials separator">
            <a:extLst xmlns:a="http://schemas.openxmlformats.org/drawingml/2006/main">
              <a:ext uri="{FF2B5EF4-FFF2-40B4-BE49-F238E27FC236}">
                <a16:creationId xmlns:a16="http://schemas.microsoft.com/office/drawing/2014/main" id="{E003C3F5-4536-42DE-BD81-0E9AC337A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77950" y="2286000"/>
            <a:ext cx="191" cy="3524345"/>
          </a:xfrm>
          <a:custGeom xmlns:a="http://schemas.openxmlformats.org/drawingml/2006/main">
            <a:pathLst>
              <a:path w="191" h="3524345">
                <a:moveTo>
                  <a:pt x="0" y="0"/>
                </a:moveTo>
                <a:lnTo>
                  <a:pt x="0" y="3524250"/>
                </a:lnTo>
              </a:path>
            </a:pathLst>
          </a:custGeom>
          <a:noFill xmlns:a="http://schemas.openxmlformats.org/drawingml/2006/main"/>
          <a:ln xmlns:a="http://schemas.openxmlformats.org/drawingml/2006/main" w="66675">
            <a:solidFill>
              <a:srgbClr val="79B9F3"/>
            </a:solidFill>
            <a:prstDash val="solid"/>
          </a:ln>
        </p:spPr>
      </p:sp>
      <p:sp>
        <p:nvSpPr>
          <p:cNvPr id="170" name="assets branch heading">
            <a:extLst xmlns:a="http://schemas.openxmlformats.org/drawingml/2006/main">
              <a:ext uri="{FF2B5EF4-FFF2-40B4-BE49-F238E27FC236}">
                <a16:creationId xmlns:a16="http://schemas.microsoft.com/office/drawing/2014/main" id="{C6D6ED28-B9C2-46D6-BF26-34605D223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715750" y="5622839"/>
            <a:ext cx="2114550" cy="2723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32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32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32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ASSETS GENERATION</a:t>
            </a:r>
          </a:p>
        </p:txBody>
      </p:sp>
      <p:sp>
        <p:nvSpPr>
          <p:cNvPr id="171" name="assets branch triangle">
            <a:extLst xmlns:a="http://schemas.openxmlformats.org/drawingml/2006/main">
              <a:ext uri="{FF2B5EF4-FFF2-40B4-BE49-F238E27FC236}">
                <a16:creationId xmlns:a16="http://schemas.microsoft.com/office/drawing/2014/main" id="{9050AD0F-B737-423F-81A0-9D945AC9D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68375" y="5581650"/>
            <a:ext cx="209550" cy="228600"/>
          </a:xfrm>
          <a:custGeom xmlns:a="http://schemas.openxmlformats.org/drawingml/2006/main">
            <a:pathLst>
              <a:path w="209550" h="228600">
                <a:moveTo>
                  <a:pt x="209550" y="0"/>
                </a:moveTo>
                <a:lnTo>
                  <a:pt x="0" y="114300"/>
                </a:lnTo>
                <a:lnTo>
                  <a:pt x="209550" y="228600"/>
                </a:lnTo>
                <a:close/>
              </a:path>
            </a:pathLst>
          </a:custGeom>
          <a:solidFill xmlns:a="http://schemas.openxmlformats.org/drawingml/2006/main">
            <a:srgbClr val="79B9F3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72" name="materials branch triangle">
            <a:extLst xmlns:a="http://schemas.openxmlformats.org/drawingml/2006/main">
              <a:ext uri="{FF2B5EF4-FFF2-40B4-BE49-F238E27FC236}">
                <a16:creationId xmlns:a16="http://schemas.microsoft.com/office/drawing/2014/main" id="{558FF48D-7471-45FF-A5B5-1EE4F5BEA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97025" y="2286000"/>
            <a:ext cx="209550" cy="228600"/>
          </a:xfrm>
          <a:custGeom xmlns:a="http://schemas.openxmlformats.org/drawingml/2006/main">
            <a:pathLst>
              <a:path w="209550" h="228600">
                <a:moveTo>
                  <a:pt x="0" y="0"/>
                </a:moveTo>
                <a:lnTo>
                  <a:pt x="209550" y="114300"/>
                </a:lnTo>
                <a:lnTo>
                  <a:pt x="0" y="228600"/>
                </a:lnTo>
                <a:close/>
              </a:path>
            </a:pathLst>
          </a:custGeom>
          <a:solidFill xmlns:a="http://schemas.openxmlformats.org/drawingml/2006/main">
            <a:srgbClr val="79B9F3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73" name="materials branch heading">
            <a:extLst xmlns:a="http://schemas.openxmlformats.org/drawingml/2006/main">
              <a:ext uri="{FF2B5EF4-FFF2-40B4-BE49-F238E27FC236}">
                <a16:creationId xmlns:a16="http://schemas.microsoft.com/office/drawing/2014/main" id="{6C351135-EBFF-4AC7-B253-9094CABCF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592300" y="2305431"/>
            <a:ext cx="3733800" cy="293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MATERIALS GENERATION</a:t>
            </a:r>
          </a:p>
        </p:txBody>
      </p:sp>
      <p:sp>
        <p:nvSpPr>
          <p:cNvPr id="174" name="materials design conditions">
            <a:extLst xmlns:a="http://schemas.openxmlformats.org/drawingml/2006/main">
              <a:ext uri="{FF2B5EF4-FFF2-40B4-BE49-F238E27FC236}">
                <a16:creationId xmlns:a16="http://schemas.microsoft.com/office/drawing/2014/main" id="{E73210B2-3EA4-4FC5-974C-25BF935AF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58925" y="2971800"/>
            <a:ext cx="1800225" cy="1285875"/>
          </a:xfrm>
          <a:custGeom xmlns:a="http://schemas.openxmlformats.org/drawingml/2006/main">
            <a:pathLst>
              <a:path w="1800225" h="1285875">
                <a:moveTo>
                  <a:pt x="76200" y="0"/>
                </a:moveTo>
                <a:lnTo>
                  <a:pt x="1724025" y="0"/>
                </a:lnTo>
                <a:cubicBezTo>
                  <a:pt x="1766109" y="0"/>
                  <a:pt x="1800225" y="34116"/>
                  <a:pt x="1800225" y="76200"/>
                </a:cubicBezTo>
                <a:lnTo>
                  <a:pt x="1800225" y="1209675"/>
                </a:lnTo>
                <a:cubicBezTo>
                  <a:pt x="1800225" y="1251759"/>
                  <a:pt x="1766109" y="1285875"/>
                  <a:pt x="1724025" y="1285875"/>
                </a:cubicBezTo>
                <a:lnTo>
                  <a:pt x="76200" y="1285875"/>
                </a:lnTo>
                <a:cubicBezTo>
                  <a:pt x="34116" y="1285875"/>
                  <a:pt x="0" y="1251759"/>
                  <a:pt x="0" y="1209675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 xmlns:a="http://schemas.openxmlformats.org/drawingml/2006/main">
            <a:srgbClr val="EAF5FF"/>
          </a:solidFill>
          <a:ln xmlns:a="http://schemas.openxmlformats.org/drawingml/2006/main" w="19050">
            <a:solidFill>
              <a:srgbClr val="79B9F3"/>
            </a:solidFill>
            <a:prstDash val="solid"/>
          </a:ln>
        </p:spPr>
      </p:sp>
      <p:sp>
        <p:nvSpPr>
          <p:cNvPr id="175" name="materials design header">
            <a:extLst xmlns:a="http://schemas.openxmlformats.org/drawingml/2006/main">
              <a:ext uri="{FF2B5EF4-FFF2-40B4-BE49-F238E27FC236}">
                <a16:creationId xmlns:a16="http://schemas.microsoft.com/office/drawing/2014/main" id="{624A2169-304E-426B-89E4-F0171C436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16075" y="2857500"/>
            <a:ext cx="1704975" cy="295275"/>
          </a:xfrm>
          <a:custGeom xmlns:a="http://schemas.openxmlformats.org/drawingml/2006/main">
            <a:pathLst>
              <a:path w="1704975" h="295275">
                <a:moveTo>
                  <a:pt x="147638" y="0"/>
                </a:moveTo>
                <a:lnTo>
                  <a:pt x="1557338" y="0"/>
                </a:lnTo>
                <a:cubicBezTo>
                  <a:pt x="1638875" y="0"/>
                  <a:pt x="1704975" y="66100"/>
                  <a:pt x="1704975" y="147638"/>
                </a:cubicBezTo>
                <a:lnTo>
                  <a:pt x="1704975" y="147638"/>
                </a:lnTo>
                <a:cubicBezTo>
                  <a:pt x="1704975" y="229175"/>
                  <a:pt x="1638875" y="295275"/>
                  <a:pt x="1557338" y="295275"/>
                </a:cubicBezTo>
                <a:lnTo>
                  <a:pt x="147638" y="295275"/>
                </a:lnTo>
                <a:cubicBezTo>
                  <a:pt x="66100" y="295275"/>
                  <a:pt x="0" y="229175"/>
                  <a:pt x="0" y="147638"/>
                </a:cubicBezTo>
                <a:lnTo>
                  <a:pt x="0" y="147638"/>
                </a:lnTo>
                <a:cubicBezTo>
                  <a:pt x="0" y="66100"/>
                  <a:pt x="66100" y="0"/>
                  <a:pt x="147638" y="0"/>
                </a:cubicBezTo>
                <a:close/>
              </a:path>
            </a:pathLst>
          </a:custGeom>
          <a:solidFill xmlns:a="http://schemas.openxmlformats.org/drawingml/2006/main">
            <a:srgbClr val="EEF7FF"/>
          </a:solidFill>
          <a:ln xmlns:a="http://schemas.openxmlformats.org/drawingml/2006/main" w="19050">
            <a:solidFill>
              <a:srgbClr val="79B9F3"/>
            </a:solidFill>
            <a:prstDash val="solid"/>
          </a:ln>
        </p:spPr>
      </p:sp>
      <p:pic>
        <p:nvPic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13D275BD-E572-4F93-A685-C1076C0A884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fd94566f724d14"/>
          <a:stretch xmlns:a="http://schemas.openxmlformats.org/drawingml/2006/main"/>
        </p:blipFill>
        <p:spPr>
          <a:xfrm xmlns:a="http://schemas.openxmlformats.org/drawingml/2006/main">
            <a:off x="14363700" y="2886075"/>
            <a:ext cx="238125" cy="228600"/>
          </a:xfrm>
          <a:prstGeom xmlns:a="http://schemas.openxmlformats.org/drawingml/2006/main" prst="rect">
            <a:avLst/>
          </a:prstGeom>
        </p:spPr>
      </p:pic>
      <p:sp>
        <p:nvSpPr>
          <p:cNvPr id="177" name="materials design label">
            <a:extLst xmlns:a="http://schemas.openxmlformats.org/drawingml/2006/main">
              <a:ext uri="{FF2B5EF4-FFF2-40B4-BE49-F238E27FC236}">
                <a16:creationId xmlns:a16="http://schemas.microsoft.com/office/drawing/2014/main" id="{01D622B2-02DC-4F03-B0F7-12E39CF32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630400" y="2883789"/>
            <a:ext cx="133350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Materials Design</a:t>
            </a:r>
          </a:p>
        </p:txBody>
      </p:sp>
      <p:pic>
        <p:nvPic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6D6A8FEB-7B33-4AE9-9C58-F7818A7F66C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41f0d3cd4e4c3a"/>
          <a:stretch xmlns:a="http://schemas.openxmlformats.org/drawingml/2006/main"/>
        </p:blipFill>
        <p:spPr>
          <a:xfrm xmlns:a="http://schemas.openxmlformats.org/drawingml/2006/main">
            <a:off x="14354175" y="3181350"/>
            <a:ext cx="247650" cy="247650"/>
          </a:xfrm>
          <a:prstGeom xmlns:a="http://schemas.openxmlformats.org/drawingml/2006/main" prst="rect">
            <a:avLst/>
          </a:prstGeom>
        </p:spPr>
      </p:pic>
      <p:sp>
        <p:nvSpPr>
          <p:cNvPr id="179" name="Ground material label">
            <a:extLst xmlns:a="http://schemas.openxmlformats.org/drawingml/2006/main">
              <a:ext uri="{FF2B5EF4-FFF2-40B4-BE49-F238E27FC236}">
                <a16:creationId xmlns:a16="http://schemas.microsoft.com/office/drawing/2014/main" id="{24F518A3-4AD6-4B73-8837-0793011BA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658975" y="3226689"/>
            <a:ext cx="66675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Ground</a:t>
            </a:r>
          </a:p>
        </p:txBody>
      </p:sp>
      <p:pic>
        <p:nvPic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818F55C6-1B5C-47D7-BC2A-814C01B94CD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a804b8a54a4213"/>
          <a:stretch xmlns:a="http://schemas.openxmlformats.org/drawingml/2006/main"/>
        </p:blipFill>
        <p:spPr>
          <a:xfrm xmlns:a="http://schemas.openxmlformats.org/drawingml/2006/main">
            <a:off x="15230475" y="3200400"/>
            <a:ext cx="247650" cy="266700"/>
          </a:xfrm>
          <a:prstGeom xmlns:a="http://schemas.openxmlformats.org/drawingml/2006/main" prst="rect">
            <a:avLst/>
          </a:prstGeom>
        </p:spPr>
      </p:pic>
      <p:sp>
        <p:nvSpPr>
          <p:cNvPr id="181" name="Road material label">
            <a:extLst xmlns:a="http://schemas.openxmlformats.org/drawingml/2006/main">
              <a:ext uri="{FF2B5EF4-FFF2-40B4-BE49-F238E27FC236}">
                <a16:creationId xmlns:a16="http://schemas.microsoft.com/office/drawing/2014/main" id="{CB4403E8-63FB-4914-BDE5-1D563F6E7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478125" y="3226689"/>
            <a:ext cx="66675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Road</a:t>
            </a:r>
          </a:p>
        </p:txBody>
      </p:sp>
      <p:pic>
        <p:nvPic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BBE4169D-BD66-4F93-8927-EC1D248DCAB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9f5c0bc3b94a69"/>
          <a:stretch xmlns:a="http://schemas.openxmlformats.org/drawingml/2006/main"/>
        </p:blipFill>
        <p:spPr>
          <a:xfrm xmlns:a="http://schemas.openxmlformats.org/drawingml/2006/main">
            <a:off x="14373225" y="3495675"/>
            <a:ext cx="257175" cy="238125"/>
          </a:xfrm>
          <a:prstGeom xmlns:a="http://schemas.openxmlformats.org/drawingml/2006/main" prst="rect">
            <a:avLst/>
          </a:prstGeom>
        </p:spPr>
      </p:pic>
      <p:sp>
        <p:nvSpPr>
          <p:cNvPr id="183" name="Grass material label">
            <a:extLst xmlns:a="http://schemas.openxmlformats.org/drawingml/2006/main">
              <a:ext uri="{FF2B5EF4-FFF2-40B4-BE49-F238E27FC236}">
                <a16:creationId xmlns:a16="http://schemas.microsoft.com/office/drawing/2014/main" id="{2379FC10-71E7-4BC9-866A-96C64E919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658975" y="3550539"/>
            <a:ext cx="66675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Grass</a:t>
            </a:r>
          </a:p>
        </p:txBody>
      </p:sp>
      <p:pic>
        <p:nvPic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442CDF67-400C-4820-8B68-08F0AACB192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dd57f94e8b4f3a"/>
          <a:stretch xmlns:a="http://schemas.openxmlformats.org/drawingml/2006/main"/>
        </p:blipFill>
        <p:spPr>
          <a:xfrm xmlns:a="http://schemas.openxmlformats.org/drawingml/2006/main">
            <a:off x="15230475" y="3514725"/>
            <a:ext cx="266700" cy="209550"/>
          </a:xfrm>
          <a:prstGeom xmlns:a="http://schemas.openxmlformats.org/drawingml/2006/main" prst="rect">
            <a:avLst/>
          </a:prstGeom>
        </p:spPr>
      </p:pic>
      <p:sp>
        <p:nvSpPr>
          <p:cNvPr id="185" name="Water material label">
            <a:extLst xmlns:a="http://schemas.openxmlformats.org/drawingml/2006/main">
              <a:ext uri="{FF2B5EF4-FFF2-40B4-BE49-F238E27FC236}">
                <a16:creationId xmlns:a16="http://schemas.microsoft.com/office/drawing/2014/main" id="{5B84AEDC-217E-406F-BCC5-63BD01F19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506700" y="3550539"/>
            <a:ext cx="66675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Water</a:t>
            </a:r>
          </a:p>
        </p:txBody>
      </p:sp>
      <p:pic>
        <p:nvPic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B1FDD985-19A9-4794-8B76-EEC4FB195D1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715919d28a4e92"/>
          <a:stretch xmlns:a="http://schemas.openxmlformats.org/drawingml/2006/main"/>
        </p:blipFill>
        <p:spPr>
          <a:xfrm xmlns:a="http://schemas.openxmlformats.org/drawingml/2006/main">
            <a:off x="14363700" y="3848100"/>
            <a:ext cx="323850" cy="285750"/>
          </a:xfrm>
          <a:prstGeom xmlns:a="http://schemas.openxmlformats.org/drawingml/2006/main" prst="rect">
            <a:avLst/>
          </a:prstGeom>
        </p:spPr>
      </p:pic>
      <p:sp>
        <p:nvSpPr>
          <p:cNvPr id="187" name="360° Skybox material label">
            <a:extLst xmlns:a="http://schemas.openxmlformats.org/drawingml/2006/main">
              <a:ext uri="{FF2B5EF4-FFF2-40B4-BE49-F238E27FC236}">
                <a16:creationId xmlns:a16="http://schemas.microsoft.com/office/drawing/2014/main" id="{36DB42DF-66CA-45A7-ACA6-A30801928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697075" y="3922014"/>
            <a:ext cx="1190625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360° Skybox</a:t>
            </a:r>
          </a:p>
        </p:txBody>
      </p:sp>
      <p:pic>
        <p:nvPicPr>
          <p:cNvPr id="188" name="">
            <a:extLst xmlns:a="http://schemas.openxmlformats.org/drawingml/2006/main">
              <a:ext uri="{FF2B5EF4-FFF2-40B4-BE49-F238E27FC236}">
                <a16:creationId xmlns:a16="http://schemas.microsoft.com/office/drawing/2014/main" id="{2FF4F2F5-B799-449F-82A6-C2B6BEAF3DF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2ea24cad364c66"/>
          <a:stretch xmlns:a="http://schemas.openxmlformats.org/drawingml/2006/main"/>
        </p:blipFill>
        <p:spPr>
          <a:xfrm xmlns:a="http://schemas.openxmlformats.org/drawingml/2006/main">
            <a:off x="14639925" y="4524375"/>
            <a:ext cx="1123950" cy="1123950"/>
          </a:xfrm>
          <a:prstGeom xmlns:a="http://schemas.openxmlformats.org/drawingml/2006/main" prst="rect">
            <a:avLst/>
          </a:prstGeom>
        </p:spPr>
      </p:pic>
      <p:sp>
        <p:nvSpPr>
          <p:cNvPr id="189" name="material generation module">
            <a:extLst xmlns:a="http://schemas.openxmlformats.org/drawingml/2006/main">
              <a:ext uri="{FF2B5EF4-FFF2-40B4-BE49-F238E27FC236}">
                <a16:creationId xmlns:a16="http://schemas.microsoft.com/office/drawing/2014/main" id="{CA166285-0F93-4180-A4BA-C3C290D87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49700" y="3124200"/>
            <a:ext cx="361950" cy="2238375"/>
          </a:xfrm>
          <a:custGeom xmlns:a="http://schemas.openxmlformats.org/drawingml/2006/main">
            <a:pathLst>
              <a:path w="361950" h="2238375">
                <a:moveTo>
                  <a:pt x="38100" y="0"/>
                </a:moveTo>
                <a:lnTo>
                  <a:pt x="323850" y="0"/>
                </a:lnTo>
                <a:cubicBezTo>
                  <a:pt x="344892" y="0"/>
                  <a:pt x="361950" y="17058"/>
                  <a:pt x="361950" y="38100"/>
                </a:cubicBezTo>
                <a:lnTo>
                  <a:pt x="361950" y="2200275"/>
                </a:lnTo>
                <a:cubicBezTo>
                  <a:pt x="361950" y="2221317"/>
                  <a:pt x="344892" y="2238375"/>
                  <a:pt x="323850" y="2238375"/>
                </a:cubicBezTo>
                <a:lnTo>
                  <a:pt x="38100" y="2238375"/>
                </a:lnTo>
                <a:cubicBezTo>
                  <a:pt x="17058" y="2238375"/>
                  <a:pt x="0" y="2221317"/>
                  <a:pt x="0" y="2200275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 xmlns:a="http://schemas.openxmlformats.org/drawingml/2006/main">
            <a:srgbClr val="DDEFFF"/>
          </a:solidFill>
          <a:ln xmlns:a="http://schemas.openxmlformats.org/drawingml/2006/main" w="19050">
            <a:solidFill>
              <a:srgbClr val="4585BD"/>
            </a:solidFill>
            <a:prstDash val="solid"/>
          </a:ln>
        </p:spPr>
      </p:sp>
      <p:pic>
        <p:nvPicPr>
          <p:cNvPr id="190" name="">
            <a:extLst xmlns:a="http://schemas.openxmlformats.org/drawingml/2006/main">
              <a:ext uri="{FF2B5EF4-FFF2-40B4-BE49-F238E27FC236}">
                <a16:creationId xmlns:a16="http://schemas.microsoft.com/office/drawing/2014/main" id="{702093B7-5203-4840-A4DA-6FA41AA814E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1b9db67786440a"/>
          <a:stretch xmlns:a="http://schemas.openxmlformats.org/drawingml/2006/main"/>
        </p:blipFill>
        <p:spPr>
          <a:xfrm xmlns:a="http://schemas.openxmlformats.org/drawingml/2006/main">
            <a:off x="16687800" y="3219450"/>
            <a:ext cx="295275" cy="323850"/>
          </a:xfrm>
          <a:prstGeom xmlns:a="http://schemas.openxmlformats.org/drawingml/2006/main" prst="rect">
            <a:avLst/>
          </a:prstGeom>
        </p:spPr>
      </p:pic>
      <p:sp>
        <p:nvSpPr>
          <p:cNvPr id="191" name="material generation label">
            <a:extLst xmlns:a="http://schemas.openxmlformats.org/drawingml/2006/main">
              <a:ext uri="{FF2B5EF4-FFF2-40B4-BE49-F238E27FC236}">
                <a16:creationId xmlns:a16="http://schemas.microsoft.com/office/drawing/2014/main" id="{FD786EE5-10AB-40CA-B75A-F057D5C99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5982950" y="4287203"/>
            <a:ext cx="1685925" cy="293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6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6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material generation</a:t>
            </a:r>
          </a:p>
        </p:txBody>
      </p:sp>
      <p:sp>
        <p:nvSpPr>
          <p:cNvPr id="192" name="material condition flow">
            <a:extLst xmlns:a="http://schemas.openxmlformats.org/drawingml/2006/main">
              <a:ext uri="{FF2B5EF4-FFF2-40B4-BE49-F238E27FC236}">
                <a16:creationId xmlns:a16="http://schemas.microsoft.com/office/drawing/2014/main" id="{AADE976B-1060-4F9D-B46A-F02BBB71A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59150" y="3619500"/>
            <a:ext cx="590645" cy="628745"/>
          </a:xfrm>
          <a:custGeom xmlns:a="http://schemas.openxmlformats.org/drawingml/2006/main">
            <a:pathLst>
              <a:path w="590645" h="628745">
                <a:moveTo>
                  <a:pt x="0" y="0"/>
                </a:moveTo>
                <a:lnTo>
                  <a:pt x="171450" y="0"/>
                </a:lnTo>
                <a:lnTo>
                  <a:pt x="171450" y="628650"/>
                </a:lnTo>
                <a:lnTo>
                  <a:pt x="590550" y="62865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4585BD"/>
            </a:solidFill>
            <a:prstDash val="solid"/>
          </a:ln>
        </p:spPr>
      </p:sp>
      <p:sp>
        <p:nvSpPr>
          <p:cNvPr id="193" name="material condition flow arrowhead">
            <a:extLst xmlns:a="http://schemas.openxmlformats.org/drawingml/2006/main">
              <a:ext uri="{FF2B5EF4-FFF2-40B4-BE49-F238E27FC236}">
                <a16:creationId xmlns:a16="http://schemas.microsoft.com/office/drawing/2014/main" id="{E718BCEC-D33B-4730-8DEA-DC2E7FA21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21113" y="4119563"/>
            <a:ext cx="257175" cy="257175"/>
          </a:xfrm>
          <a:custGeom xmlns:a="http://schemas.openxmlformats.org/drawingml/2006/main">
            <a:pathLst>
              <a:path w="257175" h="257175">
                <a:moveTo>
                  <a:pt x="128588" y="128588"/>
                </a:moveTo>
                <a:lnTo>
                  <a:pt x="42863" y="169735"/>
                </a:lnTo>
                <a:lnTo>
                  <a:pt x="42863" y="87440"/>
                </a:lnTo>
                <a:close/>
              </a:path>
            </a:pathLst>
          </a:custGeom>
          <a:solidFill xmlns:a="http://schemas.openxmlformats.org/drawingml/2006/main">
            <a:srgbClr val="4585BD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94" name="material noise flow">
            <a:extLst xmlns:a="http://schemas.openxmlformats.org/drawingml/2006/main">
              <a:ext uri="{FF2B5EF4-FFF2-40B4-BE49-F238E27FC236}">
                <a16:creationId xmlns:a16="http://schemas.microsoft.com/office/drawing/2014/main" id="{6EFF60DE-2CB3-4C6C-8D75-394AA3C41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63875" y="4248150"/>
            <a:ext cx="885920" cy="838295"/>
          </a:xfrm>
          <a:custGeom xmlns:a="http://schemas.openxmlformats.org/drawingml/2006/main">
            <a:pathLst>
              <a:path w="885920" h="838295">
                <a:moveTo>
                  <a:pt x="0" y="838200"/>
                </a:moveTo>
                <a:lnTo>
                  <a:pt x="466725" y="838200"/>
                </a:lnTo>
                <a:lnTo>
                  <a:pt x="466725" y="0"/>
                </a:lnTo>
                <a:lnTo>
                  <a:pt x="8858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4585BD"/>
            </a:solidFill>
            <a:prstDash val="solid"/>
          </a:ln>
        </p:spPr>
      </p:sp>
      <p:sp>
        <p:nvSpPr>
          <p:cNvPr id="195" name="material noise flow arrowhead">
            <a:extLst xmlns:a="http://schemas.openxmlformats.org/drawingml/2006/main">
              <a:ext uri="{FF2B5EF4-FFF2-40B4-BE49-F238E27FC236}">
                <a16:creationId xmlns:a16="http://schemas.microsoft.com/office/drawing/2014/main" id="{279A93BF-8262-4C40-AED4-A53AC6615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21113" y="4119563"/>
            <a:ext cx="257175" cy="257175"/>
          </a:xfrm>
          <a:custGeom xmlns:a="http://schemas.openxmlformats.org/drawingml/2006/main">
            <a:pathLst>
              <a:path w="257175" h="257175">
                <a:moveTo>
                  <a:pt x="128588" y="128588"/>
                </a:moveTo>
                <a:lnTo>
                  <a:pt x="42863" y="169735"/>
                </a:lnTo>
                <a:lnTo>
                  <a:pt x="42863" y="87440"/>
                </a:lnTo>
                <a:close/>
              </a:path>
            </a:pathLst>
          </a:custGeom>
          <a:solidFill xmlns:a="http://schemas.openxmlformats.org/drawingml/2006/main">
            <a:srgbClr val="4585BD"/>
          </a:solidFill>
          <a:ln xmlns:a="http://schemas.openxmlformats.org/drawingml/2006/main" w="9525">
            <a:noFill/>
            <a:prstDash val="solid"/>
          </a:ln>
        </p:spPr>
      </p:sp>
      <p:pic>
        <p:nvPicPr>
          <p:cNvPr id="196" name="">
            <a:extLst xmlns:a="http://schemas.openxmlformats.org/drawingml/2006/main">
              <a:ext uri="{FF2B5EF4-FFF2-40B4-BE49-F238E27FC236}">
                <a16:creationId xmlns:a16="http://schemas.microsoft.com/office/drawing/2014/main" id="{B1FFBE09-5B9D-49C0-B27E-E63CE3E08C0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98e77ccedf4410"/>
          <a:stretch xmlns:a="http://schemas.openxmlformats.org/drawingml/2006/main"/>
        </p:blipFill>
        <p:spPr>
          <a:xfrm xmlns:a="http://schemas.openxmlformats.org/drawingml/2006/main">
            <a:off x="17430750" y="2800350"/>
            <a:ext cx="771525" cy="781050"/>
          </a:xfrm>
          <a:prstGeom xmlns:a="http://schemas.openxmlformats.org/drawingml/2006/main" prst="rect">
            <a:avLst/>
          </a:prstGeom>
        </p:spPr>
      </p:pic>
      <p:pic>
        <p:nvPicPr>
          <p:cNvPr id="197" name="">
            <a:extLst xmlns:a="http://schemas.openxmlformats.org/drawingml/2006/main">
              <a:ext uri="{FF2B5EF4-FFF2-40B4-BE49-F238E27FC236}">
                <a16:creationId xmlns:a16="http://schemas.microsoft.com/office/drawing/2014/main" id="{85F78D11-7C5C-4396-92AE-2363C2EF6A4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fcca9eb92549c7"/>
          <a:stretch xmlns:a="http://schemas.openxmlformats.org/drawingml/2006/main"/>
        </p:blipFill>
        <p:spPr>
          <a:xfrm xmlns:a="http://schemas.openxmlformats.org/drawingml/2006/main">
            <a:off x="18364200" y="2800350"/>
            <a:ext cx="771525" cy="781050"/>
          </a:xfrm>
          <a:prstGeom xmlns:a="http://schemas.openxmlformats.org/drawingml/2006/main" prst="rect">
            <a:avLst/>
          </a:prstGeom>
        </p:spPr>
      </p:pic>
      <p:pic>
        <p:nvPicPr>
          <p:cNvPr id="198" name="">
            <a:extLst xmlns:a="http://schemas.openxmlformats.org/drawingml/2006/main">
              <a:ext uri="{FF2B5EF4-FFF2-40B4-BE49-F238E27FC236}">
                <a16:creationId xmlns:a16="http://schemas.microsoft.com/office/drawing/2014/main" id="{C0EAED13-963F-4179-BE61-F7B8FB9124B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a0fa14fe4f41b0"/>
          <a:stretch xmlns:a="http://schemas.openxmlformats.org/drawingml/2006/main"/>
        </p:blipFill>
        <p:spPr>
          <a:xfrm xmlns:a="http://schemas.openxmlformats.org/drawingml/2006/main">
            <a:off x="17430750" y="3695700"/>
            <a:ext cx="771525" cy="771525"/>
          </a:xfrm>
          <a:prstGeom xmlns:a="http://schemas.openxmlformats.org/drawingml/2006/main" prst="rect">
            <a:avLst/>
          </a:prstGeom>
        </p:spPr>
      </p:pic>
      <p:pic>
        <p:nvPicPr>
          <p:cNvPr id="199" name="">
            <a:extLst xmlns:a="http://schemas.openxmlformats.org/drawingml/2006/main">
              <a:ext uri="{FF2B5EF4-FFF2-40B4-BE49-F238E27FC236}">
                <a16:creationId xmlns:a16="http://schemas.microsoft.com/office/drawing/2014/main" id="{29CD0F99-8128-4F74-BD6D-B9ED44CB1D0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996009a45a487a"/>
          <a:stretch xmlns:a="http://schemas.openxmlformats.org/drawingml/2006/main"/>
        </p:blipFill>
        <p:spPr>
          <a:xfrm xmlns:a="http://schemas.openxmlformats.org/drawingml/2006/main">
            <a:off x="18364200" y="3695700"/>
            <a:ext cx="771525" cy="771525"/>
          </a:xfrm>
          <a:prstGeom xmlns:a="http://schemas.openxmlformats.org/drawingml/2006/main" prst="rect">
            <a:avLst/>
          </a:prstGeom>
        </p:spPr>
      </p:pic>
      <p:pic>
        <p:nvPicPr>
          <p:cNvPr id="200" name="">
            <a:extLst xmlns:a="http://schemas.openxmlformats.org/drawingml/2006/main">
              <a:ext uri="{FF2B5EF4-FFF2-40B4-BE49-F238E27FC236}">
                <a16:creationId xmlns:a16="http://schemas.microsoft.com/office/drawing/2014/main" id="{93A66A77-A021-447B-9EBE-0F6EB1EAA7A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7470cf3c114e91"/>
          <a:stretch xmlns:a="http://schemas.openxmlformats.org/drawingml/2006/main"/>
        </p:blipFill>
        <p:spPr>
          <a:xfrm xmlns:a="http://schemas.openxmlformats.org/drawingml/2006/main">
            <a:off x="17440275" y="4724400"/>
            <a:ext cx="1704975" cy="819150"/>
          </a:xfrm>
          <a:prstGeom xmlns:a="http://schemas.openxmlformats.org/drawingml/2006/main" prst="rect">
            <a:avLst/>
          </a:prstGeom>
        </p:spPr>
      </p:pic>
      <p:pic>
        <p:nvPicPr>
          <p:cNvPr id="201" name="">
            <a:extLst xmlns:a="http://schemas.openxmlformats.org/drawingml/2006/main">
              <a:ext uri="{FF2B5EF4-FFF2-40B4-BE49-F238E27FC236}">
                <a16:creationId xmlns:a16="http://schemas.microsoft.com/office/drawing/2014/main" id="{902E4E22-2E49-4B85-B50F-87AF41A9C64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610133d89e43c0"/>
          <a:stretch xmlns:a="http://schemas.openxmlformats.org/drawingml/2006/main"/>
        </p:blipFill>
        <p:spPr>
          <a:xfrm xmlns:a="http://schemas.openxmlformats.org/drawingml/2006/main">
            <a:off x="18011775" y="3352800"/>
            <a:ext cx="314325" cy="323850"/>
          </a:xfrm>
          <a:prstGeom xmlns:a="http://schemas.openxmlformats.org/drawingml/2006/main" prst="rect">
            <a:avLst/>
          </a:prstGeom>
        </p:spPr>
      </p:pic>
      <p:pic>
        <p:nvPicPr>
          <p:cNvPr id="202" name="">
            <a:extLst xmlns:a="http://schemas.openxmlformats.org/drawingml/2006/main">
              <a:ext uri="{FF2B5EF4-FFF2-40B4-BE49-F238E27FC236}">
                <a16:creationId xmlns:a16="http://schemas.microsoft.com/office/drawing/2014/main" id="{91B64794-F021-4BA4-A2E5-8AD86CE439F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b792e627784a8c"/>
          <a:stretch xmlns:a="http://schemas.openxmlformats.org/drawingml/2006/main"/>
        </p:blipFill>
        <p:spPr>
          <a:xfrm xmlns:a="http://schemas.openxmlformats.org/drawingml/2006/main">
            <a:off x="18945225" y="3371850"/>
            <a:ext cx="295275" cy="314325"/>
          </a:xfrm>
          <a:prstGeom xmlns:a="http://schemas.openxmlformats.org/drawingml/2006/main" prst="rect">
            <a:avLst/>
          </a:prstGeom>
        </p:spPr>
      </p:pic>
      <p:pic>
        <p:nvPicPr>
          <p:cNvPr id="203" name="">
            <a:extLst xmlns:a="http://schemas.openxmlformats.org/drawingml/2006/main">
              <a:ext uri="{FF2B5EF4-FFF2-40B4-BE49-F238E27FC236}">
                <a16:creationId xmlns:a16="http://schemas.microsoft.com/office/drawing/2014/main" id="{6ECFA221-18AF-4B20-B120-CFAB6C652E5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ba9379b753485d"/>
          <a:stretch xmlns:a="http://schemas.openxmlformats.org/drawingml/2006/main"/>
        </p:blipFill>
        <p:spPr>
          <a:xfrm xmlns:a="http://schemas.openxmlformats.org/drawingml/2006/main">
            <a:off x="18021300" y="4238625"/>
            <a:ext cx="314325" cy="314325"/>
          </a:xfrm>
          <a:prstGeom xmlns:a="http://schemas.openxmlformats.org/drawingml/2006/main" prst="rect">
            <a:avLst/>
          </a:prstGeom>
        </p:spPr>
      </p:pic>
      <p:pic>
        <p:nvPicPr>
          <p:cNvPr id="204" name="">
            <a:extLst xmlns:a="http://schemas.openxmlformats.org/drawingml/2006/main">
              <a:ext uri="{FF2B5EF4-FFF2-40B4-BE49-F238E27FC236}">
                <a16:creationId xmlns:a16="http://schemas.microsoft.com/office/drawing/2014/main" id="{46C3FA39-C9E4-46A9-BFFA-C90344A6972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ba98e7b415490b"/>
          <a:stretch xmlns:a="http://schemas.openxmlformats.org/drawingml/2006/main"/>
        </p:blipFill>
        <p:spPr>
          <a:xfrm xmlns:a="http://schemas.openxmlformats.org/drawingml/2006/main">
            <a:off x="18954750" y="4248150"/>
            <a:ext cx="295275" cy="304800"/>
          </a:xfrm>
          <a:prstGeom xmlns:a="http://schemas.openxmlformats.org/drawingml/2006/main" prst="rect">
            <a:avLst/>
          </a:prstGeom>
        </p:spPr>
      </p:pic>
      <p:pic>
        <p:nvPicPr>
          <p:cNvPr id="205" name="">
            <a:extLst xmlns:a="http://schemas.openxmlformats.org/drawingml/2006/main">
              <a:ext uri="{FF2B5EF4-FFF2-40B4-BE49-F238E27FC236}">
                <a16:creationId xmlns:a16="http://schemas.microsoft.com/office/drawing/2014/main" id="{51BB0F6C-58EA-45BC-BFBF-5D9C3EC8959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02b3b0819f42cd"/>
          <a:stretch xmlns:a="http://schemas.openxmlformats.org/drawingml/2006/main"/>
        </p:blipFill>
        <p:spPr>
          <a:xfrm xmlns:a="http://schemas.openxmlformats.org/drawingml/2006/main">
            <a:off x="18973800" y="5334000"/>
            <a:ext cx="276225" cy="314325"/>
          </a:xfrm>
          <a:prstGeom xmlns:a="http://schemas.openxmlformats.org/drawingml/2006/main" prst="rect">
            <a:avLst/>
          </a:prstGeom>
        </p:spPr>
      </p:pic>
      <p:sp>
        <p:nvSpPr>
          <p:cNvPr id="206" name="scene generation panel">
            <a:extLst xmlns:a="http://schemas.openxmlformats.org/drawingml/2006/main">
              <a:ext uri="{FF2B5EF4-FFF2-40B4-BE49-F238E27FC236}">
                <a16:creationId xmlns:a16="http://schemas.microsoft.com/office/drawing/2014/main" id="{CE460E98-3C2D-4A95-8319-41C7DAF65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572250"/>
            <a:ext cx="19164300" cy="3228975"/>
          </a:xfrm>
          <a:custGeom xmlns:a="http://schemas.openxmlformats.org/drawingml/2006/main">
            <a:pathLst>
              <a:path w="19164300" h="3228975">
                <a:moveTo>
                  <a:pt x="180975" y="0"/>
                </a:moveTo>
                <a:lnTo>
                  <a:pt x="18983325" y="0"/>
                </a:lnTo>
                <a:cubicBezTo>
                  <a:pt x="19083275" y="0"/>
                  <a:pt x="19164300" y="81025"/>
                  <a:pt x="19164300" y="180975"/>
                </a:cubicBezTo>
                <a:lnTo>
                  <a:pt x="19164300" y="3048000"/>
                </a:lnTo>
                <a:cubicBezTo>
                  <a:pt x="19164300" y="3147950"/>
                  <a:pt x="19083275" y="3228975"/>
                  <a:pt x="18983325" y="3228975"/>
                </a:cubicBezTo>
                <a:lnTo>
                  <a:pt x="180975" y="3228975"/>
                </a:lnTo>
                <a:cubicBezTo>
                  <a:pt x="81025" y="3228975"/>
                  <a:pt x="0" y="3147950"/>
                  <a:pt x="0" y="3048000"/>
                </a:cubicBezTo>
                <a:lnTo>
                  <a:pt x="0" y="180975"/>
                </a:lnTo>
                <a:cubicBezTo>
                  <a:pt x="0" y="81025"/>
                  <a:pt x="81025" y="0"/>
                  <a:pt x="180975" y="0"/>
                </a:cubicBezTo>
                <a:close/>
              </a:path>
            </a:pathLst>
          </a:custGeom>
          <a:pattFill xmlns:a="http://schemas.openxmlformats.org/drawingml/2006/main" prst="dotGrid">
            <a:fgClr>
              <a:srgbClr val="CFE6F8">
                <a:alpha val="65000"/>
              </a:srgbClr>
            </a:fgClr>
            <a:bgClr>
              <a:srgbClr val="FFFFFF"/>
            </a:bgClr>
          </a:pattFill>
          <a:ln xmlns:a="http://schemas.openxmlformats.org/drawingml/2006/main" w="19050">
            <a:solidFill>
              <a:srgbClr val="79B9F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207" name="scene generation dashed inset">
            <a:extLst xmlns:a="http://schemas.openxmlformats.org/drawingml/2006/main">
              <a:ext uri="{FF2B5EF4-FFF2-40B4-BE49-F238E27FC236}">
                <a16:creationId xmlns:a16="http://schemas.microsoft.com/office/drawing/2014/main" id="{E060D871-1929-45DA-9556-D4C8C8B2B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6667500"/>
            <a:ext cx="18926175" cy="3009900"/>
          </a:xfrm>
          <a:custGeom xmlns:a="http://schemas.openxmlformats.org/drawingml/2006/main">
            <a:pathLst>
              <a:path w="18926175" h="3009900">
                <a:moveTo>
                  <a:pt x="133350" y="0"/>
                </a:moveTo>
                <a:lnTo>
                  <a:pt x="18792825" y="0"/>
                </a:lnTo>
                <a:cubicBezTo>
                  <a:pt x="18866472" y="0"/>
                  <a:pt x="18926175" y="59703"/>
                  <a:pt x="18926175" y="133350"/>
                </a:cubicBezTo>
                <a:lnTo>
                  <a:pt x="18926175" y="2876550"/>
                </a:lnTo>
                <a:cubicBezTo>
                  <a:pt x="18926175" y="2950197"/>
                  <a:pt x="18866472" y="3009900"/>
                  <a:pt x="18792825" y="3009900"/>
                </a:cubicBezTo>
                <a:lnTo>
                  <a:pt x="133350" y="3009900"/>
                </a:lnTo>
                <a:cubicBezTo>
                  <a:pt x="59703" y="3009900"/>
                  <a:pt x="0" y="2950197"/>
                  <a:pt x="0" y="28765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B9F3"/>
            </a:solidFill>
            <a:prstDash val="dash"/>
          </a:ln>
        </p:spPr>
      </p:sp>
      <p:sp>
        <p:nvSpPr>
          <p:cNvPr id="208" name="assembled city preview backdrop">
            <a:extLst xmlns:a="http://schemas.openxmlformats.org/drawingml/2006/main">
              <a:ext uri="{FF2B5EF4-FFF2-40B4-BE49-F238E27FC236}">
                <a16:creationId xmlns:a16="http://schemas.microsoft.com/office/drawing/2014/main" id="{2241D06A-B035-421E-A24D-8E896ECE7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6753225"/>
            <a:ext cx="6019800" cy="2857500"/>
          </a:xfrm>
          <a:custGeom xmlns:a="http://schemas.openxmlformats.org/drawingml/2006/main">
            <a:pathLst>
              <a:path w="6019800" h="2857500">
                <a:moveTo>
                  <a:pt x="161925" y="0"/>
                </a:moveTo>
                <a:lnTo>
                  <a:pt x="5857875" y="0"/>
                </a:lnTo>
                <a:cubicBezTo>
                  <a:pt x="5947304" y="0"/>
                  <a:pt x="6019800" y="72496"/>
                  <a:pt x="6019800" y="161925"/>
                </a:cubicBezTo>
                <a:lnTo>
                  <a:pt x="6019800" y="2695575"/>
                </a:lnTo>
                <a:cubicBezTo>
                  <a:pt x="6019800" y="2785004"/>
                  <a:pt x="5947304" y="2857500"/>
                  <a:pt x="5857875" y="2857500"/>
                </a:cubicBezTo>
                <a:lnTo>
                  <a:pt x="161925" y="2857500"/>
                </a:lnTo>
                <a:cubicBezTo>
                  <a:pt x="72496" y="2857500"/>
                  <a:pt x="0" y="2785004"/>
                  <a:pt x="0" y="2695575"/>
                </a:cubicBezTo>
                <a:lnTo>
                  <a:pt x="0" y="161925"/>
                </a:lnTo>
                <a:cubicBezTo>
                  <a:pt x="0" y="72496"/>
                  <a:pt x="72496" y="0"/>
                  <a:pt x="161925" y="0"/>
                </a:cubicBezTo>
                <a:close/>
              </a:path>
            </a:pathLst>
          </a:custGeom>
          <a:solidFill xmlns:a="http://schemas.openxmlformats.org/drawingml/2006/main">
            <a:srgbClr val="E6F1FB"/>
          </a:solidFill>
          <a:ln xmlns:a="http://schemas.openxmlformats.org/drawingml/2006/main" w="9525">
            <a:noFill/>
            <a:prstDash val="solid"/>
          </a:ln>
        </p:spPr>
      </p:sp>
      <p:pic>
        <p:nvPicPr>
          <p:cNvPr id="209" name="">
            <a:extLst xmlns:a="http://schemas.openxmlformats.org/drawingml/2006/main">
              <a:ext uri="{FF2B5EF4-FFF2-40B4-BE49-F238E27FC236}">
                <a16:creationId xmlns:a16="http://schemas.microsoft.com/office/drawing/2014/main" id="{F5EDB186-921A-4F69-835B-800E1394689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62c300d10443cc"/>
          <a:stretch xmlns:a="http://schemas.openxmlformats.org/drawingml/2006/main"/>
        </p:blipFill>
        <p:spPr>
          <a:xfrm xmlns:a="http://schemas.openxmlformats.org/drawingml/2006/main">
            <a:off x="495300" y="6762750"/>
            <a:ext cx="1257300" cy="1133475"/>
          </a:xfrm>
          <a:prstGeom xmlns:a="http://schemas.openxmlformats.org/drawingml/2006/main" prst="rect">
            <a:avLst/>
          </a:prstGeom>
        </p:spPr>
      </p:pic>
      <p:pic>
        <p:nvPicPr>
          <p:cNvPr id="210" name="">
            <a:extLst xmlns:a="http://schemas.openxmlformats.org/drawingml/2006/main">
              <a:ext uri="{FF2B5EF4-FFF2-40B4-BE49-F238E27FC236}">
                <a16:creationId xmlns:a16="http://schemas.microsoft.com/office/drawing/2014/main" id="{8C1C45FE-028B-4DBB-841C-B9E0B55DC9C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a2456c144c4833"/>
          <a:stretch xmlns:a="http://schemas.openxmlformats.org/drawingml/2006/main"/>
        </p:blipFill>
        <p:spPr>
          <a:xfrm xmlns:a="http://schemas.openxmlformats.org/drawingml/2006/main">
            <a:off x="3048000" y="6762750"/>
            <a:ext cx="1285875" cy="1143000"/>
          </a:xfrm>
          <a:prstGeom xmlns:a="http://schemas.openxmlformats.org/drawingml/2006/main" prst="rect">
            <a:avLst/>
          </a:prstGeom>
        </p:spPr>
      </p:pic>
      <p:pic>
        <p:nvPicPr>
          <p:cNvPr id="211" name="">
            <a:extLst xmlns:a="http://schemas.openxmlformats.org/drawingml/2006/main">
              <a:ext uri="{FF2B5EF4-FFF2-40B4-BE49-F238E27FC236}">
                <a16:creationId xmlns:a16="http://schemas.microsoft.com/office/drawing/2014/main" id="{E7D7F748-8AAA-4F2C-9BAF-AC084932195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5f09ff78d04fdf"/>
          <a:stretch xmlns:a="http://schemas.openxmlformats.org/drawingml/2006/main"/>
        </p:blipFill>
        <p:spPr>
          <a:xfrm xmlns:a="http://schemas.openxmlformats.org/drawingml/2006/main">
            <a:off x="495300" y="8248650"/>
            <a:ext cx="1266825" cy="1114425"/>
          </a:xfrm>
          <a:prstGeom xmlns:a="http://schemas.openxmlformats.org/drawingml/2006/main" prst="rect">
            <a:avLst/>
          </a:prstGeom>
        </p:spPr>
      </p:pic>
      <p:pic>
        <p:nvPicPr>
          <p:cNvPr id="212" name="">
            <a:extLst xmlns:a="http://schemas.openxmlformats.org/drawingml/2006/main">
              <a:ext uri="{FF2B5EF4-FFF2-40B4-BE49-F238E27FC236}">
                <a16:creationId xmlns:a16="http://schemas.microsoft.com/office/drawing/2014/main" id="{050A6C5C-1FAF-46E1-A65D-8652373CE04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c57dff9cc54c6e"/>
          <a:stretch xmlns:a="http://schemas.openxmlformats.org/drawingml/2006/main"/>
        </p:blipFill>
        <p:spPr>
          <a:xfrm xmlns:a="http://schemas.openxmlformats.org/drawingml/2006/main">
            <a:off x="3086100" y="8258175"/>
            <a:ext cx="1304925" cy="1104900"/>
          </a:xfrm>
          <a:prstGeom xmlns:a="http://schemas.openxmlformats.org/drawingml/2006/main" prst="rect">
            <a:avLst/>
          </a:prstGeom>
        </p:spPr>
      </p:pic>
      <p:pic>
        <p:nvPicPr>
          <p:cNvPr id="213" name="">
            <a:extLst xmlns:a="http://schemas.openxmlformats.org/drawingml/2006/main">
              <a:ext uri="{FF2B5EF4-FFF2-40B4-BE49-F238E27FC236}">
                <a16:creationId xmlns:a16="http://schemas.microsoft.com/office/drawing/2014/main" id="{EB9C1C1C-0951-4EA3-8B63-F3C07C2B0CD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02c24c3f334207"/>
          <a:stretch xmlns:a="http://schemas.openxmlformats.org/drawingml/2006/main"/>
        </p:blipFill>
        <p:spPr>
          <a:xfrm xmlns:a="http://schemas.openxmlformats.org/drawingml/2006/main">
            <a:off x="5248275" y="6791325"/>
            <a:ext cx="2390775" cy="2562225"/>
          </a:xfrm>
          <a:prstGeom xmlns:a="http://schemas.openxmlformats.org/drawingml/2006/main" prst="rect">
            <a:avLst/>
          </a:prstGeom>
        </p:spPr>
      </p:pic>
      <p:pic>
        <p:nvPicPr>
          <p:cNvPr id="214" name="">
            <a:extLst xmlns:a="http://schemas.openxmlformats.org/drawingml/2006/main">
              <a:ext uri="{FF2B5EF4-FFF2-40B4-BE49-F238E27FC236}">
                <a16:creationId xmlns:a16="http://schemas.microsoft.com/office/drawing/2014/main" id="{2D4F7B06-1E4A-47C7-9B59-23838460980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159c5760564a3d"/>
          <a:stretch xmlns:a="http://schemas.openxmlformats.org/drawingml/2006/main"/>
        </p:blipFill>
        <p:spPr>
          <a:xfrm xmlns:a="http://schemas.openxmlformats.org/drawingml/2006/main">
            <a:off x="7572375" y="6772275"/>
            <a:ext cx="2038350" cy="2809875"/>
          </a:xfrm>
          <a:prstGeom xmlns:a="http://schemas.openxmlformats.org/drawingml/2006/main" prst="rect">
            <a:avLst/>
          </a:prstGeom>
        </p:spPr>
      </p:pic>
      <p:pic>
        <p:nvPicPr>
          <p:cNvPr id="215" name="">
            <a:extLst xmlns:a="http://schemas.openxmlformats.org/drawingml/2006/main">
              <a:ext uri="{FF2B5EF4-FFF2-40B4-BE49-F238E27FC236}">
                <a16:creationId xmlns:a16="http://schemas.microsoft.com/office/drawing/2014/main" id="{0799B58A-A6B2-477F-BD98-6925BD55B32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9aaf0fba074768"/>
          <a:stretch xmlns:a="http://schemas.openxmlformats.org/drawingml/2006/main"/>
        </p:blipFill>
        <p:spPr>
          <a:xfrm xmlns:a="http://schemas.openxmlformats.org/drawingml/2006/main">
            <a:off x="10420350" y="6953250"/>
            <a:ext cx="3448050" cy="2352675"/>
          </a:xfrm>
          <a:prstGeom xmlns:a="http://schemas.openxmlformats.org/drawingml/2006/main" prst="rect">
            <a:avLst/>
          </a:prstGeom>
        </p:spPr>
      </p:pic>
      <p:sp>
        <p:nvSpPr>
          <p:cNvPr id="216" name="Terrain Generation capsule">
            <a:extLst xmlns:a="http://schemas.openxmlformats.org/drawingml/2006/main">
              <a:ext uri="{FF2B5EF4-FFF2-40B4-BE49-F238E27FC236}">
                <a16:creationId xmlns:a16="http://schemas.microsoft.com/office/drawing/2014/main" id="{A863BE66-1532-4D9C-B183-7BFBAECE8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7924800"/>
            <a:ext cx="1800225" cy="209550"/>
          </a:xfrm>
          <a:custGeom xmlns:a="http://schemas.openxmlformats.org/drawingml/2006/main">
            <a:pathLst>
              <a:path w="1800225" h="209550">
                <a:moveTo>
                  <a:pt x="104775" y="0"/>
                </a:moveTo>
                <a:lnTo>
                  <a:pt x="1695450" y="0"/>
                </a:lnTo>
                <a:cubicBezTo>
                  <a:pt x="1753316" y="0"/>
                  <a:pt x="1800225" y="46909"/>
                  <a:pt x="1800225" y="104775"/>
                </a:cubicBezTo>
                <a:lnTo>
                  <a:pt x="1800225" y="104775"/>
                </a:lnTo>
                <a:cubicBezTo>
                  <a:pt x="1800225" y="162641"/>
                  <a:pt x="1753316" y="209550"/>
                  <a:pt x="1695450" y="209550"/>
                </a:cubicBezTo>
                <a:lnTo>
                  <a:pt x="104775" y="209550"/>
                </a:lnTo>
                <a:cubicBezTo>
                  <a:pt x="46909" y="209550"/>
                  <a:pt x="0" y="162641"/>
                  <a:pt x="0" y="104775"/>
                </a:cubicBezTo>
                <a:lnTo>
                  <a:pt x="0" y="104775"/>
                </a:lnTo>
                <a:cubicBezTo>
                  <a:pt x="0" y="46909"/>
                  <a:pt x="46909" y="0"/>
                  <a:pt x="104775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9B9F3"/>
            </a:solidFill>
            <a:prstDash val="solid"/>
          </a:ln>
        </p:spPr>
      </p:sp>
      <p:sp>
        <p:nvSpPr>
          <p:cNvPr id="217" name="Terrain Generation number circle">
            <a:extLst xmlns:a="http://schemas.openxmlformats.org/drawingml/2006/main">
              <a:ext uri="{FF2B5EF4-FFF2-40B4-BE49-F238E27FC236}">
                <a16:creationId xmlns:a16="http://schemas.microsoft.com/office/drawing/2014/main" id="{AFF210FC-E194-4936-A54C-88F490F88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7915275"/>
            <a:ext cx="219075" cy="219075"/>
          </a:xfrm>
          <a:custGeom xmlns:a="http://schemas.openxmlformats.org/drawingml/2006/main">
            <a:pathLst>
              <a:path w="219075" h="219075">
                <a:moveTo>
                  <a:pt x="219075" y="109538"/>
                </a:moveTo>
                <a:cubicBezTo>
                  <a:pt x="219075" y="170033"/>
                  <a:pt x="170033" y="219075"/>
                  <a:pt x="109538" y="219075"/>
                </a:cubicBezTo>
                <a:cubicBezTo>
                  <a:pt x="49042" y="219075"/>
                  <a:pt x="0" y="170033"/>
                  <a:pt x="0" y="109538"/>
                </a:cubicBezTo>
                <a:cubicBezTo>
                  <a:pt x="0" y="49042"/>
                  <a:pt x="49042" y="0"/>
                  <a:pt x="109538" y="0"/>
                </a:cubicBezTo>
                <a:cubicBezTo>
                  <a:pt x="170033" y="0"/>
                  <a:pt x="219075" y="49042"/>
                  <a:pt x="219075" y="109538"/>
                </a:cubicBezTo>
                <a:close/>
              </a:path>
            </a:pathLst>
          </a:custGeom>
          <a:solidFill xmlns:a="http://schemas.openxmlformats.org/drawingml/2006/main">
            <a:srgbClr val="79B9F3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18" name="Terrain Generation number">
            <a:extLst xmlns:a="http://schemas.openxmlformats.org/drawingml/2006/main">
              <a:ext uri="{FF2B5EF4-FFF2-40B4-BE49-F238E27FC236}">
                <a16:creationId xmlns:a16="http://schemas.microsoft.com/office/drawing/2014/main" id="{911EE521-7B22-4A6F-9D4D-15A9491F5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5300" y="7912989"/>
            <a:ext cx="142875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pic>
        <p:nvPicPr>
          <p:cNvPr id="219" name="">
            <a:extLst xmlns:a="http://schemas.openxmlformats.org/drawingml/2006/main">
              <a:ext uri="{FF2B5EF4-FFF2-40B4-BE49-F238E27FC236}">
                <a16:creationId xmlns:a16="http://schemas.microsoft.com/office/drawing/2014/main" id="{BFE8DA38-9536-47C3-9180-D0DD4F208B3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4d1857621e43bb"/>
          <a:stretch xmlns:a="http://schemas.openxmlformats.org/drawingml/2006/main"/>
        </p:blipFill>
        <p:spPr>
          <a:xfrm xmlns:a="http://schemas.openxmlformats.org/drawingml/2006/main">
            <a:off x="647700" y="7915275"/>
            <a:ext cx="190500" cy="161925"/>
          </a:xfrm>
          <a:prstGeom xmlns:a="http://schemas.openxmlformats.org/drawingml/2006/main" prst="rect">
            <a:avLst/>
          </a:prstGeom>
        </p:spPr>
      </p:pic>
      <p:sp>
        <p:nvSpPr>
          <p:cNvPr id="220" name="Terrain Generation caption">
            <a:extLst xmlns:a="http://schemas.openxmlformats.org/drawingml/2006/main">
              <a:ext uri="{FF2B5EF4-FFF2-40B4-BE49-F238E27FC236}">
                <a16:creationId xmlns:a16="http://schemas.microsoft.com/office/drawing/2014/main" id="{34AB5CAF-3620-438A-8994-6A3362213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6775" y="7924229"/>
            <a:ext cx="1362075" cy="2266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 i="0">
                <a:solidFill>
                  <a:srgbClr val="24ABE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24ABE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24ABE3"/>
                </a:solidFill>
                <a:latin typeface="Arial"/>
                <a:ea typeface="Arial"/>
                <a:cs typeface="Arial"/>
              </a:rPr>
              <a:t>Terrain Generation</a:t>
            </a:r>
          </a:p>
        </p:txBody>
      </p:sp>
      <p:sp>
        <p:nvSpPr>
          <p:cNvPr id="221" name="Nature Generation capsule">
            <a:extLst xmlns:a="http://schemas.openxmlformats.org/drawingml/2006/main">
              <a:ext uri="{FF2B5EF4-FFF2-40B4-BE49-F238E27FC236}">
                <a16:creationId xmlns:a16="http://schemas.microsoft.com/office/drawing/2014/main" id="{45B0BB30-35F9-42D0-A215-742066B3D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7924800"/>
            <a:ext cx="1895475" cy="209550"/>
          </a:xfrm>
          <a:custGeom xmlns:a="http://schemas.openxmlformats.org/drawingml/2006/main">
            <a:pathLst>
              <a:path w="1895475" h="209550">
                <a:moveTo>
                  <a:pt x="104775" y="0"/>
                </a:moveTo>
                <a:lnTo>
                  <a:pt x="1790700" y="0"/>
                </a:lnTo>
                <a:cubicBezTo>
                  <a:pt x="1848566" y="0"/>
                  <a:pt x="1895475" y="46909"/>
                  <a:pt x="1895475" y="104775"/>
                </a:cubicBezTo>
                <a:lnTo>
                  <a:pt x="1895475" y="104775"/>
                </a:lnTo>
                <a:cubicBezTo>
                  <a:pt x="1895475" y="162641"/>
                  <a:pt x="1848566" y="209550"/>
                  <a:pt x="1790700" y="209550"/>
                </a:cubicBezTo>
                <a:lnTo>
                  <a:pt x="104775" y="209550"/>
                </a:lnTo>
                <a:cubicBezTo>
                  <a:pt x="46909" y="209550"/>
                  <a:pt x="0" y="162641"/>
                  <a:pt x="0" y="104775"/>
                </a:cubicBezTo>
                <a:lnTo>
                  <a:pt x="0" y="104775"/>
                </a:lnTo>
                <a:cubicBezTo>
                  <a:pt x="0" y="46909"/>
                  <a:pt x="46909" y="0"/>
                  <a:pt x="104775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9B9F3"/>
            </a:solidFill>
            <a:prstDash val="solid"/>
          </a:ln>
        </p:spPr>
      </p:sp>
      <p:sp>
        <p:nvSpPr>
          <p:cNvPr id="222" name="Nature Generation number circle">
            <a:extLst xmlns:a="http://schemas.openxmlformats.org/drawingml/2006/main">
              <a:ext uri="{FF2B5EF4-FFF2-40B4-BE49-F238E27FC236}">
                <a16:creationId xmlns:a16="http://schemas.microsoft.com/office/drawing/2014/main" id="{35D1F373-30F8-4FAC-BA93-F5559E374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7915275"/>
            <a:ext cx="219075" cy="219075"/>
          </a:xfrm>
          <a:custGeom xmlns:a="http://schemas.openxmlformats.org/drawingml/2006/main">
            <a:pathLst>
              <a:path w="219075" h="219075">
                <a:moveTo>
                  <a:pt x="219075" y="109538"/>
                </a:moveTo>
                <a:cubicBezTo>
                  <a:pt x="219075" y="170033"/>
                  <a:pt x="170033" y="219075"/>
                  <a:pt x="109538" y="219075"/>
                </a:cubicBezTo>
                <a:cubicBezTo>
                  <a:pt x="49042" y="219075"/>
                  <a:pt x="0" y="170033"/>
                  <a:pt x="0" y="109538"/>
                </a:cubicBezTo>
                <a:cubicBezTo>
                  <a:pt x="0" y="49042"/>
                  <a:pt x="49042" y="0"/>
                  <a:pt x="109538" y="0"/>
                </a:cubicBezTo>
                <a:cubicBezTo>
                  <a:pt x="170033" y="0"/>
                  <a:pt x="219075" y="49042"/>
                  <a:pt x="219075" y="109538"/>
                </a:cubicBezTo>
                <a:close/>
              </a:path>
            </a:pathLst>
          </a:custGeom>
          <a:solidFill xmlns:a="http://schemas.openxmlformats.org/drawingml/2006/main">
            <a:srgbClr val="79B9F3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23" name="Nature Generation number">
            <a:extLst xmlns:a="http://schemas.openxmlformats.org/drawingml/2006/main">
              <a:ext uri="{FF2B5EF4-FFF2-40B4-BE49-F238E27FC236}">
                <a16:creationId xmlns:a16="http://schemas.microsoft.com/office/drawing/2014/main" id="{CB92E5AA-0302-4387-AA68-C2B883D1E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86100" y="7912989"/>
            <a:ext cx="142875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pic>
        <p:nvPicPr>
          <p:cNvPr id="224" name="">
            <a:extLst xmlns:a="http://schemas.openxmlformats.org/drawingml/2006/main">
              <a:ext uri="{FF2B5EF4-FFF2-40B4-BE49-F238E27FC236}">
                <a16:creationId xmlns:a16="http://schemas.microsoft.com/office/drawing/2014/main" id="{88687A28-CCE3-4A06-8343-290BB72D38C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36e88a87ce4637"/>
          <a:stretch xmlns:a="http://schemas.openxmlformats.org/drawingml/2006/main"/>
        </p:blipFill>
        <p:spPr>
          <a:xfrm xmlns:a="http://schemas.openxmlformats.org/drawingml/2006/main">
            <a:off x="3295650" y="7934325"/>
            <a:ext cx="200025" cy="171450"/>
          </a:xfrm>
          <a:prstGeom xmlns:a="http://schemas.openxmlformats.org/drawingml/2006/main" prst="rect">
            <a:avLst/>
          </a:prstGeom>
        </p:spPr>
      </p:pic>
      <p:sp>
        <p:nvSpPr>
          <p:cNvPr id="225" name="Nature Generation caption">
            <a:extLst xmlns:a="http://schemas.openxmlformats.org/drawingml/2006/main">
              <a:ext uri="{FF2B5EF4-FFF2-40B4-BE49-F238E27FC236}">
                <a16:creationId xmlns:a16="http://schemas.microsoft.com/office/drawing/2014/main" id="{3250D936-6FB1-4C58-946A-A5ABC2DC6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57575" y="7924229"/>
            <a:ext cx="1457325" cy="2266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 i="0">
                <a:solidFill>
                  <a:srgbClr val="24ABE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24ABE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24ABE3"/>
                </a:solidFill>
                <a:latin typeface="Arial"/>
                <a:ea typeface="Arial"/>
                <a:cs typeface="Arial"/>
              </a:rPr>
              <a:t>Nature Generation</a:t>
            </a:r>
          </a:p>
        </p:txBody>
      </p:sp>
      <p:sp>
        <p:nvSpPr>
          <p:cNvPr id="226" name="Water Generation capsule">
            <a:extLst xmlns:a="http://schemas.openxmlformats.org/drawingml/2006/main">
              <a:ext uri="{FF2B5EF4-FFF2-40B4-BE49-F238E27FC236}">
                <a16:creationId xmlns:a16="http://schemas.microsoft.com/office/drawing/2014/main" id="{79F33741-928D-4A33-B77C-54AA8F639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420225"/>
            <a:ext cx="1762125" cy="209550"/>
          </a:xfrm>
          <a:custGeom xmlns:a="http://schemas.openxmlformats.org/drawingml/2006/main">
            <a:pathLst>
              <a:path w="1762125" h="209550">
                <a:moveTo>
                  <a:pt x="104775" y="0"/>
                </a:moveTo>
                <a:lnTo>
                  <a:pt x="1657350" y="0"/>
                </a:lnTo>
                <a:cubicBezTo>
                  <a:pt x="1715216" y="0"/>
                  <a:pt x="1762125" y="46909"/>
                  <a:pt x="1762125" y="104775"/>
                </a:cubicBezTo>
                <a:lnTo>
                  <a:pt x="1762125" y="104775"/>
                </a:lnTo>
                <a:cubicBezTo>
                  <a:pt x="1762125" y="162641"/>
                  <a:pt x="1715216" y="209550"/>
                  <a:pt x="1657350" y="209550"/>
                </a:cubicBezTo>
                <a:lnTo>
                  <a:pt x="104775" y="209550"/>
                </a:lnTo>
                <a:cubicBezTo>
                  <a:pt x="46909" y="209550"/>
                  <a:pt x="0" y="162641"/>
                  <a:pt x="0" y="104775"/>
                </a:cubicBezTo>
                <a:lnTo>
                  <a:pt x="0" y="104775"/>
                </a:lnTo>
                <a:cubicBezTo>
                  <a:pt x="0" y="46909"/>
                  <a:pt x="46909" y="0"/>
                  <a:pt x="104775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9B9F3"/>
            </a:solidFill>
            <a:prstDash val="solid"/>
          </a:ln>
        </p:spPr>
      </p:sp>
      <p:sp>
        <p:nvSpPr>
          <p:cNvPr id="227" name="Water Generation number circle">
            <a:extLst xmlns:a="http://schemas.openxmlformats.org/drawingml/2006/main">
              <a:ext uri="{FF2B5EF4-FFF2-40B4-BE49-F238E27FC236}">
                <a16:creationId xmlns:a16="http://schemas.microsoft.com/office/drawing/2014/main" id="{C4E43B6F-551F-4C73-99C0-FD8A90EAD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9410700"/>
            <a:ext cx="219075" cy="219075"/>
          </a:xfrm>
          <a:custGeom xmlns:a="http://schemas.openxmlformats.org/drawingml/2006/main">
            <a:pathLst>
              <a:path w="219075" h="219075">
                <a:moveTo>
                  <a:pt x="219075" y="109538"/>
                </a:moveTo>
                <a:cubicBezTo>
                  <a:pt x="219075" y="170033"/>
                  <a:pt x="170033" y="219075"/>
                  <a:pt x="109538" y="219075"/>
                </a:cubicBezTo>
                <a:cubicBezTo>
                  <a:pt x="49042" y="219075"/>
                  <a:pt x="0" y="170033"/>
                  <a:pt x="0" y="109538"/>
                </a:cubicBezTo>
                <a:cubicBezTo>
                  <a:pt x="0" y="49042"/>
                  <a:pt x="49042" y="0"/>
                  <a:pt x="109538" y="0"/>
                </a:cubicBezTo>
                <a:cubicBezTo>
                  <a:pt x="170033" y="0"/>
                  <a:pt x="219075" y="49042"/>
                  <a:pt x="219075" y="109538"/>
                </a:cubicBezTo>
                <a:close/>
              </a:path>
            </a:pathLst>
          </a:custGeom>
          <a:solidFill xmlns:a="http://schemas.openxmlformats.org/drawingml/2006/main">
            <a:srgbClr val="79B9F3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28" name="Water Generation number">
            <a:extLst xmlns:a="http://schemas.openxmlformats.org/drawingml/2006/main">
              <a:ext uri="{FF2B5EF4-FFF2-40B4-BE49-F238E27FC236}">
                <a16:creationId xmlns:a16="http://schemas.microsoft.com/office/drawing/2014/main" id="{D07D3757-4DED-4B64-8226-F95FC204D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4825" y="9408414"/>
            <a:ext cx="142875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pic>
        <p:nvPicPr>
          <p:cNvPr id="229" name="">
            <a:extLst xmlns:a="http://schemas.openxmlformats.org/drawingml/2006/main">
              <a:ext uri="{FF2B5EF4-FFF2-40B4-BE49-F238E27FC236}">
                <a16:creationId xmlns:a16="http://schemas.microsoft.com/office/drawing/2014/main" id="{A652057F-2F7E-4D70-8276-35E44CF7272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1fbf89a79243f6"/>
          <a:stretch xmlns:a="http://schemas.openxmlformats.org/drawingml/2006/main"/>
        </p:blipFill>
        <p:spPr>
          <a:xfrm xmlns:a="http://schemas.openxmlformats.org/drawingml/2006/main">
            <a:off x="666750" y="9420225"/>
            <a:ext cx="180975" cy="171450"/>
          </a:xfrm>
          <a:prstGeom xmlns:a="http://schemas.openxmlformats.org/drawingml/2006/main" prst="rect">
            <a:avLst/>
          </a:prstGeom>
        </p:spPr>
      </p:pic>
      <p:sp>
        <p:nvSpPr>
          <p:cNvPr id="230" name="Water Generation caption">
            <a:extLst xmlns:a="http://schemas.openxmlformats.org/drawingml/2006/main">
              <a:ext uri="{FF2B5EF4-FFF2-40B4-BE49-F238E27FC236}">
                <a16:creationId xmlns:a16="http://schemas.microsoft.com/office/drawing/2014/main" id="{A092F0DB-A9E2-475F-B7CA-1DE273B5C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9419654"/>
            <a:ext cx="1323975" cy="2266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 i="0">
                <a:solidFill>
                  <a:srgbClr val="24ABE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24ABE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24ABE3"/>
                </a:solidFill>
                <a:latin typeface="Arial"/>
                <a:ea typeface="Arial"/>
                <a:cs typeface="Arial"/>
              </a:rPr>
              <a:t>Water Generation</a:t>
            </a:r>
          </a:p>
        </p:txBody>
      </p:sp>
      <p:sp>
        <p:nvSpPr>
          <p:cNvPr id="231" name="Road Generation capsule">
            <a:extLst xmlns:a="http://schemas.openxmlformats.org/drawingml/2006/main">
              <a:ext uri="{FF2B5EF4-FFF2-40B4-BE49-F238E27FC236}">
                <a16:creationId xmlns:a16="http://schemas.microsoft.com/office/drawing/2014/main" id="{E2C76014-5541-4CF3-86D1-AE8A57DD2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9420225"/>
            <a:ext cx="1733550" cy="209550"/>
          </a:xfrm>
          <a:custGeom xmlns:a="http://schemas.openxmlformats.org/drawingml/2006/main">
            <a:pathLst>
              <a:path w="1733550" h="209550">
                <a:moveTo>
                  <a:pt x="104775" y="0"/>
                </a:moveTo>
                <a:lnTo>
                  <a:pt x="1628775" y="0"/>
                </a:lnTo>
                <a:cubicBezTo>
                  <a:pt x="1686641" y="0"/>
                  <a:pt x="1733550" y="46909"/>
                  <a:pt x="1733550" y="104775"/>
                </a:cubicBezTo>
                <a:lnTo>
                  <a:pt x="1733550" y="104775"/>
                </a:lnTo>
                <a:cubicBezTo>
                  <a:pt x="1733550" y="162641"/>
                  <a:pt x="1686641" y="209550"/>
                  <a:pt x="1628775" y="209550"/>
                </a:cubicBezTo>
                <a:lnTo>
                  <a:pt x="104775" y="209550"/>
                </a:lnTo>
                <a:cubicBezTo>
                  <a:pt x="46909" y="209550"/>
                  <a:pt x="0" y="162641"/>
                  <a:pt x="0" y="104775"/>
                </a:cubicBezTo>
                <a:lnTo>
                  <a:pt x="0" y="104775"/>
                </a:lnTo>
                <a:cubicBezTo>
                  <a:pt x="0" y="46909"/>
                  <a:pt x="46909" y="0"/>
                  <a:pt x="104775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9B9F3"/>
            </a:solidFill>
            <a:prstDash val="solid"/>
          </a:ln>
        </p:spPr>
      </p:sp>
      <p:sp>
        <p:nvSpPr>
          <p:cNvPr id="232" name="Road Generation number circle">
            <a:extLst xmlns:a="http://schemas.openxmlformats.org/drawingml/2006/main">
              <a:ext uri="{FF2B5EF4-FFF2-40B4-BE49-F238E27FC236}">
                <a16:creationId xmlns:a16="http://schemas.microsoft.com/office/drawing/2014/main" id="{9977EC7C-956F-473A-9C2A-89EEC9C5B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9410700"/>
            <a:ext cx="219075" cy="219075"/>
          </a:xfrm>
          <a:custGeom xmlns:a="http://schemas.openxmlformats.org/drawingml/2006/main">
            <a:pathLst>
              <a:path w="219075" h="219075">
                <a:moveTo>
                  <a:pt x="219075" y="109538"/>
                </a:moveTo>
                <a:cubicBezTo>
                  <a:pt x="219075" y="170033"/>
                  <a:pt x="170033" y="219075"/>
                  <a:pt x="109538" y="219075"/>
                </a:cubicBezTo>
                <a:cubicBezTo>
                  <a:pt x="49042" y="219075"/>
                  <a:pt x="0" y="170033"/>
                  <a:pt x="0" y="109538"/>
                </a:cubicBezTo>
                <a:cubicBezTo>
                  <a:pt x="0" y="49042"/>
                  <a:pt x="49042" y="0"/>
                  <a:pt x="109538" y="0"/>
                </a:cubicBezTo>
                <a:cubicBezTo>
                  <a:pt x="170033" y="0"/>
                  <a:pt x="219075" y="49042"/>
                  <a:pt x="219075" y="109538"/>
                </a:cubicBezTo>
                <a:close/>
              </a:path>
            </a:pathLst>
          </a:custGeom>
          <a:solidFill xmlns:a="http://schemas.openxmlformats.org/drawingml/2006/main">
            <a:srgbClr val="79B9F3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33" name="Road Generation number">
            <a:extLst xmlns:a="http://schemas.openxmlformats.org/drawingml/2006/main">
              <a:ext uri="{FF2B5EF4-FFF2-40B4-BE49-F238E27FC236}">
                <a16:creationId xmlns:a16="http://schemas.microsoft.com/office/drawing/2014/main" id="{0D42EA4E-4321-4B71-B0AD-7C8D368CC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86100" y="9408414"/>
            <a:ext cx="142875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pic>
        <p:nvPicPr>
          <p:cNvPr id="234" name="">
            <a:extLst xmlns:a="http://schemas.openxmlformats.org/drawingml/2006/main">
              <a:ext uri="{FF2B5EF4-FFF2-40B4-BE49-F238E27FC236}">
                <a16:creationId xmlns:a16="http://schemas.microsoft.com/office/drawing/2014/main" id="{6DB7419A-03D6-4C78-9CED-7E6A3597886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54dc671ecf4ee4"/>
          <a:stretch xmlns:a="http://schemas.openxmlformats.org/drawingml/2006/main"/>
        </p:blipFill>
        <p:spPr>
          <a:xfrm xmlns:a="http://schemas.openxmlformats.org/drawingml/2006/main">
            <a:off x="3295650" y="9420225"/>
            <a:ext cx="180975" cy="171450"/>
          </a:xfrm>
          <a:prstGeom xmlns:a="http://schemas.openxmlformats.org/drawingml/2006/main" prst="rect">
            <a:avLst/>
          </a:prstGeom>
        </p:spPr>
      </p:pic>
      <p:sp>
        <p:nvSpPr>
          <p:cNvPr id="235" name="Road Generation caption">
            <a:extLst xmlns:a="http://schemas.openxmlformats.org/drawingml/2006/main">
              <a:ext uri="{FF2B5EF4-FFF2-40B4-BE49-F238E27FC236}">
                <a16:creationId xmlns:a16="http://schemas.microsoft.com/office/drawing/2014/main" id="{2EB4A26D-2536-42C5-80FD-A305831B0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57575" y="9419654"/>
            <a:ext cx="1295400" cy="2266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 i="0">
                <a:solidFill>
                  <a:srgbClr val="24ABE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24ABE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24ABE3"/>
                </a:solidFill>
                <a:latin typeface="Arial"/>
                <a:ea typeface="Arial"/>
                <a:cs typeface="Arial"/>
              </a:rPr>
              <a:t>Road Generation</a:t>
            </a:r>
          </a:p>
        </p:txBody>
      </p:sp>
      <p:sp>
        <p:nvSpPr>
          <p:cNvPr id="236" name="Assets Placing capsule">
            <a:extLst xmlns:a="http://schemas.openxmlformats.org/drawingml/2006/main">
              <a:ext uri="{FF2B5EF4-FFF2-40B4-BE49-F238E27FC236}">
                <a16:creationId xmlns:a16="http://schemas.microsoft.com/office/drawing/2014/main" id="{1A8B63E1-D122-4A9C-8DF8-764DB9044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9420225"/>
            <a:ext cx="1714500" cy="209550"/>
          </a:xfrm>
          <a:custGeom xmlns:a="http://schemas.openxmlformats.org/drawingml/2006/main">
            <a:pathLst>
              <a:path w="1714500" h="209550">
                <a:moveTo>
                  <a:pt x="104775" y="0"/>
                </a:moveTo>
                <a:lnTo>
                  <a:pt x="1609725" y="0"/>
                </a:lnTo>
                <a:cubicBezTo>
                  <a:pt x="1667591" y="0"/>
                  <a:pt x="1714500" y="46909"/>
                  <a:pt x="1714500" y="104775"/>
                </a:cubicBezTo>
                <a:lnTo>
                  <a:pt x="1714500" y="104775"/>
                </a:lnTo>
                <a:cubicBezTo>
                  <a:pt x="1714500" y="162641"/>
                  <a:pt x="1667591" y="209550"/>
                  <a:pt x="1609725" y="209550"/>
                </a:cubicBezTo>
                <a:lnTo>
                  <a:pt x="104775" y="209550"/>
                </a:lnTo>
                <a:cubicBezTo>
                  <a:pt x="46909" y="209550"/>
                  <a:pt x="0" y="162641"/>
                  <a:pt x="0" y="104775"/>
                </a:cubicBezTo>
                <a:lnTo>
                  <a:pt x="0" y="104775"/>
                </a:lnTo>
                <a:cubicBezTo>
                  <a:pt x="0" y="46909"/>
                  <a:pt x="46909" y="0"/>
                  <a:pt x="104775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9B9F3"/>
            </a:solidFill>
            <a:prstDash val="solid"/>
          </a:ln>
        </p:spPr>
      </p:sp>
      <p:sp>
        <p:nvSpPr>
          <p:cNvPr id="237" name="Assets Placing number circle">
            <a:extLst xmlns:a="http://schemas.openxmlformats.org/drawingml/2006/main">
              <a:ext uri="{FF2B5EF4-FFF2-40B4-BE49-F238E27FC236}">
                <a16:creationId xmlns:a16="http://schemas.microsoft.com/office/drawing/2014/main" id="{D67906FC-E614-4A28-8921-7776B2723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9410700"/>
            <a:ext cx="219075" cy="219075"/>
          </a:xfrm>
          <a:custGeom xmlns:a="http://schemas.openxmlformats.org/drawingml/2006/main">
            <a:pathLst>
              <a:path w="219075" h="219075">
                <a:moveTo>
                  <a:pt x="219075" y="109538"/>
                </a:moveTo>
                <a:cubicBezTo>
                  <a:pt x="219075" y="170033"/>
                  <a:pt x="170033" y="219075"/>
                  <a:pt x="109538" y="219075"/>
                </a:cubicBezTo>
                <a:cubicBezTo>
                  <a:pt x="49042" y="219075"/>
                  <a:pt x="0" y="170033"/>
                  <a:pt x="0" y="109538"/>
                </a:cubicBezTo>
                <a:cubicBezTo>
                  <a:pt x="0" y="49042"/>
                  <a:pt x="49042" y="0"/>
                  <a:pt x="109538" y="0"/>
                </a:cubicBezTo>
                <a:cubicBezTo>
                  <a:pt x="170033" y="0"/>
                  <a:pt x="219075" y="49042"/>
                  <a:pt x="219075" y="109538"/>
                </a:cubicBezTo>
                <a:close/>
              </a:path>
            </a:pathLst>
          </a:custGeom>
          <a:solidFill xmlns:a="http://schemas.openxmlformats.org/drawingml/2006/main">
            <a:srgbClr val="79B9F3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38" name="Assets Placing number">
            <a:extLst xmlns:a="http://schemas.openxmlformats.org/drawingml/2006/main">
              <a:ext uri="{FF2B5EF4-FFF2-40B4-BE49-F238E27FC236}">
                <a16:creationId xmlns:a16="http://schemas.microsoft.com/office/drawing/2014/main" id="{6B866E92-68D0-4252-A8DC-C10F0D2E8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00700" y="9408414"/>
            <a:ext cx="142875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pic>
        <p:nvPicPr>
          <p:cNvPr id="239" name="">
            <a:extLst xmlns:a="http://schemas.openxmlformats.org/drawingml/2006/main">
              <a:ext uri="{FF2B5EF4-FFF2-40B4-BE49-F238E27FC236}">
                <a16:creationId xmlns:a16="http://schemas.microsoft.com/office/drawing/2014/main" id="{C2FA4967-CDC0-40ED-96FB-4080EEECAB2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6e3bd3d9ea4ac5"/>
          <a:stretch xmlns:a="http://schemas.openxmlformats.org/drawingml/2006/main"/>
        </p:blipFill>
        <p:spPr>
          <a:xfrm xmlns:a="http://schemas.openxmlformats.org/drawingml/2006/main">
            <a:off x="5791200" y="9429750"/>
            <a:ext cx="161925" cy="161925"/>
          </a:xfrm>
          <a:prstGeom xmlns:a="http://schemas.openxmlformats.org/drawingml/2006/main" prst="rect">
            <a:avLst/>
          </a:prstGeom>
        </p:spPr>
      </p:pic>
      <p:sp>
        <p:nvSpPr>
          <p:cNvPr id="240" name="Assets Placing caption">
            <a:extLst xmlns:a="http://schemas.openxmlformats.org/drawingml/2006/main">
              <a:ext uri="{FF2B5EF4-FFF2-40B4-BE49-F238E27FC236}">
                <a16:creationId xmlns:a16="http://schemas.microsoft.com/office/drawing/2014/main" id="{B43F3331-4B64-4135-81EB-9DC6EBD64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72175" y="9419654"/>
            <a:ext cx="1276350" cy="2266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 i="0">
                <a:solidFill>
                  <a:srgbClr val="24ABE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24ABE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24ABE3"/>
                </a:solidFill>
                <a:latin typeface="Arial"/>
                <a:ea typeface="Arial"/>
                <a:cs typeface="Arial"/>
              </a:rPr>
              <a:t>Assets Placing</a:t>
            </a:r>
          </a:p>
        </p:txBody>
      </p:sp>
      <p:sp>
        <p:nvSpPr>
          <p:cNvPr id="241" name="Skybox Adding capsule">
            <a:extLst xmlns:a="http://schemas.openxmlformats.org/drawingml/2006/main">
              <a:ext uri="{FF2B5EF4-FFF2-40B4-BE49-F238E27FC236}">
                <a16:creationId xmlns:a16="http://schemas.microsoft.com/office/drawing/2014/main" id="{66867E1C-B617-4E83-BEBD-B5F354E81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9353550"/>
            <a:ext cx="1685925" cy="209550"/>
          </a:xfrm>
          <a:custGeom xmlns:a="http://schemas.openxmlformats.org/drawingml/2006/main">
            <a:pathLst>
              <a:path w="1685925" h="209550">
                <a:moveTo>
                  <a:pt x="104775" y="0"/>
                </a:moveTo>
                <a:lnTo>
                  <a:pt x="1581150" y="0"/>
                </a:lnTo>
                <a:cubicBezTo>
                  <a:pt x="1639016" y="0"/>
                  <a:pt x="1685925" y="46909"/>
                  <a:pt x="1685925" y="104775"/>
                </a:cubicBezTo>
                <a:lnTo>
                  <a:pt x="1685925" y="104775"/>
                </a:lnTo>
                <a:cubicBezTo>
                  <a:pt x="1685925" y="162641"/>
                  <a:pt x="1639016" y="209550"/>
                  <a:pt x="1581150" y="209550"/>
                </a:cubicBezTo>
                <a:lnTo>
                  <a:pt x="104775" y="209550"/>
                </a:lnTo>
                <a:cubicBezTo>
                  <a:pt x="46909" y="209550"/>
                  <a:pt x="0" y="162641"/>
                  <a:pt x="0" y="104775"/>
                </a:cubicBezTo>
                <a:lnTo>
                  <a:pt x="0" y="104775"/>
                </a:lnTo>
                <a:cubicBezTo>
                  <a:pt x="0" y="46909"/>
                  <a:pt x="46909" y="0"/>
                  <a:pt x="104775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9B9F3"/>
            </a:solidFill>
            <a:prstDash val="solid"/>
          </a:ln>
        </p:spPr>
      </p:sp>
      <p:sp>
        <p:nvSpPr>
          <p:cNvPr id="242" name="Skybox Adding number circle">
            <a:extLst xmlns:a="http://schemas.openxmlformats.org/drawingml/2006/main">
              <a:ext uri="{FF2B5EF4-FFF2-40B4-BE49-F238E27FC236}">
                <a16:creationId xmlns:a16="http://schemas.microsoft.com/office/drawing/2014/main" id="{B017CFDC-A9E3-44FC-BEBC-2B7D17B4F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3350" y="9344025"/>
            <a:ext cx="219075" cy="219075"/>
          </a:xfrm>
          <a:custGeom xmlns:a="http://schemas.openxmlformats.org/drawingml/2006/main">
            <a:pathLst>
              <a:path w="219075" h="219075">
                <a:moveTo>
                  <a:pt x="219075" y="109538"/>
                </a:moveTo>
                <a:cubicBezTo>
                  <a:pt x="219075" y="170033"/>
                  <a:pt x="170033" y="219075"/>
                  <a:pt x="109538" y="219075"/>
                </a:cubicBezTo>
                <a:cubicBezTo>
                  <a:pt x="49042" y="219075"/>
                  <a:pt x="0" y="170033"/>
                  <a:pt x="0" y="109538"/>
                </a:cubicBezTo>
                <a:cubicBezTo>
                  <a:pt x="0" y="49042"/>
                  <a:pt x="49042" y="0"/>
                  <a:pt x="109538" y="0"/>
                </a:cubicBezTo>
                <a:cubicBezTo>
                  <a:pt x="170033" y="0"/>
                  <a:pt x="219075" y="49042"/>
                  <a:pt x="219075" y="109538"/>
                </a:cubicBezTo>
                <a:close/>
              </a:path>
            </a:pathLst>
          </a:custGeom>
          <a:solidFill xmlns:a="http://schemas.openxmlformats.org/drawingml/2006/main">
            <a:srgbClr val="79B9F3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43" name="Skybox Adding number">
            <a:extLst xmlns:a="http://schemas.openxmlformats.org/drawingml/2006/main">
              <a:ext uri="{FF2B5EF4-FFF2-40B4-BE49-F238E27FC236}">
                <a16:creationId xmlns:a16="http://schemas.microsoft.com/office/drawing/2014/main" id="{00DA584D-9F10-4BC6-9719-B5C7CDE4B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620500" y="9341739"/>
            <a:ext cx="142875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pic>
        <p:nvPicPr>
          <p:cNvPr id="244" name="">
            <a:extLst xmlns:a="http://schemas.openxmlformats.org/drawingml/2006/main">
              <a:ext uri="{FF2B5EF4-FFF2-40B4-BE49-F238E27FC236}">
                <a16:creationId xmlns:a16="http://schemas.microsoft.com/office/drawing/2014/main" id="{3B9DB737-670E-4D98-A453-43C40316AAB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6dbc90d8344509"/>
          <a:stretch xmlns:a="http://schemas.openxmlformats.org/drawingml/2006/main"/>
        </p:blipFill>
        <p:spPr>
          <a:xfrm xmlns:a="http://schemas.openxmlformats.org/drawingml/2006/main">
            <a:off x="11811000" y="9363075"/>
            <a:ext cx="171450" cy="171450"/>
          </a:xfrm>
          <a:prstGeom xmlns:a="http://schemas.openxmlformats.org/drawingml/2006/main" prst="rect">
            <a:avLst/>
          </a:prstGeom>
        </p:spPr>
      </p:pic>
      <p:sp>
        <p:nvSpPr>
          <p:cNvPr id="245" name="Skybox Adding caption">
            <a:extLst xmlns:a="http://schemas.openxmlformats.org/drawingml/2006/main">
              <a:ext uri="{FF2B5EF4-FFF2-40B4-BE49-F238E27FC236}">
                <a16:creationId xmlns:a16="http://schemas.microsoft.com/office/drawing/2014/main" id="{7DE1B86D-017E-4B66-A54B-4E9488447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991975" y="9352979"/>
            <a:ext cx="1247775" cy="2266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 i="0">
                <a:solidFill>
                  <a:srgbClr val="24ABE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24ABE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24ABE3"/>
                </a:solidFill>
                <a:latin typeface="Arial"/>
                <a:ea typeface="Arial"/>
                <a:cs typeface="Arial"/>
              </a:rPr>
              <a:t>Skybox Adding</a:t>
            </a:r>
          </a:p>
        </p:txBody>
      </p:sp>
      <p:sp>
        <p:nvSpPr>
          <p:cNvPr id="246" name="Step 1: add arrow">
            <a:extLst xmlns:a="http://schemas.openxmlformats.org/drawingml/2006/main">
              <a:ext uri="{FF2B5EF4-FFF2-40B4-BE49-F238E27FC236}">
                <a16:creationId xmlns:a16="http://schemas.microsoft.com/office/drawing/2014/main" id="{14E949E1-3D62-4C25-85EF-80CA131A4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7391400"/>
            <a:ext cx="1095470" cy="191"/>
          </a:xfrm>
          <a:custGeom xmlns:a="http://schemas.openxmlformats.org/drawingml/2006/main">
            <a:pathLst>
              <a:path w="1095470" h="191">
                <a:moveTo>
                  <a:pt x="0" y="0"/>
                </a:moveTo>
                <a:lnTo>
                  <a:pt x="10953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24ABE3"/>
            </a:solidFill>
            <a:prstDash val="solid"/>
          </a:ln>
        </p:spPr>
      </p:sp>
      <p:sp>
        <p:nvSpPr>
          <p:cNvPr id="247" name="Step 1: add arrow arrowhead">
            <a:extLst xmlns:a="http://schemas.openxmlformats.org/drawingml/2006/main">
              <a:ext uri="{FF2B5EF4-FFF2-40B4-BE49-F238E27FC236}">
                <a16:creationId xmlns:a16="http://schemas.microsoft.com/office/drawing/2014/main" id="{B73CF17B-41A6-46FA-8C88-467D6C8DA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8463" y="7262813"/>
            <a:ext cx="257175" cy="257175"/>
          </a:xfrm>
          <a:custGeom xmlns:a="http://schemas.openxmlformats.org/drawingml/2006/main">
            <a:pathLst>
              <a:path w="257175" h="257175">
                <a:moveTo>
                  <a:pt x="128588" y="128588"/>
                </a:moveTo>
                <a:lnTo>
                  <a:pt x="42863" y="169736"/>
                </a:lnTo>
                <a:lnTo>
                  <a:pt x="42863" y="87439"/>
                </a:lnTo>
                <a:close/>
              </a:path>
            </a:pathLst>
          </a:custGeom>
          <a:solidFill xmlns:a="http://schemas.openxmlformats.org/drawingml/2006/main">
            <a:srgbClr val="24ABE3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48" name="Step 1: add label">
            <a:extLst xmlns:a="http://schemas.openxmlformats.org/drawingml/2006/main">
              <a:ext uri="{FF2B5EF4-FFF2-40B4-BE49-F238E27FC236}">
                <a16:creationId xmlns:a16="http://schemas.microsoft.com/office/drawing/2014/main" id="{F3CAA7CA-F32A-4AF0-92B8-4BF3A7DCA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71675" y="7145750"/>
            <a:ext cx="990600" cy="2066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3" b="1" i="0">
                <a:solidFill>
                  <a:srgbClr val="24ABE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3" b="1" i="0">
                <a:solidFill>
                  <a:srgbClr val="24ABE3"/>
                </a:solidFill>
                <a:latin typeface="Arial"/>
                <a:ea typeface="Arial"/>
                <a:cs typeface="Arial"/>
              </a:defRPr>
            </a:pPr>
            <a:r>
              <a:rPr sz="1163" b="1" i="0">
                <a:solidFill>
                  <a:srgbClr val="24ABE3"/>
                </a:solidFill>
                <a:latin typeface="Arial"/>
                <a:ea typeface="Arial"/>
                <a:cs typeface="Arial"/>
              </a:rPr>
              <a:t>Step 1: add</a:t>
            </a:r>
          </a:p>
        </p:txBody>
      </p:sp>
      <p:sp>
        <p:nvSpPr>
          <p:cNvPr id="249" name="Step 2: add arrow">
            <a:extLst xmlns:a="http://schemas.openxmlformats.org/drawingml/2006/main">
              <a:ext uri="{FF2B5EF4-FFF2-40B4-BE49-F238E27FC236}">
                <a16:creationId xmlns:a16="http://schemas.microsoft.com/office/drawing/2014/main" id="{C7E81F7A-6A4D-414E-8B5C-535578090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8020050"/>
            <a:ext cx="1124045" cy="476345"/>
          </a:xfrm>
          <a:custGeom xmlns:a="http://schemas.openxmlformats.org/drawingml/2006/main">
            <a:pathLst>
              <a:path w="1124045" h="476345">
                <a:moveTo>
                  <a:pt x="1123950" y="0"/>
                </a:moveTo>
                <a:lnTo>
                  <a:pt x="0" y="47625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24ABE3"/>
            </a:solidFill>
            <a:prstDash val="solid"/>
          </a:ln>
        </p:spPr>
      </p:sp>
      <p:sp>
        <p:nvSpPr>
          <p:cNvPr id="250" name="Step 2: add arrow arrowhead">
            <a:extLst xmlns:a="http://schemas.openxmlformats.org/drawingml/2006/main">
              <a:ext uri="{FF2B5EF4-FFF2-40B4-BE49-F238E27FC236}">
                <a16:creationId xmlns:a16="http://schemas.microsoft.com/office/drawing/2014/main" id="{25B9995E-7E7F-4820-BA1F-A8BAED073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5463" y="8367713"/>
            <a:ext cx="257175" cy="257175"/>
          </a:xfrm>
          <a:custGeom xmlns:a="http://schemas.openxmlformats.org/drawingml/2006/main">
            <a:pathLst>
              <a:path w="257175" h="257175">
                <a:moveTo>
                  <a:pt x="128588" y="128588"/>
                </a:moveTo>
                <a:lnTo>
                  <a:pt x="191465" y="57255"/>
                </a:lnTo>
                <a:lnTo>
                  <a:pt x="223573" y="133029"/>
                </a:lnTo>
                <a:close/>
              </a:path>
            </a:pathLst>
          </a:custGeom>
          <a:solidFill xmlns:a="http://schemas.openxmlformats.org/drawingml/2006/main">
            <a:srgbClr val="24ABE3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51" name="Step 2: add label">
            <a:extLst xmlns:a="http://schemas.openxmlformats.org/drawingml/2006/main">
              <a:ext uri="{FF2B5EF4-FFF2-40B4-BE49-F238E27FC236}">
                <a16:creationId xmlns:a16="http://schemas.microsoft.com/office/drawing/2014/main" id="{CE9A1459-0664-4058-904F-B60043844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860000">
            <a:off x="1895475" y="7964900"/>
            <a:ext cx="1028700" cy="2066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3" b="1" i="0">
                <a:solidFill>
                  <a:srgbClr val="24ABE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3" b="1" i="0">
                <a:solidFill>
                  <a:srgbClr val="24ABE3"/>
                </a:solidFill>
                <a:latin typeface="Arial"/>
                <a:ea typeface="Arial"/>
                <a:cs typeface="Arial"/>
              </a:defRPr>
            </a:pPr>
            <a:r>
              <a:rPr sz="1163" b="1" i="0">
                <a:solidFill>
                  <a:srgbClr val="24ABE3"/>
                </a:solidFill>
                <a:latin typeface="Arial"/>
                <a:ea typeface="Arial"/>
                <a:cs typeface="Arial"/>
              </a:rPr>
              <a:t>Step 2: add</a:t>
            </a:r>
          </a:p>
        </p:txBody>
      </p:sp>
      <p:sp>
        <p:nvSpPr>
          <p:cNvPr id="252" name="Step 3: add arrow">
            <a:extLst xmlns:a="http://schemas.openxmlformats.org/drawingml/2006/main">
              <a:ext uri="{FF2B5EF4-FFF2-40B4-BE49-F238E27FC236}">
                <a16:creationId xmlns:a16="http://schemas.microsoft.com/office/drawing/2014/main" id="{70335FF2-EF0A-4EDE-9BF3-269E60BA0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8810625"/>
            <a:ext cx="1076420" cy="191"/>
          </a:xfrm>
          <a:custGeom xmlns:a="http://schemas.openxmlformats.org/drawingml/2006/main">
            <a:pathLst>
              <a:path w="1076420" h="191">
                <a:moveTo>
                  <a:pt x="0" y="0"/>
                </a:moveTo>
                <a:lnTo>
                  <a:pt x="10763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24ABE3"/>
            </a:solidFill>
            <a:prstDash val="solid"/>
          </a:ln>
        </p:spPr>
      </p:sp>
      <p:sp>
        <p:nvSpPr>
          <p:cNvPr id="253" name="Step 3: add arrow arrowhead">
            <a:extLst xmlns:a="http://schemas.openxmlformats.org/drawingml/2006/main">
              <a:ext uri="{FF2B5EF4-FFF2-40B4-BE49-F238E27FC236}">
                <a16:creationId xmlns:a16="http://schemas.microsoft.com/office/drawing/2014/main" id="{07F87027-B8D3-4907-BF15-9E71DC63C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988" y="8682038"/>
            <a:ext cx="257175" cy="257175"/>
          </a:xfrm>
          <a:custGeom xmlns:a="http://schemas.openxmlformats.org/drawingml/2006/main">
            <a:pathLst>
              <a:path w="257175" h="257175">
                <a:moveTo>
                  <a:pt x="128588" y="128588"/>
                </a:moveTo>
                <a:lnTo>
                  <a:pt x="42863" y="169736"/>
                </a:lnTo>
                <a:lnTo>
                  <a:pt x="42863" y="87439"/>
                </a:lnTo>
                <a:close/>
              </a:path>
            </a:pathLst>
          </a:custGeom>
          <a:solidFill xmlns:a="http://schemas.openxmlformats.org/drawingml/2006/main">
            <a:srgbClr val="24ABE3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54" name="Step 3: add label">
            <a:extLst xmlns:a="http://schemas.openxmlformats.org/drawingml/2006/main">
              <a:ext uri="{FF2B5EF4-FFF2-40B4-BE49-F238E27FC236}">
                <a16:creationId xmlns:a16="http://schemas.microsoft.com/office/drawing/2014/main" id="{E965BEAB-4AA0-464A-B9F6-BEB86CAA8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00250" y="8555450"/>
            <a:ext cx="990600" cy="2066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3" b="1" i="0">
                <a:solidFill>
                  <a:srgbClr val="24ABE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3" b="1" i="0">
                <a:solidFill>
                  <a:srgbClr val="24ABE3"/>
                </a:solidFill>
                <a:latin typeface="Arial"/>
                <a:ea typeface="Arial"/>
                <a:cs typeface="Arial"/>
              </a:defRPr>
            </a:pPr>
            <a:r>
              <a:rPr sz="1163" b="1" i="0">
                <a:solidFill>
                  <a:srgbClr val="24ABE3"/>
                </a:solidFill>
                <a:latin typeface="Arial"/>
                <a:ea typeface="Arial"/>
                <a:cs typeface="Arial"/>
              </a:rPr>
              <a:t>Step 3: add</a:t>
            </a:r>
          </a:p>
        </p:txBody>
      </p:sp>
      <p:sp>
        <p:nvSpPr>
          <p:cNvPr id="255" name="Step 4: add arrow">
            <a:extLst xmlns:a="http://schemas.openxmlformats.org/drawingml/2006/main">
              <a:ext uri="{FF2B5EF4-FFF2-40B4-BE49-F238E27FC236}">
                <a16:creationId xmlns:a16="http://schemas.microsoft.com/office/drawing/2014/main" id="{2D7B58A0-9D1A-4071-A882-62C30ED91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8086725"/>
            <a:ext cx="895445" cy="723995"/>
          </a:xfrm>
          <a:custGeom xmlns:a="http://schemas.openxmlformats.org/drawingml/2006/main">
            <a:pathLst>
              <a:path w="895445" h="723995">
                <a:moveTo>
                  <a:pt x="0" y="723900"/>
                </a:moveTo>
                <a:lnTo>
                  <a:pt x="8953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24ABE3"/>
            </a:solidFill>
            <a:prstDash val="solid"/>
          </a:ln>
        </p:spPr>
      </p:sp>
      <p:sp>
        <p:nvSpPr>
          <p:cNvPr id="256" name="Step 4: add arrow arrowhead">
            <a:extLst xmlns:a="http://schemas.openxmlformats.org/drawingml/2006/main">
              <a:ext uri="{FF2B5EF4-FFF2-40B4-BE49-F238E27FC236}">
                <a16:creationId xmlns:a16="http://schemas.microsoft.com/office/drawing/2014/main" id="{E29CB584-15DE-42FA-937E-49E08B05F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8263" y="7958138"/>
            <a:ext cx="257175" cy="257175"/>
          </a:xfrm>
          <a:custGeom xmlns:a="http://schemas.openxmlformats.org/drawingml/2006/main">
            <a:pathLst>
              <a:path w="257175" h="257175">
                <a:moveTo>
                  <a:pt x="128588" y="128588"/>
                </a:moveTo>
                <a:lnTo>
                  <a:pt x="87796" y="214483"/>
                </a:lnTo>
                <a:lnTo>
                  <a:pt x="36055" y="150487"/>
                </a:lnTo>
                <a:close/>
              </a:path>
            </a:pathLst>
          </a:custGeom>
          <a:solidFill xmlns:a="http://schemas.openxmlformats.org/drawingml/2006/main">
            <a:srgbClr val="24ABE3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57" name="Step 4: add label">
            <a:extLst xmlns:a="http://schemas.openxmlformats.org/drawingml/2006/main">
              <a:ext uri="{FF2B5EF4-FFF2-40B4-BE49-F238E27FC236}">
                <a16:creationId xmlns:a16="http://schemas.microsoft.com/office/drawing/2014/main" id="{98330ABE-624B-47F5-9287-B3F8AE56D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280000">
            <a:off x="4286250" y="8155400"/>
            <a:ext cx="990600" cy="2066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3" b="1" i="0">
                <a:solidFill>
                  <a:srgbClr val="24ABE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3" b="1" i="0">
                <a:solidFill>
                  <a:srgbClr val="24ABE3"/>
                </a:solidFill>
                <a:latin typeface="Arial"/>
                <a:ea typeface="Arial"/>
                <a:cs typeface="Arial"/>
              </a:defRPr>
            </a:pPr>
            <a:r>
              <a:rPr sz="1163" b="1" i="0">
                <a:solidFill>
                  <a:srgbClr val="24ABE3"/>
                </a:solidFill>
                <a:latin typeface="Arial"/>
                <a:ea typeface="Arial"/>
                <a:cs typeface="Arial"/>
              </a:rPr>
              <a:t>Step 4: add</a:t>
            </a:r>
          </a:p>
        </p:txBody>
      </p:sp>
      <p:sp>
        <p:nvSpPr>
          <p:cNvPr id="258" name="Step 5: add arrow">
            <a:extLst xmlns:a="http://schemas.openxmlformats.org/drawingml/2006/main">
              <a:ext uri="{FF2B5EF4-FFF2-40B4-BE49-F238E27FC236}">
                <a16:creationId xmlns:a16="http://schemas.microsoft.com/office/drawing/2014/main" id="{01991E15-3E1C-4A29-B659-999E3286F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8077200"/>
            <a:ext cx="990695" cy="191"/>
          </a:xfrm>
          <a:custGeom xmlns:a="http://schemas.openxmlformats.org/drawingml/2006/main">
            <a:pathLst>
              <a:path w="990695" h="191">
                <a:moveTo>
                  <a:pt x="0" y="0"/>
                </a:moveTo>
                <a:lnTo>
                  <a:pt x="990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24ABE3"/>
            </a:solidFill>
            <a:prstDash val="solid"/>
          </a:ln>
        </p:spPr>
      </p:sp>
      <p:sp>
        <p:nvSpPr>
          <p:cNvPr id="259" name="Step 5: add arrow arrowhead">
            <a:extLst xmlns:a="http://schemas.openxmlformats.org/drawingml/2006/main">
              <a:ext uri="{FF2B5EF4-FFF2-40B4-BE49-F238E27FC236}">
                <a16:creationId xmlns:a16="http://schemas.microsoft.com/office/drawing/2014/main" id="{3858E7E5-E20E-4F19-9029-2E43EC7F1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3213" y="7948613"/>
            <a:ext cx="257175" cy="257175"/>
          </a:xfrm>
          <a:custGeom xmlns:a="http://schemas.openxmlformats.org/drawingml/2006/main">
            <a:pathLst>
              <a:path w="257175" h="257175">
                <a:moveTo>
                  <a:pt x="128588" y="128588"/>
                </a:moveTo>
                <a:lnTo>
                  <a:pt x="42863" y="169736"/>
                </a:lnTo>
                <a:lnTo>
                  <a:pt x="42863" y="87439"/>
                </a:lnTo>
                <a:close/>
              </a:path>
            </a:pathLst>
          </a:custGeom>
          <a:solidFill xmlns:a="http://schemas.openxmlformats.org/drawingml/2006/main">
            <a:srgbClr val="24ABE3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60" name="Step 5: add label">
            <a:extLst xmlns:a="http://schemas.openxmlformats.org/drawingml/2006/main">
              <a:ext uri="{FF2B5EF4-FFF2-40B4-BE49-F238E27FC236}">
                <a16:creationId xmlns:a16="http://schemas.microsoft.com/office/drawing/2014/main" id="{C8AB3085-EF17-437C-8370-76BD1C79E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63100" y="7822025"/>
            <a:ext cx="1009650" cy="2066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3" b="1" i="0">
                <a:solidFill>
                  <a:srgbClr val="24ABE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3" b="1" i="0">
                <a:solidFill>
                  <a:srgbClr val="24ABE3"/>
                </a:solidFill>
                <a:latin typeface="Arial"/>
                <a:ea typeface="Arial"/>
                <a:cs typeface="Arial"/>
              </a:defRPr>
            </a:pPr>
            <a:r>
              <a:rPr sz="1163" b="1" i="0">
                <a:solidFill>
                  <a:srgbClr val="24ABE3"/>
                </a:solidFill>
                <a:latin typeface="Arial"/>
                <a:ea typeface="Arial"/>
                <a:cs typeface="Arial"/>
              </a:rPr>
              <a:t>Step 5: add</a:t>
            </a:r>
          </a:p>
        </p:txBody>
      </p:sp>
      <p:pic>
        <p:nvPicPr>
          <p:cNvPr id="261" name="">
            <a:extLst xmlns:a="http://schemas.openxmlformats.org/drawingml/2006/main">
              <a:ext uri="{FF2B5EF4-FFF2-40B4-BE49-F238E27FC236}">
                <a16:creationId xmlns:a16="http://schemas.microsoft.com/office/drawing/2014/main" id="{DE57418D-1611-44CE-AF36-D004254D63E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67bc584a5347c8"/>
          <a:stretch xmlns:a="http://schemas.openxmlformats.org/drawingml/2006/main"/>
        </p:blipFill>
        <p:spPr>
          <a:xfrm xmlns:a="http://schemas.openxmlformats.org/drawingml/2006/main">
            <a:off x="2800350" y="7162800"/>
            <a:ext cx="247650" cy="257175"/>
          </a:xfrm>
          <a:prstGeom xmlns:a="http://schemas.openxmlformats.org/drawingml/2006/main" prst="rect">
            <a:avLst/>
          </a:prstGeom>
        </p:spPr>
      </p:pic>
      <p:pic>
        <p:nvPicPr>
          <p:cNvPr id="262" name="">
            <a:extLst xmlns:a="http://schemas.openxmlformats.org/drawingml/2006/main">
              <a:ext uri="{FF2B5EF4-FFF2-40B4-BE49-F238E27FC236}">
                <a16:creationId xmlns:a16="http://schemas.microsoft.com/office/drawing/2014/main" id="{4C0F14D7-D240-4290-9C20-ED25469AFDD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2dee794d2a464e"/>
          <a:stretch xmlns:a="http://schemas.openxmlformats.org/drawingml/2006/main"/>
        </p:blipFill>
        <p:spPr>
          <a:xfrm xmlns:a="http://schemas.openxmlformats.org/drawingml/2006/main">
            <a:off x="2657475" y="7810500"/>
            <a:ext cx="257175" cy="228600"/>
          </a:xfrm>
          <a:prstGeom xmlns:a="http://schemas.openxmlformats.org/drawingml/2006/main" prst="rect">
            <a:avLst/>
          </a:prstGeom>
        </p:spPr>
      </p:pic>
      <p:pic>
        <p:nvPicPr>
          <p:cNvPr id="263" name="">
            <a:extLst xmlns:a="http://schemas.openxmlformats.org/drawingml/2006/main">
              <a:ext uri="{FF2B5EF4-FFF2-40B4-BE49-F238E27FC236}">
                <a16:creationId xmlns:a16="http://schemas.microsoft.com/office/drawing/2014/main" id="{DEF1AC9F-E7BC-4160-8A43-E1EB63B394E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02e8e3fc324059"/>
          <a:stretch xmlns:a="http://schemas.openxmlformats.org/drawingml/2006/main"/>
        </p:blipFill>
        <p:spPr>
          <a:xfrm xmlns:a="http://schemas.openxmlformats.org/drawingml/2006/main">
            <a:off x="2800350" y="8591550"/>
            <a:ext cx="238125" cy="257175"/>
          </a:xfrm>
          <a:prstGeom xmlns:a="http://schemas.openxmlformats.org/drawingml/2006/main" prst="rect">
            <a:avLst/>
          </a:prstGeom>
        </p:spPr>
      </p:pic>
      <p:pic>
        <p:nvPicPr>
          <p:cNvPr id="264" name="">
            <a:extLst xmlns:a="http://schemas.openxmlformats.org/drawingml/2006/main">
              <a:ext uri="{FF2B5EF4-FFF2-40B4-BE49-F238E27FC236}">
                <a16:creationId xmlns:a16="http://schemas.microsoft.com/office/drawing/2014/main" id="{E7E931B7-5B00-414C-8350-C9041565A1F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bd3b9d0c094f92"/>
          <a:stretch xmlns:a="http://schemas.openxmlformats.org/drawingml/2006/main"/>
        </p:blipFill>
        <p:spPr>
          <a:xfrm xmlns:a="http://schemas.openxmlformats.org/drawingml/2006/main">
            <a:off x="5067300" y="8001000"/>
            <a:ext cx="247650" cy="257175"/>
          </a:xfrm>
          <a:prstGeom xmlns:a="http://schemas.openxmlformats.org/drawingml/2006/main" prst="rect">
            <a:avLst/>
          </a:prstGeom>
        </p:spPr>
      </p:pic>
      <p:pic>
        <p:nvPicPr>
          <p:cNvPr id="265" name="">
            <a:extLst xmlns:a="http://schemas.openxmlformats.org/drawingml/2006/main">
              <a:ext uri="{FF2B5EF4-FFF2-40B4-BE49-F238E27FC236}">
                <a16:creationId xmlns:a16="http://schemas.microsoft.com/office/drawing/2014/main" id="{67DD42C0-383E-4163-A548-56CD01A6D9F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ce83752b284265"/>
          <a:stretch xmlns:a="http://schemas.openxmlformats.org/drawingml/2006/main"/>
        </p:blipFill>
        <p:spPr>
          <a:xfrm xmlns:a="http://schemas.openxmlformats.org/drawingml/2006/main">
            <a:off x="10353675" y="7905750"/>
            <a:ext cx="257175" cy="238125"/>
          </a:xfrm>
          <a:prstGeom xmlns:a="http://schemas.openxmlformats.org/drawingml/2006/main" prst="rect">
            <a:avLst/>
          </a:prstGeom>
        </p:spPr>
      </p:pic>
      <p:pic>
        <p:nvPicPr>
          <p:cNvPr id="266" name="">
            <a:extLst xmlns:a="http://schemas.openxmlformats.org/drawingml/2006/main">
              <a:ext uri="{FF2B5EF4-FFF2-40B4-BE49-F238E27FC236}">
                <a16:creationId xmlns:a16="http://schemas.microsoft.com/office/drawing/2014/main" id="{2C04C202-6EFC-4E72-AB61-E4E3EAE9E97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4f3257b3954c8a"/>
          <a:stretch xmlns:a="http://schemas.openxmlformats.org/drawingml/2006/main"/>
        </p:blipFill>
        <p:spPr>
          <a:xfrm xmlns:a="http://schemas.openxmlformats.org/drawingml/2006/main">
            <a:off x="13944600" y="6858000"/>
            <a:ext cx="819150" cy="809625"/>
          </a:xfrm>
          <a:prstGeom xmlns:a="http://schemas.openxmlformats.org/drawingml/2006/main" prst="rect">
            <a:avLst/>
          </a:prstGeom>
        </p:spPr>
      </p:pic>
      <p:pic>
        <p:nvPicPr>
          <p:cNvPr id="267" name="">
            <a:extLst xmlns:a="http://schemas.openxmlformats.org/drawingml/2006/main">
              <a:ext uri="{FF2B5EF4-FFF2-40B4-BE49-F238E27FC236}">
                <a16:creationId xmlns:a16="http://schemas.microsoft.com/office/drawing/2014/main" id="{12A77D65-0A47-439A-BB88-D58561FE3D8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4210f3f3fc4cc6"/>
          <a:stretch xmlns:a="http://schemas.openxmlformats.org/drawingml/2006/main"/>
        </p:blipFill>
        <p:spPr>
          <a:xfrm xmlns:a="http://schemas.openxmlformats.org/drawingml/2006/main">
            <a:off x="14849475" y="6858000"/>
            <a:ext cx="819150" cy="809625"/>
          </a:xfrm>
          <a:prstGeom xmlns:a="http://schemas.openxmlformats.org/drawingml/2006/main" prst="rect">
            <a:avLst/>
          </a:prstGeom>
        </p:spPr>
      </p:pic>
      <p:pic>
        <p:nvPicPr>
          <p:cNvPr id="268" name="">
            <a:extLst xmlns:a="http://schemas.openxmlformats.org/drawingml/2006/main">
              <a:ext uri="{FF2B5EF4-FFF2-40B4-BE49-F238E27FC236}">
                <a16:creationId xmlns:a16="http://schemas.microsoft.com/office/drawing/2014/main" id="{CCFFEAF9-6CE2-4674-8A60-0F314C64658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cc8e660cfa478b"/>
          <a:stretch xmlns:a="http://schemas.openxmlformats.org/drawingml/2006/main"/>
        </p:blipFill>
        <p:spPr>
          <a:xfrm xmlns:a="http://schemas.openxmlformats.org/drawingml/2006/main">
            <a:off x="13944600" y="7762875"/>
            <a:ext cx="819150" cy="819150"/>
          </a:xfrm>
          <a:prstGeom xmlns:a="http://schemas.openxmlformats.org/drawingml/2006/main" prst="rect">
            <a:avLst/>
          </a:prstGeom>
        </p:spPr>
      </p:pic>
      <p:pic>
        <p:nvPicPr>
          <p:cNvPr id="269" name="">
            <a:extLst xmlns:a="http://schemas.openxmlformats.org/drawingml/2006/main">
              <a:ext uri="{FF2B5EF4-FFF2-40B4-BE49-F238E27FC236}">
                <a16:creationId xmlns:a16="http://schemas.microsoft.com/office/drawing/2014/main" id="{3F01A875-435D-4305-A3C9-2B4AA9BC16B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f613062db94c20"/>
          <a:stretch xmlns:a="http://schemas.openxmlformats.org/drawingml/2006/main"/>
        </p:blipFill>
        <p:spPr>
          <a:xfrm xmlns:a="http://schemas.openxmlformats.org/drawingml/2006/main">
            <a:off x="14849475" y="7762875"/>
            <a:ext cx="819150" cy="819150"/>
          </a:xfrm>
          <a:prstGeom xmlns:a="http://schemas.openxmlformats.org/drawingml/2006/main" prst="rect">
            <a:avLst/>
          </a:prstGeom>
        </p:spPr>
      </p:pic>
      <p:pic>
        <p:nvPicPr>
          <p:cNvPr id="270" name="">
            <a:extLst xmlns:a="http://schemas.openxmlformats.org/drawingml/2006/main">
              <a:ext uri="{FF2B5EF4-FFF2-40B4-BE49-F238E27FC236}">
                <a16:creationId xmlns:a16="http://schemas.microsoft.com/office/drawing/2014/main" id="{A10556A4-7B8F-457A-971E-2CCC3FC01FF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c21d18c2f64d56"/>
          <a:stretch xmlns:a="http://schemas.openxmlformats.org/drawingml/2006/main"/>
        </p:blipFill>
        <p:spPr>
          <a:xfrm xmlns:a="http://schemas.openxmlformats.org/drawingml/2006/main">
            <a:off x="13944600" y="8667750"/>
            <a:ext cx="819150" cy="809625"/>
          </a:xfrm>
          <a:prstGeom xmlns:a="http://schemas.openxmlformats.org/drawingml/2006/main" prst="rect">
            <a:avLst/>
          </a:prstGeom>
        </p:spPr>
      </p:pic>
      <p:pic>
        <p:nvPicPr>
          <p:cNvPr id="271" name="">
            <a:extLst xmlns:a="http://schemas.openxmlformats.org/drawingml/2006/main">
              <a:ext uri="{FF2B5EF4-FFF2-40B4-BE49-F238E27FC236}">
                <a16:creationId xmlns:a16="http://schemas.microsoft.com/office/drawing/2014/main" id="{54A4521B-CABF-4D92-B307-012C1646516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f44df29e804589"/>
          <a:stretch xmlns:a="http://schemas.openxmlformats.org/drawingml/2006/main"/>
        </p:blipFill>
        <p:spPr>
          <a:xfrm xmlns:a="http://schemas.openxmlformats.org/drawingml/2006/main">
            <a:off x="14849475" y="8667750"/>
            <a:ext cx="819150" cy="809625"/>
          </a:xfrm>
          <a:prstGeom xmlns:a="http://schemas.openxmlformats.org/drawingml/2006/main" prst="rect">
            <a:avLst/>
          </a:prstGeom>
        </p:spPr>
      </p:pic>
      <p:sp>
        <p:nvSpPr>
          <p:cNvPr id="272" name="add operation text">
            <a:extLst xmlns:a="http://schemas.openxmlformats.org/drawingml/2006/main">
              <a:ext uri="{FF2B5EF4-FFF2-40B4-BE49-F238E27FC236}">
                <a16:creationId xmlns:a16="http://schemas.microsoft.com/office/drawing/2014/main" id="{77E6089F-41BB-486D-8C52-02874229F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440150" y="6895529"/>
            <a:ext cx="819150" cy="2266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 i="0">
                <a:solidFill>
                  <a:srgbClr val="2F98C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2F98C5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2F98C5"/>
                </a:solidFill>
                <a:latin typeface="Arial"/>
                <a:ea typeface="Arial"/>
                <a:cs typeface="Arial"/>
              </a:rPr>
              <a:t>add</a:t>
            </a:r>
          </a:p>
        </p:txBody>
      </p:sp>
      <p:sp>
        <p:nvSpPr>
          <p:cNvPr id="273" name="add operation to">
            <a:extLst xmlns:a="http://schemas.openxmlformats.org/drawingml/2006/main">
              <a:ext uri="{FF2B5EF4-FFF2-40B4-BE49-F238E27FC236}">
                <a16:creationId xmlns:a16="http://schemas.microsoft.com/office/drawing/2014/main" id="{AD6DB79F-9E56-484C-BCF6-793A2BD2C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268825" y="6895529"/>
            <a:ext cx="342900" cy="2266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 i="0">
                <a:solidFill>
                  <a:srgbClr val="2F98C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2F98C5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2F98C5"/>
                </a:solidFill>
                <a:latin typeface="Arial"/>
                <a:ea typeface="Arial"/>
                <a:cs typeface="Arial"/>
              </a:rPr>
              <a:t>to</a:t>
            </a:r>
          </a:p>
        </p:txBody>
      </p:sp>
      <p:sp>
        <p:nvSpPr>
          <p:cNvPr id="274" name="add operation button">
            <a:extLst xmlns:a="http://schemas.openxmlformats.org/drawingml/2006/main">
              <a:ext uri="{FF2B5EF4-FFF2-40B4-BE49-F238E27FC236}">
                <a16:creationId xmlns:a16="http://schemas.microsoft.com/office/drawing/2014/main" id="{8302B430-CC3B-42C2-9AF8-31AB93A3D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78425" y="6877050"/>
            <a:ext cx="1409700" cy="285750"/>
          </a:xfrm>
          <a:custGeom xmlns:a="http://schemas.openxmlformats.org/drawingml/2006/main">
            <a:pathLst>
              <a:path w="1409700" h="285750">
                <a:moveTo>
                  <a:pt x="142875" y="0"/>
                </a:moveTo>
                <a:lnTo>
                  <a:pt x="1257300" y="0"/>
                </a:lnTo>
                <a:lnTo>
                  <a:pt x="1409700" y="142875"/>
                </a:lnTo>
                <a:lnTo>
                  <a:pt x="1257300" y="285750"/>
                </a:lnTo>
                <a:lnTo>
                  <a:pt x="142875" y="285750"/>
                </a:lnTo>
                <a:lnTo>
                  <a:pt x="0" y="14287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79B9F3"/>
            </a:solidFill>
            <a:prstDash val="solid"/>
          </a:ln>
        </p:spPr>
      </p:sp>
      <p:sp>
        <p:nvSpPr>
          <p:cNvPr id="275" name="add button label">
            <a:extLst xmlns:a="http://schemas.openxmlformats.org/drawingml/2006/main">
              <a:ext uri="{FF2B5EF4-FFF2-40B4-BE49-F238E27FC236}">
                <a16:creationId xmlns:a16="http://schemas.microsoft.com/office/drawing/2014/main" id="{B291FE24-28EE-4CA6-9B32-068438560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087975" y="6905054"/>
            <a:ext cx="1104900" cy="2266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 i="0">
                <a:solidFill>
                  <a:srgbClr val="24ABE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24ABE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24ABE3"/>
                </a:solidFill>
                <a:latin typeface="Arial"/>
                <a:ea typeface="Arial"/>
                <a:cs typeface="Arial"/>
              </a:rPr>
              <a:t>Add Asset</a:t>
            </a:r>
          </a:p>
        </p:txBody>
      </p:sp>
      <p:sp>
        <p:nvSpPr>
          <p:cNvPr id="276" name="add shortcut diamond">
            <a:extLst xmlns:a="http://schemas.openxmlformats.org/drawingml/2006/main">
              <a:ext uri="{FF2B5EF4-FFF2-40B4-BE49-F238E27FC236}">
                <a16:creationId xmlns:a16="http://schemas.microsoft.com/office/drawing/2014/main" id="{2ADDD1CA-E335-46EE-9FA8-FD8E3266A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07150" y="6877050"/>
            <a:ext cx="266700" cy="285750"/>
          </a:xfrm>
          <a:custGeom xmlns:a="http://schemas.openxmlformats.org/drawingml/2006/main">
            <a:pathLst>
              <a:path w="266700" h="285750">
                <a:moveTo>
                  <a:pt x="133350" y="0"/>
                </a:moveTo>
                <a:lnTo>
                  <a:pt x="266700" y="142875"/>
                </a:lnTo>
                <a:lnTo>
                  <a:pt x="133350" y="285750"/>
                </a:lnTo>
                <a:lnTo>
                  <a:pt x="0" y="142875"/>
                </a:lnTo>
                <a:close/>
              </a:path>
            </a:pathLst>
          </a:custGeom>
          <a:solidFill xmlns:a="http://schemas.openxmlformats.org/drawingml/2006/main">
            <a:srgbClr val="79B9F3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77" name="add shortcut text">
            <a:extLst xmlns:a="http://schemas.openxmlformats.org/drawingml/2006/main">
              <a:ext uri="{FF2B5EF4-FFF2-40B4-BE49-F238E27FC236}">
                <a16:creationId xmlns:a16="http://schemas.microsoft.com/office/drawing/2014/main" id="{A2ACA9C6-A758-4FC7-ABDD-8EA4F0CF4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183350" y="6901625"/>
            <a:ext cx="171450" cy="2533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278" name="delete operation text">
            <a:extLst xmlns:a="http://schemas.openxmlformats.org/drawingml/2006/main">
              <a:ext uri="{FF2B5EF4-FFF2-40B4-BE49-F238E27FC236}">
                <a16:creationId xmlns:a16="http://schemas.microsoft.com/office/drawing/2014/main" id="{19C43C1F-95D8-4E17-AC44-29E1573E4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440150" y="7457504"/>
            <a:ext cx="819150" cy="2266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 i="0">
                <a:solidFill>
                  <a:srgbClr val="2F98C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2F98C5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2F98C5"/>
                </a:solidFill>
                <a:latin typeface="Arial"/>
                <a:ea typeface="Arial"/>
                <a:cs typeface="Arial"/>
              </a:rPr>
              <a:t>delete</a:t>
            </a:r>
          </a:p>
        </p:txBody>
      </p:sp>
      <p:sp>
        <p:nvSpPr>
          <p:cNvPr id="279" name="delete operation to">
            <a:extLst xmlns:a="http://schemas.openxmlformats.org/drawingml/2006/main">
              <a:ext uri="{FF2B5EF4-FFF2-40B4-BE49-F238E27FC236}">
                <a16:creationId xmlns:a16="http://schemas.microsoft.com/office/drawing/2014/main" id="{C10C0983-32FF-4248-B2F2-BCA79C38E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268825" y="7457504"/>
            <a:ext cx="342900" cy="2266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 i="0">
                <a:solidFill>
                  <a:srgbClr val="2F98C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2F98C5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2F98C5"/>
                </a:solidFill>
                <a:latin typeface="Arial"/>
                <a:ea typeface="Arial"/>
                <a:cs typeface="Arial"/>
              </a:rPr>
              <a:t>to</a:t>
            </a:r>
          </a:p>
        </p:txBody>
      </p:sp>
      <p:sp>
        <p:nvSpPr>
          <p:cNvPr id="280" name="delete operation button">
            <a:extLst xmlns:a="http://schemas.openxmlformats.org/drawingml/2006/main">
              <a:ext uri="{FF2B5EF4-FFF2-40B4-BE49-F238E27FC236}">
                <a16:creationId xmlns:a16="http://schemas.microsoft.com/office/drawing/2014/main" id="{E5183D5F-C385-4F86-8B2A-8A2E10395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78425" y="7439025"/>
            <a:ext cx="1409700" cy="285750"/>
          </a:xfrm>
          <a:custGeom xmlns:a="http://schemas.openxmlformats.org/drawingml/2006/main">
            <a:pathLst>
              <a:path w="1409700" h="285750">
                <a:moveTo>
                  <a:pt x="142875" y="0"/>
                </a:moveTo>
                <a:lnTo>
                  <a:pt x="1257300" y="0"/>
                </a:lnTo>
                <a:lnTo>
                  <a:pt x="1409700" y="142875"/>
                </a:lnTo>
                <a:lnTo>
                  <a:pt x="1257300" y="285750"/>
                </a:lnTo>
                <a:lnTo>
                  <a:pt x="142875" y="285750"/>
                </a:lnTo>
                <a:lnTo>
                  <a:pt x="0" y="14287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79B9F3"/>
            </a:solidFill>
            <a:prstDash val="solid"/>
          </a:ln>
        </p:spPr>
      </p:sp>
      <p:sp>
        <p:nvSpPr>
          <p:cNvPr id="281" name="delete button label">
            <a:extLst xmlns:a="http://schemas.openxmlformats.org/drawingml/2006/main">
              <a:ext uri="{FF2B5EF4-FFF2-40B4-BE49-F238E27FC236}">
                <a16:creationId xmlns:a16="http://schemas.microsoft.com/office/drawing/2014/main" id="{34F569F2-B15A-4C9F-B488-F91F2A45B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087975" y="7467029"/>
            <a:ext cx="1104900" cy="2266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 i="0">
                <a:solidFill>
                  <a:srgbClr val="24ABE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24ABE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24ABE3"/>
                </a:solidFill>
                <a:latin typeface="Arial"/>
                <a:ea typeface="Arial"/>
                <a:cs typeface="Arial"/>
              </a:rPr>
              <a:t>Del Asset</a:t>
            </a:r>
          </a:p>
        </p:txBody>
      </p:sp>
      <p:sp>
        <p:nvSpPr>
          <p:cNvPr id="282" name="delete shortcut diamond">
            <a:extLst xmlns:a="http://schemas.openxmlformats.org/drawingml/2006/main">
              <a:ext uri="{FF2B5EF4-FFF2-40B4-BE49-F238E27FC236}">
                <a16:creationId xmlns:a16="http://schemas.microsoft.com/office/drawing/2014/main" id="{B20A821E-BBE5-46BD-AD3D-EC65CA47D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07150" y="7439025"/>
            <a:ext cx="266700" cy="285750"/>
          </a:xfrm>
          <a:custGeom xmlns:a="http://schemas.openxmlformats.org/drawingml/2006/main">
            <a:pathLst>
              <a:path w="266700" h="285750">
                <a:moveTo>
                  <a:pt x="133350" y="0"/>
                </a:moveTo>
                <a:lnTo>
                  <a:pt x="266700" y="142875"/>
                </a:lnTo>
                <a:lnTo>
                  <a:pt x="133350" y="285750"/>
                </a:lnTo>
                <a:lnTo>
                  <a:pt x="0" y="142875"/>
                </a:lnTo>
                <a:close/>
              </a:path>
            </a:pathLst>
          </a:custGeom>
          <a:solidFill xmlns:a="http://schemas.openxmlformats.org/drawingml/2006/main">
            <a:srgbClr val="79B9F3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83" name="delete shortcut text">
            <a:extLst xmlns:a="http://schemas.openxmlformats.org/drawingml/2006/main">
              <a:ext uri="{FF2B5EF4-FFF2-40B4-BE49-F238E27FC236}">
                <a16:creationId xmlns:a16="http://schemas.microsoft.com/office/drawing/2014/main" id="{75E4A8F8-9A42-4A24-ABB7-B3C2F55E5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183350" y="7463600"/>
            <a:ext cx="171450" cy="2533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284" name="edit operation text">
            <a:extLst xmlns:a="http://schemas.openxmlformats.org/drawingml/2006/main">
              <a:ext uri="{FF2B5EF4-FFF2-40B4-BE49-F238E27FC236}">
                <a16:creationId xmlns:a16="http://schemas.microsoft.com/office/drawing/2014/main" id="{042A2632-3D67-4BA0-9C83-5F965FA07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440150" y="8048054"/>
            <a:ext cx="819150" cy="2266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 i="0">
                <a:solidFill>
                  <a:srgbClr val="2F98C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2F98C5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2F98C5"/>
                </a:solidFill>
                <a:latin typeface="Arial"/>
                <a:ea typeface="Arial"/>
                <a:cs typeface="Arial"/>
              </a:rPr>
              <a:t>edit</a:t>
            </a:r>
          </a:p>
        </p:txBody>
      </p:sp>
      <p:sp>
        <p:nvSpPr>
          <p:cNvPr id="285" name="edit operation to">
            <a:extLst xmlns:a="http://schemas.openxmlformats.org/drawingml/2006/main">
              <a:ext uri="{FF2B5EF4-FFF2-40B4-BE49-F238E27FC236}">
                <a16:creationId xmlns:a16="http://schemas.microsoft.com/office/drawing/2014/main" id="{2C5C91D9-3F5B-4456-B7E3-D7B9ACC15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268825" y="8048054"/>
            <a:ext cx="342900" cy="2266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 i="0">
                <a:solidFill>
                  <a:srgbClr val="2F98C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2F98C5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2F98C5"/>
                </a:solidFill>
                <a:latin typeface="Arial"/>
                <a:ea typeface="Arial"/>
                <a:cs typeface="Arial"/>
              </a:rPr>
              <a:t>to</a:t>
            </a:r>
          </a:p>
        </p:txBody>
      </p:sp>
      <p:sp>
        <p:nvSpPr>
          <p:cNvPr id="286" name="edit operation button">
            <a:extLst xmlns:a="http://schemas.openxmlformats.org/drawingml/2006/main">
              <a:ext uri="{FF2B5EF4-FFF2-40B4-BE49-F238E27FC236}">
                <a16:creationId xmlns:a16="http://schemas.microsoft.com/office/drawing/2014/main" id="{6C1E90EC-2284-4827-A029-1A9B7996A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78425" y="8029575"/>
            <a:ext cx="1409700" cy="285750"/>
          </a:xfrm>
          <a:custGeom xmlns:a="http://schemas.openxmlformats.org/drawingml/2006/main">
            <a:pathLst>
              <a:path w="1409700" h="285750">
                <a:moveTo>
                  <a:pt x="142875" y="0"/>
                </a:moveTo>
                <a:lnTo>
                  <a:pt x="1257300" y="0"/>
                </a:lnTo>
                <a:lnTo>
                  <a:pt x="1409700" y="142875"/>
                </a:lnTo>
                <a:lnTo>
                  <a:pt x="1257300" y="285750"/>
                </a:lnTo>
                <a:lnTo>
                  <a:pt x="142875" y="285750"/>
                </a:lnTo>
                <a:lnTo>
                  <a:pt x="0" y="14287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79B9F3"/>
            </a:solidFill>
            <a:prstDash val="solid"/>
          </a:ln>
        </p:spPr>
      </p:sp>
      <p:sp>
        <p:nvSpPr>
          <p:cNvPr id="287" name="edit button label">
            <a:extLst xmlns:a="http://schemas.openxmlformats.org/drawingml/2006/main">
              <a:ext uri="{FF2B5EF4-FFF2-40B4-BE49-F238E27FC236}">
                <a16:creationId xmlns:a16="http://schemas.microsoft.com/office/drawing/2014/main" id="{66B40CFA-C486-4DFA-A565-E25476719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087975" y="8057579"/>
            <a:ext cx="1104900" cy="2266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 i="0">
                <a:solidFill>
                  <a:srgbClr val="24ABE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24ABE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24ABE3"/>
                </a:solidFill>
                <a:latin typeface="Arial"/>
                <a:ea typeface="Arial"/>
                <a:cs typeface="Arial"/>
              </a:rPr>
              <a:t>Edit Asset</a:t>
            </a:r>
          </a:p>
        </p:txBody>
      </p:sp>
      <p:sp>
        <p:nvSpPr>
          <p:cNvPr id="288" name="edit shortcut diamond">
            <a:extLst xmlns:a="http://schemas.openxmlformats.org/drawingml/2006/main">
              <a:ext uri="{FF2B5EF4-FFF2-40B4-BE49-F238E27FC236}">
                <a16:creationId xmlns:a16="http://schemas.microsoft.com/office/drawing/2014/main" id="{AC69431A-62CE-4BA9-A032-6E8BDCA5A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07150" y="8029575"/>
            <a:ext cx="266700" cy="285750"/>
          </a:xfrm>
          <a:custGeom xmlns:a="http://schemas.openxmlformats.org/drawingml/2006/main">
            <a:pathLst>
              <a:path w="266700" h="285750">
                <a:moveTo>
                  <a:pt x="133350" y="0"/>
                </a:moveTo>
                <a:lnTo>
                  <a:pt x="266700" y="142875"/>
                </a:lnTo>
                <a:lnTo>
                  <a:pt x="133350" y="285750"/>
                </a:lnTo>
                <a:lnTo>
                  <a:pt x="0" y="142875"/>
                </a:lnTo>
                <a:close/>
              </a:path>
            </a:pathLst>
          </a:custGeom>
          <a:solidFill xmlns:a="http://schemas.openxmlformats.org/drawingml/2006/main">
            <a:srgbClr val="79B9F3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89" name="edit shortcut text">
            <a:extLst xmlns:a="http://schemas.openxmlformats.org/drawingml/2006/main">
              <a:ext uri="{FF2B5EF4-FFF2-40B4-BE49-F238E27FC236}">
                <a16:creationId xmlns:a16="http://schemas.microsoft.com/office/drawing/2014/main" id="{C25BFBBC-B2D5-4917-87C2-8D1A4FE2C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183350" y="8054150"/>
            <a:ext cx="171450" cy="2533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</a:t>
            </a:r>
          </a:p>
        </p:txBody>
      </p:sp>
      <p:sp>
        <p:nvSpPr>
          <p:cNvPr id="290" name="move operation text">
            <a:extLst xmlns:a="http://schemas.openxmlformats.org/drawingml/2006/main">
              <a:ext uri="{FF2B5EF4-FFF2-40B4-BE49-F238E27FC236}">
                <a16:creationId xmlns:a16="http://schemas.microsoft.com/office/drawing/2014/main" id="{67A58B2C-AD4B-4FAD-9BED-8C8D952F0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440150" y="8638604"/>
            <a:ext cx="819150" cy="2266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 i="0">
                <a:solidFill>
                  <a:srgbClr val="2F98C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2F98C5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2F98C5"/>
                </a:solidFill>
                <a:latin typeface="Arial"/>
                <a:ea typeface="Arial"/>
                <a:cs typeface="Arial"/>
              </a:rPr>
              <a:t>move</a:t>
            </a:r>
          </a:p>
        </p:txBody>
      </p:sp>
      <p:sp>
        <p:nvSpPr>
          <p:cNvPr id="291" name="move operation to">
            <a:extLst xmlns:a="http://schemas.openxmlformats.org/drawingml/2006/main">
              <a:ext uri="{FF2B5EF4-FFF2-40B4-BE49-F238E27FC236}">
                <a16:creationId xmlns:a16="http://schemas.microsoft.com/office/drawing/2014/main" id="{D5269361-9002-4BCE-A151-398D3CA2A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268825" y="8638604"/>
            <a:ext cx="342900" cy="2266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 i="0">
                <a:solidFill>
                  <a:srgbClr val="2F98C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2F98C5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2F98C5"/>
                </a:solidFill>
                <a:latin typeface="Arial"/>
                <a:ea typeface="Arial"/>
                <a:cs typeface="Arial"/>
              </a:rPr>
              <a:t>to</a:t>
            </a:r>
          </a:p>
        </p:txBody>
      </p:sp>
      <p:sp>
        <p:nvSpPr>
          <p:cNvPr id="292" name="move operation button">
            <a:extLst xmlns:a="http://schemas.openxmlformats.org/drawingml/2006/main">
              <a:ext uri="{FF2B5EF4-FFF2-40B4-BE49-F238E27FC236}">
                <a16:creationId xmlns:a16="http://schemas.microsoft.com/office/drawing/2014/main" id="{36146E04-B70C-4FF2-A3BA-010DDD90E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78425" y="8620125"/>
            <a:ext cx="1409700" cy="285750"/>
          </a:xfrm>
          <a:custGeom xmlns:a="http://schemas.openxmlformats.org/drawingml/2006/main">
            <a:pathLst>
              <a:path w="1409700" h="285750">
                <a:moveTo>
                  <a:pt x="142875" y="0"/>
                </a:moveTo>
                <a:lnTo>
                  <a:pt x="1257300" y="0"/>
                </a:lnTo>
                <a:lnTo>
                  <a:pt x="1409700" y="142875"/>
                </a:lnTo>
                <a:lnTo>
                  <a:pt x="1257300" y="285750"/>
                </a:lnTo>
                <a:lnTo>
                  <a:pt x="142875" y="285750"/>
                </a:lnTo>
                <a:lnTo>
                  <a:pt x="0" y="14287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79B9F3"/>
            </a:solidFill>
            <a:prstDash val="solid"/>
          </a:ln>
        </p:spPr>
      </p:sp>
      <p:sp>
        <p:nvSpPr>
          <p:cNvPr id="293" name="move button label">
            <a:extLst xmlns:a="http://schemas.openxmlformats.org/drawingml/2006/main">
              <a:ext uri="{FF2B5EF4-FFF2-40B4-BE49-F238E27FC236}">
                <a16:creationId xmlns:a16="http://schemas.microsoft.com/office/drawing/2014/main" id="{4C047154-F9B2-4238-8372-31FA0C7F0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087975" y="8648129"/>
            <a:ext cx="1104900" cy="2266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 i="0">
                <a:solidFill>
                  <a:srgbClr val="24ABE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24ABE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24ABE3"/>
                </a:solidFill>
                <a:latin typeface="Arial"/>
                <a:ea typeface="Arial"/>
                <a:cs typeface="Arial"/>
              </a:rPr>
              <a:t>Move Asset</a:t>
            </a:r>
          </a:p>
        </p:txBody>
      </p:sp>
      <p:sp>
        <p:nvSpPr>
          <p:cNvPr id="294" name="move shortcut diamond">
            <a:extLst xmlns:a="http://schemas.openxmlformats.org/drawingml/2006/main">
              <a:ext uri="{FF2B5EF4-FFF2-40B4-BE49-F238E27FC236}">
                <a16:creationId xmlns:a16="http://schemas.microsoft.com/office/drawing/2014/main" id="{747E1921-2661-451B-AB10-676F909AF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07150" y="8620125"/>
            <a:ext cx="266700" cy="285750"/>
          </a:xfrm>
          <a:custGeom xmlns:a="http://schemas.openxmlformats.org/drawingml/2006/main">
            <a:pathLst>
              <a:path w="266700" h="285750">
                <a:moveTo>
                  <a:pt x="133350" y="0"/>
                </a:moveTo>
                <a:lnTo>
                  <a:pt x="266700" y="142875"/>
                </a:lnTo>
                <a:lnTo>
                  <a:pt x="133350" y="285750"/>
                </a:lnTo>
                <a:lnTo>
                  <a:pt x="0" y="142875"/>
                </a:lnTo>
                <a:close/>
              </a:path>
            </a:pathLst>
          </a:custGeom>
          <a:solidFill xmlns:a="http://schemas.openxmlformats.org/drawingml/2006/main">
            <a:srgbClr val="79B9F3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95" name="move shortcut text">
            <a:extLst xmlns:a="http://schemas.openxmlformats.org/drawingml/2006/main">
              <a:ext uri="{FF2B5EF4-FFF2-40B4-BE49-F238E27FC236}">
                <a16:creationId xmlns:a16="http://schemas.microsoft.com/office/drawing/2014/main" id="{547E6641-308A-4A9F-96E5-3BC6F9697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183350" y="8644700"/>
            <a:ext cx="171450" cy="2533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</a:t>
            </a:r>
          </a:p>
        </p:txBody>
      </p:sp>
      <p:sp>
        <p:nvSpPr>
          <p:cNvPr id="296" name="replace operation text">
            <a:extLst xmlns:a="http://schemas.openxmlformats.org/drawingml/2006/main">
              <a:ext uri="{FF2B5EF4-FFF2-40B4-BE49-F238E27FC236}">
                <a16:creationId xmlns:a16="http://schemas.microsoft.com/office/drawing/2014/main" id="{6C63E45F-CA79-45C7-A5DF-60419DF04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440150" y="9244679"/>
            <a:ext cx="819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13" b="0" i="0">
                <a:solidFill>
                  <a:srgbClr val="2F98C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13" b="0" i="0">
                <a:solidFill>
                  <a:srgbClr val="2F98C5"/>
                </a:solidFill>
                <a:latin typeface="Arial"/>
                <a:ea typeface="Arial"/>
                <a:cs typeface="Arial"/>
              </a:defRPr>
            </a:pPr>
            <a:r>
              <a:rPr sz="1013" b="0" i="0">
                <a:solidFill>
                  <a:srgbClr val="2F98C5"/>
                </a:solidFill>
                <a:latin typeface="Arial"/>
                <a:ea typeface="Arial"/>
                <a:cs typeface="Arial"/>
              </a:rPr>
              <a:t>replace</a:t>
            </a:r>
          </a:p>
        </p:txBody>
      </p:sp>
      <p:sp>
        <p:nvSpPr>
          <p:cNvPr id="297" name="replace operation to">
            <a:extLst xmlns:a="http://schemas.openxmlformats.org/drawingml/2006/main">
              <a:ext uri="{FF2B5EF4-FFF2-40B4-BE49-F238E27FC236}">
                <a16:creationId xmlns:a16="http://schemas.microsoft.com/office/drawing/2014/main" id="{EFFFD8EB-D1D3-48F0-89EB-E736C2C88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268825" y="9238679"/>
            <a:ext cx="342900" cy="2266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 i="0">
                <a:solidFill>
                  <a:srgbClr val="2F98C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2F98C5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2F98C5"/>
                </a:solidFill>
                <a:latin typeface="Arial"/>
                <a:ea typeface="Arial"/>
                <a:cs typeface="Arial"/>
              </a:rPr>
              <a:t>to</a:t>
            </a:r>
          </a:p>
        </p:txBody>
      </p:sp>
      <p:sp>
        <p:nvSpPr>
          <p:cNvPr id="298" name="replace operation button">
            <a:extLst xmlns:a="http://schemas.openxmlformats.org/drawingml/2006/main">
              <a:ext uri="{FF2B5EF4-FFF2-40B4-BE49-F238E27FC236}">
                <a16:creationId xmlns:a16="http://schemas.microsoft.com/office/drawing/2014/main" id="{CD800C85-F2B8-4AD5-BB33-9341ECEE7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78425" y="9220200"/>
            <a:ext cx="1409700" cy="285750"/>
          </a:xfrm>
          <a:custGeom xmlns:a="http://schemas.openxmlformats.org/drawingml/2006/main">
            <a:pathLst>
              <a:path w="1409700" h="285750">
                <a:moveTo>
                  <a:pt x="142875" y="0"/>
                </a:moveTo>
                <a:lnTo>
                  <a:pt x="1257300" y="0"/>
                </a:lnTo>
                <a:lnTo>
                  <a:pt x="1409700" y="142875"/>
                </a:lnTo>
                <a:lnTo>
                  <a:pt x="1257300" y="285750"/>
                </a:lnTo>
                <a:lnTo>
                  <a:pt x="142875" y="285750"/>
                </a:lnTo>
                <a:lnTo>
                  <a:pt x="0" y="14287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79B9F3"/>
            </a:solidFill>
            <a:prstDash val="solid"/>
          </a:ln>
        </p:spPr>
      </p:sp>
      <p:sp>
        <p:nvSpPr>
          <p:cNvPr id="299" name="replace button label first">
            <a:extLst xmlns:a="http://schemas.openxmlformats.org/drawingml/2006/main">
              <a:ext uri="{FF2B5EF4-FFF2-40B4-BE49-F238E27FC236}">
                <a16:creationId xmlns:a16="http://schemas.microsoft.com/office/drawing/2014/main" id="{D442E623-FEB3-4CD6-AC63-288BA58D2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202275" y="9213533"/>
            <a:ext cx="8001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0" i="0">
                <a:solidFill>
                  <a:srgbClr val="24ABE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5" b="0" i="0">
                <a:solidFill>
                  <a:srgbClr val="24ABE3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24ABE3"/>
                </a:solidFill>
                <a:latin typeface="Arial"/>
                <a:ea typeface="Arial"/>
                <a:cs typeface="Arial"/>
              </a:rPr>
              <a:t>Replace</a:t>
            </a:r>
          </a:p>
        </p:txBody>
      </p:sp>
      <p:sp>
        <p:nvSpPr>
          <p:cNvPr id="300" name="replace button label second">
            <a:extLst xmlns:a="http://schemas.openxmlformats.org/drawingml/2006/main">
              <a:ext uri="{FF2B5EF4-FFF2-40B4-BE49-F238E27FC236}">
                <a16:creationId xmlns:a16="http://schemas.microsoft.com/office/drawing/2014/main" id="{759AD564-C921-4E78-983E-4C6D55149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202275" y="9356408"/>
            <a:ext cx="8001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0" i="0">
                <a:solidFill>
                  <a:srgbClr val="24ABE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5" b="0" i="0">
                <a:solidFill>
                  <a:srgbClr val="24ABE3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24ABE3"/>
                </a:solidFill>
                <a:latin typeface="Arial"/>
                <a:ea typeface="Arial"/>
                <a:cs typeface="Arial"/>
              </a:rPr>
              <a:t>Material</a:t>
            </a:r>
          </a:p>
        </p:txBody>
      </p:sp>
      <p:sp>
        <p:nvSpPr>
          <p:cNvPr id="301" name="replace shortcut diamond">
            <a:extLst xmlns:a="http://schemas.openxmlformats.org/drawingml/2006/main">
              <a:ext uri="{FF2B5EF4-FFF2-40B4-BE49-F238E27FC236}">
                <a16:creationId xmlns:a16="http://schemas.microsoft.com/office/drawing/2014/main" id="{A15826BE-06F5-47CF-986A-66C7CC552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07150" y="9220200"/>
            <a:ext cx="266700" cy="285750"/>
          </a:xfrm>
          <a:custGeom xmlns:a="http://schemas.openxmlformats.org/drawingml/2006/main">
            <a:pathLst>
              <a:path w="266700" h="285750">
                <a:moveTo>
                  <a:pt x="133350" y="0"/>
                </a:moveTo>
                <a:lnTo>
                  <a:pt x="266700" y="142875"/>
                </a:lnTo>
                <a:lnTo>
                  <a:pt x="133350" y="285750"/>
                </a:lnTo>
                <a:lnTo>
                  <a:pt x="0" y="142875"/>
                </a:lnTo>
                <a:close/>
              </a:path>
            </a:pathLst>
          </a:custGeom>
          <a:solidFill xmlns:a="http://schemas.openxmlformats.org/drawingml/2006/main">
            <a:srgbClr val="79B9F3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02" name="replace shortcut text">
            <a:extLst xmlns:a="http://schemas.openxmlformats.org/drawingml/2006/main">
              <a:ext uri="{FF2B5EF4-FFF2-40B4-BE49-F238E27FC236}">
                <a16:creationId xmlns:a16="http://schemas.microsoft.com/office/drawing/2014/main" id="{2EC15921-D09E-4456-B95F-59B203E9D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183350" y="9244775"/>
            <a:ext cx="171450" cy="2533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</a:t>
            </a:r>
          </a:p>
        </p:txBody>
      </p:sp>
      <p:pic>
        <p:nvPicPr>
          <p:cNvPr id="303" name="">
            <a:extLst xmlns:a="http://schemas.openxmlformats.org/drawingml/2006/main">
              <a:ext uri="{FF2B5EF4-FFF2-40B4-BE49-F238E27FC236}">
                <a16:creationId xmlns:a16="http://schemas.microsoft.com/office/drawing/2014/main" id="{4224D19D-6008-46B3-9507-7C3E2073A8D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3933738cee4272"/>
          <a:stretch xmlns:a="http://schemas.openxmlformats.org/drawingml/2006/main"/>
        </p:blipFill>
        <p:spPr>
          <a:xfrm xmlns:a="http://schemas.openxmlformats.org/drawingml/2006/main">
            <a:off x="16916400" y="6867525"/>
            <a:ext cx="209550" cy="304800"/>
          </a:xfrm>
          <a:prstGeom xmlns:a="http://schemas.openxmlformats.org/drawingml/2006/main" prst="rect">
            <a:avLst/>
          </a:prstGeom>
        </p:spPr>
      </p:pic>
      <p:pic>
        <p:nvPicPr>
          <p:cNvPr id="304" name="">
            <a:extLst xmlns:a="http://schemas.openxmlformats.org/drawingml/2006/main">
              <a:ext uri="{FF2B5EF4-FFF2-40B4-BE49-F238E27FC236}">
                <a16:creationId xmlns:a16="http://schemas.microsoft.com/office/drawing/2014/main" id="{CE53E126-7BA6-42B5-8135-331D28AFEDB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77e93f0a354452"/>
          <a:stretch xmlns:a="http://schemas.openxmlformats.org/drawingml/2006/main"/>
        </p:blipFill>
        <p:spPr>
          <a:xfrm xmlns:a="http://schemas.openxmlformats.org/drawingml/2006/main">
            <a:off x="17459325" y="6848475"/>
            <a:ext cx="285750" cy="352425"/>
          </a:xfrm>
          <a:prstGeom xmlns:a="http://schemas.openxmlformats.org/drawingml/2006/main" prst="rect">
            <a:avLst/>
          </a:prstGeom>
        </p:spPr>
      </p:pic>
      <p:pic>
        <p:nvPicPr>
          <p:cNvPr id="305" name="">
            <a:extLst xmlns:a="http://schemas.openxmlformats.org/drawingml/2006/main">
              <a:ext uri="{FF2B5EF4-FFF2-40B4-BE49-F238E27FC236}">
                <a16:creationId xmlns:a16="http://schemas.microsoft.com/office/drawing/2014/main" id="{C0430C8E-BDF7-482F-A9D2-829885357D4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0f06099d6f4ecd"/>
          <a:stretch xmlns:a="http://schemas.openxmlformats.org/drawingml/2006/main"/>
        </p:blipFill>
        <p:spPr>
          <a:xfrm xmlns:a="http://schemas.openxmlformats.org/drawingml/2006/main">
            <a:off x="16916400" y="7439025"/>
            <a:ext cx="266700" cy="295275"/>
          </a:xfrm>
          <a:prstGeom xmlns:a="http://schemas.openxmlformats.org/drawingml/2006/main" prst="rect">
            <a:avLst/>
          </a:prstGeom>
        </p:spPr>
      </p:pic>
      <p:pic>
        <p:nvPicPr>
          <p:cNvPr id="306" name="">
            <a:extLst xmlns:a="http://schemas.openxmlformats.org/drawingml/2006/main">
              <a:ext uri="{FF2B5EF4-FFF2-40B4-BE49-F238E27FC236}">
                <a16:creationId xmlns:a16="http://schemas.microsoft.com/office/drawing/2014/main" id="{06F11C17-3943-4590-99E4-319DF54F444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99b733d0a6493b"/>
          <a:stretch xmlns:a="http://schemas.openxmlformats.org/drawingml/2006/main"/>
        </p:blipFill>
        <p:spPr>
          <a:xfrm xmlns:a="http://schemas.openxmlformats.org/drawingml/2006/main">
            <a:off x="17459325" y="7439025"/>
            <a:ext cx="247650" cy="295275"/>
          </a:xfrm>
          <a:prstGeom xmlns:a="http://schemas.openxmlformats.org/drawingml/2006/main" prst="rect">
            <a:avLst/>
          </a:prstGeom>
        </p:spPr>
      </p:pic>
      <p:pic>
        <p:nvPicPr>
          <p:cNvPr id="307" name="">
            <a:extLst xmlns:a="http://schemas.openxmlformats.org/drawingml/2006/main">
              <a:ext uri="{FF2B5EF4-FFF2-40B4-BE49-F238E27FC236}">
                <a16:creationId xmlns:a16="http://schemas.microsoft.com/office/drawing/2014/main" id="{6BF57FF9-C006-46D8-9CA3-9EFC08EB77A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ec0753a24c47fc"/>
          <a:stretch xmlns:a="http://schemas.openxmlformats.org/drawingml/2006/main"/>
        </p:blipFill>
        <p:spPr>
          <a:xfrm xmlns:a="http://schemas.openxmlformats.org/drawingml/2006/main">
            <a:off x="16916400" y="8020050"/>
            <a:ext cx="200025" cy="285750"/>
          </a:xfrm>
          <a:prstGeom xmlns:a="http://schemas.openxmlformats.org/drawingml/2006/main" prst="rect">
            <a:avLst/>
          </a:prstGeom>
        </p:spPr>
      </p:pic>
      <p:pic>
        <p:nvPicPr>
          <p:cNvPr id="308" name="">
            <a:extLst xmlns:a="http://schemas.openxmlformats.org/drawingml/2006/main">
              <a:ext uri="{FF2B5EF4-FFF2-40B4-BE49-F238E27FC236}">
                <a16:creationId xmlns:a16="http://schemas.microsoft.com/office/drawing/2014/main" id="{7AF2BF9B-9A02-49D5-B001-92FE001B410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05a6ea0c9948c8"/>
          <a:stretch xmlns:a="http://schemas.openxmlformats.org/drawingml/2006/main"/>
        </p:blipFill>
        <p:spPr>
          <a:xfrm xmlns:a="http://schemas.openxmlformats.org/drawingml/2006/main">
            <a:off x="17459325" y="8020050"/>
            <a:ext cx="238125" cy="285750"/>
          </a:xfrm>
          <a:prstGeom xmlns:a="http://schemas.openxmlformats.org/drawingml/2006/main" prst="rect">
            <a:avLst/>
          </a:prstGeom>
        </p:spPr>
      </p:pic>
      <p:pic>
        <p:nvPicPr>
          <p:cNvPr id="309" name="">
            <a:extLst xmlns:a="http://schemas.openxmlformats.org/drawingml/2006/main">
              <a:ext uri="{FF2B5EF4-FFF2-40B4-BE49-F238E27FC236}">
                <a16:creationId xmlns:a16="http://schemas.microsoft.com/office/drawing/2014/main" id="{A3F806D8-CD94-443E-BC94-C498BE22822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810297efef4a23"/>
          <a:stretch xmlns:a="http://schemas.openxmlformats.org/drawingml/2006/main"/>
        </p:blipFill>
        <p:spPr>
          <a:xfrm xmlns:a="http://schemas.openxmlformats.org/drawingml/2006/main">
            <a:off x="16897350" y="8610600"/>
            <a:ext cx="295275" cy="295275"/>
          </a:xfrm>
          <a:prstGeom xmlns:a="http://schemas.openxmlformats.org/drawingml/2006/main" prst="rect">
            <a:avLst/>
          </a:prstGeom>
        </p:spPr>
      </p:pic>
      <p:pic>
        <p:nvPicPr>
          <p:cNvPr id="310" name="">
            <a:extLst xmlns:a="http://schemas.openxmlformats.org/drawingml/2006/main">
              <a:ext uri="{FF2B5EF4-FFF2-40B4-BE49-F238E27FC236}">
                <a16:creationId xmlns:a16="http://schemas.microsoft.com/office/drawing/2014/main" id="{656EDC3B-423A-4E12-84CA-204A83F0603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7cfcaedf664baf"/>
          <a:stretch xmlns:a="http://schemas.openxmlformats.org/drawingml/2006/main"/>
        </p:blipFill>
        <p:spPr>
          <a:xfrm xmlns:a="http://schemas.openxmlformats.org/drawingml/2006/main">
            <a:off x="17430750" y="8601075"/>
            <a:ext cx="314325" cy="304800"/>
          </a:xfrm>
          <a:prstGeom xmlns:a="http://schemas.openxmlformats.org/drawingml/2006/main" prst="rect">
            <a:avLst/>
          </a:prstGeom>
        </p:spPr>
      </p:pic>
      <p:pic>
        <p:nvPicPr>
          <p:cNvPr id="311" name="">
            <a:extLst xmlns:a="http://schemas.openxmlformats.org/drawingml/2006/main">
              <a:ext uri="{FF2B5EF4-FFF2-40B4-BE49-F238E27FC236}">
                <a16:creationId xmlns:a16="http://schemas.microsoft.com/office/drawing/2014/main" id="{2F0D8475-20B7-4664-AEA4-1036B20361B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e81741d55d4721"/>
          <a:stretch xmlns:a="http://schemas.openxmlformats.org/drawingml/2006/main"/>
        </p:blipFill>
        <p:spPr>
          <a:xfrm xmlns:a="http://schemas.openxmlformats.org/drawingml/2006/main">
            <a:off x="16859250" y="9210675"/>
            <a:ext cx="314325" cy="314325"/>
          </a:xfrm>
          <a:prstGeom xmlns:a="http://schemas.openxmlformats.org/drawingml/2006/main" prst="rect">
            <a:avLst/>
          </a:prstGeom>
        </p:spPr>
      </p:pic>
      <p:pic>
        <p:nvPicPr>
          <p:cNvPr id="312" name="">
            <a:extLst xmlns:a="http://schemas.openxmlformats.org/drawingml/2006/main">
              <a:ext uri="{FF2B5EF4-FFF2-40B4-BE49-F238E27FC236}">
                <a16:creationId xmlns:a16="http://schemas.microsoft.com/office/drawing/2014/main" id="{A0E4557B-6E77-445B-8211-B9EBB8CA5AB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47260162264555"/>
          <a:stretch xmlns:a="http://schemas.openxmlformats.org/drawingml/2006/main"/>
        </p:blipFill>
        <p:spPr>
          <a:xfrm xmlns:a="http://schemas.openxmlformats.org/drawingml/2006/main">
            <a:off x="17402175" y="9210675"/>
            <a:ext cx="342900" cy="3143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929511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0" name="OSM category panel">
            <a:extLst xmlns:a="http://schemas.openxmlformats.org/drawingml/2006/main">
              <a:ext uri="{FF2B5EF4-FFF2-40B4-BE49-F238E27FC236}">
                <a16:creationId xmlns:a16="http://schemas.microsoft.com/office/drawing/2014/main" id="{16CAA960-3CD2-4A9C-93BD-DC6D9901E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20" y="175743"/>
            <a:ext cx="4050406" cy="10046594"/>
          </a:xfrm>
          <a:custGeom xmlns:a="http://schemas.openxmlformats.org/drawingml/2006/main">
            <a:pathLst>
              <a:path w="1943100" h="4819650">
                <a:moveTo>
                  <a:pt x="142875" y="0"/>
                </a:moveTo>
                <a:lnTo>
                  <a:pt x="1800225" y="0"/>
                </a:lnTo>
                <a:cubicBezTo>
                  <a:pt x="1879133" y="0"/>
                  <a:pt x="1943100" y="63967"/>
                  <a:pt x="1943100" y="142875"/>
                </a:cubicBezTo>
                <a:lnTo>
                  <a:pt x="1943100" y="4676775"/>
                </a:lnTo>
                <a:cubicBezTo>
                  <a:pt x="1943100" y="4755683"/>
                  <a:pt x="1879133" y="4819650"/>
                  <a:pt x="1800225" y="4819650"/>
                </a:cubicBezTo>
                <a:lnTo>
                  <a:pt x="142875" y="4819650"/>
                </a:lnTo>
                <a:cubicBezTo>
                  <a:pt x="63967" y="4819650"/>
                  <a:pt x="0" y="4755683"/>
                  <a:pt x="0" y="4676775"/>
                </a:cubicBezTo>
                <a:lnTo>
                  <a:pt x="0" y="142875"/>
                </a:lnTo>
                <a:cubicBezTo>
                  <a:pt x="0" y="63967"/>
                  <a:pt x="63967" y="0"/>
                  <a:pt x="142875" y="0"/>
                </a:cubicBezTo>
                <a:close/>
              </a:path>
            </a:pathLst>
          </a:custGeom>
          <a:solidFill xmlns:a="http://schemas.openxmlformats.org/drawingml/2006/main">
            <a:srgbClr val="E1DFFA"/>
          </a:solidFill>
          <a:ln xmlns:a="http://schemas.openxmlformats.org/drawingml/2006/main" w="19855">
            <a:noFill/>
            <a:prstDash val="solid"/>
          </a:ln>
        </p:spPr>
      </p:sp>
      <p:sp>
        <p:nvSpPr>
          <p:cNvPr id="2" name="3D category panel">
            <a:extLst xmlns:a="http://schemas.openxmlformats.org/drawingml/2006/main">
              <a:ext uri="{FF2B5EF4-FFF2-40B4-BE49-F238E27FC236}">
                <a16:creationId xmlns:a16="http://schemas.microsoft.com/office/drawing/2014/main" id="{B28B2B70-1E05-48B2-8098-65569BC37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8375" y="175743"/>
            <a:ext cx="9709061" cy="10046594"/>
          </a:xfrm>
          <a:custGeom xmlns:a="http://schemas.openxmlformats.org/drawingml/2006/main">
            <a:pathLst>
              <a:path w="4657725" h="4819650">
                <a:moveTo>
                  <a:pt x="152400" y="0"/>
                </a:moveTo>
                <a:lnTo>
                  <a:pt x="4505325" y="0"/>
                </a:lnTo>
                <a:cubicBezTo>
                  <a:pt x="4589493" y="0"/>
                  <a:pt x="4657725" y="68232"/>
                  <a:pt x="4657725" y="152400"/>
                </a:cubicBezTo>
                <a:lnTo>
                  <a:pt x="4657725" y="4667250"/>
                </a:lnTo>
                <a:cubicBezTo>
                  <a:pt x="4657725" y="4751418"/>
                  <a:pt x="4589493" y="4819650"/>
                  <a:pt x="4505325" y="4819650"/>
                </a:cubicBezTo>
                <a:lnTo>
                  <a:pt x="152400" y="4819650"/>
                </a:lnTo>
                <a:cubicBezTo>
                  <a:pt x="68232" y="4819650"/>
                  <a:pt x="0" y="4751418"/>
                  <a:pt x="0" y="4667250"/>
                </a:cubicBezTo>
                <a:lnTo>
                  <a:pt x="0" y="152400"/>
                </a:ln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solidFill xmlns:a="http://schemas.openxmlformats.org/drawingml/2006/main">
            <a:srgbClr val="DED0F0"/>
          </a:solidFill>
          <a:ln xmlns:a="http://schemas.openxmlformats.org/drawingml/2006/main" w="19855">
            <a:noFill/>
            <a:prstDash val="solid"/>
          </a:ln>
        </p:spPr>
      </p:sp>
      <p:sp>
        <p:nvSpPr>
          <p:cNvPr id="3" name="texture category panel">
            <a:extLst xmlns:a="http://schemas.openxmlformats.org/drawingml/2006/main">
              <a:ext uri="{FF2B5EF4-FFF2-40B4-BE49-F238E27FC236}">
                <a16:creationId xmlns:a16="http://schemas.microsoft.com/office/drawing/2014/main" id="{F8358307-B88A-4BF5-BB38-D5C1B2A19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16130" y="175743"/>
            <a:ext cx="5440251" cy="10046594"/>
          </a:xfrm>
          <a:custGeom xmlns:a="http://schemas.openxmlformats.org/drawingml/2006/main">
            <a:pathLst>
              <a:path w="2609850" h="4819650">
                <a:moveTo>
                  <a:pt x="142875" y="0"/>
                </a:moveTo>
                <a:lnTo>
                  <a:pt x="2466975" y="0"/>
                </a:lnTo>
                <a:cubicBezTo>
                  <a:pt x="2545883" y="0"/>
                  <a:pt x="2609850" y="63967"/>
                  <a:pt x="2609850" y="142875"/>
                </a:cubicBezTo>
                <a:lnTo>
                  <a:pt x="2609850" y="4676775"/>
                </a:lnTo>
                <a:cubicBezTo>
                  <a:pt x="2609850" y="4755683"/>
                  <a:pt x="2545883" y="4819650"/>
                  <a:pt x="2466975" y="4819650"/>
                </a:cubicBezTo>
                <a:lnTo>
                  <a:pt x="142875" y="4819650"/>
                </a:lnTo>
                <a:cubicBezTo>
                  <a:pt x="63967" y="4819650"/>
                  <a:pt x="0" y="4755683"/>
                  <a:pt x="0" y="4676775"/>
                </a:cubicBezTo>
                <a:lnTo>
                  <a:pt x="0" y="142875"/>
                </a:lnTo>
                <a:cubicBezTo>
                  <a:pt x="0" y="63967"/>
                  <a:pt x="63967" y="0"/>
                  <a:pt x="142875" y="0"/>
                </a:cubicBezTo>
                <a:close/>
              </a:path>
            </a:pathLst>
          </a:custGeom>
          <a:solidFill xmlns:a="http://schemas.openxmlformats.org/drawingml/2006/main">
            <a:srgbClr val="EDD4F3"/>
          </a:solidFill>
          <a:ln xmlns:a="http://schemas.openxmlformats.org/drawingml/2006/main" w="19855">
            <a:noFill/>
            <a:prstDash val="solid"/>
          </a:ln>
        </p:spPr>
      </p:sp>
      <p:sp>
        <p:nvSpPr>
          <p:cNvPr id="4" name="caption panel">
            <a:extLst xmlns:a="http://schemas.openxmlformats.org/drawingml/2006/main">
              <a:ext uri="{FF2B5EF4-FFF2-40B4-BE49-F238E27FC236}">
                <a16:creationId xmlns:a16="http://schemas.microsoft.com/office/drawing/2014/main" id="{683C182D-A979-473A-96B8-06FFA24C7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549" y="294873"/>
            <a:ext cx="3792292" cy="1588394"/>
          </a:xfrm>
          <a:custGeom xmlns:a="http://schemas.openxmlformats.org/drawingml/2006/main">
            <a:pathLst>
              <a:path w="1819275" h="762000">
                <a:moveTo>
                  <a:pt x="57150" y="0"/>
                </a:moveTo>
                <a:lnTo>
                  <a:pt x="1762125" y="0"/>
                </a:lnTo>
                <a:cubicBezTo>
                  <a:pt x="1793688" y="0"/>
                  <a:pt x="1819275" y="25587"/>
                  <a:pt x="1819275" y="57150"/>
                </a:cubicBezTo>
                <a:lnTo>
                  <a:pt x="1819275" y="704850"/>
                </a:lnTo>
                <a:cubicBezTo>
                  <a:pt x="1819275" y="736413"/>
                  <a:pt x="1793688" y="762000"/>
                  <a:pt x="1762125" y="762000"/>
                </a:cubicBezTo>
                <a:lnTo>
                  <a:pt x="57150" y="762000"/>
                </a:lnTo>
                <a:cubicBezTo>
                  <a:pt x="25587" y="762000"/>
                  <a:pt x="0" y="736413"/>
                  <a:pt x="0" y="7048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23826">
            <a:solidFill>
              <a:srgbClr val="B1A6E8"/>
            </a:solidFill>
            <a:prstDash val="dash"/>
          </a:ln>
        </p:spPr>
      </p:sp>
      <p:sp>
        <p:nvSpPr>
          <p:cNvPr id="5" name="dataset caption 1">
            <a:extLst xmlns:a="http://schemas.openxmlformats.org/drawingml/2006/main">
              <a:ext uri="{FF2B5EF4-FFF2-40B4-BE49-F238E27FC236}">
                <a16:creationId xmlns:a16="http://schemas.microsoft.com/office/drawing/2014/main" id="{C053ECAC-0824-45C7-8D92-5B6CFFCDF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7389" y="372188"/>
            <a:ext cx="3454758" cy="3252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2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2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2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road network centers on a</a:t>
            </a:r>
          </a:p>
        </p:txBody>
      </p:sp>
      <p:sp>
        <p:nvSpPr>
          <p:cNvPr id="6" name="dataset caption 2">
            <a:extLst xmlns:a="http://schemas.openxmlformats.org/drawingml/2006/main">
              <a:ext uri="{FF2B5EF4-FFF2-40B4-BE49-F238E27FC236}">
                <a16:creationId xmlns:a16="http://schemas.microsoft.com/office/drawing/2014/main" id="{5FE11440-CB99-459C-A54D-13B274F4F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7389" y="609136"/>
            <a:ext cx="3454758" cy="3252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2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2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2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main north-south road and a</a:t>
            </a:r>
          </a:p>
        </p:txBody>
      </p:sp>
      <p:sp>
        <p:nvSpPr>
          <p:cNvPr id="7" name="dataset caption 3">
            <a:extLst xmlns:a="http://schemas.openxmlformats.org/drawingml/2006/main">
              <a:ext uri="{FF2B5EF4-FFF2-40B4-BE49-F238E27FC236}">
                <a16:creationId xmlns:a16="http://schemas.microsoft.com/office/drawing/2014/main" id="{6FED90CD-9E15-480C-9D28-1DD3478AD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7389" y="846747"/>
            <a:ext cx="3454758" cy="3200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curving southeast route, lined with</a:t>
            </a:r>
          </a:p>
        </p:txBody>
      </p:sp>
      <p:sp>
        <p:nvSpPr>
          <p:cNvPr id="8" name="dataset caption 4">
            <a:extLst xmlns:a="http://schemas.openxmlformats.org/drawingml/2006/main">
              <a:ext uri="{FF2B5EF4-FFF2-40B4-BE49-F238E27FC236}">
                <a16:creationId xmlns:a16="http://schemas.microsoft.com/office/drawing/2014/main" id="{290BA2EE-6DC2-48E6-91BC-D61A7A913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7389" y="1083034"/>
            <a:ext cx="3454758" cy="3252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2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2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2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dense rectangular buildings. An</a:t>
            </a:r>
          </a:p>
        </p:txBody>
      </p:sp>
      <p:sp>
        <p:nvSpPr>
          <p:cNvPr id="9" name="dataset caption 5">
            <a:extLst xmlns:a="http://schemas.openxmlformats.org/drawingml/2006/main">
              <a:ext uri="{FF2B5EF4-FFF2-40B4-BE49-F238E27FC236}">
                <a16:creationId xmlns:a16="http://schemas.microsoft.com/office/drawing/2014/main" id="{424DEF3C-BC0E-4B64-A62D-B559B5F2F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7389" y="1319983"/>
            <a:ext cx="3454758" cy="3252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2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2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2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elongated central water body,</a:t>
            </a:r>
          </a:p>
        </p:txBody>
      </p:sp>
      <p:sp>
        <p:nvSpPr>
          <p:cNvPr id="10" name="dataset caption 6">
            <a:extLst xmlns:a="http://schemas.openxmlformats.org/drawingml/2006/main">
              <a:ext uri="{FF2B5EF4-FFF2-40B4-BE49-F238E27FC236}">
                <a16:creationId xmlns:a16="http://schemas.microsoft.com/office/drawing/2014/main" id="{724F4768-C5D5-4BE6-984E-0B689D383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7389" y="1556931"/>
            <a:ext cx="3454758" cy="3252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2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2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2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likely a pond or small lake...</a:t>
            </a:r>
          </a:p>
        </p:txBody>
      </p:sp>
      <p:sp>
        <p:nvSpPr>
          <p:cNvPr id="11" name="Caption label">
            <a:extLst xmlns:a="http://schemas.openxmlformats.org/drawingml/2006/main">
              <a:ext uri="{FF2B5EF4-FFF2-40B4-BE49-F238E27FC236}">
                <a16:creationId xmlns:a16="http://schemas.microsoft.com/office/drawing/2014/main" id="{CB7268A2-7621-4441-A222-BFB321053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69990" y="2030193"/>
            <a:ext cx="1985493" cy="5559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12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12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12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Caption</a:t>
            </a:r>
          </a:p>
        </p:txBody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1E6D51-E94A-4FCF-A8E6-0106A51A3B1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9b0f6bf6d64cd0"/>
          <a:stretch xmlns:a="http://schemas.openxmlformats.org/drawingml/2006/main"/>
        </p:blipFill>
        <p:spPr>
          <a:xfrm xmlns:a="http://schemas.openxmlformats.org/drawingml/2006/main">
            <a:off x="754487" y="2538480"/>
            <a:ext cx="2720125" cy="2720125"/>
          </a:xfrm>
          <a:prstGeom xmlns:a="http://schemas.openxmlformats.org/drawingml/2006/main" prst="rect">
            <a:avLst/>
          </a:prstGeom>
        </p:spPr>
      </p:pic>
      <p:sp>
        <p:nvSpPr>
          <p:cNvPr id="13" name="Layout Map label">
            <a:extLst xmlns:a="http://schemas.openxmlformats.org/drawingml/2006/main">
              <a:ext uri="{FF2B5EF4-FFF2-40B4-BE49-F238E27FC236}">
                <a16:creationId xmlns:a16="http://schemas.microsoft.com/office/drawing/2014/main" id="{8207DAA3-2D0B-4554-B382-6D0B97069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2601" y="5345967"/>
            <a:ext cx="2481866" cy="5559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12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12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12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Layout Map</a:t>
            </a:r>
          </a:p>
        </p:txBody>
      </p:sp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89FA42-3305-4A45-8B1B-FE7EB3C21F3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c76c1644984dfd"/>
          <a:stretch xmlns:a="http://schemas.openxmlformats.org/drawingml/2006/main"/>
        </p:blipFill>
        <p:spPr>
          <a:xfrm xmlns:a="http://schemas.openxmlformats.org/drawingml/2006/main">
            <a:off x="774342" y="5953527"/>
            <a:ext cx="2700270" cy="2700270"/>
          </a:xfrm>
          <a:prstGeom xmlns:a="http://schemas.openxmlformats.org/drawingml/2006/main" prst="rect">
            <a:avLst/>
          </a:prstGeom>
        </p:spPr>
      </p:pic>
      <p:sp>
        <p:nvSpPr>
          <p:cNvPr id="15" name="Height Map label">
            <a:extLst xmlns:a="http://schemas.openxmlformats.org/drawingml/2006/main">
              <a:ext uri="{FF2B5EF4-FFF2-40B4-BE49-F238E27FC236}">
                <a16:creationId xmlns:a16="http://schemas.microsoft.com/office/drawing/2014/main" id="{B40ED465-A403-4DDE-8175-CC2145B93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2601" y="8721305"/>
            <a:ext cx="2581141" cy="5559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12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12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12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Height Map</a:t>
            </a:r>
          </a:p>
        </p:txBody>
      </p:sp>
      <p:pic>
        <p:nvPic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BD635E-55BA-4394-BAEB-B6FEC4A3638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12542be0c04e0e"/>
          <a:stretch xmlns:a="http://schemas.openxmlformats.org/drawingml/2006/main"/>
        </p:blipFill>
        <p:spPr>
          <a:xfrm xmlns:a="http://schemas.openxmlformats.org/drawingml/2006/main">
            <a:off x="4586489" y="294873"/>
            <a:ext cx="2164187" cy="1906073"/>
          </a:xfrm>
          <a:prstGeom xmlns:a="http://schemas.openxmlformats.org/drawingml/2006/main" prst="rect">
            <a:avLst/>
          </a:prstGeom>
        </p:spPr>
      </p:pic>
      <p:sp>
        <p:nvSpPr>
          <p:cNvPr id="17" name="NewYear style badge">
            <a:extLst xmlns:a="http://schemas.openxmlformats.org/drawingml/2006/main">
              <a:ext uri="{FF2B5EF4-FFF2-40B4-BE49-F238E27FC236}">
                <a16:creationId xmlns:a16="http://schemas.microsoft.com/office/drawing/2014/main" id="{67A2C245-E950-472F-9BBD-3A24784B0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6199" y="2379640"/>
            <a:ext cx="2084768" cy="456663"/>
          </a:xfrm>
          <a:custGeom xmlns:a="http://schemas.openxmlformats.org/drawingml/2006/main">
            <a:pathLst>
              <a:path w="1000125" h="219075">
                <a:moveTo>
                  <a:pt x="0" y="0"/>
                </a:moveTo>
                <a:lnTo>
                  <a:pt x="1000125" y="0"/>
                </a:lnTo>
                <a:cubicBezTo>
                  <a:pt x="1000125" y="0"/>
                  <a:pt x="1000125" y="0"/>
                  <a:pt x="1000125" y="0"/>
                </a:cubicBezTo>
                <a:lnTo>
                  <a:pt x="1000125" y="219075"/>
                </a:lnTo>
                <a:cubicBezTo>
                  <a:pt x="1000125" y="219075"/>
                  <a:pt x="1000125" y="219075"/>
                  <a:pt x="1000125" y="219075"/>
                </a:cubicBezTo>
                <a:lnTo>
                  <a:pt x="0" y="219075"/>
                </a:lnTo>
                <a:cubicBezTo>
                  <a:pt x="0" y="219075"/>
                  <a:pt x="0" y="219075"/>
                  <a:pt x="0" y="219075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29782">
            <a:solidFill>
              <a:srgbClr val="A273D4"/>
            </a:solidFill>
            <a:prstDash val="solid"/>
          </a:ln>
        </p:spPr>
      </p:sp>
      <p:pic>
        <p:nvPic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0A51C16-F4F2-4C8D-B57D-FF6B1F32060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4c43ac1caf48b8"/>
          <a:stretch xmlns:a="http://schemas.openxmlformats.org/drawingml/2006/main"/>
        </p:blipFill>
        <p:spPr>
          <a:xfrm xmlns:a="http://schemas.openxmlformats.org/drawingml/2006/main">
            <a:off x="4745328" y="2439205"/>
            <a:ext cx="416954" cy="337534"/>
          </a:xfrm>
          <a:prstGeom xmlns:a="http://schemas.openxmlformats.org/drawingml/2006/main" prst="rect">
            <a:avLst/>
          </a:prstGeom>
        </p:spPr>
      </p:pic>
      <p:sp>
        <p:nvSpPr>
          <p:cNvPr id="19" name="NewYear style label">
            <a:extLst xmlns:a="http://schemas.openxmlformats.org/drawingml/2006/main">
              <a:ext uri="{FF2B5EF4-FFF2-40B4-BE49-F238E27FC236}">
                <a16:creationId xmlns:a16="http://schemas.microsoft.com/office/drawing/2014/main" id="{E8C04ABC-274F-4B13-928E-73BC19941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01992" y="2402592"/>
            <a:ext cx="1429555" cy="439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7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7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7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NewYear</a:t>
            </a:r>
          </a:p>
        </p:txBody>
      </p:sp>
      <p:pic>
        <p:nvPic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AF1A647-98BB-4CEF-AFFF-80955D005AC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ebc8771da447b1"/>
          <a:stretch xmlns:a="http://schemas.openxmlformats.org/drawingml/2006/main"/>
        </p:blipFill>
        <p:spPr>
          <a:xfrm xmlns:a="http://schemas.openxmlformats.org/drawingml/2006/main">
            <a:off x="7088210" y="354437"/>
            <a:ext cx="1906073" cy="1866363"/>
          </a:xfrm>
          <a:prstGeom xmlns:a="http://schemas.openxmlformats.org/drawingml/2006/main" prst="rect">
            <a:avLst/>
          </a:prstGeom>
        </p:spPr>
      </p:pic>
      <p:sp>
        <p:nvSpPr>
          <p:cNvPr id="21" name="Van Gogh style badge">
            <a:extLst xmlns:a="http://schemas.openxmlformats.org/drawingml/2006/main">
              <a:ext uri="{FF2B5EF4-FFF2-40B4-BE49-F238E27FC236}">
                <a16:creationId xmlns:a16="http://schemas.microsoft.com/office/drawing/2014/main" id="{5EBABDB1-DA32-4A63-9C15-1F0668822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225" y="2379640"/>
            <a:ext cx="2124477" cy="456663"/>
          </a:xfrm>
          <a:custGeom xmlns:a="http://schemas.openxmlformats.org/drawingml/2006/main">
            <a:pathLst>
              <a:path w="1019175" h="219075">
                <a:moveTo>
                  <a:pt x="0" y="0"/>
                </a:moveTo>
                <a:lnTo>
                  <a:pt x="1019175" y="0"/>
                </a:lnTo>
                <a:cubicBezTo>
                  <a:pt x="1019175" y="0"/>
                  <a:pt x="1019175" y="0"/>
                  <a:pt x="1019175" y="0"/>
                </a:cubicBezTo>
                <a:lnTo>
                  <a:pt x="1019175" y="219075"/>
                </a:lnTo>
                <a:cubicBezTo>
                  <a:pt x="1019175" y="219075"/>
                  <a:pt x="1019175" y="219075"/>
                  <a:pt x="1019175" y="219075"/>
                </a:cubicBezTo>
                <a:lnTo>
                  <a:pt x="0" y="219075"/>
                </a:lnTo>
                <a:cubicBezTo>
                  <a:pt x="0" y="219075"/>
                  <a:pt x="0" y="219075"/>
                  <a:pt x="0" y="219075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29782">
            <a:solidFill>
              <a:srgbClr val="A273D4"/>
            </a:solidFill>
            <a:prstDash val="solid"/>
          </a:ln>
        </p:spPr>
      </p:sp>
      <p:pic>
        <p:nvPic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8D831BD-C5B6-4BD5-BFAC-1D36D779932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0b040bd4fe44a3"/>
          <a:stretch xmlns:a="http://schemas.openxmlformats.org/drawingml/2006/main"/>
        </p:blipFill>
        <p:spPr>
          <a:xfrm xmlns:a="http://schemas.openxmlformats.org/drawingml/2006/main">
            <a:off x="7028645" y="2419350"/>
            <a:ext cx="416954" cy="377244"/>
          </a:xfrm>
          <a:prstGeom xmlns:a="http://schemas.openxmlformats.org/drawingml/2006/main" prst="rect">
            <a:avLst/>
          </a:prstGeom>
        </p:spPr>
      </p:pic>
      <p:sp>
        <p:nvSpPr>
          <p:cNvPr id="23" name="Van Gogh style label">
            <a:extLst xmlns:a="http://schemas.openxmlformats.org/drawingml/2006/main">
              <a:ext uri="{FF2B5EF4-FFF2-40B4-BE49-F238E27FC236}">
                <a16:creationId xmlns:a16="http://schemas.microsoft.com/office/drawing/2014/main" id="{58143292-BE5D-4E43-9463-03A50B8A1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25018" y="2402592"/>
            <a:ext cx="1469265" cy="439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7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7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7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Van Gogh</a:t>
            </a:r>
          </a:p>
        </p:txBody>
      </p:sp>
      <p:pic>
        <p:nvPic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1BABB75-1EE2-414A-9DBF-FF68A4288AE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497e0045bd4902"/>
          <a:stretch xmlns:a="http://schemas.openxmlformats.org/drawingml/2006/main"/>
        </p:blipFill>
        <p:spPr>
          <a:xfrm xmlns:a="http://schemas.openxmlformats.org/drawingml/2006/main">
            <a:off x="9391382" y="275018"/>
            <a:ext cx="1985493" cy="1945783"/>
          </a:xfrm>
          <a:prstGeom xmlns:a="http://schemas.openxmlformats.org/drawingml/2006/main" prst="rect">
            <a:avLst/>
          </a:prstGeom>
        </p:spPr>
      </p:pic>
      <p:sp>
        <p:nvSpPr>
          <p:cNvPr id="25" name="Halloween style badge">
            <a:extLst xmlns:a="http://schemas.openxmlformats.org/drawingml/2006/main">
              <a:ext uri="{FF2B5EF4-FFF2-40B4-BE49-F238E27FC236}">
                <a16:creationId xmlns:a16="http://schemas.microsoft.com/office/drawing/2014/main" id="{AF4CE75D-CDF2-415C-A5DF-EB1BC0689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1962" y="2379640"/>
            <a:ext cx="2104623" cy="456663"/>
          </a:xfrm>
          <a:custGeom xmlns:a="http://schemas.openxmlformats.org/drawingml/2006/main">
            <a:pathLst>
              <a:path w="1009650" h="219075">
                <a:moveTo>
                  <a:pt x="0" y="0"/>
                </a:moveTo>
                <a:lnTo>
                  <a:pt x="1009650" y="0"/>
                </a:lnTo>
                <a:cubicBezTo>
                  <a:pt x="1009650" y="0"/>
                  <a:pt x="1009650" y="0"/>
                  <a:pt x="1009650" y="0"/>
                </a:cubicBezTo>
                <a:lnTo>
                  <a:pt x="1009650" y="219075"/>
                </a:lnTo>
                <a:cubicBezTo>
                  <a:pt x="1009650" y="219075"/>
                  <a:pt x="1009650" y="219075"/>
                  <a:pt x="1009650" y="219075"/>
                </a:cubicBezTo>
                <a:lnTo>
                  <a:pt x="0" y="219075"/>
                </a:lnTo>
                <a:cubicBezTo>
                  <a:pt x="0" y="219075"/>
                  <a:pt x="0" y="219075"/>
                  <a:pt x="0" y="219075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29782">
            <a:solidFill>
              <a:srgbClr val="A273D4"/>
            </a:solidFill>
            <a:prstDash val="solid"/>
          </a:ln>
        </p:spPr>
      </p:sp>
      <p:pic>
        <p:nvPic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0AC3389-B069-4AF0-9FD8-58C350D2843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dfcb2ee302468f"/>
          <a:stretch xmlns:a="http://schemas.openxmlformats.org/drawingml/2006/main"/>
        </p:blipFill>
        <p:spPr>
          <a:xfrm xmlns:a="http://schemas.openxmlformats.org/drawingml/2006/main">
            <a:off x="9411237" y="2419350"/>
            <a:ext cx="397099" cy="397099"/>
          </a:xfrm>
          <a:prstGeom xmlns:a="http://schemas.openxmlformats.org/drawingml/2006/main" prst="rect">
            <a:avLst/>
          </a:prstGeom>
        </p:spPr>
      </p:pic>
      <p:sp>
        <p:nvSpPr>
          <p:cNvPr id="27" name="Halloween style label">
            <a:extLst xmlns:a="http://schemas.openxmlformats.org/drawingml/2006/main">
              <a:ext uri="{FF2B5EF4-FFF2-40B4-BE49-F238E27FC236}">
                <a16:creationId xmlns:a16="http://schemas.microsoft.com/office/drawing/2014/main" id="{05CEF0AD-4A57-4BC4-9F95-B06F2BD12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87755" y="2403166"/>
            <a:ext cx="1449410" cy="4347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4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4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4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Halloween</a:t>
            </a:r>
          </a:p>
        </p:txBody>
      </p:sp>
      <p:pic>
        <p:nvPic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840DD8D-800C-4DB8-AA43-D5A510C6DE0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6457f9c3e743a1"/>
          <a:stretch xmlns:a="http://schemas.openxmlformats.org/drawingml/2006/main"/>
        </p:blipFill>
        <p:spPr>
          <a:xfrm xmlns:a="http://schemas.openxmlformats.org/drawingml/2006/main">
            <a:off x="11694554" y="235308"/>
            <a:ext cx="2045058" cy="1965638"/>
          </a:xfrm>
          <a:prstGeom xmlns:a="http://schemas.openxmlformats.org/drawingml/2006/main" prst="rect">
            <a:avLst/>
          </a:prstGeom>
        </p:spPr>
      </p:pic>
      <p:sp>
        <p:nvSpPr>
          <p:cNvPr id="29" name="Christmas style badge">
            <a:extLst xmlns:a="http://schemas.openxmlformats.org/drawingml/2006/main">
              <a:ext uri="{FF2B5EF4-FFF2-40B4-BE49-F238E27FC236}">
                <a16:creationId xmlns:a16="http://schemas.microsoft.com/office/drawing/2014/main" id="{5D076CAF-04C8-4EC0-99AD-32C625FEC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74699" y="2379640"/>
            <a:ext cx="2045058" cy="456663"/>
          </a:xfrm>
          <a:custGeom xmlns:a="http://schemas.openxmlformats.org/drawingml/2006/main">
            <a:pathLst>
              <a:path w="981075" h="219075">
                <a:moveTo>
                  <a:pt x="0" y="0"/>
                </a:moveTo>
                <a:lnTo>
                  <a:pt x="981075" y="0"/>
                </a:lnTo>
                <a:cubicBezTo>
                  <a:pt x="981075" y="0"/>
                  <a:pt x="981075" y="0"/>
                  <a:pt x="981075" y="0"/>
                </a:cubicBezTo>
                <a:lnTo>
                  <a:pt x="981075" y="219075"/>
                </a:lnTo>
                <a:cubicBezTo>
                  <a:pt x="981075" y="219075"/>
                  <a:pt x="981075" y="219075"/>
                  <a:pt x="981075" y="219075"/>
                </a:cubicBezTo>
                <a:lnTo>
                  <a:pt x="0" y="219075"/>
                </a:lnTo>
                <a:cubicBezTo>
                  <a:pt x="0" y="219075"/>
                  <a:pt x="0" y="219075"/>
                  <a:pt x="0" y="219075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29782">
            <a:solidFill>
              <a:srgbClr val="A273D4"/>
            </a:solidFill>
            <a:prstDash val="solid"/>
          </a:ln>
        </p:spPr>
      </p:sp>
      <p:pic>
        <p:nvPic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D30AE7F-7EF5-413A-A083-FB946049781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a5fdfa970b43eb"/>
          <a:stretch xmlns:a="http://schemas.openxmlformats.org/drawingml/2006/main"/>
        </p:blipFill>
        <p:spPr>
          <a:xfrm xmlns:a="http://schemas.openxmlformats.org/drawingml/2006/main">
            <a:off x="11754118" y="2419350"/>
            <a:ext cx="397099" cy="397099"/>
          </a:xfrm>
          <a:prstGeom xmlns:a="http://schemas.openxmlformats.org/drawingml/2006/main" prst="rect">
            <a:avLst/>
          </a:prstGeom>
        </p:spPr>
      </p:pic>
      <p:sp>
        <p:nvSpPr>
          <p:cNvPr id="31" name="Christmas style label">
            <a:extLst xmlns:a="http://schemas.openxmlformats.org/drawingml/2006/main">
              <a:ext uri="{FF2B5EF4-FFF2-40B4-BE49-F238E27FC236}">
                <a16:creationId xmlns:a16="http://schemas.microsoft.com/office/drawing/2014/main" id="{9D0FF129-47D3-4B87-BF2B-044FCA4BD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250492" y="2403448"/>
            <a:ext cx="1389845" cy="4325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3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3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3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Christmas</a:t>
            </a:r>
          </a:p>
        </p:txBody>
      </p:sp>
      <p:pic>
        <p:nvPic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B5E4F2D-ED3D-40B3-8773-D6504B9E0F5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fb8785707a4d43"/>
          <a:stretch xmlns:a="http://schemas.openxmlformats.org/drawingml/2006/main"/>
        </p:blipFill>
        <p:spPr>
          <a:xfrm xmlns:a="http://schemas.openxmlformats.org/drawingml/2006/main">
            <a:off x="4705618" y="3153982"/>
            <a:ext cx="2104623" cy="1906073"/>
          </a:xfrm>
          <a:prstGeom xmlns:a="http://schemas.openxmlformats.org/drawingml/2006/main" prst="rect">
            <a:avLst/>
          </a:prstGeom>
        </p:spPr>
      </p:pic>
      <p:sp>
        <p:nvSpPr>
          <p:cNvPr id="33" name="MC style badge">
            <a:extLst xmlns:a="http://schemas.openxmlformats.org/drawingml/2006/main">
              <a:ext uri="{FF2B5EF4-FFF2-40B4-BE49-F238E27FC236}">
                <a16:creationId xmlns:a16="http://schemas.microsoft.com/office/drawing/2014/main" id="{AC3C8EFE-CC0B-45C7-B151-AA0F8C14D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023" y="5218895"/>
            <a:ext cx="1449410" cy="456663"/>
          </a:xfrm>
          <a:custGeom xmlns:a="http://schemas.openxmlformats.org/drawingml/2006/main">
            <a:pathLst>
              <a:path w="695325" h="219075">
                <a:moveTo>
                  <a:pt x="0" y="0"/>
                </a:moveTo>
                <a:lnTo>
                  <a:pt x="695325" y="0"/>
                </a:lnTo>
                <a:cubicBezTo>
                  <a:pt x="695325" y="0"/>
                  <a:pt x="695325" y="0"/>
                  <a:pt x="695325" y="0"/>
                </a:cubicBezTo>
                <a:lnTo>
                  <a:pt x="695325" y="219075"/>
                </a:lnTo>
                <a:cubicBezTo>
                  <a:pt x="695325" y="219075"/>
                  <a:pt x="695325" y="219075"/>
                  <a:pt x="695325" y="219075"/>
                </a:cubicBezTo>
                <a:lnTo>
                  <a:pt x="0" y="219075"/>
                </a:lnTo>
                <a:cubicBezTo>
                  <a:pt x="0" y="219075"/>
                  <a:pt x="0" y="219075"/>
                  <a:pt x="0" y="219075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29782">
            <a:solidFill>
              <a:srgbClr val="A273D4"/>
            </a:solidFill>
            <a:prstDash val="solid"/>
          </a:ln>
        </p:spPr>
      </p:sp>
      <p:pic>
        <p:nvPic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4A83443-7885-435D-AFD5-5B885C74B2D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42687fa3844223"/>
          <a:stretch xmlns:a="http://schemas.openxmlformats.org/drawingml/2006/main"/>
        </p:blipFill>
        <p:spPr>
          <a:xfrm xmlns:a="http://schemas.openxmlformats.org/drawingml/2006/main">
            <a:off x="5043152" y="5258605"/>
            <a:ext cx="416954" cy="357389"/>
          </a:xfrm>
          <a:prstGeom xmlns:a="http://schemas.openxmlformats.org/drawingml/2006/main" prst="rect">
            <a:avLst/>
          </a:prstGeom>
        </p:spPr>
      </p:pic>
      <p:sp>
        <p:nvSpPr>
          <p:cNvPr id="35" name="MC style label">
            <a:extLst xmlns:a="http://schemas.openxmlformats.org/drawingml/2006/main">
              <a:ext uri="{FF2B5EF4-FFF2-40B4-BE49-F238E27FC236}">
                <a16:creationId xmlns:a16="http://schemas.microsoft.com/office/drawing/2014/main" id="{6688BCF8-18FD-47D8-83CC-AB1C5692A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99815" y="5241847"/>
            <a:ext cx="794197" cy="439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7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7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7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MC</a:t>
            </a:r>
          </a:p>
        </p:txBody>
      </p:sp>
      <p:pic>
        <p:nvPic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D4ECC98-D563-43F9-81BA-2E60CF02065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5513d5dfaf467c"/>
          <a:stretch xmlns:a="http://schemas.openxmlformats.org/drawingml/2006/main"/>
        </p:blipFill>
        <p:spPr>
          <a:xfrm xmlns:a="http://schemas.openxmlformats.org/drawingml/2006/main">
            <a:off x="7028645" y="2876013"/>
            <a:ext cx="1906073" cy="2184042"/>
          </a:xfrm>
          <a:prstGeom xmlns:a="http://schemas.openxmlformats.org/drawingml/2006/main" prst="rect">
            <a:avLst/>
          </a:prstGeom>
        </p:spPr>
      </p:pic>
      <p:sp>
        <p:nvSpPr>
          <p:cNvPr id="37" name="Anime style badge">
            <a:extLst xmlns:a="http://schemas.openxmlformats.org/drawingml/2006/main">
              <a:ext uri="{FF2B5EF4-FFF2-40B4-BE49-F238E27FC236}">
                <a16:creationId xmlns:a16="http://schemas.microsoft.com/office/drawing/2014/main" id="{11C8DE4B-43D2-47A9-9F95-D6365A994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8645" y="5218895"/>
            <a:ext cx="1906073" cy="456663"/>
          </a:xfrm>
          <a:custGeom xmlns:a="http://schemas.openxmlformats.org/drawingml/2006/main">
            <a:pathLst>
              <a:path w="914400" h="219075">
                <a:moveTo>
                  <a:pt x="0" y="0"/>
                </a:moveTo>
                <a:lnTo>
                  <a:pt x="914400" y="0"/>
                </a:lnTo>
                <a:cubicBezTo>
                  <a:pt x="914400" y="0"/>
                  <a:pt x="914400" y="0"/>
                  <a:pt x="914400" y="0"/>
                </a:cubicBezTo>
                <a:lnTo>
                  <a:pt x="914400" y="219075"/>
                </a:lnTo>
                <a:cubicBezTo>
                  <a:pt x="914400" y="219075"/>
                  <a:pt x="914400" y="219075"/>
                  <a:pt x="914400" y="219075"/>
                </a:cubicBezTo>
                <a:lnTo>
                  <a:pt x="0" y="219075"/>
                </a:lnTo>
                <a:cubicBezTo>
                  <a:pt x="0" y="219075"/>
                  <a:pt x="0" y="219075"/>
                  <a:pt x="0" y="219075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29782">
            <a:solidFill>
              <a:srgbClr val="A273D4"/>
            </a:solidFill>
            <a:prstDash val="solid"/>
          </a:ln>
        </p:spPr>
      </p:sp>
      <p:pic>
        <p:nvPic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369D252-94B8-402C-B423-8FA865EF222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4dfb3429de4683"/>
          <a:stretch xmlns:a="http://schemas.openxmlformats.org/drawingml/2006/main"/>
        </p:blipFill>
        <p:spPr>
          <a:xfrm xmlns:a="http://schemas.openxmlformats.org/drawingml/2006/main">
            <a:off x="7127920" y="5258605"/>
            <a:ext cx="436808" cy="377244"/>
          </a:xfrm>
          <a:prstGeom xmlns:a="http://schemas.openxmlformats.org/drawingml/2006/main" prst="rect">
            <a:avLst/>
          </a:prstGeom>
        </p:spPr>
      </p:pic>
      <p:sp>
        <p:nvSpPr>
          <p:cNvPr id="39" name="Anime style label">
            <a:extLst xmlns:a="http://schemas.openxmlformats.org/drawingml/2006/main">
              <a:ext uri="{FF2B5EF4-FFF2-40B4-BE49-F238E27FC236}">
                <a16:creationId xmlns:a16="http://schemas.microsoft.com/office/drawing/2014/main" id="{F6A14B71-EF33-4878-ABF8-6D6749F2A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04438" y="5241847"/>
            <a:ext cx="1250861" cy="439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7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7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7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Anime</a:t>
            </a:r>
          </a:p>
        </p:txBody>
      </p:sp>
      <p:pic>
        <p:nvPic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470E1F6-0B3C-4192-9932-C9FF1776A7B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825a2115ce45ae"/>
          <a:stretch xmlns:a="http://schemas.openxmlformats.org/drawingml/2006/main"/>
        </p:blipFill>
        <p:spPr>
          <a:xfrm xmlns:a="http://schemas.openxmlformats.org/drawingml/2006/main">
            <a:off x="9550221" y="3054708"/>
            <a:ext cx="1767089" cy="2005348"/>
          </a:xfrm>
          <a:prstGeom xmlns:a="http://schemas.openxmlformats.org/drawingml/2006/main" prst="rect">
            <a:avLst/>
          </a:prstGeom>
        </p:spPr>
      </p:pic>
      <p:sp>
        <p:nvSpPr>
          <p:cNvPr id="41" name="Ghibli style badge">
            <a:extLst xmlns:a="http://schemas.openxmlformats.org/drawingml/2006/main">
              <a:ext uri="{FF2B5EF4-FFF2-40B4-BE49-F238E27FC236}">
                <a16:creationId xmlns:a16="http://schemas.microsoft.com/office/drawing/2014/main" id="{B35BC26C-3344-470A-A15C-51D212932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0221" y="5218895"/>
            <a:ext cx="1647959" cy="456663"/>
          </a:xfrm>
          <a:custGeom xmlns:a="http://schemas.openxmlformats.org/drawingml/2006/main">
            <a:pathLst>
              <a:path w="790575" h="219075">
                <a:moveTo>
                  <a:pt x="0" y="0"/>
                </a:moveTo>
                <a:lnTo>
                  <a:pt x="790575" y="0"/>
                </a:lnTo>
                <a:cubicBezTo>
                  <a:pt x="790575" y="0"/>
                  <a:pt x="790575" y="0"/>
                  <a:pt x="790575" y="0"/>
                </a:cubicBezTo>
                <a:lnTo>
                  <a:pt x="790575" y="219075"/>
                </a:lnTo>
                <a:cubicBezTo>
                  <a:pt x="790575" y="219075"/>
                  <a:pt x="790575" y="219075"/>
                  <a:pt x="790575" y="219075"/>
                </a:cubicBezTo>
                <a:lnTo>
                  <a:pt x="0" y="219075"/>
                </a:lnTo>
                <a:cubicBezTo>
                  <a:pt x="0" y="219075"/>
                  <a:pt x="0" y="219075"/>
                  <a:pt x="0" y="219075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29782">
            <a:solidFill>
              <a:srgbClr val="A273D4"/>
            </a:solidFill>
            <a:prstDash val="solid"/>
          </a:ln>
        </p:spPr>
      </p:sp>
      <p:pic>
        <p:nvPic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7096055-AE21-4F9D-BD8F-F922F69CACE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3d3be268ab429c"/>
          <a:stretch xmlns:a="http://schemas.openxmlformats.org/drawingml/2006/main"/>
        </p:blipFill>
        <p:spPr>
          <a:xfrm xmlns:a="http://schemas.openxmlformats.org/drawingml/2006/main">
            <a:off x="9649496" y="5258605"/>
            <a:ext cx="416954" cy="377244"/>
          </a:xfrm>
          <a:prstGeom xmlns:a="http://schemas.openxmlformats.org/drawingml/2006/main" prst="rect">
            <a:avLst/>
          </a:prstGeom>
        </p:spPr>
      </p:pic>
      <p:sp>
        <p:nvSpPr>
          <p:cNvPr id="43" name="Ghibli style label">
            <a:extLst xmlns:a="http://schemas.openxmlformats.org/drawingml/2006/main">
              <a:ext uri="{FF2B5EF4-FFF2-40B4-BE49-F238E27FC236}">
                <a16:creationId xmlns:a16="http://schemas.microsoft.com/office/drawing/2014/main" id="{0469E547-A2C8-44FA-A0B9-1E61DC937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26014" y="5241847"/>
            <a:ext cx="992746" cy="439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7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7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7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Ghibli</a:t>
            </a:r>
          </a:p>
        </p:txBody>
      </p:sp>
      <p:pic>
        <p:nvPic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E8115CC-4CD0-4827-BCBF-953CC3D59C1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eb3fbb06e54275"/>
          <a:stretch xmlns:a="http://schemas.openxmlformats.org/drawingml/2006/main"/>
        </p:blipFill>
        <p:spPr>
          <a:xfrm xmlns:a="http://schemas.openxmlformats.org/drawingml/2006/main">
            <a:off x="11674699" y="2895868"/>
            <a:ext cx="2025203" cy="2184042"/>
          </a:xfrm>
          <a:prstGeom xmlns:a="http://schemas.openxmlformats.org/drawingml/2006/main" prst="rect">
            <a:avLst/>
          </a:prstGeom>
        </p:spPr>
      </p:pic>
      <p:sp>
        <p:nvSpPr>
          <p:cNvPr id="45" name="CyberPunk style badge">
            <a:extLst xmlns:a="http://schemas.openxmlformats.org/drawingml/2006/main">
              <a:ext uri="{FF2B5EF4-FFF2-40B4-BE49-F238E27FC236}">
                <a16:creationId xmlns:a16="http://schemas.microsoft.com/office/drawing/2014/main" id="{51C17FD6-D492-4D89-9C7D-1E6264D39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5714" y="5218895"/>
            <a:ext cx="2323027" cy="456663"/>
          </a:xfrm>
          <a:custGeom xmlns:a="http://schemas.openxmlformats.org/drawingml/2006/main">
            <a:pathLst>
              <a:path w="1114425" h="219075">
                <a:moveTo>
                  <a:pt x="0" y="0"/>
                </a:moveTo>
                <a:lnTo>
                  <a:pt x="1114425" y="0"/>
                </a:lnTo>
                <a:cubicBezTo>
                  <a:pt x="1114425" y="0"/>
                  <a:pt x="1114425" y="0"/>
                  <a:pt x="1114425" y="0"/>
                </a:cubicBezTo>
                <a:lnTo>
                  <a:pt x="1114425" y="219075"/>
                </a:lnTo>
                <a:cubicBezTo>
                  <a:pt x="1114425" y="219075"/>
                  <a:pt x="1114425" y="219075"/>
                  <a:pt x="1114425" y="219075"/>
                </a:cubicBezTo>
                <a:lnTo>
                  <a:pt x="0" y="219075"/>
                </a:lnTo>
                <a:cubicBezTo>
                  <a:pt x="0" y="219075"/>
                  <a:pt x="0" y="219075"/>
                  <a:pt x="0" y="219075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29782">
            <a:solidFill>
              <a:srgbClr val="A273D4"/>
            </a:solidFill>
            <a:prstDash val="solid"/>
          </a:ln>
        </p:spPr>
      </p:sp>
      <p:pic>
        <p:nvPic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0CED958-8F2E-4FF2-B10D-0F4F38F0559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172d41e7cb4ef7"/>
          <a:stretch xmlns:a="http://schemas.openxmlformats.org/drawingml/2006/main"/>
        </p:blipFill>
        <p:spPr>
          <a:xfrm xmlns:a="http://schemas.openxmlformats.org/drawingml/2006/main">
            <a:off x="11615134" y="5278460"/>
            <a:ext cx="436808" cy="357389"/>
          </a:xfrm>
          <a:prstGeom xmlns:a="http://schemas.openxmlformats.org/drawingml/2006/main" prst="rect">
            <a:avLst/>
          </a:prstGeom>
        </p:spPr>
      </p:pic>
      <p:sp>
        <p:nvSpPr>
          <p:cNvPr id="47" name="CyberPunk style label">
            <a:extLst xmlns:a="http://schemas.openxmlformats.org/drawingml/2006/main">
              <a:ext uri="{FF2B5EF4-FFF2-40B4-BE49-F238E27FC236}">
                <a16:creationId xmlns:a16="http://schemas.microsoft.com/office/drawing/2014/main" id="{43472481-B433-4246-BC05-5F13065D9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111507" y="5241847"/>
            <a:ext cx="1667814" cy="439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7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7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7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CyberPunk</a:t>
            </a:r>
          </a:p>
        </p:txBody>
      </p:sp>
      <p:pic>
        <p:nvPic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F9403F9-2DC4-49D0-989C-3DC71A97C39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d7b0a369e6497c"/>
          <a:stretch xmlns:a="http://schemas.openxmlformats.org/drawingml/2006/main"/>
        </p:blipFill>
        <p:spPr>
          <a:xfrm xmlns:a="http://schemas.openxmlformats.org/drawingml/2006/main">
            <a:off x="4745328" y="6013092"/>
            <a:ext cx="2104623" cy="2045058"/>
          </a:xfrm>
          <a:prstGeom xmlns:a="http://schemas.openxmlformats.org/drawingml/2006/main" prst="rect">
            <a:avLst/>
          </a:prstGeom>
        </p:spPr>
      </p:pic>
      <p:sp>
        <p:nvSpPr>
          <p:cNvPr id="49" name="Technology style badge">
            <a:extLst xmlns:a="http://schemas.openxmlformats.org/drawingml/2006/main">
              <a:ext uri="{FF2B5EF4-FFF2-40B4-BE49-F238E27FC236}">
                <a16:creationId xmlns:a16="http://schemas.microsoft.com/office/drawing/2014/main" id="{15DCD070-D2C5-4322-8AD4-7A70C9880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6779" y="8415539"/>
            <a:ext cx="2521576" cy="456663"/>
          </a:xfrm>
          <a:custGeom xmlns:a="http://schemas.openxmlformats.org/drawingml/2006/main">
            <a:pathLst>
              <a:path w="1209675" h="219075">
                <a:moveTo>
                  <a:pt x="0" y="0"/>
                </a:moveTo>
                <a:lnTo>
                  <a:pt x="1209675" y="0"/>
                </a:lnTo>
                <a:cubicBezTo>
                  <a:pt x="1209675" y="0"/>
                  <a:pt x="1209675" y="0"/>
                  <a:pt x="1209675" y="0"/>
                </a:cubicBezTo>
                <a:lnTo>
                  <a:pt x="1209675" y="219075"/>
                </a:lnTo>
                <a:cubicBezTo>
                  <a:pt x="1209675" y="219075"/>
                  <a:pt x="1209675" y="219075"/>
                  <a:pt x="1209675" y="219075"/>
                </a:cubicBezTo>
                <a:lnTo>
                  <a:pt x="0" y="219075"/>
                </a:lnTo>
                <a:cubicBezTo>
                  <a:pt x="0" y="219075"/>
                  <a:pt x="0" y="219075"/>
                  <a:pt x="0" y="219075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29782">
            <a:solidFill>
              <a:srgbClr val="A273D4"/>
            </a:solidFill>
            <a:prstDash val="solid"/>
          </a:ln>
        </p:spPr>
      </p:sp>
      <p:pic>
        <p:nvPic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2978A4F-39A3-4058-A17F-F4DBBFC375A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cb660fa4844fba"/>
          <a:stretch xmlns:a="http://schemas.openxmlformats.org/drawingml/2006/main"/>
        </p:blipFill>
        <p:spPr>
          <a:xfrm xmlns:a="http://schemas.openxmlformats.org/drawingml/2006/main">
            <a:off x="4685763" y="8475104"/>
            <a:ext cx="436808" cy="357389"/>
          </a:xfrm>
          <a:prstGeom xmlns:a="http://schemas.openxmlformats.org/drawingml/2006/main" prst="rect">
            <a:avLst/>
          </a:prstGeom>
        </p:spPr>
      </p:pic>
      <p:sp>
        <p:nvSpPr>
          <p:cNvPr id="51" name="Technology style label">
            <a:extLst xmlns:a="http://schemas.openxmlformats.org/drawingml/2006/main">
              <a:ext uri="{FF2B5EF4-FFF2-40B4-BE49-F238E27FC236}">
                <a16:creationId xmlns:a16="http://schemas.microsoft.com/office/drawing/2014/main" id="{3EBE1B69-3403-41C8-A67F-868FEB358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22572" y="8438491"/>
            <a:ext cx="1866363" cy="439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7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7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7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Technology</a:t>
            </a:r>
          </a:p>
        </p:txBody>
      </p:sp>
      <p:pic>
        <p:nvPic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83D0F20-FD7E-4491-8FC2-DA5FE39DE54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49a2ca053b4cc8"/>
          <a:stretch xmlns:a="http://schemas.openxmlformats.org/drawingml/2006/main"/>
        </p:blipFill>
        <p:spPr>
          <a:xfrm xmlns:a="http://schemas.openxmlformats.org/drawingml/2006/main">
            <a:off x="11555569" y="6211642"/>
            <a:ext cx="2144332" cy="1906073"/>
          </a:xfrm>
          <a:prstGeom xmlns:a="http://schemas.openxmlformats.org/drawingml/2006/main" prst="rect">
            <a:avLst/>
          </a:prstGeom>
        </p:spPr>
      </p:pic>
      <p:sp>
        <p:nvSpPr>
          <p:cNvPr id="53" name="Middle Ages style badge">
            <a:extLst xmlns:a="http://schemas.openxmlformats.org/drawingml/2006/main">
              <a:ext uri="{FF2B5EF4-FFF2-40B4-BE49-F238E27FC236}">
                <a16:creationId xmlns:a16="http://schemas.microsoft.com/office/drawing/2014/main" id="{12571AFD-CD52-410D-9E91-2BC2FE770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6875" y="8415539"/>
            <a:ext cx="2501721" cy="456663"/>
          </a:xfrm>
          <a:custGeom xmlns:a="http://schemas.openxmlformats.org/drawingml/2006/main">
            <a:pathLst>
              <a:path w="1200150" h="219075">
                <a:moveTo>
                  <a:pt x="0" y="0"/>
                </a:moveTo>
                <a:lnTo>
                  <a:pt x="1200150" y="0"/>
                </a:lnTo>
                <a:cubicBezTo>
                  <a:pt x="1200150" y="0"/>
                  <a:pt x="1200150" y="0"/>
                  <a:pt x="1200150" y="0"/>
                </a:cubicBezTo>
                <a:lnTo>
                  <a:pt x="1200150" y="219075"/>
                </a:lnTo>
                <a:cubicBezTo>
                  <a:pt x="1200150" y="219075"/>
                  <a:pt x="1200150" y="219075"/>
                  <a:pt x="1200150" y="219075"/>
                </a:cubicBezTo>
                <a:lnTo>
                  <a:pt x="0" y="219075"/>
                </a:lnTo>
                <a:cubicBezTo>
                  <a:pt x="0" y="219075"/>
                  <a:pt x="0" y="219075"/>
                  <a:pt x="0" y="219075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29782">
            <a:solidFill>
              <a:srgbClr val="A273D4"/>
            </a:solidFill>
            <a:prstDash val="solid"/>
          </a:ln>
        </p:spPr>
      </p:sp>
      <p:pic>
        <p:nvPic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8133A7D-08A8-4E35-846C-D8942170B7C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a7620fc12843ba"/>
          <a:stretch xmlns:a="http://schemas.openxmlformats.org/drawingml/2006/main"/>
        </p:blipFill>
        <p:spPr>
          <a:xfrm xmlns:a="http://schemas.openxmlformats.org/drawingml/2006/main">
            <a:off x="11515859" y="8475104"/>
            <a:ext cx="416954" cy="357389"/>
          </a:xfrm>
          <a:prstGeom xmlns:a="http://schemas.openxmlformats.org/drawingml/2006/main" prst="rect">
            <a:avLst/>
          </a:prstGeom>
        </p:spPr>
      </p:pic>
      <p:sp>
        <p:nvSpPr>
          <p:cNvPr id="55" name="Middle Ages style label">
            <a:extLst xmlns:a="http://schemas.openxmlformats.org/drawingml/2006/main">
              <a:ext uri="{FF2B5EF4-FFF2-40B4-BE49-F238E27FC236}">
                <a16:creationId xmlns:a16="http://schemas.microsoft.com/office/drawing/2014/main" id="{0988401E-E9A5-42BD-9A1F-8801E14CD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952668" y="8438491"/>
            <a:ext cx="1846508" cy="439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7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7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7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Middle Ages</a:t>
            </a:r>
          </a:p>
        </p:txBody>
      </p:sp>
      <p:pic>
        <p:nvPic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43A3E43-01D3-4A44-A3CF-B140AC51F22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b58fa9afba4315"/>
          <a:stretch xmlns:a="http://schemas.openxmlformats.org/drawingml/2006/main"/>
        </p:blipFill>
        <p:spPr>
          <a:xfrm xmlns:a="http://schemas.openxmlformats.org/drawingml/2006/main">
            <a:off x="7802987" y="5953527"/>
            <a:ext cx="555938" cy="575793"/>
          </a:xfrm>
          <a:prstGeom xmlns:a="http://schemas.openxmlformats.org/drawingml/2006/main" prst="rect">
            <a:avLst/>
          </a:prstGeom>
        </p:spPr>
      </p:pic>
      <p:sp>
        <p:nvSpPr>
          <p:cNvPr id="57" name="Hitem3D tool label">
            <a:extLst xmlns:a="http://schemas.openxmlformats.org/drawingml/2006/main">
              <a:ext uri="{FF2B5EF4-FFF2-40B4-BE49-F238E27FC236}">
                <a16:creationId xmlns:a16="http://schemas.microsoft.com/office/drawing/2014/main" id="{CAC802B7-11BC-45A1-A5FD-7433E28B1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37620" y="5977750"/>
            <a:ext cx="2680415" cy="5837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283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283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83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Hitem3D</a:t>
            </a:r>
          </a:p>
        </p:txBody>
      </p:sp>
      <p:pic>
        <p:nvPic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E4DDB6E-9467-47F6-9BCB-0D991F649B1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66e054404f4fa9"/>
          <a:stretch xmlns:a="http://schemas.openxmlformats.org/drawingml/2006/main"/>
        </p:blipFill>
        <p:spPr>
          <a:xfrm xmlns:a="http://schemas.openxmlformats.org/drawingml/2006/main">
            <a:off x="7802987" y="6608740"/>
            <a:ext cx="555938" cy="555938"/>
          </a:xfrm>
          <a:prstGeom xmlns:a="http://schemas.openxmlformats.org/drawingml/2006/main" prst="rect">
            <a:avLst/>
          </a:prstGeom>
        </p:spPr>
      </p:pic>
      <p:sp>
        <p:nvSpPr>
          <p:cNvPr id="59" name="Hyper3D tool label">
            <a:extLst xmlns:a="http://schemas.openxmlformats.org/drawingml/2006/main">
              <a:ext uri="{FF2B5EF4-FFF2-40B4-BE49-F238E27FC236}">
                <a16:creationId xmlns:a16="http://schemas.microsoft.com/office/drawing/2014/main" id="{1929F8EE-181B-4A1A-A635-F6D87251D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37620" y="6632963"/>
            <a:ext cx="2680415" cy="5837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283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283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83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Hyper3D</a:t>
            </a:r>
          </a:p>
        </p:txBody>
      </p:sp>
      <p:pic>
        <p:nvPic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081F8BEB-3CE1-4FA0-AB32-B8239E1B380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8ab49437af4d2f"/>
          <a:stretch xmlns:a="http://schemas.openxmlformats.org/drawingml/2006/main"/>
        </p:blipFill>
        <p:spPr>
          <a:xfrm xmlns:a="http://schemas.openxmlformats.org/drawingml/2006/main">
            <a:off x="7802987" y="7283808"/>
            <a:ext cx="555938" cy="555938"/>
          </a:xfrm>
          <a:prstGeom xmlns:a="http://schemas.openxmlformats.org/drawingml/2006/main" prst="rect">
            <a:avLst/>
          </a:prstGeom>
        </p:spPr>
      </p:pic>
      <p:sp>
        <p:nvSpPr>
          <p:cNvPr id="61" name="Hunyuan3D tool label">
            <a:extLst xmlns:a="http://schemas.openxmlformats.org/drawingml/2006/main">
              <a:ext uri="{FF2B5EF4-FFF2-40B4-BE49-F238E27FC236}">
                <a16:creationId xmlns:a16="http://schemas.microsoft.com/office/drawing/2014/main" id="{C5026151-ADC7-4D12-9C6C-5B7C09119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37620" y="7308031"/>
            <a:ext cx="2680415" cy="5837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283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283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83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Hunyuan3D</a:t>
            </a:r>
          </a:p>
        </p:txBody>
      </p:sp>
      <p:pic>
        <p:nvPic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D01132AA-F74C-47EA-A9F9-9420AFB9405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15ac20cfc7427d"/>
          <a:stretch xmlns:a="http://schemas.openxmlformats.org/drawingml/2006/main"/>
        </p:blipFill>
        <p:spPr>
          <a:xfrm xmlns:a="http://schemas.openxmlformats.org/drawingml/2006/main">
            <a:off x="7802987" y="7958875"/>
            <a:ext cx="555938" cy="555938"/>
          </a:xfrm>
          <a:prstGeom xmlns:a="http://schemas.openxmlformats.org/drawingml/2006/main" prst="rect">
            <a:avLst/>
          </a:prstGeom>
        </p:spPr>
      </p:pic>
      <p:sp>
        <p:nvSpPr>
          <p:cNvPr id="63" name="Meshy tool label">
            <a:extLst xmlns:a="http://schemas.openxmlformats.org/drawingml/2006/main">
              <a:ext uri="{FF2B5EF4-FFF2-40B4-BE49-F238E27FC236}">
                <a16:creationId xmlns:a16="http://schemas.microsoft.com/office/drawing/2014/main" id="{1A53A023-DF39-44B7-88C1-453C736F0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37620" y="7983098"/>
            <a:ext cx="2680415" cy="5837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283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283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83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Meshy</a:t>
            </a:r>
          </a:p>
        </p:txBody>
      </p:sp>
      <p:pic>
        <p:nvPic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8AFE5312-3000-4CFA-8798-B8481A078E0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e6d33f61534d52"/>
          <a:stretch xmlns:a="http://schemas.openxmlformats.org/drawingml/2006/main"/>
        </p:blipFill>
        <p:spPr>
          <a:xfrm xmlns:a="http://schemas.openxmlformats.org/drawingml/2006/main">
            <a:off x="7802987" y="8594233"/>
            <a:ext cx="555938" cy="595648"/>
          </a:xfrm>
          <a:prstGeom xmlns:a="http://schemas.openxmlformats.org/drawingml/2006/main" prst="rect">
            <a:avLst/>
          </a:prstGeom>
        </p:spPr>
      </p:pic>
      <p:sp>
        <p:nvSpPr>
          <p:cNvPr id="65" name="Tripo3D tool label">
            <a:extLst xmlns:a="http://schemas.openxmlformats.org/drawingml/2006/main">
              <a:ext uri="{FF2B5EF4-FFF2-40B4-BE49-F238E27FC236}">
                <a16:creationId xmlns:a16="http://schemas.microsoft.com/office/drawing/2014/main" id="{CE00EF15-7C87-4307-9553-D6ED850FF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37620" y="8638311"/>
            <a:ext cx="2680415" cy="5837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283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283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83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Tripo3D</a:t>
            </a:r>
          </a:p>
        </p:txBody>
      </p:sp>
      <p:pic>
        <p:nvPic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6A1104D5-7B6E-47BC-8478-668EB57FAE8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612495334e4368"/>
          <a:stretch xmlns:a="http://schemas.openxmlformats.org/drawingml/2006/main"/>
        </p:blipFill>
        <p:spPr>
          <a:xfrm xmlns:a="http://schemas.openxmlformats.org/drawingml/2006/main">
            <a:off x="14454389" y="354437"/>
            <a:ext cx="873617" cy="814052"/>
          </a:xfrm>
          <a:prstGeom xmlns:a="http://schemas.openxmlformats.org/drawingml/2006/main" prst="rect">
            <a:avLst/>
          </a:prstGeom>
        </p:spPr>
      </p:pic>
      <p:pic>
        <p:nvPic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CF50C9A3-401B-404F-8175-0F5A141B550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cfe58981234687"/>
          <a:stretch xmlns:a="http://schemas.openxmlformats.org/drawingml/2006/main"/>
        </p:blipFill>
        <p:spPr>
          <a:xfrm xmlns:a="http://schemas.openxmlformats.org/drawingml/2006/main">
            <a:off x="15506700" y="354437"/>
            <a:ext cx="833907" cy="814052"/>
          </a:xfrm>
          <a:prstGeom xmlns:a="http://schemas.openxmlformats.org/drawingml/2006/main" prst="rect">
            <a:avLst/>
          </a:prstGeom>
        </p:spPr>
      </p:pic>
      <p:pic>
        <p:nvPic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6CC30A3F-C5EC-4C02-ACCF-47BE2197EBF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486ee28f924ce2"/>
          <a:stretch xmlns:a="http://schemas.openxmlformats.org/drawingml/2006/main"/>
        </p:blipFill>
        <p:spPr>
          <a:xfrm xmlns:a="http://schemas.openxmlformats.org/drawingml/2006/main">
            <a:off x="16519301" y="354437"/>
            <a:ext cx="833907" cy="814052"/>
          </a:xfrm>
          <a:prstGeom xmlns:a="http://schemas.openxmlformats.org/drawingml/2006/main" prst="rect">
            <a:avLst/>
          </a:prstGeom>
        </p:spPr>
      </p:pic>
      <p:pic>
        <p:nvPic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1BDCDE0B-E6DC-4349-927E-0253AF6E997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a48f9416554268"/>
          <a:stretch xmlns:a="http://schemas.openxmlformats.org/drawingml/2006/main"/>
        </p:blipFill>
        <p:spPr>
          <a:xfrm xmlns:a="http://schemas.openxmlformats.org/drawingml/2006/main">
            <a:off x="17551758" y="354437"/>
            <a:ext cx="833907" cy="814052"/>
          </a:xfrm>
          <a:prstGeom xmlns:a="http://schemas.openxmlformats.org/drawingml/2006/main" prst="rect">
            <a:avLst/>
          </a:prstGeom>
        </p:spPr>
      </p:pic>
      <p:pic>
        <p:nvPic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30869B46-5880-42A8-8297-2BB8490D38E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6ad02a82fe4c7a"/>
          <a:stretch xmlns:a="http://schemas.openxmlformats.org/drawingml/2006/main"/>
        </p:blipFill>
        <p:spPr>
          <a:xfrm xmlns:a="http://schemas.openxmlformats.org/drawingml/2006/main">
            <a:off x="18584214" y="354437"/>
            <a:ext cx="833907" cy="814052"/>
          </a:xfrm>
          <a:prstGeom xmlns:a="http://schemas.openxmlformats.org/drawingml/2006/main" prst="rect">
            <a:avLst/>
          </a:prstGeom>
        </p:spPr>
      </p:pic>
      <p:pic>
        <p:nvPic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EE747FCB-51B6-467B-9DE3-051316E3EAE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756a4e844648e6"/>
          <a:stretch xmlns:a="http://schemas.openxmlformats.org/drawingml/2006/main"/>
        </p:blipFill>
        <p:spPr>
          <a:xfrm xmlns:a="http://schemas.openxmlformats.org/drawingml/2006/main">
            <a:off x="14454389" y="1307474"/>
            <a:ext cx="873617" cy="814052"/>
          </a:xfrm>
          <a:prstGeom xmlns:a="http://schemas.openxmlformats.org/drawingml/2006/main" prst="rect">
            <a:avLst/>
          </a:prstGeom>
        </p:spPr>
      </p:pic>
      <p:pic>
        <p:nvPic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FE906CC7-9D03-4511-BB44-2A536E44BDD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3f5aadcc644a05"/>
          <a:stretch xmlns:a="http://schemas.openxmlformats.org/drawingml/2006/main"/>
        </p:blipFill>
        <p:spPr>
          <a:xfrm xmlns:a="http://schemas.openxmlformats.org/drawingml/2006/main">
            <a:off x="15506700" y="1307474"/>
            <a:ext cx="833907" cy="814052"/>
          </a:xfrm>
          <a:prstGeom xmlns:a="http://schemas.openxmlformats.org/drawingml/2006/main" prst="rect">
            <a:avLst/>
          </a:prstGeom>
        </p:spPr>
      </p:pic>
      <p:pic>
        <p:nvPic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619B8E5B-3641-4E72-808F-E034565C212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9d8cfce3ef46b1"/>
          <a:stretch xmlns:a="http://schemas.openxmlformats.org/drawingml/2006/main"/>
        </p:blipFill>
        <p:spPr>
          <a:xfrm xmlns:a="http://schemas.openxmlformats.org/drawingml/2006/main">
            <a:off x="16519301" y="1307474"/>
            <a:ext cx="833907" cy="814052"/>
          </a:xfrm>
          <a:prstGeom xmlns:a="http://schemas.openxmlformats.org/drawingml/2006/main" prst="rect">
            <a:avLst/>
          </a:prstGeom>
        </p:spPr>
      </p:pic>
      <p:pic>
        <p:nvPic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A5F3714C-CA02-44FB-9CE5-907022D4514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21faa77b614403"/>
          <a:stretch xmlns:a="http://schemas.openxmlformats.org/drawingml/2006/main"/>
        </p:blipFill>
        <p:spPr>
          <a:xfrm xmlns:a="http://schemas.openxmlformats.org/drawingml/2006/main">
            <a:off x="17551758" y="1307474"/>
            <a:ext cx="833907" cy="814052"/>
          </a:xfrm>
          <a:prstGeom xmlns:a="http://schemas.openxmlformats.org/drawingml/2006/main" prst="rect">
            <a:avLst/>
          </a:prstGeom>
        </p:spPr>
      </p:pic>
      <p:pic>
        <p:nvPic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2E758779-09F6-46CE-9951-AAFCAD561BC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8e19a0d6fc47d1"/>
          <a:stretch xmlns:a="http://schemas.openxmlformats.org/drawingml/2006/main"/>
        </p:blipFill>
        <p:spPr>
          <a:xfrm xmlns:a="http://schemas.openxmlformats.org/drawingml/2006/main">
            <a:off x="18584214" y="1307474"/>
            <a:ext cx="833907" cy="814052"/>
          </a:xfrm>
          <a:prstGeom xmlns:a="http://schemas.openxmlformats.org/drawingml/2006/main" prst="rect">
            <a:avLst/>
          </a:prstGeom>
        </p:spPr>
      </p:pic>
      <p:pic>
        <p:nvPic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9278F35A-66A0-4044-B192-982502E90F1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6a4bd2fa2f4dd0"/>
          <a:stretch xmlns:a="http://schemas.openxmlformats.org/drawingml/2006/main"/>
        </p:blipFill>
        <p:spPr>
          <a:xfrm xmlns:a="http://schemas.openxmlformats.org/drawingml/2006/main">
            <a:off x="14454389" y="2260511"/>
            <a:ext cx="873617" cy="814052"/>
          </a:xfrm>
          <a:prstGeom xmlns:a="http://schemas.openxmlformats.org/drawingml/2006/main" prst="rect">
            <a:avLst/>
          </a:prstGeom>
        </p:spPr>
      </p:pic>
      <p:pic>
        <p:nvPic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C66E6BA5-4B33-41F9-9417-F24429F4589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759adeacf54ff9"/>
          <a:stretch xmlns:a="http://schemas.openxmlformats.org/drawingml/2006/main"/>
        </p:blipFill>
        <p:spPr>
          <a:xfrm xmlns:a="http://schemas.openxmlformats.org/drawingml/2006/main">
            <a:off x="15506700" y="2260511"/>
            <a:ext cx="833907" cy="814052"/>
          </a:xfrm>
          <a:prstGeom xmlns:a="http://schemas.openxmlformats.org/drawingml/2006/main" prst="rect">
            <a:avLst/>
          </a:prstGeom>
        </p:spPr>
      </p:pic>
      <p:pic>
        <p:nvPic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D664C281-9B22-4F65-AFEC-03A90DBB05E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fcb9c292c64e4e"/>
          <a:stretch xmlns:a="http://schemas.openxmlformats.org/drawingml/2006/main"/>
        </p:blipFill>
        <p:spPr>
          <a:xfrm xmlns:a="http://schemas.openxmlformats.org/drawingml/2006/main">
            <a:off x="16519301" y="2260511"/>
            <a:ext cx="833907" cy="814052"/>
          </a:xfrm>
          <a:prstGeom xmlns:a="http://schemas.openxmlformats.org/drawingml/2006/main" prst="rect">
            <a:avLst/>
          </a:prstGeom>
        </p:spPr>
      </p:pic>
      <p:pic>
        <p:nvPic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DEA6FC87-7FB0-46D6-9319-10EED128E23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b6386d79b74648"/>
          <a:stretch xmlns:a="http://schemas.openxmlformats.org/drawingml/2006/main"/>
        </p:blipFill>
        <p:spPr>
          <a:xfrm xmlns:a="http://schemas.openxmlformats.org/drawingml/2006/main">
            <a:off x="17551758" y="2260511"/>
            <a:ext cx="833907" cy="814052"/>
          </a:xfrm>
          <a:prstGeom xmlns:a="http://schemas.openxmlformats.org/drawingml/2006/main" prst="rect">
            <a:avLst/>
          </a:prstGeom>
        </p:spPr>
      </p:pic>
      <p:pic>
        <p:nvPic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2E8B255A-5F13-4602-8B26-233020E2DE1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ae81f4d9e841ec"/>
          <a:stretch xmlns:a="http://schemas.openxmlformats.org/drawingml/2006/main"/>
        </p:blipFill>
        <p:spPr>
          <a:xfrm xmlns:a="http://schemas.openxmlformats.org/drawingml/2006/main">
            <a:off x="18584214" y="2260511"/>
            <a:ext cx="833907" cy="814052"/>
          </a:xfrm>
          <a:prstGeom xmlns:a="http://schemas.openxmlformats.org/drawingml/2006/main" prst="rect">
            <a:avLst/>
          </a:prstGeom>
        </p:spPr>
      </p:pic>
      <p:pic>
        <p:nvPic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966C440B-6F09-46D9-901C-76454C41B9A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b55dab700c4c35"/>
          <a:stretch xmlns:a="http://schemas.openxmlformats.org/drawingml/2006/main"/>
        </p:blipFill>
        <p:spPr>
          <a:xfrm xmlns:a="http://schemas.openxmlformats.org/drawingml/2006/main">
            <a:off x="14454389" y="3253257"/>
            <a:ext cx="873617" cy="814052"/>
          </a:xfrm>
          <a:prstGeom xmlns:a="http://schemas.openxmlformats.org/drawingml/2006/main" prst="rect">
            <a:avLst/>
          </a:prstGeom>
        </p:spPr>
      </p:pic>
      <p:pic>
        <p:nvPic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AAD46ABD-AA5E-4CAB-9C54-B39E38077B1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7db711630f484f"/>
          <a:stretch xmlns:a="http://schemas.openxmlformats.org/drawingml/2006/main"/>
        </p:blipFill>
        <p:spPr>
          <a:xfrm xmlns:a="http://schemas.openxmlformats.org/drawingml/2006/main">
            <a:off x="15506700" y="3253257"/>
            <a:ext cx="833907" cy="814052"/>
          </a:xfrm>
          <a:prstGeom xmlns:a="http://schemas.openxmlformats.org/drawingml/2006/main" prst="rect">
            <a:avLst/>
          </a:prstGeom>
        </p:spPr>
      </p:pic>
      <p:pic>
        <p:nvPic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72C2412B-E378-4B54-9FDE-39FAADCB8CD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3c28135f8742d6"/>
          <a:stretch xmlns:a="http://schemas.openxmlformats.org/drawingml/2006/main"/>
        </p:blipFill>
        <p:spPr>
          <a:xfrm xmlns:a="http://schemas.openxmlformats.org/drawingml/2006/main">
            <a:off x="16519301" y="3253257"/>
            <a:ext cx="833907" cy="814052"/>
          </a:xfrm>
          <a:prstGeom xmlns:a="http://schemas.openxmlformats.org/drawingml/2006/main" prst="rect">
            <a:avLst/>
          </a:prstGeom>
        </p:spPr>
      </p:pic>
      <p:pic>
        <p:nvPic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4CA90238-948D-4F30-9E34-AD9B9AAC2D2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58b9a17d8f450d"/>
          <a:stretch xmlns:a="http://schemas.openxmlformats.org/drawingml/2006/main"/>
        </p:blipFill>
        <p:spPr>
          <a:xfrm xmlns:a="http://schemas.openxmlformats.org/drawingml/2006/main">
            <a:off x="17551758" y="3253257"/>
            <a:ext cx="833907" cy="814052"/>
          </a:xfrm>
          <a:prstGeom xmlns:a="http://schemas.openxmlformats.org/drawingml/2006/main" prst="rect">
            <a:avLst/>
          </a:prstGeom>
        </p:spPr>
      </p:pic>
      <p:pic>
        <p:nvPic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050A9F7E-143F-4D30-989D-2CE4330DA61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dc18c90cf44340"/>
          <a:stretch xmlns:a="http://schemas.openxmlformats.org/drawingml/2006/main"/>
        </p:blipFill>
        <p:spPr>
          <a:xfrm xmlns:a="http://schemas.openxmlformats.org/drawingml/2006/main">
            <a:off x="18584214" y="3253257"/>
            <a:ext cx="833907" cy="814052"/>
          </a:xfrm>
          <a:prstGeom xmlns:a="http://schemas.openxmlformats.org/drawingml/2006/main" prst="rect">
            <a:avLst/>
          </a:prstGeom>
        </p:spPr>
      </p:pic>
      <p:sp>
        <p:nvSpPr>
          <p:cNvPr id="86" name="Materials label">
            <a:extLst xmlns:a="http://schemas.openxmlformats.org/drawingml/2006/main">
              <a:ext uri="{FF2B5EF4-FFF2-40B4-BE49-F238E27FC236}">
                <a16:creationId xmlns:a16="http://schemas.microsoft.com/office/drawing/2014/main" id="{4FE51811-EB3D-4786-AB82-0441C7A47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161913" y="4190807"/>
            <a:ext cx="2640706" cy="5837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28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28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8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Materials</a:t>
            </a:r>
          </a:p>
        </p:txBody>
      </p:sp>
      <p:pic>
        <p:nvPic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B8A4BBD6-8DDF-44E1-8C36-14FCC3E6E96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56c7f515db4faa"/>
          <a:stretch xmlns:a="http://schemas.openxmlformats.org/drawingml/2006/main"/>
        </p:blipFill>
        <p:spPr>
          <a:xfrm xmlns:a="http://schemas.openxmlformats.org/drawingml/2006/main">
            <a:off x="14434534" y="4742377"/>
            <a:ext cx="2521576" cy="1250861"/>
          </a:xfrm>
          <a:prstGeom xmlns:a="http://schemas.openxmlformats.org/drawingml/2006/main" prst="rect">
            <a:avLst/>
          </a:prstGeom>
        </p:spPr>
      </p:pic>
      <p:pic>
        <p:nvPic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25EC7757-21DF-4C0C-A29E-3096E6D2C16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7062bd133b4873"/>
          <a:stretch xmlns:a="http://schemas.openxmlformats.org/drawingml/2006/main"/>
        </p:blipFill>
        <p:spPr>
          <a:xfrm xmlns:a="http://schemas.openxmlformats.org/drawingml/2006/main">
            <a:off x="17035530" y="4742377"/>
            <a:ext cx="2521576" cy="1250861"/>
          </a:xfrm>
          <a:prstGeom xmlns:a="http://schemas.openxmlformats.org/drawingml/2006/main" prst="rect">
            <a:avLst/>
          </a:prstGeom>
        </p:spPr>
      </p:pic>
      <p:pic>
        <p:nvPic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9A8AE30C-25D7-4C5C-9273-EFB67E287DC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57b8cb179647a6"/>
          <a:stretch xmlns:a="http://schemas.openxmlformats.org/drawingml/2006/main"/>
        </p:blipFill>
        <p:spPr>
          <a:xfrm xmlns:a="http://schemas.openxmlformats.org/drawingml/2006/main">
            <a:off x="14434534" y="6092512"/>
            <a:ext cx="2521576" cy="1250861"/>
          </a:xfrm>
          <a:prstGeom xmlns:a="http://schemas.openxmlformats.org/drawingml/2006/main" prst="rect">
            <a:avLst/>
          </a:prstGeom>
        </p:spPr>
      </p:pic>
      <p:pic>
        <p:nvPic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A1A49C00-7887-4785-9C66-93125A69C99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6458f343654795"/>
          <a:stretch xmlns:a="http://schemas.openxmlformats.org/drawingml/2006/main"/>
        </p:blipFill>
        <p:spPr>
          <a:xfrm xmlns:a="http://schemas.openxmlformats.org/drawingml/2006/main">
            <a:off x="17035530" y="6092512"/>
            <a:ext cx="2521576" cy="1250861"/>
          </a:xfrm>
          <a:prstGeom xmlns:a="http://schemas.openxmlformats.org/drawingml/2006/main" prst="rect">
            <a:avLst/>
          </a:prstGeom>
        </p:spPr>
      </p:pic>
      <p:pic>
        <p:nvPic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0B6A9D94-5579-45A6-B850-439FDC527A9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4efff759b04526"/>
          <a:stretch xmlns:a="http://schemas.openxmlformats.org/drawingml/2006/main"/>
        </p:blipFill>
        <p:spPr>
          <a:xfrm xmlns:a="http://schemas.openxmlformats.org/drawingml/2006/main">
            <a:off x="14434534" y="7422792"/>
            <a:ext cx="2521576" cy="1250861"/>
          </a:xfrm>
          <a:prstGeom xmlns:a="http://schemas.openxmlformats.org/drawingml/2006/main" prst="rect">
            <a:avLst/>
          </a:prstGeom>
        </p:spPr>
      </p:pic>
      <p:pic>
        <p:nvPic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3A4588D9-6FD8-4A2E-9645-AE9119058BC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7f4fbf107c454c"/>
          <a:stretch xmlns:a="http://schemas.openxmlformats.org/drawingml/2006/main"/>
        </p:blipFill>
        <p:spPr>
          <a:xfrm xmlns:a="http://schemas.openxmlformats.org/drawingml/2006/main">
            <a:off x="17035530" y="7422792"/>
            <a:ext cx="2521576" cy="1250861"/>
          </a:xfrm>
          <a:prstGeom xmlns:a="http://schemas.openxmlformats.org/drawingml/2006/main" prst="rect">
            <a:avLst/>
          </a:prstGeom>
        </p:spPr>
      </p:pic>
      <p:sp>
        <p:nvSpPr>
          <p:cNvPr id="93" name="Skybox label">
            <a:extLst xmlns:a="http://schemas.openxmlformats.org/drawingml/2006/main">
              <a:ext uri="{FF2B5EF4-FFF2-40B4-BE49-F238E27FC236}">
                <a16:creationId xmlns:a16="http://schemas.microsoft.com/office/drawing/2014/main" id="{9F078A5F-DA8F-48D3-B095-B6900A5F0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380317" y="8737586"/>
            <a:ext cx="2223752" cy="5837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28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28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8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Skybox</a:t>
            </a:r>
          </a:p>
        </p:txBody>
      </p:sp>
      <p:sp>
        <p:nvSpPr>
          <p:cNvPr id="94" name="OSM footer">
            <a:extLst xmlns:a="http://schemas.openxmlformats.org/drawingml/2006/main">
              <a:ext uri="{FF2B5EF4-FFF2-40B4-BE49-F238E27FC236}">
                <a16:creationId xmlns:a16="http://schemas.microsoft.com/office/drawing/2014/main" id="{4867765E-AF6A-427C-8281-893B31F51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20" y="9328865"/>
            <a:ext cx="4050406" cy="893472"/>
          </a:xfrm>
          <a:custGeom xmlns:a="http://schemas.openxmlformats.org/drawingml/2006/main">
            <a:pathLst>
              <a:path w="1943100" h="428625">
                <a:moveTo>
                  <a:pt x="0" y="0"/>
                </a:moveTo>
                <a:lnTo>
                  <a:pt x="1943100" y="0"/>
                </a:lnTo>
                <a:cubicBezTo>
                  <a:pt x="1943100" y="0"/>
                  <a:pt x="1943100" y="0"/>
                  <a:pt x="1943100" y="0"/>
                </a:cubicBezTo>
                <a:lnTo>
                  <a:pt x="1943100" y="428625"/>
                </a:lnTo>
                <a:cubicBezTo>
                  <a:pt x="1943100" y="428625"/>
                  <a:pt x="1943100" y="428625"/>
                  <a:pt x="1943100" y="428625"/>
                </a:cubicBezTo>
                <a:lnTo>
                  <a:pt x="0" y="428625"/>
                </a:lnTo>
                <a:cubicBezTo>
                  <a:pt x="0" y="428625"/>
                  <a:pt x="0" y="428625"/>
                  <a:pt x="0" y="428625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918FF0"/>
          </a:solidFill>
          <a:ln xmlns:a="http://schemas.openxmlformats.org/drawingml/2006/main" w="19855">
            <a:noFill/>
            <a:prstDash val="solid"/>
          </a:ln>
        </p:spPr>
      </p:sp>
      <p:sp>
        <p:nvSpPr>
          <p:cNvPr id="95" name="3D footer">
            <a:extLst xmlns:a="http://schemas.openxmlformats.org/drawingml/2006/main">
              <a:ext uri="{FF2B5EF4-FFF2-40B4-BE49-F238E27FC236}">
                <a16:creationId xmlns:a16="http://schemas.microsoft.com/office/drawing/2014/main" id="{8ABCE35F-2677-40FA-9B85-F55FA199E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8375" y="9328865"/>
            <a:ext cx="9709061" cy="893472"/>
          </a:xfrm>
          <a:custGeom xmlns:a="http://schemas.openxmlformats.org/drawingml/2006/main">
            <a:pathLst>
              <a:path w="4657725" h="428625">
                <a:moveTo>
                  <a:pt x="0" y="0"/>
                </a:moveTo>
                <a:lnTo>
                  <a:pt x="4657725" y="0"/>
                </a:lnTo>
                <a:cubicBezTo>
                  <a:pt x="4657725" y="0"/>
                  <a:pt x="4657725" y="0"/>
                  <a:pt x="4657725" y="0"/>
                </a:cubicBezTo>
                <a:lnTo>
                  <a:pt x="4657725" y="428625"/>
                </a:lnTo>
                <a:cubicBezTo>
                  <a:pt x="4657725" y="428625"/>
                  <a:pt x="4657725" y="428625"/>
                  <a:pt x="4657725" y="428625"/>
                </a:cubicBezTo>
                <a:lnTo>
                  <a:pt x="0" y="428625"/>
                </a:lnTo>
                <a:cubicBezTo>
                  <a:pt x="0" y="428625"/>
                  <a:pt x="0" y="428625"/>
                  <a:pt x="0" y="428625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A276D3"/>
          </a:solidFill>
          <a:ln xmlns:a="http://schemas.openxmlformats.org/drawingml/2006/main" w="19855">
            <a:noFill/>
            <a:prstDash val="solid"/>
          </a:ln>
        </p:spPr>
      </p:sp>
      <p:sp>
        <p:nvSpPr>
          <p:cNvPr id="96" name="Texture footer">
            <a:extLst xmlns:a="http://schemas.openxmlformats.org/drawingml/2006/main">
              <a:ext uri="{FF2B5EF4-FFF2-40B4-BE49-F238E27FC236}">
                <a16:creationId xmlns:a16="http://schemas.microsoft.com/office/drawing/2014/main" id="{091463FF-60ED-44E0-BB04-7580EEF29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16130" y="9328865"/>
            <a:ext cx="5440251" cy="893472"/>
          </a:xfrm>
          <a:custGeom xmlns:a="http://schemas.openxmlformats.org/drawingml/2006/main">
            <a:pathLst>
              <a:path w="2609850" h="428625">
                <a:moveTo>
                  <a:pt x="0" y="0"/>
                </a:moveTo>
                <a:lnTo>
                  <a:pt x="2609850" y="0"/>
                </a:lnTo>
                <a:cubicBezTo>
                  <a:pt x="2609850" y="0"/>
                  <a:pt x="2609850" y="0"/>
                  <a:pt x="2609850" y="0"/>
                </a:cubicBezTo>
                <a:lnTo>
                  <a:pt x="2609850" y="428625"/>
                </a:lnTo>
                <a:cubicBezTo>
                  <a:pt x="2609850" y="428625"/>
                  <a:pt x="2609850" y="428625"/>
                  <a:pt x="2609850" y="428625"/>
                </a:cubicBezTo>
                <a:lnTo>
                  <a:pt x="0" y="428625"/>
                </a:lnTo>
                <a:cubicBezTo>
                  <a:pt x="0" y="428625"/>
                  <a:pt x="0" y="428625"/>
                  <a:pt x="0" y="428625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B963D6"/>
          </a:solidFill>
          <a:ln xmlns:a="http://schemas.openxmlformats.org/drawingml/2006/main" w="19855">
            <a:noFill/>
            <a:prstDash val="solid"/>
          </a:ln>
        </p:spPr>
      </p:sp>
      <p:sp>
        <p:nvSpPr>
          <p:cNvPr id="97" name="OSM footer label">
            <a:extLst xmlns:a="http://schemas.openxmlformats.org/drawingml/2006/main">
              <a:ext uri="{FF2B5EF4-FFF2-40B4-BE49-F238E27FC236}">
                <a16:creationId xmlns:a16="http://schemas.microsoft.com/office/drawing/2014/main" id="{6E36999C-8E84-48EF-A2CF-CCE197176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89120" y="9506766"/>
            <a:ext cx="1647959" cy="778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377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4377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377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OSM</a:t>
            </a:r>
          </a:p>
        </p:txBody>
      </p:sp>
      <p:sp>
        <p:nvSpPr>
          <p:cNvPr id="98" name="3D BUILDING MODELS footer label">
            <a:extLst xmlns:a="http://schemas.openxmlformats.org/drawingml/2006/main">
              <a:ext uri="{FF2B5EF4-FFF2-40B4-BE49-F238E27FC236}">
                <a16:creationId xmlns:a16="http://schemas.microsoft.com/office/drawing/2014/main" id="{461749B9-BFE7-4B4D-9474-BBD91CD7F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5463" y="9486911"/>
            <a:ext cx="6750676" cy="778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377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4377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377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3D BUILDING MODELS</a:t>
            </a:r>
          </a:p>
        </p:txBody>
      </p:sp>
      <p:sp>
        <p:nvSpPr>
          <p:cNvPr id="99" name="TEXTURE MAP footer label">
            <a:extLst xmlns:a="http://schemas.openxmlformats.org/drawingml/2006/main">
              <a:ext uri="{FF2B5EF4-FFF2-40B4-BE49-F238E27FC236}">
                <a16:creationId xmlns:a16="http://schemas.microsoft.com/office/drawing/2014/main" id="{CA836AF5-B835-4626-B10C-C3A5A3DA7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831632" y="9486911"/>
            <a:ext cx="4427649" cy="778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377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4377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377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TEXTURE MAP</a:t>
            </a:r>
          </a:p>
        </p:txBody>
      </p:sp>
    </p:spTree>
    <p:extLst>
      <p:ext uri="{BB962C8B-B14F-4D97-AF65-F5344CB8AC3E}">
        <p14:creationId xmlns:p14="http://schemas.microsoft.com/office/powerpoint/2010/main" val="151606725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47625" dist="34343" dir="3378596">
              <a:srgbClr val="000000">
                <a:alpha val="22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2026-10-18T11:25:45.4330000Z</dcterms:created>
  <dcterms:modified xsi:type="dcterms:W3CDTF">2026-10-18T11:25:45.4330000Z</dcterms:modified>
</coreProperties>
</file>