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c17f87a594aa3" /><Relationship Type="http://schemas.openxmlformats.org/officeDocument/2006/relationships/extended-properties" Target="/docProps/app.xml" Id="Rd7e2657f547e4cd6" /><Relationship Type="http://schemas.openxmlformats.org/officeDocument/2006/relationships/officeDocument" Target="/ppt/presentation.xml" Id="R99d7b3071fbf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c4e54c07141f1"/>
  </p:sldMasterIdLst>
  <p:notesMasterIdLst>
    <p:notesMasterId xmlns:r="http://schemas.openxmlformats.org/officeDocument/2006/relationships" r:id="Rf6f7f294b7854395"/>
  </p:notesMasterIdLst>
  <p:sldIdLst>
    <p:sldId xmlns:r="http://schemas.openxmlformats.org/officeDocument/2006/relationships" id="256" r:id="R56012816c0f245b9"/>
  </p:sldIdLst>
  <p:sldSz cx="19050000" cy="12268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6737c42f449b4" /><Relationship Type="http://schemas.openxmlformats.org/officeDocument/2006/relationships/slideMaster" Target="/ppt/slideMasters/slideMaster1.xml" Id="Rf7dc4e54c07141f1" /><Relationship Type="http://schemas.openxmlformats.org/officeDocument/2006/relationships/notesMaster" Target="/ppt/notesMasters/notesMaster1.xml" Id="Rf6f7f294b7854395" /><Relationship Type="http://schemas.openxmlformats.org/officeDocument/2006/relationships/presProps" Target="/ppt/presProps.xml" Id="R0fa25a4ad2f04b89" /><Relationship Type="http://schemas.openxmlformats.org/officeDocument/2006/relationships/tableStyles" Target="/ppt/tableStyles.xml" Id="R82895831197b46d6" /><Relationship Type="http://schemas.openxmlformats.org/officeDocument/2006/relationships/slide" Target="/ppt/slides/slide1.xml" Id="R56012816c0f2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25819bc68a4d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a8db5808e14576" /><Relationship Type="http://schemas.openxmlformats.org/officeDocument/2006/relationships/notesMaster" Target="/ppt/notesMasters/notesMaster1.xml" Id="R9d918d5e23914b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1: fig1 urban benchmark comparison</a:t>
            </a:r>
          </a:p>
          <a:p xmlns:a="http://schemas.openxmlformats.org/drawingml/2006/main">
            <a:r>
              <a:t>Source: https://arxiv.org/abs/2509.22228v1</a:t>
            </a:r>
          </a:p>
          <a:p xmlns:a="http://schemas.openxmlformats.org/drawingml/2006/main">
            <a:r>
              <a:t>Approved image: fig1_urban_benchmark_comparison.png; SHA-256: 4bae6094128a075df1b749d9bd69281dae341111e242a8089b803b3017ace329</a:t>
            </a:r>
          </a:p>
          <a:p xmlns:a="http://schemas.openxmlformats.org/drawingml/2006/main">
            <a:r>
              <a:t>The reference PDF artwork is raster-only. Primary readable captions, stage/module labels, panels, category badges, statistical-sector geometry, bars and arrow paths are reconstructed native editable PowerPoint objects. Arrow paths are freeforms, not endpoint-bound connectors; sectors/bars are not data-bound charts. Original street-view photographs and panorama stacks, 3D city illustrations, maps, source logos, small pictograms and photograph-embedded annotations remain named independent raster objects (36);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 approximate the source typefaces. Fine typography, statistical-sector geometry, small pictograms, decorative effects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eaaf8fdee44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2f7b71b7447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10460942847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63cf71af34e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da10dac7745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da60cb43f43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113A83-5177-445D-8007-4C08F9655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4634653"/>
            <a:ext cx="15240000" cy="1772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C89DCE-1288-4984-9363-327CBF2FAF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57500" y="6747510"/>
            <a:ext cx="13335000" cy="1363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5EE0C0-6631-4AC5-B073-505585FD0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5111750"/>
            <a:ext cx="15240000" cy="20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9A6BD2-BD5F-49C0-923B-255352AF7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954193"/>
            <a:ext cx="16906875" cy="149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6E10AA-C21B-4B38-9D1E-F00A7D7E1A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3407833"/>
            <a:ext cx="1690687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F63EAA-37D0-4641-B137-7C4AC54DB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954193"/>
            <a:ext cx="16906875" cy="149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75A876-FAC2-4A72-84E9-249B6E6C9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3407833"/>
            <a:ext cx="785812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EFAE5F-3693-4BE0-9C36-46F9B6122A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120313" y="3407833"/>
            <a:ext cx="785812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34BD63-6BC2-4008-8973-827DF03BA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954193"/>
            <a:ext cx="16906875" cy="149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751105-B3BA-4FCC-A4F8-05B7DF2C14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3407833"/>
            <a:ext cx="785812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1153ce48864f42" /><Relationship Type="http://schemas.openxmlformats.org/officeDocument/2006/relationships/slideLayout" Target="/ppt/slideLayouts/slideLayout1.xml" Id="R71dacc8148b24467" /><Relationship Type="http://schemas.openxmlformats.org/officeDocument/2006/relationships/slideLayout" Target="/ppt/slideLayouts/slideLayout2.xml" Id="Ra43f9e8753964dd0" /><Relationship Type="http://schemas.openxmlformats.org/officeDocument/2006/relationships/slideLayout" Target="/ppt/slideLayouts/slideLayout3.xml" Id="Rcc0426da53c94b37" /><Relationship Type="http://schemas.openxmlformats.org/officeDocument/2006/relationships/slideLayout" Target="/ppt/slideLayouts/slideLayout4.xml" Id="R6787edcd867443ab" /><Relationship Type="http://schemas.openxmlformats.org/officeDocument/2006/relationships/slideLayout" Target="/ppt/slideLayouts/slideLayout5.xml" Id="R70e1a1494fdd457b" /><Relationship Type="http://schemas.openxmlformats.org/officeDocument/2006/relationships/slideLayout" Target="/ppt/slideLayouts/slideLayout6.xml" Id="Rc266b475df0648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acc8148b24467"/>
    <p:sldLayoutId xmlns:r="http://schemas.openxmlformats.org/officeDocument/2006/relationships" id="2147483650" r:id="Ra43f9e8753964dd0"/>
    <p:sldLayoutId xmlns:r="http://schemas.openxmlformats.org/officeDocument/2006/relationships" id="2147483651" r:id="Rcc0426da53c94b37"/>
    <p:sldLayoutId xmlns:r="http://schemas.openxmlformats.org/officeDocument/2006/relationships" id="2147483652" r:id="R6787edcd867443ab"/>
    <p:sldLayoutId xmlns:r="http://schemas.openxmlformats.org/officeDocument/2006/relationships" id="2147483653" r:id="R70e1a1494fdd457b"/>
    <p:sldLayoutId xmlns:r="http://schemas.openxmlformats.org/officeDocument/2006/relationships" id="2147483654" r:id="Rc266b475df0648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9dd950e6e4921" /><Relationship Type="http://schemas.openxmlformats.org/officeDocument/2006/relationships/image" Target="/ppt/media/image.png" Id="R15ec7e4203604632" /><Relationship Type="http://schemas.openxmlformats.org/officeDocument/2006/relationships/image" Target="/ppt/media/image2.png" Id="R54b96bec56a3428c" /><Relationship Type="http://schemas.openxmlformats.org/officeDocument/2006/relationships/image" Target="/ppt/media/image3.png" Id="Rbdd970ad1460467b" /><Relationship Type="http://schemas.openxmlformats.org/officeDocument/2006/relationships/image" Target="/ppt/media/image4.png" Id="R5e3a1a098b43431d" /><Relationship Type="http://schemas.openxmlformats.org/officeDocument/2006/relationships/image" Target="/ppt/media/image5.png" Id="Rb5d630d657874dc9" /><Relationship Type="http://schemas.openxmlformats.org/officeDocument/2006/relationships/image" Target="/ppt/media/image6.png" Id="R8edf366a54904289" /><Relationship Type="http://schemas.openxmlformats.org/officeDocument/2006/relationships/image" Target="/ppt/media/image7.png" Id="Rf5918662cadd4c9e" /><Relationship Type="http://schemas.openxmlformats.org/officeDocument/2006/relationships/image" Target="/ppt/media/image8.png" Id="Re2c43b01c70d48b6" /><Relationship Type="http://schemas.openxmlformats.org/officeDocument/2006/relationships/image" Target="/ppt/media/image9.png" Id="R6b4c308ed2874191" /><Relationship Type="http://schemas.openxmlformats.org/officeDocument/2006/relationships/image" Target="/ppt/media/image10.png" Id="Rb5d3676c1b9b4052" /><Relationship Type="http://schemas.openxmlformats.org/officeDocument/2006/relationships/image" Target="/ppt/media/image11.png" Id="Rd422de889970433e" /><Relationship Type="http://schemas.openxmlformats.org/officeDocument/2006/relationships/image" Target="/ppt/media/image12.png" Id="R745e397438e44091" /><Relationship Type="http://schemas.openxmlformats.org/officeDocument/2006/relationships/image" Target="/ppt/media/image13.png" Id="R15ec80693e5e48a1" /><Relationship Type="http://schemas.openxmlformats.org/officeDocument/2006/relationships/image" Target="/ppt/media/image14.png" Id="R8d51adfcbe1c4624" /><Relationship Type="http://schemas.openxmlformats.org/officeDocument/2006/relationships/image" Target="/ppt/media/image15.png" Id="Rff627780c7014257" /><Relationship Type="http://schemas.openxmlformats.org/officeDocument/2006/relationships/image" Target="/ppt/media/image16.png" Id="Rdd4622084bf04689" /><Relationship Type="http://schemas.openxmlformats.org/officeDocument/2006/relationships/image" Target="/ppt/media/image17.png" Id="R9e585db081ba409b" /><Relationship Type="http://schemas.openxmlformats.org/officeDocument/2006/relationships/image" Target="/ppt/media/image18.png" Id="Rd1a2eeafc40f4b2a" /><Relationship Type="http://schemas.openxmlformats.org/officeDocument/2006/relationships/image" Target="/ppt/media/image19.png" Id="Ra668e6c086af4c0a" /><Relationship Type="http://schemas.openxmlformats.org/officeDocument/2006/relationships/image" Target="/ppt/media/image20.png" Id="Re3984081935e417b" /><Relationship Type="http://schemas.openxmlformats.org/officeDocument/2006/relationships/image" Target="/ppt/media/image21.png" Id="Re479757f43b54a23" /><Relationship Type="http://schemas.openxmlformats.org/officeDocument/2006/relationships/image" Target="/ppt/media/image22.png" Id="R3d0c7359d37c4fc1" /><Relationship Type="http://schemas.openxmlformats.org/officeDocument/2006/relationships/image" Target="/ppt/media/image23.png" Id="R4474fd70872348c1" /><Relationship Type="http://schemas.openxmlformats.org/officeDocument/2006/relationships/image" Target="/ppt/media/image24.png" Id="R092ba049d6cb40e4" /><Relationship Type="http://schemas.openxmlformats.org/officeDocument/2006/relationships/image" Target="/ppt/media/image25.png" Id="R83795fbff9d34109" /><Relationship Type="http://schemas.openxmlformats.org/officeDocument/2006/relationships/image" Target="/ppt/media/image26.png" Id="R6eea86c7a74b4119" /><Relationship Type="http://schemas.openxmlformats.org/officeDocument/2006/relationships/image" Target="/ppt/media/image27.png" Id="Rdd4b348bf8584ce6" /><Relationship Type="http://schemas.openxmlformats.org/officeDocument/2006/relationships/image" Target="/ppt/media/image28.png" Id="Rbd80d183be6c4fdb" /><Relationship Type="http://schemas.openxmlformats.org/officeDocument/2006/relationships/image" Target="/ppt/media/image29.png" Id="Ra7c0cf82d6ee4d32" /><Relationship Type="http://schemas.openxmlformats.org/officeDocument/2006/relationships/image" Target="/ppt/media/image30.png" Id="Rc60f9843307343e6" /><Relationship Type="http://schemas.openxmlformats.org/officeDocument/2006/relationships/image" Target="/ppt/media/image31.png" Id="R880d6805ef76458b" /><Relationship Type="http://schemas.openxmlformats.org/officeDocument/2006/relationships/image" Target="/ppt/media/image32.png" Id="R16e350fe92744826" /><Relationship Type="http://schemas.openxmlformats.org/officeDocument/2006/relationships/image" Target="/ppt/media/image33.png" Id="Ra8ea60326304486e" /><Relationship Type="http://schemas.openxmlformats.org/officeDocument/2006/relationships/image" Target="/ppt/media/image34.png" Id="R9541d724bc314b44" /><Relationship Type="http://schemas.openxmlformats.org/officeDocument/2006/relationships/image" Target="/ppt/media/image35.png" Id="R2d3adf643dcb497e" /><Relationship Type="http://schemas.openxmlformats.org/officeDocument/2006/relationships/image" Target="/ppt/media/image36.png" Id="Rc209ce93253a46a3" /><Relationship Type="http://schemas.openxmlformats.org/officeDocument/2006/relationships/notesSlide" Target="/ppt/notesSlides/notesSlide1.xml" Id="R628a834e27404d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009E5C0-1A94-4A77-B9E1-CF61AAD6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5725"/>
            <a:ext cx="18802350" cy="4162425"/>
          </a:xfrm>
          <a:custGeom xmlns:a="http://schemas.openxmlformats.org/drawingml/2006/main">
            <a:pathLst>
              <a:path w="18802350" h="4162425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3924300"/>
                </a:lnTo>
                <a:cubicBezTo>
                  <a:pt x="18802350" y="4055813"/>
                  <a:pt x="18695738" y="4162425"/>
                  <a:pt x="18564225" y="4162425"/>
                </a:cubicBezTo>
                <a:lnTo>
                  <a:pt x="238125" y="4162425"/>
                </a:lnTo>
                <a:cubicBezTo>
                  <a:pt x="106612" y="4162425"/>
                  <a:pt x="0" y="4055813"/>
                  <a:pt x="0" y="39243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EFE6D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7A1C340-385A-43BE-B36D-3D12DEB9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5725"/>
            <a:ext cx="18802350" cy="733425"/>
          </a:xfrm>
          <a:custGeom xmlns:a="http://schemas.openxmlformats.org/drawingml/2006/main">
            <a:pathLst>
              <a:path w="18802350" h="733425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495300"/>
                </a:lnTo>
                <a:cubicBezTo>
                  <a:pt x="18802350" y="626813"/>
                  <a:pt x="18695738" y="733425"/>
                  <a:pt x="18564225" y="733425"/>
                </a:cubicBezTo>
                <a:lnTo>
                  <a:pt x="238125" y="733425"/>
                </a:lnTo>
                <a:cubicBezTo>
                  <a:pt x="106612" y="733425"/>
                  <a:pt x="0" y="626813"/>
                  <a:pt x="0" y="4953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CBB09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53A2D5C-2E10-4950-A458-0980C362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4350"/>
            <a:ext cx="18783300" cy="304800"/>
          </a:xfrm>
          <a:custGeom xmlns:a="http://schemas.openxmlformats.org/drawingml/2006/main">
            <a:pathLst>
              <a:path w="18783300" h="304800">
                <a:moveTo>
                  <a:pt x="0" y="0"/>
                </a:moveTo>
                <a:lnTo>
                  <a:pt x="18783300" y="0"/>
                </a:lnTo>
                <a:lnTo>
                  <a:pt x="187833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CBB09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8A1E152-3F85-4791-95B6-FE108A51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333875"/>
            <a:ext cx="18802350" cy="7839075"/>
          </a:xfrm>
          <a:custGeom xmlns:a="http://schemas.openxmlformats.org/drawingml/2006/main">
            <a:pathLst>
              <a:path w="18802350" h="7839075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7600950"/>
                </a:lnTo>
                <a:cubicBezTo>
                  <a:pt x="18802350" y="7732463"/>
                  <a:pt x="18695738" y="7839075"/>
                  <a:pt x="18564225" y="7839075"/>
                </a:cubicBezTo>
                <a:lnTo>
                  <a:pt x="238125" y="7839075"/>
                </a:lnTo>
                <a:cubicBezTo>
                  <a:pt x="106612" y="7839075"/>
                  <a:pt x="0" y="7732463"/>
                  <a:pt x="0" y="760095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EDEAE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87FC789-88D9-4915-91BF-BE03A1E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333875"/>
            <a:ext cx="18802350" cy="723900"/>
          </a:xfrm>
          <a:custGeom xmlns:a="http://schemas.openxmlformats.org/drawingml/2006/main">
            <a:pathLst>
              <a:path w="18802350" h="723900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485775"/>
                </a:lnTo>
                <a:cubicBezTo>
                  <a:pt x="18802350" y="617288"/>
                  <a:pt x="18695738" y="723900"/>
                  <a:pt x="18564225" y="723900"/>
                </a:cubicBezTo>
                <a:lnTo>
                  <a:pt x="238125" y="723900"/>
                </a:lnTo>
                <a:cubicBezTo>
                  <a:pt x="106612" y="723900"/>
                  <a:pt x="0" y="617288"/>
                  <a:pt x="0" y="4857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C4B6A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D5891DB-9FCA-44ED-9EFD-3B5D3C77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762500"/>
            <a:ext cx="18783300" cy="295275"/>
          </a:xfrm>
          <a:custGeom xmlns:a="http://schemas.openxmlformats.org/drawingml/2006/main">
            <a:pathLst>
              <a:path w="18783300" h="295275">
                <a:moveTo>
                  <a:pt x="0" y="0"/>
                </a:moveTo>
                <a:lnTo>
                  <a:pt x="18783300" y="0"/>
                </a:lnTo>
                <a:lnTo>
                  <a:pt x="18783300" y="295275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C4B6AA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DAE7B-1A61-43E2-9FD7-0613D87D0E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c7e4203604632"/>
          <a:stretch xmlns:a="http://schemas.openxmlformats.org/drawingml/2006/main"/>
        </p:blipFill>
        <p:spPr>
          <a:xfrm xmlns:a="http://schemas.openxmlformats.org/drawingml/2006/main">
            <a:off x="4953000" y="114300"/>
            <a:ext cx="695325" cy="6381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7761E-E27E-42D4-933F-A15009A7E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96bec56a3428c"/>
          <a:stretch xmlns:a="http://schemas.openxmlformats.org/drawingml/2006/main"/>
        </p:blipFill>
        <p:spPr>
          <a:xfrm xmlns:a="http://schemas.openxmlformats.org/drawingml/2006/main">
            <a:off x="4438650" y="847725"/>
            <a:ext cx="1457325" cy="14192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60D7E-525E-4A32-88CC-F5637E6AE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970ad1460467b"/>
          <a:stretch xmlns:a="http://schemas.openxmlformats.org/drawingml/2006/main"/>
        </p:blipFill>
        <p:spPr>
          <a:xfrm xmlns:a="http://schemas.openxmlformats.org/drawingml/2006/main">
            <a:off x="11125200" y="809625"/>
            <a:ext cx="857250" cy="14478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E3825-E6CE-439E-B0AE-2DF30E391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a1a098b43431d"/>
          <a:stretch xmlns:a="http://schemas.openxmlformats.org/drawingml/2006/main"/>
        </p:blipFill>
        <p:spPr>
          <a:xfrm xmlns:a="http://schemas.openxmlformats.org/drawingml/2006/main">
            <a:off x="17097375" y="819150"/>
            <a:ext cx="1533525" cy="14668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12925-B048-48D1-9987-868AC68F3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630d657874dc9"/>
          <a:stretch xmlns:a="http://schemas.openxmlformats.org/drawingml/2006/main"/>
        </p:blipFill>
        <p:spPr>
          <a:xfrm xmlns:a="http://schemas.openxmlformats.org/drawingml/2006/main">
            <a:off x="4829175" y="5153025"/>
            <a:ext cx="1609725" cy="15049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86C23-49B9-452B-9871-BFEE82B25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f366a54904289"/>
          <a:stretch xmlns:a="http://schemas.openxmlformats.org/drawingml/2006/main"/>
        </p:blipFill>
        <p:spPr>
          <a:xfrm xmlns:a="http://schemas.openxmlformats.org/drawingml/2006/main">
            <a:off x="16487775" y="5143500"/>
            <a:ext cx="1876425" cy="17621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C7BA1-032B-48AE-8A8F-414137B22C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18662cadd4c9e"/>
          <a:stretch xmlns:a="http://schemas.openxmlformats.org/drawingml/2006/main"/>
        </p:blipFill>
        <p:spPr>
          <a:xfrm xmlns:a="http://schemas.openxmlformats.org/drawingml/2006/main">
            <a:off x="16697325" y="8648700"/>
            <a:ext cx="1704975" cy="1495425"/>
          </a:xfrm>
          <a:prstGeom xmlns:a="http://schemas.openxmlformats.org/drawingml/2006/main" prst="rect">
            <a:avLst/>
          </a:prstGeom>
        </p:spPr>
      </p:pic>
      <p:sp>
        <p:nvSpPr>
          <p:cNvPr id="14" name="Existing Urban Scene Benchmark">
            <a:extLst xmlns:a="http://schemas.openxmlformats.org/drawingml/2006/main">
              <a:ext uri="{FF2B5EF4-FFF2-40B4-BE49-F238E27FC236}">
                <a16:creationId xmlns:a16="http://schemas.microsoft.com/office/drawing/2014/main" id="{48BEE9E1-5A92-4971-8385-F93EE504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00025"/>
            <a:ext cx="9334500" cy="62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98" b="1" i="0">
                <a:solidFill>
                  <a:srgbClr val="795E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98" b="1" i="0">
                <a:solidFill>
                  <a:srgbClr val="795E42"/>
                </a:solidFill>
                <a:latin typeface="Arial"/>
                <a:ea typeface="Arial"/>
                <a:cs typeface="Arial"/>
              </a:defRPr>
            </a:pPr>
            <a:r>
              <a:rPr sz="3498" b="1" i="0">
                <a:solidFill>
                  <a:srgbClr val="795E42"/>
                </a:solidFill>
                <a:latin typeface="Arial"/>
                <a:ea typeface="Arial"/>
                <a:cs typeface="Arial"/>
              </a:rPr>
              <a:t>Existing Urban Scene Benchmark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A6201-428D-4EE1-A74F-9BC383FAE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43b01c70d48b6"/>
          <a:stretch xmlns:a="http://schemas.openxmlformats.org/drawingml/2006/main"/>
        </p:blipFill>
        <p:spPr>
          <a:xfrm xmlns:a="http://schemas.openxmlformats.org/drawingml/2006/main">
            <a:off x="6619875" y="4400550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16" name="UrbanFeel (Ours)">
            <a:extLst xmlns:a="http://schemas.openxmlformats.org/drawingml/2006/main">
              <a:ext uri="{FF2B5EF4-FFF2-40B4-BE49-F238E27FC236}">
                <a16:creationId xmlns:a16="http://schemas.microsoft.com/office/drawing/2014/main" id="{9E874056-0E3C-44EC-92F4-6B2EEC6A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4467225"/>
            <a:ext cx="5248275" cy="70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1" i="0">
                <a:solidFill>
                  <a:srgbClr val="806C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75" b="1" i="0">
                <a:solidFill>
                  <a:srgbClr val="806C5A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806C5A"/>
                </a:solidFill>
                <a:latin typeface="Arial"/>
                <a:ea typeface="Arial"/>
                <a:cs typeface="Arial"/>
              </a:rPr>
              <a:t>UrbanFeel (Ours)</a:t>
            </a:r>
          </a:p>
        </p:txBody>
      </p:sp>
      <p:sp>
        <p:nvSpPr>
          <p:cNvPr id="1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6A2F7F3-66E6-4D78-A0CA-1458120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0487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E877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Spatial Discontinuity">
            <a:extLst xmlns:a="http://schemas.openxmlformats.org/drawingml/2006/main">
              <a:ext uri="{FF2B5EF4-FFF2-40B4-BE49-F238E27FC236}">
                <a16:creationId xmlns:a16="http://schemas.microsoft.com/office/drawing/2014/main" id="{CAB468B5-0C12-47CD-840F-61B5943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885825"/>
            <a:ext cx="5705475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9E8774"/>
                </a:solidFill>
                <a:latin typeface="Arial"/>
                <a:ea typeface="Arial"/>
                <a:cs typeface="Arial"/>
              </a:rPr>
              <a:t>Spatial Discontinuity</a:t>
            </a:r>
          </a:p>
        </p:txBody>
      </p:sp>
      <p:sp>
        <p:nvSpPr>
          <p:cNvPr id="1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53C87C0-B721-4215-A002-7DCDC30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90487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E877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Short Time Span">
            <a:extLst xmlns:a="http://schemas.openxmlformats.org/drawingml/2006/main">
              <a:ext uri="{FF2B5EF4-FFF2-40B4-BE49-F238E27FC236}">
                <a16:creationId xmlns:a16="http://schemas.microsoft.com/office/drawing/2014/main" id="{DBEEDA8A-FC02-4839-9B6C-0C6D50E6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885825"/>
            <a:ext cx="55816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9E8774"/>
                </a:solidFill>
                <a:latin typeface="Arial"/>
                <a:ea typeface="Arial"/>
                <a:cs typeface="Arial"/>
              </a:rPr>
              <a:t>Short Time Span</a:t>
            </a:r>
          </a:p>
        </p:txBody>
      </p:sp>
      <p:sp>
        <p:nvSpPr>
          <p:cNvPr id="2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A1E1689-6AD1-46A3-ABC6-C45E673D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0487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E877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Focus on Spatial Understanding">
            <a:extLst xmlns:a="http://schemas.openxmlformats.org/drawingml/2006/main">
              <a:ext uri="{FF2B5EF4-FFF2-40B4-BE49-F238E27FC236}">
                <a16:creationId xmlns:a16="http://schemas.microsoft.com/office/drawing/2014/main" id="{FD69D628-EA06-453C-B765-E4287E9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885825"/>
            <a:ext cx="59055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9E8774"/>
                </a:solidFill>
                <a:latin typeface="Arial"/>
                <a:ea typeface="Arial"/>
                <a:cs typeface="Arial"/>
              </a:rPr>
              <a:t>Focus on Spatial Understanding</a:t>
            </a:r>
          </a:p>
        </p:txBody>
      </p:sp>
      <p:sp>
        <p:nvSpPr>
          <p:cNvPr id="23" name="The images from the same area">
            <a:extLst xmlns:a="http://schemas.openxmlformats.org/drawingml/2006/main">
              <a:ext uri="{FF2B5EF4-FFF2-40B4-BE49-F238E27FC236}">
                <a16:creationId xmlns:a16="http://schemas.microsoft.com/office/drawing/2014/main" id="{A0D574B3-F6B9-4008-9120-246AD3BA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409700"/>
            <a:ext cx="55054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images from the same area</a:t>
            </a:r>
          </a:p>
        </p:txBody>
      </p:sp>
      <p:sp>
        <p:nvSpPr>
          <p:cNvPr id="24" name="are far apart.">
            <a:extLst xmlns:a="http://schemas.openxmlformats.org/drawingml/2006/main">
              <a:ext uri="{FF2B5EF4-FFF2-40B4-BE49-F238E27FC236}">
                <a16:creationId xmlns:a16="http://schemas.microsoft.com/office/drawing/2014/main" id="{BB1D38CB-952F-4719-A41B-9716C8E8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809750"/>
            <a:ext cx="39243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far apart.</a:t>
            </a:r>
          </a:p>
        </p:txBody>
      </p:sp>
      <p:sp>
        <p:nvSpPr>
          <p:cNvPr id="25" name="The time span between images from">
            <a:extLst xmlns:a="http://schemas.openxmlformats.org/drawingml/2006/main">
              <a:ext uri="{FF2B5EF4-FFF2-40B4-BE49-F238E27FC236}">
                <a16:creationId xmlns:a16="http://schemas.microsoft.com/office/drawing/2014/main" id="{0D111238-6441-4736-8885-F5B7BAF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1409700"/>
            <a:ext cx="56388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time span between images from</a:t>
            </a:r>
          </a:p>
        </p:txBody>
      </p:sp>
      <p:sp>
        <p:nvSpPr>
          <p:cNvPr id="26" name="the same area is short.">
            <a:extLst xmlns:a="http://schemas.openxmlformats.org/drawingml/2006/main">
              <a:ext uri="{FF2B5EF4-FFF2-40B4-BE49-F238E27FC236}">
                <a16:creationId xmlns:a16="http://schemas.microsoft.com/office/drawing/2014/main" id="{7719FAA9-948F-41D2-8F7A-76B095A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1771650"/>
            <a:ext cx="53625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area is short.</a:t>
            </a:r>
          </a:p>
        </p:txBody>
      </p:sp>
      <p:sp>
        <p:nvSpPr>
          <p:cNvPr id="27" name="Q:">
            <a:extLst xmlns:a="http://schemas.openxmlformats.org/drawingml/2006/main">
              <a:ext uri="{FF2B5EF4-FFF2-40B4-BE49-F238E27FC236}">
                <a16:creationId xmlns:a16="http://schemas.microsoft.com/office/drawing/2014/main" id="{D086E97D-5D3B-45FD-AC3F-C5B912FA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5400" y="1381125"/>
            <a:ext cx="3714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C4A3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C4A383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C4A383"/>
                </a:solidFill>
                <a:latin typeface="Arial"/>
                <a:ea typeface="Arial"/>
                <a:cs typeface="Arial"/>
              </a:rPr>
              <a:t>Q:</a:t>
            </a:r>
          </a:p>
        </p:txBody>
      </p:sp>
      <p:sp>
        <p:nvSpPr>
          <p:cNvPr id="28" name="Where is this picture possibly taken?">
            <a:extLst xmlns:a="http://schemas.openxmlformats.org/drawingml/2006/main">
              <a:ext uri="{FF2B5EF4-FFF2-40B4-BE49-F238E27FC236}">
                <a16:creationId xmlns:a16="http://schemas.microsoft.com/office/drawing/2014/main" id="{4ADAE40C-0768-4BE0-B48D-E59E1C46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7825" y="1371600"/>
            <a:ext cx="56673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is this picture possibly taken?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8D5AA-961E-46E5-B427-7811B6FB0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c308ed2874191"/>
          <a:stretch xmlns:a="http://schemas.openxmlformats.org/drawingml/2006/main"/>
        </p:blipFill>
        <p:spPr>
          <a:xfrm xmlns:a="http://schemas.openxmlformats.org/drawingml/2006/main">
            <a:off x="600075" y="2171700"/>
            <a:ext cx="1924050" cy="962025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4154C-37BE-4F86-A8AD-072C91A539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676c1b9b4052"/>
          <a:stretch xmlns:a="http://schemas.openxmlformats.org/drawingml/2006/main"/>
        </p:blipFill>
        <p:spPr>
          <a:xfrm xmlns:a="http://schemas.openxmlformats.org/drawingml/2006/main">
            <a:off x="600075" y="3219450"/>
            <a:ext cx="1924050" cy="962025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4445B-F045-4F23-B19D-FB0A56A9D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2de889970433e"/>
          <a:stretch xmlns:a="http://schemas.openxmlformats.org/drawingml/2006/main"/>
        </p:blipFill>
        <p:spPr>
          <a:xfrm xmlns:a="http://schemas.openxmlformats.org/drawingml/2006/main">
            <a:off x="2905125" y="2143125"/>
            <a:ext cx="2952750" cy="1971675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7218A3-2F3C-4E5B-8E19-76A9F10AFB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e397438e44091"/>
          <a:stretch xmlns:a="http://schemas.openxmlformats.org/drawingml/2006/main"/>
        </p:blipFill>
        <p:spPr>
          <a:xfrm xmlns:a="http://schemas.openxmlformats.org/drawingml/2006/main">
            <a:off x="6696075" y="2676525"/>
            <a:ext cx="942975" cy="942975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A9BBBA-13CE-4545-BA3B-01DC7C1EA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c80693e5e48a1"/>
          <a:stretch xmlns:a="http://schemas.openxmlformats.org/drawingml/2006/main"/>
        </p:blipFill>
        <p:spPr>
          <a:xfrm xmlns:a="http://schemas.openxmlformats.org/drawingml/2006/main">
            <a:off x="15992475" y="1952625"/>
            <a:ext cx="1885950" cy="2114550"/>
          </a:xfrm>
          <a:prstGeom xmlns:a="http://schemas.openxmlformats.org/drawingml/2006/main" prst="rect">
            <a:avLst/>
          </a:prstGeom>
        </p:spPr>
      </p:pic>
      <p:sp>
        <p:nvSpPr>
          <p:cNvPr id="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0E2C7B1-FAE4-4003-9949-AD7C761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4257675" cy="1628775"/>
          </a:xfrm>
          <a:custGeom xmlns:a="http://schemas.openxmlformats.org/drawingml/2006/main">
            <a:pathLst>
              <a:path w="4257675" h="1628775">
                <a:moveTo>
                  <a:pt x="0" y="638175"/>
                </a:moveTo>
                <a:lnTo>
                  <a:pt x="3800475" y="0"/>
                </a:lnTo>
                <a:lnTo>
                  <a:pt x="4257675" y="1628775"/>
                </a:lnTo>
                <a:close/>
              </a:path>
            </a:pathLst>
          </a:custGeom>
          <a:solidFill xmlns:a="http://schemas.openxmlformats.org/drawingml/2006/main">
            <a:srgbClr val="F49CA5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C6D4DA-EBCF-4648-B921-8FBC66455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1adfcbe1c4624"/>
          <a:stretch xmlns:a="http://schemas.openxmlformats.org/drawingml/2006/main"/>
        </p:blipFill>
        <p:spPr>
          <a:xfrm xmlns:a="http://schemas.openxmlformats.org/drawingml/2006/main">
            <a:off x="8791575" y="31908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0E4980-6B12-45B9-B9E6-C8383F3FE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27780c7014257"/>
          <a:stretch xmlns:a="http://schemas.openxmlformats.org/drawingml/2006/main"/>
        </p:blipFill>
        <p:spPr>
          <a:xfrm xmlns:a="http://schemas.openxmlformats.org/drawingml/2006/main">
            <a:off x="8915400" y="30956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FE8F7-F4C0-47A6-8848-1A0E0E64B3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622084bf04689"/>
          <a:stretch xmlns:a="http://schemas.openxmlformats.org/drawingml/2006/main"/>
        </p:blipFill>
        <p:spPr>
          <a:xfrm xmlns:a="http://schemas.openxmlformats.org/drawingml/2006/main">
            <a:off x="9039225" y="30003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7ED0C8-252B-4C06-8755-8C86A85A9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85db081ba409b"/>
          <a:stretch xmlns:a="http://schemas.openxmlformats.org/drawingml/2006/main"/>
        </p:blipFill>
        <p:spPr>
          <a:xfrm xmlns:a="http://schemas.openxmlformats.org/drawingml/2006/main">
            <a:off x="9163050" y="29051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6EDD29-2DD0-446A-8521-A5B27546E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2eeafc40f4b2a"/>
          <a:stretch xmlns:a="http://schemas.openxmlformats.org/drawingml/2006/main"/>
        </p:blipFill>
        <p:spPr>
          <a:xfrm xmlns:a="http://schemas.openxmlformats.org/drawingml/2006/main">
            <a:off x="9286875" y="28098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4D94EB-234C-43E3-82AA-1B4E847438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8e6c086af4c0a"/>
          <a:stretch xmlns:a="http://schemas.openxmlformats.org/drawingml/2006/main"/>
        </p:blipFill>
        <p:spPr>
          <a:xfrm xmlns:a="http://schemas.openxmlformats.org/drawingml/2006/main">
            <a:off x="9410700" y="27146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D49985-610D-441C-AE00-464B8ECBE6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84081935e417b"/>
          <a:stretch xmlns:a="http://schemas.openxmlformats.org/drawingml/2006/main"/>
        </p:blipFill>
        <p:spPr>
          <a:xfrm xmlns:a="http://schemas.openxmlformats.org/drawingml/2006/main">
            <a:off x="9534525" y="26193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C47CC-9548-4AEE-82F1-4F03BEB3C4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9757f43b54a23"/>
          <a:stretch xmlns:a="http://schemas.openxmlformats.org/drawingml/2006/main"/>
        </p:blipFill>
        <p:spPr>
          <a:xfrm xmlns:a="http://schemas.openxmlformats.org/drawingml/2006/main">
            <a:off x="9658350" y="25241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C108A6-4F1A-40C2-92D8-5856DC550F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c7359d37c4fc1"/>
          <a:stretch xmlns:a="http://schemas.openxmlformats.org/drawingml/2006/main"/>
        </p:blipFill>
        <p:spPr>
          <a:xfrm xmlns:a="http://schemas.openxmlformats.org/drawingml/2006/main">
            <a:off x="9782175" y="2428875"/>
            <a:ext cx="1828800" cy="933450"/>
          </a:xfrm>
          <a:prstGeom xmlns:a="http://schemas.openxmlformats.org/drawingml/2006/main" prst="rect">
            <a:avLst/>
          </a:prstGeom>
        </p:spPr>
      </p:pic>
      <p:sp>
        <p:nvSpPr>
          <p:cNvPr id="44" name="2023">
            <a:extLst xmlns:a="http://schemas.openxmlformats.org/drawingml/2006/main">
              <a:ext uri="{FF2B5EF4-FFF2-40B4-BE49-F238E27FC236}">
                <a16:creationId xmlns:a16="http://schemas.microsoft.com/office/drawing/2014/main" id="{DB84CAA8-A80C-4F8E-BA02-B220853F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0">
            <a:off x="11449050" y="3562350"/>
            <a:ext cx="847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0A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A6D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A6DB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45" name="2022">
            <a:extLst xmlns:a="http://schemas.openxmlformats.org/drawingml/2006/main">
              <a:ext uri="{FF2B5EF4-FFF2-40B4-BE49-F238E27FC236}">
                <a16:creationId xmlns:a16="http://schemas.microsoft.com/office/drawing/2014/main" id="{C7EB3CE9-1D7F-4BD9-895C-73A1A6F4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0">
            <a:off x="10953750" y="3971925"/>
            <a:ext cx="847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FDC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DC3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DC300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4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6B7FB6E-9CB3-4DED-8398-A65F6971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895475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47" name="A   Málaga">
            <a:extLst xmlns:a="http://schemas.openxmlformats.org/drawingml/2006/main">
              <a:ext uri="{FF2B5EF4-FFF2-40B4-BE49-F238E27FC236}">
                <a16:creationId xmlns:a16="http://schemas.microsoft.com/office/drawing/2014/main" id="{BD4561C7-61CA-4028-94C5-5EFB3E09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1924050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 Málaga</a:t>
            </a:r>
          </a:p>
        </p:txBody>
      </p:sp>
      <p:sp>
        <p:nvSpPr>
          <p:cNvPr id="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1EFA01E-ED0A-4002-AF94-F962F3EE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2476500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49" name="B   Vancouver">
            <a:extLst xmlns:a="http://schemas.openxmlformats.org/drawingml/2006/main">
              <a:ext uri="{FF2B5EF4-FFF2-40B4-BE49-F238E27FC236}">
                <a16:creationId xmlns:a16="http://schemas.microsoft.com/office/drawing/2014/main" id="{B0EB4801-9FD8-4D8C-8CEF-5D5550D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2505075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  Vancouver</a:t>
            </a:r>
          </a:p>
        </p:txBody>
      </p:sp>
      <p:sp>
        <p:nvSpPr>
          <p:cNvPr id="5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B928944-16CC-49D8-8CA3-ABDF9614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3057525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51" name="C   Córdoba">
            <a:extLst xmlns:a="http://schemas.openxmlformats.org/drawingml/2006/main">
              <a:ext uri="{FF2B5EF4-FFF2-40B4-BE49-F238E27FC236}">
                <a16:creationId xmlns:a16="http://schemas.microsoft.com/office/drawing/2014/main" id="{C82F3CC0-9A86-4170-A2F6-A186FFCB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3086100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  Córdoba</a:t>
            </a:r>
          </a:p>
        </p:txBody>
      </p:sp>
      <p:sp>
        <p:nvSpPr>
          <p:cNvPr id="5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D302941-ED6C-48EE-96DA-3C993E9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3638550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53" name="D   Granada">
            <a:extLst xmlns:a="http://schemas.openxmlformats.org/drawingml/2006/main">
              <a:ext uri="{FF2B5EF4-FFF2-40B4-BE49-F238E27FC236}">
                <a16:creationId xmlns:a16="http://schemas.microsoft.com/office/drawing/2014/main" id="{A2D146DB-03F6-474C-ABEE-06C9BA4A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3667125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 Granada</a:t>
            </a:r>
          </a:p>
        </p:txBody>
      </p:sp>
      <p:sp>
        <p:nvSpPr>
          <p:cNvPr id="5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CD6C676-19F3-44E4-9333-05E9057D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2922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B9977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Spatial Continuity">
            <a:extLst xmlns:a="http://schemas.openxmlformats.org/drawingml/2006/main">
              <a:ext uri="{FF2B5EF4-FFF2-40B4-BE49-F238E27FC236}">
                <a16:creationId xmlns:a16="http://schemas.microsoft.com/office/drawing/2014/main" id="{ADFFC3F0-8870-44AF-B753-1D2AAB0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210175"/>
            <a:ext cx="64008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99776"/>
                </a:solidFill>
                <a:latin typeface="Arial"/>
                <a:ea typeface="Arial"/>
                <a:cs typeface="Arial"/>
              </a:rPr>
              <a:t>Spatial Continuity</a:t>
            </a:r>
          </a:p>
        </p:txBody>
      </p:sp>
      <p:sp>
        <p:nvSpPr>
          <p:cNvPr id="5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86D46F9-6A9F-42CC-99BB-2AB671F6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22922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B9977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Long Time Span">
            <a:extLst xmlns:a="http://schemas.openxmlformats.org/drawingml/2006/main">
              <a:ext uri="{FF2B5EF4-FFF2-40B4-BE49-F238E27FC236}">
                <a16:creationId xmlns:a16="http://schemas.microsoft.com/office/drawing/2014/main" id="{2B1E9EE6-9AED-4C5B-BD29-F1AFE69C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5210175"/>
            <a:ext cx="7248525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99776"/>
                </a:solidFill>
                <a:latin typeface="Arial"/>
                <a:ea typeface="Arial"/>
                <a:cs typeface="Arial"/>
              </a:rPr>
              <a:t>Long Time Span</a:t>
            </a:r>
          </a:p>
        </p:txBody>
      </p:sp>
      <p:sp>
        <p:nvSpPr>
          <p:cNvPr id="58" name="The images from the same area show">
            <a:extLst xmlns:a="http://schemas.openxmlformats.org/drawingml/2006/main">
              <a:ext uri="{FF2B5EF4-FFF2-40B4-BE49-F238E27FC236}">
                <a16:creationId xmlns:a16="http://schemas.microsoft.com/office/drawing/2014/main" id="{74A3E97C-CF8C-4653-B87E-31F4DF13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5686425"/>
            <a:ext cx="6696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images from the same area show</a:t>
            </a:r>
          </a:p>
        </p:txBody>
      </p:sp>
      <p:sp>
        <p:nvSpPr>
          <p:cNvPr id="59" name="sequential changes over time.">
            <a:extLst xmlns:a="http://schemas.openxmlformats.org/drawingml/2006/main">
              <a:ext uri="{FF2B5EF4-FFF2-40B4-BE49-F238E27FC236}">
                <a16:creationId xmlns:a16="http://schemas.microsoft.com/office/drawing/2014/main" id="{5061BAC7-A41A-462F-857D-3AD3160F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6067425"/>
            <a:ext cx="65055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sequential changes over time.</a:t>
            </a:r>
          </a:p>
        </p:txBody>
      </p:sp>
      <p:sp>
        <p:nvSpPr>
          <p:cNvPr id="60" name="The time span between images from the same area is long.">
            <a:extLst xmlns:a="http://schemas.openxmlformats.org/drawingml/2006/main">
              <a:ext uri="{FF2B5EF4-FFF2-40B4-BE49-F238E27FC236}">
                <a16:creationId xmlns:a16="http://schemas.microsoft.com/office/drawing/2014/main" id="{A1F3B90F-DCD2-41FE-BDDB-61328C8F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5686425"/>
            <a:ext cx="113252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time span between images from the same area is long.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46439C-876C-4831-84E0-038F68BE8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4fd70872348c1"/>
          <a:stretch xmlns:a="http://schemas.openxmlformats.org/drawingml/2006/main"/>
        </p:blipFill>
        <p:spPr>
          <a:xfrm xmlns:a="http://schemas.openxmlformats.org/drawingml/2006/main">
            <a:off x="409575" y="6419850"/>
            <a:ext cx="3200400" cy="2143125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CF8FBE-C6AE-4148-A8BA-97E8246F6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ba049d6cb40e4"/>
          <a:stretch xmlns:a="http://schemas.openxmlformats.org/drawingml/2006/main"/>
        </p:blipFill>
        <p:spPr>
          <a:xfrm xmlns:a="http://schemas.openxmlformats.org/drawingml/2006/main">
            <a:off x="3886200" y="6477000"/>
            <a:ext cx="2333625" cy="2085975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F24C8D-CF4E-4E3F-958F-48D9376BA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95fbff9d34109"/>
          <a:stretch xmlns:a="http://schemas.openxmlformats.org/drawingml/2006/main"/>
        </p:blipFill>
        <p:spPr>
          <a:xfrm xmlns:a="http://schemas.openxmlformats.org/drawingml/2006/main">
            <a:off x="7543800" y="6086475"/>
            <a:ext cx="2438400" cy="1219200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C8CFDF-D9CB-41CF-A9ED-06698404B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86c7a74b4119"/>
          <a:stretch xmlns:a="http://schemas.openxmlformats.org/drawingml/2006/main"/>
        </p:blipFill>
        <p:spPr>
          <a:xfrm xmlns:a="http://schemas.openxmlformats.org/drawingml/2006/main">
            <a:off x="9982200" y="6086475"/>
            <a:ext cx="2409825" cy="1219200"/>
          </a:xfrm>
          <a:prstGeom xmlns:a="http://schemas.openxmlformats.org/drawingml/2006/main" prst="rect">
            <a:avLst/>
          </a:prstGeom>
        </p:spPr>
      </p:pic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7D2DCA-A10F-4A66-8233-8B67FAF6A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b348bf8584ce6"/>
          <a:stretch xmlns:a="http://schemas.openxmlformats.org/drawingml/2006/main"/>
        </p:blipFill>
        <p:spPr>
          <a:xfrm xmlns:a="http://schemas.openxmlformats.org/drawingml/2006/main">
            <a:off x="7543800" y="7305675"/>
            <a:ext cx="2438400" cy="1219200"/>
          </a:xfrm>
          <a:prstGeom xmlns:a="http://schemas.openxmlformats.org/drawingml/2006/main" prst="rect">
            <a:avLst/>
          </a:prstGeom>
        </p:spPr>
      </p:pic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43085A-6C28-4B9E-981F-357A719BD3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0d183be6c4fdb"/>
          <a:stretch xmlns:a="http://schemas.openxmlformats.org/drawingml/2006/main"/>
        </p:blipFill>
        <p:spPr>
          <a:xfrm xmlns:a="http://schemas.openxmlformats.org/drawingml/2006/main">
            <a:off x="9982200" y="7305675"/>
            <a:ext cx="2409825" cy="1219200"/>
          </a:xfrm>
          <a:prstGeom xmlns:a="http://schemas.openxmlformats.org/drawingml/2006/main" prst="rect">
            <a:avLst/>
          </a:prstGeom>
        </p:spPr>
      </p:pic>
      <p:sp>
        <p:nvSpPr>
          <p:cNvPr id="67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503AFEE1-B3E1-4F93-9F7F-E97CBABB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6477000"/>
            <a:ext cx="191" cy="1543050"/>
          </a:xfrm>
          <a:custGeom xmlns:a="http://schemas.openxmlformats.org/drawingml/2006/main">
            <a:pathLst>
              <a:path w="191" h="1543050">
                <a:moveTo>
                  <a:pt x="0" y="1543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99671"/>
            </a:solidFill>
            <a:prstDash val="solid"/>
          </a:ln>
        </p:spPr>
      </p:sp>
      <p:sp>
        <p:nvSpPr>
          <p:cNvPr id="6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4DE03A4-EFE6-4298-BF7F-CAFC656B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3627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74043" y="211744"/>
                </a:lnTo>
                <a:lnTo>
                  <a:pt x="54557" y="211744"/>
                </a:lnTo>
                <a:close/>
              </a:path>
            </a:pathLst>
          </a:custGeom>
          <a:solidFill xmlns:a="http://schemas.openxmlformats.org/drawingml/2006/main">
            <a:srgbClr val="B9967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92CB2E5D-36E4-4F79-95C0-6C1A47F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8020050"/>
            <a:ext cx="4591050" cy="191"/>
          </a:xfrm>
          <a:custGeom xmlns:a="http://schemas.openxmlformats.org/drawingml/2006/main">
            <a:pathLst>
              <a:path w="4591050" h="191">
                <a:moveTo>
                  <a:pt x="0" y="0"/>
                </a:moveTo>
                <a:lnTo>
                  <a:pt x="459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99671"/>
            </a:solidFill>
            <a:prstDash val="solid"/>
          </a:ln>
        </p:spPr>
      </p:sp>
      <p:sp>
        <p:nvSpPr>
          <p:cNvPr id="7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F750533-18D8-40CC-BEC5-46C0118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79057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9967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Image Number">
            <a:extLst xmlns:a="http://schemas.openxmlformats.org/drawingml/2006/main">
              <a:ext uri="{FF2B5EF4-FFF2-40B4-BE49-F238E27FC236}">
                <a16:creationId xmlns:a16="http://schemas.microsoft.com/office/drawing/2014/main" id="{96838C77-EF07-4888-A60F-62DEA5A7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9325" y="6457950"/>
            <a:ext cx="29813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Image Number</a:t>
            </a:r>
          </a:p>
        </p:txBody>
      </p:sp>
      <p:sp>
        <p:nvSpPr>
          <p:cNvPr id="72" name="800">
            <a:extLst xmlns:a="http://schemas.openxmlformats.org/drawingml/2006/main">
              <a:ext uri="{FF2B5EF4-FFF2-40B4-BE49-F238E27FC236}">
                <a16:creationId xmlns:a16="http://schemas.microsoft.com/office/drawing/2014/main" id="{0BDDCE23-D0D0-4338-B575-6C22F244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6600825"/>
            <a:ext cx="4000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73" name="400">
            <a:extLst xmlns:a="http://schemas.openxmlformats.org/drawingml/2006/main">
              <a:ext uri="{FF2B5EF4-FFF2-40B4-BE49-F238E27FC236}">
                <a16:creationId xmlns:a16="http://schemas.microsoft.com/office/drawing/2014/main" id="{EC07C08E-3454-44E5-A2EF-C60FED01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7258050"/>
            <a:ext cx="4000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4" name="0">
            <a:extLst xmlns:a="http://schemas.openxmlformats.org/drawingml/2006/main">
              <a:ext uri="{FF2B5EF4-FFF2-40B4-BE49-F238E27FC236}">
                <a16:creationId xmlns:a16="http://schemas.microsoft.com/office/drawing/2014/main" id="{773D3FC8-12D7-4389-8967-C66EF431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7858125"/>
            <a:ext cx="4000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5" name="2007">
            <a:extLst xmlns:a="http://schemas.openxmlformats.org/drawingml/2006/main">
              <a:ext uri="{FF2B5EF4-FFF2-40B4-BE49-F238E27FC236}">
                <a16:creationId xmlns:a16="http://schemas.microsoft.com/office/drawing/2014/main" id="{053622BA-A58F-414C-A6D6-F0CC59A6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8124825"/>
            <a:ext cx="7905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2007</a:t>
            </a:r>
          </a:p>
        </p:txBody>
      </p:sp>
      <p:sp>
        <p:nvSpPr>
          <p:cNvPr id="76" name="2024">
            <a:extLst xmlns:a="http://schemas.openxmlformats.org/drawingml/2006/main">
              <a:ext uri="{FF2B5EF4-FFF2-40B4-BE49-F238E27FC236}">
                <a16:creationId xmlns:a16="http://schemas.microsoft.com/office/drawing/2014/main" id="{B6695754-3BD2-4C2B-AA95-A50A43F2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6400" y="8124825"/>
            <a:ext cx="800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77" name="Year">
            <a:extLst xmlns:a="http://schemas.openxmlformats.org/drawingml/2006/main">
              <a:ext uri="{FF2B5EF4-FFF2-40B4-BE49-F238E27FC236}">
                <a16:creationId xmlns:a16="http://schemas.microsoft.com/office/drawing/2014/main" id="{2AACC7AF-635D-4ABE-AFC7-26562682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6025" y="775335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7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EE379A4-B610-4F61-A3F7-39BAF0BF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896225"/>
            <a:ext cx="200025" cy="123825"/>
          </a:xfrm>
          <a:custGeom xmlns:a="http://schemas.openxmlformats.org/drawingml/2006/main">
            <a:pathLst>
              <a:path w="200025" h="12382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04775"/>
                </a:lnTo>
                <a:cubicBezTo>
                  <a:pt x="200025" y="115296"/>
                  <a:pt x="191496" y="123825"/>
                  <a:pt x="180975" y="123825"/>
                </a:cubicBezTo>
                <a:lnTo>
                  <a:pt x="19050" y="123825"/>
                </a:lnTo>
                <a:cubicBezTo>
                  <a:pt x="8529" y="123825"/>
                  <a:pt x="0" y="115296"/>
                  <a:pt x="0" y="1047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49FDB3E-33DB-4588-B904-E4AE808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524750"/>
            <a:ext cx="200025" cy="495300"/>
          </a:xfrm>
          <a:custGeom xmlns:a="http://schemas.openxmlformats.org/drawingml/2006/main">
            <a:pathLst>
              <a:path w="200025" h="4953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476250"/>
                </a:lnTo>
                <a:cubicBezTo>
                  <a:pt x="200025" y="486771"/>
                  <a:pt x="191496" y="495300"/>
                  <a:pt x="180975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BE1BB39-EEBA-4003-B611-171CA73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7581900"/>
            <a:ext cx="200025" cy="438150"/>
          </a:xfrm>
          <a:custGeom xmlns:a="http://schemas.openxmlformats.org/drawingml/2006/main">
            <a:pathLst>
              <a:path w="200025" h="4381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419100"/>
                </a:lnTo>
                <a:cubicBezTo>
                  <a:pt x="200025" y="429621"/>
                  <a:pt x="191496" y="438150"/>
                  <a:pt x="180975" y="438150"/>
                </a:cubicBezTo>
                <a:lnTo>
                  <a:pt x="19050" y="438150"/>
                </a:lnTo>
                <a:cubicBezTo>
                  <a:pt x="8529" y="438150"/>
                  <a:pt x="0" y="429621"/>
                  <a:pt x="0" y="4191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DE1E6C4-BA54-4A01-9071-6E91962A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7867650"/>
            <a:ext cx="200025" cy="152400"/>
          </a:xfrm>
          <a:custGeom xmlns:a="http://schemas.openxmlformats.org/drawingml/2006/main">
            <a:pathLst>
              <a:path w="200025" h="1524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33350"/>
                </a:lnTo>
                <a:cubicBezTo>
                  <a:pt x="200025" y="143871"/>
                  <a:pt x="191496" y="152400"/>
                  <a:pt x="180975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6C2ED71-C3C2-42B2-BDC2-1D587D37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915275"/>
            <a:ext cx="200025" cy="104775"/>
          </a:xfrm>
          <a:custGeom xmlns:a="http://schemas.openxmlformats.org/drawingml/2006/main">
            <a:pathLst>
              <a:path w="200025" h="10477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85725"/>
                </a:lnTo>
                <a:cubicBezTo>
                  <a:pt x="200025" y="96246"/>
                  <a:pt x="191496" y="104775"/>
                  <a:pt x="180975" y="104775"/>
                </a:cubicBezTo>
                <a:lnTo>
                  <a:pt x="19050" y="104775"/>
                </a:lnTo>
                <a:cubicBezTo>
                  <a:pt x="8529" y="104775"/>
                  <a:pt x="0" y="96246"/>
                  <a:pt x="0" y="857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C3C2AC8-31EB-4A0C-95C1-E6A85B9C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7715250"/>
            <a:ext cx="200025" cy="304800"/>
          </a:xfrm>
          <a:custGeom xmlns:a="http://schemas.openxmlformats.org/drawingml/2006/main">
            <a:pathLst>
              <a:path w="200025" h="3048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285750"/>
                </a:lnTo>
                <a:cubicBezTo>
                  <a:pt x="200025" y="296271"/>
                  <a:pt x="191496" y="304800"/>
                  <a:pt x="180975" y="304800"/>
                </a:cubicBezTo>
                <a:lnTo>
                  <a:pt x="19050" y="304800"/>
                </a:lnTo>
                <a:cubicBezTo>
                  <a:pt x="8529" y="304800"/>
                  <a:pt x="0" y="296271"/>
                  <a:pt x="0" y="2857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68BA0BD-DCDE-47AD-9E1C-F979C7E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7829550"/>
            <a:ext cx="200025" cy="190500"/>
          </a:xfrm>
          <a:custGeom xmlns:a="http://schemas.openxmlformats.org/drawingml/2006/main">
            <a:pathLst>
              <a:path w="200025" h="1905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71450"/>
                </a:lnTo>
                <a:cubicBezTo>
                  <a:pt x="200025" y="181971"/>
                  <a:pt x="191496" y="190500"/>
                  <a:pt x="180975" y="190500"/>
                </a:cubicBezTo>
                <a:lnTo>
                  <a:pt x="19050" y="190500"/>
                </a:lnTo>
                <a:cubicBezTo>
                  <a:pt x="8529" y="190500"/>
                  <a:pt x="0" y="181971"/>
                  <a:pt x="0" y="171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7A5D933-DC6F-420C-B695-07205B9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78105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90500"/>
                </a:lnTo>
                <a:cubicBezTo>
                  <a:pt x="200025" y="201021"/>
                  <a:pt x="191496" y="209550"/>
                  <a:pt x="180975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171B9A5-4F58-415A-B681-8E4B2057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886700"/>
            <a:ext cx="200025" cy="133350"/>
          </a:xfrm>
          <a:custGeom xmlns:a="http://schemas.openxmlformats.org/drawingml/2006/main">
            <a:pathLst>
              <a:path w="200025" h="1333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14300"/>
                </a:lnTo>
                <a:cubicBezTo>
                  <a:pt x="200025" y="124821"/>
                  <a:pt x="191496" y="133350"/>
                  <a:pt x="180975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396B2FA-DB4E-4EBA-B0B7-B61D0C3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7915275"/>
            <a:ext cx="200025" cy="104775"/>
          </a:xfrm>
          <a:custGeom xmlns:a="http://schemas.openxmlformats.org/drawingml/2006/main">
            <a:pathLst>
              <a:path w="200025" h="10477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85725"/>
                </a:lnTo>
                <a:cubicBezTo>
                  <a:pt x="200025" y="96246"/>
                  <a:pt x="191496" y="104775"/>
                  <a:pt x="180975" y="104775"/>
                </a:cubicBezTo>
                <a:lnTo>
                  <a:pt x="19050" y="104775"/>
                </a:lnTo>
                <a:cubicBezTo>
                  <a:pt x="8529" y="104775"/>
                  <a:pt x="0" y="96246"/>
                  <a:pt x="0" y="857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9F27687-8A2E-4632-8504-A0BA22E9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7886700"/>
            <a:ext cx="200025" cy="133350"/>
          </a:xfrm>
          <a:custGeom xmlns:a="http://schemas.openxmlformats.org/drawingml/2006/main">
            <a:pathLst>
              <a:path w="200025" h="1333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14300"/>
                </a:lnTo>
                <a:cubicBezTo>
                  <a:pt x="200025" y="124821"/>
                  <a:pt x="191496" y="133350"/>
                  <a:pt x="180975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92FD812-584B-4732-801C-1C618E5A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7353300"/>
            <a:ext cx="200025" cy="666750"/>
          </a:xfrm>
          <a:custGeom xmlns:a="http://schemas.openxmlformats.org/drawingml/2006/main">
            <a:pathLst>
              <a:path w="200025" h="6667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647700"/>
                </a:lnTo>
                <a:cubicBezTo>
                  <a:pt x="200025" y="658221"/>
                  <a:pt x="191496" y="666750"/>
                  <a:pt x="180975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1302E7E-1A15-4908-B710-641828C9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7219950"/>
            <a:ext cx="200025" cy="800100"/>
          </a:xfrm>
          <a:custGeom xmlns:a="http://schemas.openxmlformats.org/drawingml/2006/main">
            <a:pathLst>
              <a:path w="200025" h="8001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781050"/>
                </a:lnTo>
                <a:cubicBezTo>
                  <a:pt x="200025" y="791571"/>
                  <a:pt x="191496" y="800100"/>
                  <a:pt x="180975" y="800100"/>
                </a:cubicBezTo>
                <a:lnTo>
                  <a:pt x="19050" y="800100"/>
                </a:lnTo>
                <a:cubicBezTo>
                  <a:pt x="8529" y="800100"/>
                  <a:pt x="0" y="791571"/>
                  <a:pt x="0" y="781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4673041-6D47-4DCC-97DB-2BA4DA3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7829550"/>
            <a:ext cx="200025" cy="190500"/>
          </a:xfrm>
          <a:custGeom xmlns:a="http://schemas.openxmlformats.org/drawingml/2006/main">
            <a:pathLst>
              <a:path w="200025" h="1905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71450"/>
                </a:lnTo>
                <a:cubicBezTo>
                  <a:pt x="200025" y="181971"/>
                  <a:pt x="191496" y="190500"/>
                  <a:pt x="180975" y="190500"/>
                </a:cubicBezTo>
                <a:lnTo>
                  <a:pt x="19050" y="190500"/>
                </a:lnTo>
                <a:cubicBezTo>
                  <a:pt x="8529" y="190500"/>
                  <a:pt x="0" y="181971"/>
                  <a:pt x="0" y="171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A1D1BD4-68E8-4972-B6B2-F180452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7886700"/>
            <a:ext cx="200025" cy="133350"/>
          </a:xfrm>
          <a:custGeom xmlns:a="http://schemas.openxmlformats.org/drawingml/2006/main">
            <a:pathLst>
              <a:path w="200025" h="1333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14300"/>
                </a:lnTo>
                <a:cubicBezTo>
                  <a:pt x="200025" y="124821"/>
                  <a:pt x="191496" y="133350"/>
                  <a:pt x="180975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0DBBCAF-1AE3-4619-8D59-CEF0C53D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7591425"/>
            <a:ext cx="200025" cy="428625"/>
          </a:xfrm>
          <a:custGeom xmlns:a="http://schemas.openxmlformats.org/drawingml/2006/main">
            <a:pathLst>
              <a:path w="200025" h="42862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409575"/>
                </a:lnTo>
                <a:cubicBezTo>
                  <a:pt x="200025" y="420096"/>
                  <a:pt x="191496" y="428625"/>
                  <a:pt x="180975" y="428625"/>
                </a:cubicBezTo>
                <a:lnTo>
                  <a:pt x="19050" y="428625"/>
                </a:lnTo>
                <a:cubicBezTo>
                  <a:pt x="8529" y="428625"/>
                  <a:pt x="0" y="420096"/>
                  <a:pt x="0" y="409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5CFBC01-9B7A-4F7D-8814-D3301B0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7648575"/>
            <a:ext cx="200025" cy="371475"/>
          </a:xfrm>
          <a:custGeom xmlns:a="http://schemas.openxmlformats.org/drawingml/2006/main">
            <a:pathLst>
              <a:path w="200025" h="37147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352425"/>
                </a:lnTo>
                <a:cubicBezTo>
                  <a:pt x="200025" y="362946"/>
                  <a:pt x="191496" y="371475"/>
                  <a:pt x="180975" y="371475"/>
                </a:cubicBezTo>
                <a:lnTo>
                  <a:pt x="19050" y="371475"/>
                </a:lnTo>
                <a:cubicBezTo>
                  <a:pt x="8529" y="371475"/>
                  <a:pt x="0" y="362946"/>
                  <a:pt x="0" y="3524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9E2E3E8-18CD-453D-AC97-344D45E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925" y="6638925"/>
            <a:ext cx="200025" cy="1381125"/>
          </a:xfrm>
          <a:custGeom xmlns:a="http://schemas.openxmlformats.org/drawingml/2006/main">
            <a:pathLst>
              <a:path w="200025" h="138112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362075"/>
                </a:lnTo>
                <a:cubicBezTo>
                  <a:pt x="200025" y="1372596"/>
                  <a:pt x="191496" y="1381125"/>
                  <a:pt x="180975" y="1381125"/>
                </a:cubicBezTo>
                <a:lnTo>
                  <a:pt x="19050" y="1381125"/>
                </a:lnTo>
                <a:cubicBezTo>
                  <a:pt x="8529" y="1381125"/>
                  <a:pt x="0" y="1372596"/>
                  <a:pt x="0" y="13620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D5DCCEA-A9E3-4F21-8BF9-5E978F58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591550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B9977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7" name="Perceptual Domain">
            <a:extLst xmlns:a="http://schemas.openxmlformats.org/drawingml/2006/main">
              <a:ext uri="{FF2B5EF4-FFF2-40B4-BE49-F238E27FC236}">
                <a16:creationId xmlns:a16="http://schemas.microsoft.com/office/drawing/2014/main" id="{3641DA07-EB14-4366-ACE3-75EFDC6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8572500"/>
            <a:ext cx="64389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99776"/>
                </a:solidFill>
                <a:latin typeface="Arial"/>
                <a:ea typeface="Arial"/>
                <a:cs typeface="Arial"/>
              </a:rPr>
              <a:t>Perceptual Domain</a:t>
            </a:r>
          </a:p>
        </p:txBody>
      </p:sp>
      <p:sp>
        <p:nvSpPr>
          <p:cNvPr id="98" name="Q: Please judge whether the city appears     Beauty or not from a hu-">
            <a:extLst xmlns:a="http://schemas.openxmlformats.org/drawingml/2006/main">
              <a:ext uri="{FF2B5EF4-FFF2-40B4-BE49-F238E27FC236}">
                <a16:creationId xmlns:a16="http://schemas.microsoft.com/office/drawing/2014/main" id="{E7C164AC-ECC4-4A5C-8C26-BE4F4674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9067800"/>
            <a:ext cx="922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Please judge whether the city appears     Beauty or not from a hu-</a:t>
            </a:r>
          </a:p>
        </p:txBody>
      </p:sp>
      <p:sp>
        <p:nvSpPr>
          <p:cNvPr id="99" name="man perspective and find some VisualFactors(VF) that contribute to it.">
            <a:extLst xmlns:a="http://schemas.openxmlformats.org/drawingml/2006/main">
              <a:ext uri="{FF2B5EF4-FFF2-40B4-BE49-F238E27FC236}">
                <a16:creationId xmlns:a16="http://schemas.microsoft.com/office/drawing/2014/main" id="{60ACD9B9-7DC8-48AF-92F8-40D34F45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9458325"/>
            <a:ext cx="922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 perspective and find some VisualFactors(VF) that contribute to it.</a:t>
            </a:r>
          </a:p>
        </p:txBody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C559E1-60E9-49E3-901A-004B17C9B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0cf82d6ee4d32"/>
          <a:stretch xmlns:a="http://schemas.openxmlformats.org/drawingml/2006/main"/>
        </p:blipFill>
        <p:spPr>
          <a:xfrm xmlns:a="http://schemas.openxmlformats.org/drawingml/2006/main">
            <a:off x="5619750" y="8982075"/>
            <a:ext cx="495300" cy="49530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942B6F-5614-4A9E-9FA8-4BE8B15DFB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f9843307343e6"/>
          <a:stretch xmlns:a="http://schemas.openxmlformats.org/drawingml/2006/main"/>
        </p:blipFill>
        <p:spPr>
          <a:xfrm xmlns:a="http://schemas.openxmlformats.org/drawingml/2006/main">
            <a:off x="628650" y="9810750"/>
            <a:ext cx="3286125" cy="2162175"/>
          </a:xfrm>
          <a:prstGeom xmlns:a="http://schemas.openxmlformats.org/drawingml/2006/main" prst="rect">
            <a:avLst/>
          </a:prstGeom>
        </p:spPr>
      </p:pic>
      <p:sp>
        <p:nvSpPr>
          <p:cNvPr id="102" name="A: The city is      beautiful, because:">
            <a:extLst xmlns:a="http://schemas.openxmlformats.org/drawingml/2006/main">
              <a:ext uri="{FF2B5EF4-FFF2-40B4-BE49-F238E27FC236}">
                <a16:creationId xmlns:a16="http://schemas.microsoft.com/office/drawing/2014/main" id="{BC8C588C-4380-4F4F-A3F2-FA358263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9972675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The city is      beautiful, because:</a:t>
            </a:r>
          </a:p>
        </p:txBody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F8DE36-5C93-49A4-A5C0-959C607C9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d6805ef76458b"/>
          <a:stretch xmlns:a="http://schemas.openxmlformats.org/drawingml/2006/main"/>
        </p:blipFill>
        <p:spPr>
          <a:xfrm xmlns:a="http://schemas.openxmlformats.org/drawingml/2006/main">
            <a:off x="5895975" y="9906000"/>
            <a:ext cx="438150" cy="457200"/>
          </a:xfrm>
          <a:prstGeom xmlns:a="http://schemas.openxmlformats.org/drawingml/2006/main" prst="rect">
            <a:avLst/>
          </a:prstGeom>
        </p:spPr>
      </p:pic>
      <p:sp>
        <p:nvSpPr>
          <p:cNvPr id="104" name="&lt;VF1&gt;: The road is clean and tidy…">
            <a:extLst xmlns:a="http://schemas.openxmlformats.org/drawingml/2006/main">
              <a:ext uri="{FF2B5EF4-FFF2-40B4-BE49-F238E27FC236}">
                <a16:creationId xmlns:a16="http://schemas.microsoft.com/office/drawing/2014/main" id="{2399665F-A77D-4A03-B8A4-1B06E9B6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0401300"/>
            <a:ext cx="53625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&lt;VF1&gt;: The road is clean and tidy…</a:t>
            </a:r>
          </a:p>
        </p:txBody>
      </p:sp>
      <p:sp>
        <p:nvSpPr>
          <p:cNvPr id="105" name="&lt;VF2&gt;: The buildings are diverse and">
            <a:extLst xmlns:a="http://schemas.openxmlformats.org/drawingml/2006/main">
              <a:ext uri="{FF2B5EF4-FFF2-40B4-BE49-F238E27FC236}">
                <a16:creationId xmlns:a16="http://schemas.microsoft.com/office/drawing/2014/main" id="{F42E7440-7E9C-4811-A327-4F89FC4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0782300"/>
            <a:ext cx="54102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&lt;VF2&gt;: The buildings are diverse and</a:t>
            </a:r>
          </a:p>
        </p:txBody>
      </p:sp>
      <p:sp>
        <p:nvSpPr>
          <p:cNvPr id="106" name="visually appealing…">
            <a:extLst xmlns:a="http://schemas.openxmlformats.org/drawingml/2006/main">
              <a:ext uri="{FF2B5EF4-FFF2-40B4-BE49-F238E27FC236}">
                <a16:creationId xmlns:a16="http://schemas.microsoft.com/office/drawing/2014/main" id="{DBE69D1F-D607-472D-B7BE-6569BADE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1172825"/>
            <a:ext cx="53816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visually appealing…</a:t>
            </a:r>
          </a:p>
        </p:txBody>
      </p:sp>
      <p:sp>
        <p:nvSpPr>
          <p:cNvPr id="107" name="&lt;VF3&gt;: High degree of greenery…">
            <a:extLst xmlns:a="http://schemas.openxmlformats.org/drawingml/2006/main">
              <a:ext uri="{FF2B5EF4-FFF2-40B4-BE49-F238E27FC236}">
                <a16:creationId xmlns:a16="http://schemas.microsoft.com/office/drawing/2014/main" id="{5C98290E-3D63-4266-BB7A-D43125C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1553825"/>
            <a:ext cx="54292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&lt;VF3&gt;: High degree of greenery…</a:t>
            </a:r>
          </a:p>
        </p:txBody>
      </p:sp>
      <p:sp>
        <p:nvSpPr>
          <p:cNvPr id="108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E9121D46-F591-4B87-8F47-5EFF077A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8915400"/>
            <a:ext cx="191" cy="3200400"/>
          </a:xfrm>
          <a:custGeom xmlns:a="http://schemas.openxmlformats.org/drawingml/2006/main">
            <a:pathLst>
              <a:path w="191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A9672"/>
            </a:solidFill>
            <a:prstDash val="dash"/>
          </a:ln>
        </p:spPr>
      </p:sp>
      <p:sp>
        <p:nvSpPr>
          <p:cNvPr id="109" name="Q: The two scenes show the same place, one from 2009 and one">
            <a:extLst xmlns:a="http://schemas.openxmlformats.org/drawingml/2006/main">
              <a:ext uri="{FF2B5EF4-FFF2-40B4-BE49-F238E27FC236}">
                <a16:creationId xmlns:a16="http://schemas.microsoft.com/office/drawing/2014/main" id="{A3CC1CF8-AB12-4A75-92E1-C38ADED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725" y="8972550"/>
            <a:ext cx="8362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The two scenes show the same place, one from 2009 and one</a:t>
            </a:r>
          </a:p>
        </p:txBody>
      </p:sp>
      <p:sp>
        <p:nvSpPr>
          <p:cNvPr id="110" name="from 2022. Please determine whether the scene has become">
            <a:extLst xmlns:a="http://schemas.openxmlformats.org/drawingml/2006/main">
              <a:ext uri="{FF2B5EF4-FFF2-40B4-BE49-F238E27FC236}">
                <a16:creationId xmlns:a16="http://schemas.microsoft.com/office/drawing/2014/main" id="{C70D535A-D278-4A25-A546-52AF1383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9363075"/>
            <a:ext cx="83534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2022. Please determine whether the scene has become</a:t>
            </a:r>
          </a:p>
        </p:txBody>
      </p:sp>
      <p:sp>
        <p:nvSpPr>
          <p:cNvPr id="111" name="more">
            <a:extLst xmlns:a="http://schemas.openxmlformats.org/drawingml/2006/main">
              <a:ext uri="{FF2B5EF4-FFF2-40B4-BE49-F238E27FC236}">
                <a16:creationId xmlns:a16="http://schemas.microsoft.com/office/drawing/2014/main" id="{42D32CCE-DFEB-4B1D-8B95-AC163826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9734550"/>
            <a:ext cx="7143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</a:t>
            </a:r>
          </a:p>
        </p:txBody>
      </p:sp>
      <p:sp>
        <p:nvSpPr>
          <p:cNvPr id="112" name="wealthy, less">
            <a:extLst xmlns:a="http://schemas.openxmlformats.org/drawingml/2006/main">
              <a:ext uri="{FF2B5EF4-FFF2-40B4-BE49-F238E27FC236}">
                <a16:creationId xmlns:a16="http://schemas.microsoft.com/office/drawing/2014/main" id="{7EC1F8DC-D059-4B6A-9650-F8F01D1E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900" y="9734550"/>
            <a:ext cx="17049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wealthy, less</a:t>
            </a:r>
          </a:p>
        </p:txBody>
      </p:sp>
      <p:sp>
        <p:nvSpPr>
          <p:cNvPr id="113" name="wealthy, or stayed the same.">
            <a:extLst xmlns:a="http://schemas.openxmlformats.org/drawingml/2006/main">
              <a:ext uri="{FF2B5EF4-FFF2-40B4-BE49-F238E27FC236}">
                <a16:creationId xmlns:a16="http://schemas.microsoft.com/office/drawing/2014/main" id="{B15AD8DB-34FA-4532-BD82-76E0CC6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9734550"/>
            <a:ext cx="46767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wealthy, or stayed the same.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9525BB-DB93-4572-8050-C85E03F47C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350fe92744826"/>
          <a:stretch xmlns:a="http://schemas.openxmlformats.org/drawingml/2006/main"/>
        </p:blipFill>
        <p:spPr>
          <a:xfrm xmlns:a="http://schemas.openxmlformats.org/drawingml/2006/main">
            <a:off x="11172825" y="9667875"/>
            <a:ext cx="447675" cy="476250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9A7F808-845B-4843-85F5-B2CDB5C0A3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a60326304486e"/>
          <a:stretch xmlns:a="http://schemas.openxmlformats.org/drawingml/2006/main"/>
        </p:blipFill>
        <p:spPr>
          <a:xfrm xmlns:a="http://schemas.openxmlformats.org/drawingml/2006/main">
            <a:off x="13525500" y="9667875"/>
            <a:ext cx="428625" cy="476250"/>
          </a:xfrm>
          <a:prstGeom xmlns:a="http://schemas.openxmlformats.org/drawingml/2006/main" prst="rect">
            <a:avLst/>
          </a:prstGeom>
        </p:spPr>
      </p:pic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E4A7C72-94FD-4E24-B598-ACBA3D46A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1d724bc314b44"/>
          <a:stretch xmlns:a="http://schemas.openxmlformats.org/drawingml/2006/main"/>
        </p:blipFill>
        <p:spPr>
          <a:xfrm xmlns:a="http://schemas.openxmlformats.org/drawingml/2006/main">
            <a:off x="10544175" y="10182225"/>
            <a:ext cx="3676650" cy="1847850"/>
          </a:xfrm>
          <a:prstGeom xmlns:a="http://schemas.openxmlformats.org/drawingml/2006/main" prst="rect">
            <a:avLst/>
          </a:prstGeom>
        </p:spPr>
      </p:pic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F85D781-F5E1-4295-B260-06E94CB607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adf643dcb497e"/>
          <a:stretch xmlns:a="http://schemas.openxmlformats.org/drawingml/2006/main"/>
        </p:blipFill>
        <p:spPr>
          <a:xfrm xmlns:a="http://schemas.openxmlformats.org/drawingml/2006/main">
            <a:off x="14297025" y="10182225"/>
            <a:ext cx="3648075" cy="1847850"/>
          </a:xfrm>
          <a:prstGeom xmlns:a="http://schemas.openxmlformats.org/drawingml/2006/main" prst="rect">
            <a:avLst/>
          </a:prstGeom>
        </p:spPr>
      </p:pic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3408F48-4A22-41AF-B05C-33E232DDC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9ce93253a46a3"/>
          <a:stretch xmlns:a="http://schemas.openxmlformats.org/drawingml/2006/main"/>
        </p:blipFill>
        <p:spPr>
          <a:xfrm xmlns:a="http://schemas.openxmlformats.org/drawingml/2006/main">
            <a:off x="13696950" y="10801350"/>
            <a:ext cx="1066800" cy="657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20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2026-10-18T16:40:30.0720000Z</dcterms:created>
  <dcterms:modified xsi:type="dcterms:W3CDTF">2026-10-18T16:40:30.0720000Z</dcterms:modified>
</coreProperties>
</file>