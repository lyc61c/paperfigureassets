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69f74fdad4f5f" /><Relationship Type="http://schemas.openxmlformats.org/officeDocument/2006/relationships/extended-properties" Target="/docProps/app.xml" Id="R4bc89a5b1d1d49ac" /><Relationship Type="http://schemas.openxmlformats.org/officeDocument/2006/relationships/officeDocument" Target="/ppt/presentation.xml" Id="R7e29ff11e91f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bcb90ee034d84"/>
  </p:sldMasterIdLst>
  <p:notesMasterIdLst>
    <p:notesMasterId xmlns:r="http://schemas.openxmlformats.org/officeDocument/2006/relationships" r:id="R0bde3eaf7fcb48d0"/>
  </p:notesMasterIdLst>
  <p:sldIdLst>
    <p:sldId xmlns:r="http://schemas.openxmlformats.org/officeDocument/2006/relationships" id="256" r:id="R34435c1b80eb4a28"/>
  </p:sldIdLst>
  <p:sldSz cx="19050000" cy="7591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24394771743ae" /><Relationship Type="http://schemas.openxmlformats.org/officeDocument/2006/relationships/slideMaster" Target="/ppt/slideMasters/slideMaster1.xml" Id="Rbf6bcb90ee034d84" /><Relationship Type="http://schemas.openxmlformats.org/officeDocument/2006/relationships/notesMaster" Target="/ppt/notesMasters/notesMaster1.xml" Id="R0bde3eaf7fcb48d0" /><Relationship Type="http://schemas.openxmlformats.org/officeDocument/2006/relationships/presProps" Target="/ppt/presProps.xml" Id="R8d9d79aaa9bd444e" /><Relationship Type="http://schemas.openxmlformats.org/officeDocument/2006/relationships/tableStyles" Target="/ppt/tableStyles.xml" Id="R67048707ad5d4f00" /><Relationship Type="http://schemas.openxmlformats.org/officeDocument/2006/relationships/slide" Target="/ppt/slides/slide1.xml" Id="R34435c1b80eb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99f617626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dff515b01494b" /><Relationship Type="http://schemas.openxmlformats.org/officeDocument/2006/relationships/notesMaster" Target="/ppt/notesMasters/notesMaster1.xml" Id="Ra076f2e720b0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2: fig2 urbanfeel task taxonomy and statistics</a:t>
            </a:r>
          </a:p>
          <a:p xmlns:a="http://schemas.openxmlformats.org/drawingml/2006/main">
            <a:r>
              <a:t>Source: https://arxiv.org/abs/2509.22228v1</a:t>
            </a:r>
          </a:p>
          <a:p xmlns:a="http://schemas.openxmlformats.org/drawingml/2006/main">
            <a:r>
              <a:t>Approved image: fig2_urbanfeel_task_taxonomy_and_statistics.png; SHA-256: 24c1016a570ee055d31f77df880b21c963aa9cd0882da13e4c947a854bdd1922</a:t>
            </a:r>
          </a:p>
          <a:p xmlns:a="http://schemas.openxmlformats.org/drawingml/2006/main">
            <a:r>
              <a:t>The reference PDF artwork is raster-only. Primary readable captions, stage/module labels, panels, category badges, statistical-sector geometry, bars and arrow paths are reconstructed native editable PowerPoint objects. Arrow paths are freeforms, not endpoint-bound connectors; sectors/bars are not data-bound charts. Original street-view photographs and panorama stacks, 3D city illustrations, maps, source logos, small pictograms and photograph-embedded annotations remain named independent raster objects (58);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Comic Sans MS, Times New Roman, Arial, Segoe UI Symbol approximate the source typefaces. Fine typography, statistical-sector geometry, small pictograms, decorative effects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63db69b024f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279397de741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7245fd74e40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82a429c9743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2a9e9f24a4a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02ff675f548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DAB2ED-4AB7-4831-9599-EE59E4A58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2867872"/>
            <a:ext cx="15240000" cy="109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3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7E4B26-B54D-4BF3-AE82-559C819120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57500" y="4175284"/>
            <a:ext cx="13335000" cy="84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234B6B-F5EC-413A-88FD-17281676D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3163094"/>
            <a:ext cx="15240000" cy="1265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20E0E8-29C5-41B2-9F97-3F2DC8F4C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590444"/>
            <a:ext cx="16906875" cy="927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BFCC5D-D357-4CEA-BBE2-E701FC8B4A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2108729"/>
            <a:ext cx="16906875" cy="47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9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04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44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84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523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263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4003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742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482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222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625D20-F5EA-4BCD-8FDA-78A459FD2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590444"/>
            <a:ext cx="16906875" cy="927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EB4C1B-B9FA-4BA0-959D-A7FA64466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2108729"/>
            <a:ext cx="7858125" cy="47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04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44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84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523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263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4003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742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482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222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B9E39B-202A-47CB-90AF-1E13CA2E41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120313" y="2108729"/>
            <a:ext cx="7858125" cy="47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04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44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84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523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263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4003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742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482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222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9D74A4-25AF-4B7D-AE2D-59DB3B82D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590444"/>
            <a:ext cx="16906875" cy="927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013D12-ED3D-4568-85F0-BC39419CE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2108729"/>
            <a:ext cx="7858125" cy="47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9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04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1pPr>
            <a:lvl2pPr marL="59044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2pPr>
            <a:lvl3pPr marL="92784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3pPr>
            <a:lvl4pPr marL="126523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4pPr>
            <a:lvl5pPr marL="160263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5pPr>
            <a:lvl6pPr marL="194003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6pPr>
            <a:lvl7pPr marL="2277428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7pPr>
            <a:lvl8pPr marL="2614824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8pPr>
            <a:lvl9pPr marL="2952221" indent="-253048">
              <a:lnSpc>
                <a:spcPct val="110000"/>
              </a:lnSpc>
              <a:spcBef>
                <a:spcPts val="0"/>
              </a:spcBef>
              <a:spcAft>
                <a:spcPts val="13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7dd8da4dc4733" /><Relationship Type="http://schemas.openxmlformats.org/officeDocument/2006/relationships/slideLayout" Target="/ppt/slideLayouts/slideLayout1.xml" Id="Ra09deda60c434115" /><Relationship Type="http://schemas.openxmlformats.org/officeDocument/2006/relationships/slideLayout" Target="/ppt/slideLayouts/slideLayout2.xml" Id="R2b62ee6831204f99" /><Relationship Type="http://schemas.openxmlformats.org/officeDocument/2006/relationships/slideLayout" Target="/ppt/slideLayouts/slideLayout3.xml" Id="Ra518db67779343a2" /><Relationship Type="http://schemas.openxmlformats.org/officeDocument/2006/relationships/slideLayout" Target="/ppt/slideLayouts/slideLayout4.xml" Id="R7900898751fd4667" /><Relationship Type="http://schemas.openxmlformats.org/officeDocument/2006/relationships/slideLayout" Target="/ppt/slideLayouts/slideLayout5.xml" Id="R14aa4d6c55814ca9" /><Relationship Type="http://schemas.openxmlformats.org/officeDocument/2006/relationships/slideLayout" Target="/ppt/slideLayouts/slideLayout6.xml" Id="R77ab440353ef4d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9deda60c434115"/>
    <p:sldLayoutId xmlns:r="http://schemas.openxmlformats.org/officeDocument/2006/relationships" id="2147483650" r:id="R2b62ee6831204f99"/>
    <p:sldLayoutId xmlns:r="http://schemas.openxmlformats.org/officeDocument/2006/relationships" id="2147483651" r:id="Ra518db67779343a2"/>
    <p:sldLayoutId xmlns:r="http://schemas.openxmlformats.org/officeDocument/2006/relationships" id="2147483652" r:id="R7900898751fd4667"/>
    <p:sldLayoutId xmlns:r="http://schemas.openxmlformats.org/officeDocument/2006/relationships" id="2147483653" r:id="R14aa4d6c55814ca9"/>
    <p:sldLayoutId xmlns:r="http://schemas.openxmlformats.org/officeDocument/2006/relationships" id="2147483654" r:id="R77ab440353ef4d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771614d114677" /><Relationship Type="http://schemas.openxmlformats.org/officeDocument/2006/relationships/image" Target="/ppt/media/image.png" Id="Rda864eefa77a4d90" /><Relationship Type="http://schemas.openxmlformats.org/officeDocument/2006/relationships/image" Target="/ppt/media/image2.png" Id="Rb4f2cf86612e4470" /><Relationship Type="http://schemas.openxmlformats.org/officeDocument/2006/relationships/image" Target="/ppt/media/image3.png" Id="R88c3b75fe05b424e" /><Relationship Type="http://schemas.openxmlformats.org/officeDocument/2006/relationships/image" Target="/ppt/media/image4.png" Id="R54754df5ad3e41ca" /><Relationship Type="http://schemas.openxmlformats.org/officeDocument/2006/relationships/image" Target="/ppt/media/image5.png" Id="R13bb088dd7ce434f" /><Relationship Type="http://schemas.openxmlformats.org/officeDocument/2006/relationships/image" Target="/ppt/media/image6.png" Id="R4aa6ef3867194008" /><Relationship Type="http://schemas.openxmlformats.org/officeDocument/2006/relationships/image" Target="/ppt/media/image7.png" Id="R8f4842d7eda243c9" /><Relationship Type="http://schemas.openxmlformats.org/officeDocument/2006/relationships/image" Target="/ppt/media/image8.png" Id="Rab517f7807ac4929" /><Relationship Type="http://schemas.openxmlformats.org/officeDocument/2006/relationships/image" Target="/ppt/media/image9.png" Id="R585b75e458b94755" /><Relationship Type="http://schemas.openxmlformats.org/officeDocument/2006/relationships/image" Target="/ppt/media/image10.png" Id="R1b4e1bfa97db4b2c" /><Relationship Type="http://schemas.openxmlformats.org/officeDocument/2006/relationships/image" Target="/ppt/media/image11.png" Id="R29bdf2366c7240da" /><Relationship Type="http://schemas.openxmlformats.org/officeDocument/2006/relationships/image" Target="/ppt/media/image12.png" Id="Rcc382adfa087456a" /><Relationship Type="http://schemas.openxmlformats.org/officeDocument/2006/relationships/image" Target="/ppt/media/image13.png" Id="Rd25d65afcaec4e21" /><Relationship Type="http://schemas.openxmlformats.org/officeDocument/2006/relationships/image" Target="/ppt/media/image14.png" Id="Ree4a6064202d46b4" /><Relationship Type="http://schemas.openxmlformats.org/officeDocument/2006/relationships/image" Target="/ppt/media/image15.png" Id="Ra62a7a7b3224477f" /><Relationship Type="http://schemas.openxmlformats.org/officeDocument/2006/relationships/image" Target="/ppt/media/image16.png" Id="R7378ee8882344c5b" /><Relationship Type="http://schemas.openxmlformats.org/officeDocument/2006/relationships/image" Target="/ppt/media/image17.png" Id="R647dc91f171f438d" /><Relationship Type="http://schemas.openxmlformats.org/officeDocument/2006/relationships/image" Target="/ppt/media/image18.png" Id="R2020a1fe9ab14028" /><Relationship Type="http://schemas.openxmlformats.org/officeDocument/2006/relationships/image" Target="/ppt/media/image19.png" Id="R61653e206d244c9d" /><Relationship Type="http://schemas.openxmlformats.org/officeDocument/2006/relationships/image" Target="/ppt/media/image20.png" Id="Rb298d30550de46ca" /><Relationship Type="http://schemas.openxmlformats.org/officeDocument/2006/relationships/image" Target="/ppt/media/image21.png" Id="Red07e6f919e44673" /><Relationship Type="http://schemas.openxmlformats.org/officeDocument/2006/relationships/image" Target="/ppt/media/image22.png" Id="R8b6b05b21b9c4848" /><Relationship Type="http://schemas.openxmlformats.org/officeDocument/2006/relationships/image" Target="/ppt/media/image23.png" Id="Raaff21f38933442b" /><Relationship Type="http://schemas.openxmlformats.org/officeDocument/2006/relationships/image" Target="/ppt/media/image24.png" Id="R01cfe21b18364e2b" /><Relationship Type="http://schemas.openxmlformats.org/officeDocument/2006/relationships/image" Target="/ppt/media/image25.png" Id="R66c9f9c8d0d6473f" /><Relationship Type="http://schemas.openxmlformats.org/officeDocument/2006/relationships/image" Target="/ppt/media/image26.png" Id="Rd00476d9b0574ce3" /><Relationship Type="http://schemas.openxmlformats.org/officeDocument/2006/relationships/image" Target="/ppt/media/image27.png" Id="Rebe80b03ab7c4c16" /><Relationship Type="http://schemas.openxmlformats.org/officeDocument/2006/relationships/image" Target="/ppt/media/image28.png" Id="R995db23fbc5c4f23" /><Relationship Type="http://schemas.openxmlformats.org/officeDocument/2006/relationships/image" Target="/ppt/media/image29.png" Id="R289b33ae86184f90" /><Relationship Type="http://schemas.openxmlformats.org/officeDocument/2006/relationships/image" Target="/ppt/media/image30.png" Id="R068a5ba8d68f4304" /><Relationship Type="http://schemas.openxmlformats.org/officeDocument/2006/relationships/image" Target="/ppt/media/image31.png" Id="R301b87d5d9724ee5" /><Relationship Type="http://schemas.openxmlformats.org/officeDocument/2006/relationships/image" Target="/ppt/media/image32.png" Id="R6a37e90e669342d1" /><Relationship Type="http://schemas.openxmlformats.org/officeDocument/2006/relationships/image" Target="/ppt/media/image33.png" Id="R78fed6dcd6b54bd0" /><Relationship Type="http://schemas.openxmlformats.org/officeDocument/2006/relationships/image" Target="/ppt/media/image34.png" Id="R2e974b20044d410a" /><Relationship Type="http://schemas.openxmlformats.org/officeDocument/2006/relationships/image" Target="/ppt/media/image35.png" Id="Rd30cb6358cf54abf" /><Relationship Type="http://schemas.openxmlformats.org/officeDocument/2006/relationships/image" Target="/ppt/media/image36.png" Id="R3b7e34bbdad74163" /><Relationship Type="http://schemas.openxmlformats.org/officeDocument/2006/relationships/image" Target="/ppt/media/image37.png" Id="R639d11c034a44b90" /><Relationship Type="http://schemas.openxmlformats.org/officeDocument/2006/relationships/image" Target="/ppt/media/image38.png" Id="Rcb5819c739084e91" /><Relationship Type="http://schemas.openxmlformats.org/officeDocument/2006/relationships/image" Target="/ppt/media/image39.png" Id="R7d72c42a51a94a96" /><Relationship Type="http://schemas.openxmlformats.org/officeDocument/2006/relationships/image" Target="/ppt/media/image40.png" Id="R97f3c2627b6844cf" /><Relationship Type="http://schemas.openxmlformats.org/officeDocument/2006/relationships/image" Target="/ppt/media/image41.png" Id="Ra124d47a11054bf4" /><Relationship Type="http://schemas.openxmlformats.org/officeDocument/2006/relationships/image" Target="/ppt/media/image42.png" Id="R2aded3e837cd4772" /><Relationship Type="http://schemas.openxmlformats.org/officeDocument/2006/relationships/image" Target="/ppt/media/image43.png" Id="R80805518b0104881" /><Relationship Type="http://schemas.openxmlformats.org/officeDocument/2006/relationships/image" Target="/ppt/media/image44.png" Id="R7fbc694d3e2f4aad" /><Relationship Type="http://schemas.openxmlformats.org/officeDocument/2006/relationships/image" Target="/ppt/media/image45.png" Id="R7f8e95f0f8ea4cc7" /><Relationship Type="http://schemas.openxmlformats.org/officeDocument/2006/relationships/image" Target="/ppt/media/image46.png" Id="R0ccf069b48404cdf" /><Relationship Type="http://schemas.openxmlformats.org/officeDocument/2006/relationships/image" Target="/ppt/media/image47.png" Id="Rc2d6791ef2db42a5" /><Relationship Type="http://schemas.openxmlformats.org/officeDocument/2006/relationships/image" Target="/ppt/media/image48.png" Id="R036463c862264b29" /><Relationship Type="http://schemas.openxmlformats.org/officeDocument/2006/relationships/image" Target="/ppt/media/image49.png" Id="Rbad745b481f44f8a" /><Relationship Type="http://schemas.openxmlformats.org/officeDocument/2006/relationships/image" Target="/ppt/media/image50.png" Id="R02cb599f12f14caa" /><Relationship Type="http://schemas.openxmlformats.org/officeDocument/2006/relationships/image" Target="/ppt/media/image51.png" Id="Rf2eb80c73aa249fb" /><Relationship Type="http://schemas.openxmlformats.org/officeDocument/2006/relationships/image" Target="/ppt/media/image52.png" Id="R5dcf3162ed044723" /><Relationship Type="http://schemas.openxmlformats.org/officeDocument/2006/relationships/image" Target="/ppt/media/image53.png" Id="Rf90e28f0fa4447cf" /><Relationship Type="http://schemas.openxmlformats.org/officeDocument/2006/relationships/image" Target="/ppt/media/image54.png" Id="R22286834fc1c41be" /><Relationship Type="http://schemas.openxmlformats.org/officeDocument/2006/relationships/image" Target="/ppt/media/image55.png" Id="Rfa123c274c2b4ce3" /><Relationship Type="http://schemas.openxmlformats.org/officeDocument/2006/relationships/image" Target="/ppt/media/image56.png" Id="R649aac336dff4a60" /><Relationship Type="http://schemas.openxmlformats.org/officeDocument/2006/relationships/image" Target="/ppt/media/image57.png" Id="Rc58d2d321ce646e3" /><Relationship Type="http://schemas.openxmlformats.org/officeDocument/2006/relationships/image" Target="/ppt/media/image58.png" Id="R76500be43ae549f2" /><Relationship Type="http://schemas.openxmlformats.org/officeDocument/2006/relationships/notesSlide" Target="/ppt/notesSlides/notesSlide1.xml" Id="Re561d783d744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B828B58-E30C-4EA7-8E22-2C269568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5250"/>
            <a:ext cx="3952875" cy="6905625"/>
          </a:xfrm>
          <a:custGeom xmlns:a="http://schemas.openxmlformats.org/drawingml/2006/main">
            <a:pathLst>
              <a:path w="3952875" h="6905625">
                <a:moveTo>
                  <a:pt x="142875" y="0"/>
                </a:moveTo>
                <a:lnTo>
                  <a:pt x="3810000" y="0"/>
                </a:lnTo>
                <a:cubicBezTo>
                  <a:pt x="3888908" y="0"/>
                  <a:pt x="3952875" y="63967"/>
                  <a:pt x="3952875" y="142875"/>
                </a:cubicBezTo>
                <a:lnTo>
                  <a:pt x="3952875" y="6762750"/>
                </a:lnTo>
                <a:cubicBezTo>
                  <a:pt x="3952875" y="6841658"/>
                  <a:pt x="3888908" y="6905625"/>
                  <a:pt x="3810000" y="6905625"/>
                </a:cubicBezTo>
                <a:lnTo>
                  <a:pt x="142875" y="6905625"/>
                </a:lnTo>
                <a:cubicBezTo>
                  <a:pt x="63967" y="6905625"/>
                  <a:pt x="0" y="6841658"/>
                  <a:pt x="0" y="67627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AED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C6C9ED2-71A6-44FC-97C0-8A588D9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95250"/>
            <a:ext cx="4829175" cy="6905625"/>
          </a:xfrm>
          <a:custGeom xmlns:a="http://schemas.openxmlformats.org/drawingml/2006/main">
            <a:pathLst>
              <a:path w="4829175" h="6905625">
                <a:moveTo>
                  <a:pt x="142875" y="0"/>
                </a:moveTo>
                <a:lnTo>
                  <a:pt x="4686300" y="0"/>
                </a:lnTo>
                <a:cubicBezTo>
                  <a:pt x="4765208" y="0"/>
                  <a:pt x="4829175" y="63967"/>
                  <a:pt x="4829175" y="142875"/>
                </a:cubicBezTo>
                <a:lnTo>
                  <a:pt x="4829175" y="6762750"/>
                </a:lnTo>
                <a:cubicBezTo>
                  <a:pt x="4829175" y="6841658"/>
                  <a:pt x="4765208" y="6905625"/>
                  <a:pt x="4686300" y="6905625"/>
                </a:cubicBezTo>
                <a:lnTo>
                  <a:pt x="142875" y="6905625"/>
                </a:lnTo>
                <a:cubicBezTo>
                  <a:pt x="63967" y="6905625"/>
                  <a:pt x="0" y="6841658"/>
                  <a:pt x="0" y="67627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DE4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BCCD9ED-0D08-4DB4-BFDC-2397C54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95250"/>
            <a:ext cx="4953000" cy="6905625"/>
          </a:xfrm>
          <a:custGeom xmlns:a="http://schemas.openxmlformats.org/drawingml/2006/main">
            <a:pathLst>
              <a:path w="4953000" h="6905625">
                <a:moveTo>
                  <a:pt x="142875" y="0"/>
                </a:moveTo>
                <a:lnTo>
                  <a:pt x="4810125" y="0"/>
                </a:lnTo>
                <a:cubicBezTo>
                  <a:pt x="4889033" y="0"/>
                  <a:pt x="4953000" y="63967"/>
                  <a:pt x="4953000" y="142875"/>
                </a:cubicBezTo>
                <a:lnTo>
                  <a:pt x="4953000" y="6762750"/>
                </a:lnTo>
                <a:cubicBezTo>
                  <a:pt x="4953000" y="6841658"/>
                  <a:pt x="4889033" y="6905625"/>
                  <a:pt x="4810125" y="6905625"/>
                </a:cubicBezTo>
                <a:lnTo>
                  <a:pt x="142875" y="6905625"/>
                </a:lnTo>
                <a:cubicBezTo>
                  <a:pt x="63967" y="6905625"/>
                  <a:pt x="0" y="6841658"/>
                  <a:pt x="0" y="67627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4E6067D-6DB1-43E2-8ECB-17039D0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53200"/>
            <a:ext cx="3952875" cy="447675"/>
          </a:xfrm>
          <a:custGeom xmlns:a="http://schemas.openxmlformats.org/drawingml/2006/main">
            <a:pathLst>
              <a:path w="3952875" h="447675">
                <a:moveTo>
                  <a:pt x="0" y="0"/>
                </a:moveTo>
                <a:lnTo>
                  <a:pt x="3952875" y="0"/>
                </a:lnTo>
                <a:lnTo>
                  <a:pt x="3952875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E3997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Static Scene Perception">
            <a:extLst xmlns:a="http://schemas.openxmlformats.org/drawingml/2006/main">
              <a:ext uri="{FF2B5EF4-FFF2-40B4-BE49-F238E27FC236}">
                <a16:creationId xmlns:a16="http://schemas.microsoft.com/office/drawing/2014/main" id="{C150D865-797A-41F0-8D92-51B9E077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6648450"/>
            <a:ext cx="3781425" cy="3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Static Scene Perception</a:t>
            </a:r>
          </a:p>
        </p:txBody>
      </p:sp>
      <p:sp>
        <p:nvSpPr>
          <p:cNvPr id="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411A61B-7943-48F9-AA24-8576B4F4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53200"/>
            <a:ext cx="4829175" cy="447675"/>
          </a:xfrm>
          <a:custGeom xmlns:a="http://schemas.openxmlformats.org/drawingml/2006/main">
            <a:pathLst>
              <a:path w="4829175" h="447675">
                <a:moveTo>
                  <a:pt x="0" y="0"/>
                </a:moveTo>
                <a:lnTo>
                  <a:pt x="4829175" y="0"/>
                </a:lnTo>
                <a:lnTo>
                  <a:pt x="4829175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C9B0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Temporal Change Understanding">
            <a:extLst xmlns:a="http://schemas.openxmlformats.org/drawingml/2006/main">
              <a:ext uri="{FF2B5EF4-FFF2-40B4-BE49-F238E27FC236}">
                <a16:creationId xmlns:a16="http://schemas.microsoft.com/office/drawing/2014/main" id="{3A80EDF5-51AB-42B9-8CBC-FBC41B24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825" y="6648450"/>
            <a:ext cx="4657725" cy="3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Temporal Change Understanding</a:t>
            </a:r>
          </a:p>
        </p:txBody>
      </p:sp>
      <p:sp>
        <p:nvSpPr>
          <p:cNvPr id="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F3ED8CC-6D9E-4134-83CF-6FDD6126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6553200"/>
            <a:ext cx="4953000" cy="447675"/>
          </a:xfrm>
          <a:custGeom xmlns:a="http://schemas.openxmlformats.org/drawingml/2006/main">
            <a:pathLst>
              <a:path w="4953000" h="447675">
                <a:moveTo>
                  <a:pt x="0" y="0"/>
                </a:moveTo>
                <a:lnTo>
                  <a:pt x="4953000" y="0"/>
                </a:lnTo>
                <a:lnTo>
                  <a:pt x="4953000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BFB4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Subjective Environmental Perception">
            <a:extLst xmlns:a="http://schemas.openxmlformats.org/drawingml/2006/main">
              <a:ext uri="{FF2B5EF4-FFF2-40B4-BE49-F238E27FC236}">
                <a16:creationId xmlns:a16="http://schemas.microsoft.com/office/drawing/2014/main" id="{6ABF0595-9AE2-4D55-B844-3CC8AD87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150" y="6648450"/>
            <a:ext cx="4781550" cy="3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Subjective Environmental Perception</a:t>
            </a:r>
          </a:p>
        </p:txBody>
      </p:sp>
      <p:sp>
        <p:nvSpPr>
          <p:cNvPr id="1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2DC357E-76A6-4267-8A13-50015EED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524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Subjective Environmental Perception">
            <a:extLst xmlns:a="http://schemas.openxmlformats.org/drawingml/2006/main">
              <a:ext uri="{FF2B5EF4-FFF2-40B4-BE49-F238E27FC236}">
                <a16:creationId xmlns:a16="http://schemas.microsoft.com/office/drawing/2014/main" id="{E9F63EC4-B360-4C66-8E38-9B53C2C8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171450"/>
            <a:ext cx="4619625" cy="31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Subjective Environmental Perception</a:t>
            </a:r>
          </a:p>
        </p:txBody>
      </p:sp>
      <p:sp>
        <p:nvSpPr>
          <p:cNvPr id="1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A895B91-CFEF-4A65-97A7-847EB272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95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emporal Change Understanding">
            <a:extLst xmlns:a="http://schemas.openxmlformats.org/drawingml/2006/main">
              <a:ext uri="{FF2B5EF4-FFF2-40B4-BE49-F238E27FC236}">
                <a16:creationId xmlns:a16="http://schemas.microsoft.com/office/drawing/2014/main" id="{46BC797B-6ECF-4C9A-9F12-8D3FC7E6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428625"/>
            <a:ext cx="4619625" cy="31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Temporal Change Understanding</a:t>
            </a:r>
          </a:p>
        </p:txBody>
      </p:sp>
      <p:sp>
        <p:nvSpPr>
          <p:cNvPr id="1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F886D85-1C80-4720-A533-4371C59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667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Static Scene Perception">
            <a:extLst xmlns:a="http://schemas.openxmlformats.org/drawingml/2006/main">
              <a:ext uri="{FF2B5EF4-FFF2-40B4-BE49-F238E27FC236}">
                <a16:creationId xmlns:a16="http://schemas.microsoft.com/office/drawing/2014/main" id="{A6DFFD38-BEBD-486E-9C66-1A23B31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685800"/>
            <a:ext cx="4619625" cy="31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Static Scene Perception</a:t>
            </a:r>
          </a:p>
        </p:txBody>
      </p:sp>
      <p:sp>
        <p:nvSpPr>
          <p:cNvPr id="1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FEC0613-E5D9-460A-8D6D-D0477560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405229" y="210"/>
                </a:moveTo>
                <a:lnTo>
                  <a:pt x="1429910" y="862"/>
                </a:lnTo>
                <a:lnTo>
                  <a:pt x="1454575" y="1954"/>
                </a:lnTo>
                <a:lnTo>
                  <a:pt x="1479216" y="3488"/>
                </a:lnTo>
                <a:lnTo>
                  <a:pt x="1503826" y="5461"/>
                </a:lnTo>
                <a:lnTo>
                  <a:pt x="1528397" y="7874"/>
                </a:lnTo>
                <a:lnTo>
                  <a:pt x="1552921" y="10726"/>
                </a:lnTo>
                <a:lnTo>
                  <a:pt x="1577390" y="14016"/>
                </a:lnTo>
                <a:lnTo>
                  <a:pt x="1601797" y="17743"/>
                </a:lnTo>
                <a:lnTo>
                  <a:pt x="1626132" y="21906"/>
                </a:lnTo>
                <a:lnTo>
                  <a:pt x="1650390" y="26502"/>
                </a:lnTo>
                <a:lnTo>
                  <a:pt x="1674561" y="31532"/>
                </a:lnTo>
                <a:lnTo>
                  <a:pt x="1698639" y="36993"/>
                </a:lnTo>
                <a:lnTo>
                  <a:pt x="1722615" y="42883"/>
                </a:lnTo>
                <a:lnTo>
                  <a:pt x="1746483" y="49202"/>
                </a:lnTo>
                <a:lnTo>
                  <a:pt x="1770233" y="55945"/>
                </a:lnTo>
                <a:lnTo>
                  <a:pt x="1793859" y="63112"/>
                </a:lnTo>
                <a:lnTo>
                  <a:pt x="1817353" y="70701"/>
                </a:lnTo>
                <a:lnTo>
                  <a:pt x="1840708" y="78708"/>
                </a:lnTo>
                <a:lnTo>
                  <a:pt x="1863916" y="87131"/>
                </a:lnTo>
                <a:lnTo>
                  <a:pt x="1886969" y="95968"/>
                </a:lnTo>
                <a:lnTo>
                  <a:pt x="1909861" y="105216"/>
                </a:lnTo>
                <a:lnTo>
                  <a:pt x="1932584" y="114871"/>
                </a:lnTo>
                <a:lnTo>
                  <a:pt x="1955131" y="124931"/>
                </a:lnTo>
                <a:lnTo>
                  <a:pt x="1977494" y="135392"/>
                </a:lnTo>
                <a:lnTo>
                  <a:pt x="1999667" y="146252"/>
                </a:lnTo>
                <a:lnTo>
                  <a:pt x="2021642" y="157506"/>
                </a:lnTo>
                <a:lnTo>
                  <a:pt x="2043412" y="169151"/>
                </a:lnTo>
                <a:lnTo>
                  <a:pt x="2064971" y="181183"/>
                </a:lnTo>
                <a:lnTo>
                  <a:pt x="2086311" y="193599"/>
                </a:lnTo>
                <a:lnTo>
                  <a:pt x="2107426" y="206394"/>
                </a:lnTo>
                <a:lnTo>
                  <a:pt x="1751789" y="781607"/>
                </a:lnTo>
                <a:lnTo>
                  <a:pt x="1741013" y="775077"/>
                </a:lnTo>
                <a:lnTo>
                  <a:pt x="1730122" y="768741"/>
                </a:lnTo>
                <a:lnTo>
                  <a:pt x="1719120" y="762600"/>
                </a:lnTo>
                <a:lnTo>
                  <a:pt x="1708010" y="756657"/>
                </a:lnTo>
                <a:lnTo>
                  <a:pt x="1696795" y="750914"/>
                </a:lnTo>
                <a:lnTo>
                  <a:pt x="1685479" y="745372"/>
                </a:lnTo>
                <a:lnTo>
                  <a:pt x="1674066" y="740033"/>
                </a:lnTo>
                <a:lnTo>
                  <a:pt x="1662559" y="734899"/>
                </a:lnTo>
                <a:lnTo>
                  <a:pt x="1650963" y="729971"/>
                </a:lnTo>
                <a:lnTo>
                  <a:pt x="1639280" y="725252"/>
                </a:lnTo>
                <a:lnTo>
                  <a:pt x="1627515" y="720742"/>
                </a:lnTo>
                <a:lnTo>
                  <a:pt x="1615671" y="716443"/>
                </a:lnTo>
                <a:lnTo>
                  <a:pt x="1603752" y="712357"/>
                </a:lnTo>
                <a:lnTo>
                  <a:pt x="1591762" y="708484"/>
                </a:lnTo>
                <a:lnTo>
                  <a:pt x="1579704" y="704826"/>
                </a:lnTo>
                <a:lnTo>
                  <a:pt x="1567583" y="701385"/>
                </a:lnTo>
                <a:lnTo>
                  <a:pt x="1555403" y="698160"/>
                </a:lnTo>
                <a:lnTo>
                  <a:pt x="1543167" y="695154"/>
                </a:lnTo>
                <a:lnTo>
                  <a:pt x="1530879" y="692367"/>
                </a:lnTo>
                <a:lnTo>
                  <a:pt x="1518543" y="689800"/>
                </a:lnTo>
                <a:lnTo>
                  <a:pt x="1506163" y="687454"/>
                </a:lnTo>
                <a:lnTo>
                  <a:pt x="1493744" y="685330"/>
                </a:lnTo>
                <a:lnTo>
                  <a:pt x="1481288" y="683428"/>
                </a:lnTo>
                <a:lnTo>
                  <a:pt x="1468800" y="681749"/>
                </a:lnTo>
                <a:lnTo>
                  <a:pt x="1456285" y="680294"/>
                </a:lnTo>
                <a:lnTo>
                  <a:pt x="1443745" y="679062"/>
                </a:lnTo>
                <a:lnTo>
                  <a:pt x="1431185" y="678055"/>
                </a:lnTo>
                <a:lnTo>
                  <a:pt x="1418610" y="677272"/>
                </a:lnTo>
                <a:lnTo>
                  <a:pt x="1406022" y="676715"/>
                </a:lnTo>
                <a:lnTo>
                  <a:pt x="1393426" y="676382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7B5F669-BFC8-42A8-9198-D375AC4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802570" y="270"/>
                </a:moveTo>
                <a:lnTo>
                  <a:pt x="1834229" y="1106"/>
                </a:lnTo>
                <a:lnTo>
                  <a:pt x="1865868" y="2507"/>
                </a:lnTo>
                <a:lnTo>
                  <a:pt x="1897477" y="4474"/>
                </a:lnTo>
                <a:lnTo>
                  <a:pt x="1929046" y="7006"/>
                </a:lnTo>
                <a:lnTo>
                  <a:pt x="1960565" y="10101"/>
                </a:lnTo>
                <a:lnTo>
                  <a:pt x="1992023" y="13759"/>
                </a:lnTo>
                <a:lnTo>
                  <a:pt x="2023411" y="17980"/>
                </a:lnTo>
                <a:lnTo>
                  <a:pt x="2054719" y="22760"/>
                </a:lnTo>
                <a:lnTo>
                  <a:pt x="2085935" y="28099"/>
                </a:lnTo>
                <a:lnTo>
                  <a:pt x="2117052" y="33996"/>
                </a:lnTo>
                <a:lnTo>
                  <a:pt x="2148058" y="40448"/>
                </a:lnTo>
                <a:lnTo>
                  <a:pt x="2178944" y="47453"/>
                </a:lnTo>
                <a:lnTo>
                  <a:pt x="2209700" y="55009"/>
                </a:lnTo>
                <a:lnTo>
                  <a:pt x="2240316" y="63114"/>
                </a:lnTo>
                <a:lnTo>
                  <a:pt x="2270781" y="71764"/>
                </a:lnTo>
                <a:lnTo>
                  <a:pt x="2301088" y="80958"/>
                </a:lnTo>
                <a:lnTo>
                  <a:pt x="2331225" y="90692"/>
                </a:lnTo>
                <a:lnTo>
                  <a:pt x="2361184" y="100963"/>
                </a:lnTo>
                <a:lnTo>
                  <a:pt x="2390954" y="111769"/>
                </a:lnTo>
                <a:lnTo>
                  <a:pt x="2420526" y="123104"/>
                </a:lnTo>
                <a:lnTo>
                  <a:pt x="2449891" y="134966"/>
                </a:lnTo>
                <a:lnTo>
                  <a:pt x="2479039" y="147352"/>
                </a:lnTo>
                <a:lnTo>
                  <a:pt x="2507961" y="160256"/>
                </a:lnTo>
                <a:lnTo>
                  <a:pt x="2536648" y="173676"/>
                </a:lnTo>
                <a:lnTo>
                  <a:pt x="2565090" y="187606"/>
                </a:lnTo>
                <a:lnTo>
                  <a:pt x="2593279" y="202042"/>
                </a:lnTo>
                <a:lnTo>
                  <a:pt x="2621205" y="216980"/>
                </a:lnTo>
                <a:lnTo>
                  <a:pt x="2648860" y="232414"/>
                </a:lnTo>
                <a:lnTo>
                  <a:pt x="2676234" y="248341"/>
                </a:lnTo>
                <a:lnTo>
                  <a:pt x="2703319" y="264754"/>
                </a:lnTo>
                <a:lnTo>
                  <a:pt x="2633194" y="378176"/>
                </a:lnTo>
                <a:lnTo>
                  <a:pt x="2608147" y="362998"/>
                </a:lnTo>
                <a:lnTo>
                  <a:pt x="2582833" y="348271"/>
                </a:lnTo>
                <a:lnTo>
                  <a:pt x="2557260" y="333998"/>
                </a:lnTo>
                <a:lnTo>
                  <a:pt x="2531436" y="320184"/>
                </a:lnTo>
                <a:lnTo>
                  <a:pt x="2505369" y="306835"/>
                </a:lnTo>
                <a:lnTo>
                  <a:pt x="2479067" y="293953"/>
                </a:lnTo>
                <a:lnTo>
                  <a:pt x="2452540" y="281544"/>
                </a:lnTo>
                <a:lnTo>
                  <a:pt x="2425795" y="269611"/>
                </a:lnTo>
                <a:lnTo>
                  <a:pt x="2398840" y="258158"/>
                </a:lnTo>
                <a:lnTo>
                  <a:pt x="2371686" y="247188"/>
                </a:lnTo>
                <a:lnTo>
                  <a:pt x="2344340" y="236706"/>
                </a:lnTo>
                <a:lnTo>
                  <a:pt x="2316810" y="226714"/>
                </a:lnTo>
                <a:lnTo>
                  <a:pt x="2289107" y="217216"/>
                </a:lnTo>
                <a:lnTo>
                  <a:pt x="2261238" y="208214"/>
                </a:lnTo>
                <a:lnTo>
                  <a:pt x="2233212" y="199713"/>
                </a:lnTo>
                <a:lnTo>
                  <a:pt x="2205040" y="191713"/>
                </a:lnTo>
                <a:lnTo>
                  <a:pt x="2176728" y="184219"/>
                </a:lnTo>
                <a:lnTo>
                  <a:pt x="2148288" y="177231"/>
                </a:lnTo>
                <a:lnTo>
                  <a:pt x="2119726" y="170753"/>
                </a:lnTo>
                <a:lnTo>
                  <a:pt x="2091054" y="164787"/>
                </a:lnTo>
                <a:lnTo>
                  <a:pt x="2062280" y="159334"/>
                </a:lnTo>
                <a:lnTo>
                  <a:pt x="2033412" y="154397"/>
                </a:lnTo>
                <a:lnTo>
                  <a:pt x="2004461" y="149976"/>
                </a:lnTo>
                <a:lnTo>
                  <a:pt x="1975436" y="146074"/>
                </a:lnTo>
                <a:lnTo>
                  <a:pt x="1946346" y="142691"/>
                </a:lnTo>
                <a:lnTo>
                  <a:pt x="1917199" y="139828"/>
                </a:lnTo>
                <a:lnTo>
                  <a:pt x="1888006" y="137487"/>
                </a:lnTo>
                <a:lnTo>
                  <a:pt x="1858776" y="135668"/>
                </a:lnTo>
                <a:lnTo>
                  <a:pt x="1829519" y="134372"/>
                </a:lnTo>
                <a:lnTo>
                  <a:pt x="1800242" y="133600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2030B41-4B32-4DF0-99AC-9B45C1A4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2335587" y="350"/>
                </a:moveTo>
                <a:lnTo>
                  <a:pt x="2376608" y="1432"/>
                </a:lnTo>
                <a:lnTo>
                  <a:pt x="2417603" y="3248"/>
                </a:lnTo>
                <a:lnTo>
                  <a:pt x="2458559" y="5797"/>
                </a:lnTo>
                <a:lnTo>
                  <a:pt x="2499463" y="9077"/>
                </a:lnTo>
                <a:lnTo>
                  <a:pt x="2540302" y="13088"/>
                </a:lnTo>
                <a:lnTo>
                  <a:pt x="2581062" y="17828"/>
                </a:lnTo>
                <a:lnTo>
                  <a:pt x="2621732" y="23296"/>
                </a:lnTo>
                <a:lnTo>
                  <a:pt x="2662297" y="29490"/>
                </a:lnTo>
                <a:lnTo>
                  <a:pt x="2702744" y="36408"/>
                </a:lnTo>
                <a:lnTo>
                  <a:pt x="2743062" y="44049"/>
                </a:lnTo>
                <a:lnTo>
                  <a:pt x="2783237" y="52408"/>
                </a:lnTo>
                <a:lnTo>
                  <a:pt x="2823255" y="61485"/>
                </a:lnTo>
                <a:lnTo>
                  <a:pt x="2863106" y="71275"/>
                </a:lnTo>
                <a:lnTo>
                  <a:pt x="2902774" y="81776"/>
                </a:lnTo>
                <a:lnTo>
                  <a:pt x="2942249" y="92985"/>
                </a:lnTo>
                <a:lnTo>
                  <a:pt x="2981517" y="104897"/>
                </a:lnTo>
                <a:lnTo>
                  <a:pt x="3020566" y="117510"/>
                </a:lnTo>
                <a:lnTo>
                  <a:pt x="3059383" y="130818"/>
                </a:lnTo>
                <a:lnTo>
                  <a:pt x="3097956" y="144818"/>
                </a:lnTo>
                <a:lnTo>
                  <a:pt x="3136273" y="159506"/>
                </a:lnTo>
                <a:lnTo>
                  <a:pt x="3174321" y="174876"/>
                </a:lnTo>
                <a:lnTo>
                  <a:pt x="3212088" y="190924"/>
                </a:lnTo>
                <a:lnTo>
                  <a:pt x="3249562" y="207644"/>
                </a:lnTo>
                <a:lnTo>
                  <a:pt x="3286732" y="225031"/>
                </a:lnTo>
                <a:lnTo>
                  <a:pt x="3323584" y="243080"/>
                </a:lnTo>
                <a:lnTo>
                  <a:pt x="3360108" y="261785"/>
                </a:lnTo>
                <a:lnTo>
                  <a:pt x="3396292" y="281140"/>
                </a:lnTo>
                <a:lnTo>
                  <a:pt x="3432124" y="301139"/>
                </a:lnTo>
                <a:lnTo>
                  <a:pt x="3467593" y="321775"/>
                </a:lnTo>
                <a:lnTo>
                  <a:pt x="3502688" y="343041"/>
                </a:lnTo>
                <a:lnTo>
                  <a:pt x="3267266" y="723816"/>
                </a:lnTo>
                <a:lnTo>
                  <a:pt x="3239016" y="706697"/>
                </a:lnTo>
                <a:lnTo>
                  <a:pt x="3210464" y="690085"/>
                </a:lnTo>
                <a:lnTo>
                  <a:pt x="3181620" y="673987"/>
                </a:lnTo>
                <a:lnTo>
                  <a:pt x="3152493" y="658407"/>
                </a:lnTo>
                <a:lnTo>
                  <a:pt x="3123091" y="643350"/>
                </a:lnTo>
                <a:lnTo>
                  <a:pt x="3093426" y="628820"/>
                </a:lnTo>
                <a:lnTo>
                  <a:pt x="3063505" y="614824"/>
                </a:lnTo>
                <a:lnTo>
                  <a:pt x="3033339" y="601364"/>
                </a:lnTo>
                <a:lnTo>
                  <a:pt x="3002937" y="588446"/>
                </a:lnTo>
                <a:lnTo>
                  <a:pt x="2972310" y="576074"/>
                </a:lnTo>
                <a:lnTo>
                  <a:pt x="2941466" y="564251"/>
                </a:lnTo>
                <a:lnTo>
                  <a:pt x="2910415" y="552981"/>
                </a:lnTo>
                <a:lnTo>
                  <a:pt x="2879168" y="542268"/>
                </a:lnTo>
                <a:lnTo>
                  <a:pt x="2847734" y="532115"/>
                </a:lnTo>
                <a:lnTo>
                  <a:pt x="2816125" y="522526"/>
                </a:lnTo>
                <a:lnTo>
                  <a:pt x="2784348" y="513503"/>
                </a:lnTo>
                <a:lnTo>
                  <a:pt x="2752416" y="505050"/>
                </a:lnTo>
                <a:lnTo>
                  <a:pt x="2720337" y="497169"/>
                </a:lnTo>
                <a:lnTo>
                  <a:pt x="2688123" y="489863"/>
                </a:lnTo>
                <a:lnTo>
                  <a:pt x="2655783" y="483133"/>
                </a:lnTo>
                <a:lnTo>
                  <a:pt x="2623328" y="476983"/>
                </a:lnTo>
                <a:lnTo>
                  <a:pt x="2590769" y="471414"/>
                </a:lnTo>
                <a:lnTo>
                  <a:pt x="2558115" y="466428"/>
                </a:lnTo>
                <a:lnTo>
                  <a:pt x="2525377" y="462026"/>
                </a:lnTo>
                <a:lnTo>
                  <a:pt x="2492565" y="458210"/>
                </a:lnTo>
                <a:lnTo>
                  <a:pt x="2459691" y="454982"/>
                </a:lnTo>
                <a:lnTo>
                  <a:pt x="2426764" y="452341"/>
                </a:lnTo>
                <a:lnTo>
                  <a:pt x="2393796" y="450290"/>
                </a:lnTo>
                <a:lnTo>
                  <a:pt x="2360795" y="448828"/>
                </a:lnTo>
                <a:lnTo>
                  <a:pt x="2327774" y="447956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DEE">
            <a:extLst xmlns:a="http://schemas.openxmlformats.org/drawingml/2006/main">
              <a:ext uri="{FF2B5EF4-FFF2-40B4-BE49-F238E27FC236}">
                <a16:creationId xmlns:a16="http://schemas.microsoft.com/office/drawing/2014/main" id="{AFCA7266-4F3D-472B-BFF1-B74C30F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1818">
            <a:off x="3011195" y="1074325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</a:t>
            </a:r>
          </a:p>
        </p:txBody>
      </p:sp>
      <p:sp>
        <p:nvSpPr>
          <p:cNvPr id="20" name="2000">
            <a:extLst xmlns:a="http://schemas.openxmlformats.org/drawingml/2006/main">
              <a:ext uri="{FF2B5EF4-FFF2-40B4-BE49-F238E27FC236}">
                <a16:creationId xmlns:a16="http://schemas.microsoft.com/office/drawing/2014/main" id="{0F0925BB-B5A4-40A5-B81F-ECC87934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1818">
            <a:off x="2909222" y="142161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2000</a:t>
            </a:r>
          </a:p>
        </p:txBody>
      </p:sp>
      <p:sp>
        <p:nvSpPr>
          <p:cNvPr id="21" name="2000">
            <a:extLst xmlns:a="http://schemas.openxmlformats.org/drawingml/2006/main">
              <a:ext uri="{FF2B5EF4-FFF2-40B4-BE49-F238E27FC236}">
                <a16:creationId xmlns:a16="http://schemas.microsoft.com/office/drawing/2014/main" id="{2BD08837-58C7-4529-96B6-50A3A80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1818">
            <a:off x="2777730" y="186943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2000</a:t>
            </a:r>
          </a:p>
        </p:txBody>
      </p:sp>
      <p:sp>
        <p:nvSpPr>
          <p:cNvPr id="2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34A1295-952F-4D02-A4EB-88F60B1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147981" y="232457"/>
                </a:moveTo>
                <a:lnTo>
                  <a:pt x="2168392" y="246349"/>
                </a:lnTo>
                <a:lnTo>
                  <a:pt x="2188551" y="260603"/>
                </a:lnTo>
                <a:lnTo>
                  <a:pt x="2208451" y="275215"/>
                </a:lnTo>
                <a:lnTo>
                  <a:pt x="2228088" y="290180"/>
                </a:lnTo>
                <a:lnTo>
                  <a:pt x="2247454" y="305495"/>
                </a:lnTo>
                <a:lnTo>
                  <a:pt x="2266543" y="321152"/>
                </a:lnTo>
                <a:lnTo>
                  <a:pt x="2285349" y="337149"/>
                </a:lnTo>
                <a:lnTo>
                  <a:pt x="2303866" y="353479"/>
                </a:lnTo>
                <a:lnTo>
                  <a:pt x="2322088" y="370138"/>
                </a:lnTo>
                <a:lnTo>
                  <a:pt x="2340009" y="387120"/>
                </a:lnTo>
                <a:lnTo>
                  <a:pt x="2357625" y="404419"/>
                </a:lnTo>
                <a:lnTo>
                  <a:pt x="2374928" y="422030"/>
                </a:lnTo>
                <a:lnTo>
                  <a:pt x="2391913" y="439948"/>
                </a:lnTo>
                <a:lnTo>
                  <a:pt x="2408576" y="458167"/>
                </a:lnTo>
                <a:lnTo>
                  <a:pt x="2424910" y="476680"/>
                </a:lnTo>
                <a:lnTo>
                  <a:pt x="2440910" y="495483"/>
                </a:lnTo>
                <a:lnTo>
                  <a:pt x="2456572" y="514569"/>
                </a:lnTo>
                <a:lnTo>
                  <a:pt x="2471890" y="533931"/>
                </a:lnTo>
                <a:lnTo>
                  <a:pt x="2486860" y="553565"/>
                </a:lnTo>
                <a:lnTo>
                  <a:pt x="2501476" y="573462"/>
                </a:lnTo>
                <a:lnTo>
                  <a:pt x="2515735" y="593618"/>
                </a:lnTo>
                <a:lnTo>
                  <a:pt x="2529630" y="614026"/>
                </a:lnTo>
                <a:lnTo>
                  <a:pt x="2543159" y="634678"/>
                </a:lnTo>
                <a:lnTo>
                  <a:pt x="2556317" y="655569"/>
                </a:lnTo>
                <a:lnTo>
                  <a:pt x="2569098" y="676692"/>
                </a:lnTo>
                <a:lnTo>
                  <a:pt x="2581501" y="698041"/>
                </a:lnTo>
                <a:lnTo>
                  <a:pt x="2593519" y="719607"/>
                </a:lnTo>
                <a:lnTo>
                  <a:pt x="2605151" y="741385"/>
                </a:lnTo>
                <a:lnTo>
                  <a:pt x="2616391" y="763367"/>
                </a:lnTo>
                <a:lnTo>
                  <a:pt x="2627236" y="785547"/>
                </a:lnTo>
                <a:lnTo>
                  <a:pt x="2017071" y="1077175"/>
                </a:lnTo>
                <a:lnTo>
                  <a:pt x="2011536" y="1065855"/>
                </a:lnTo>
                <a:lnTo>
                  <a:pt x="2005800" y="1054637"/>
                </a:lnTo>
                <a:lnTo>
                  <a:pt x="1999864" y="1043523"/>
                </a:lnTo>
                <a:lnTo>
                  <a:pt x="1993731" y="1032516"/>
                </a:lnTo>
                <a:lnTo>
                  <a:pt x="1987401" y="1021621"/>
                </a:lnTo>
                <a:lnTo>
                  <a:pt x="1980878" y="1010841"/>
                </a:lnTo>
                <a:lnTo>
                  <a:pt x="1974163" y="1000180"/>
                </a:lnTo>
                <a:lnTo>
                  <a:pt x="1967259" y="989640"/>
                </a:lnTo>
                <a:lnTo>
                  <a:pt x="1960167" y="979225"/>
                </a:lnTo>
                <a:lnTo>
                  <a:pt x="1952891" y="968939"/>
                </a:lnTo>
                <a:lnTo>
                  <a:pt x="1945431" y="958784"/>
                </a:lnTo>
                <a:lnTo>
                  <a:pt x="1937791" y="948764"/>
                </a:lnTo>
                <a:lnTo>
                  <a:pt x="1929974" y="938882"/>
                </a:lnTo>
                <a:lnTo>
                  <a:pt x="1921981" y="929142"/>
                </a:lnTo>
                <a:lnTo>
                  <a:pt x="1913815" y="919546"/>
                </a:lnTo>
                <a:lnTo>
                  <a:pt x="1905479" y="910098"/>
                </a:lnTo>
                <a:lnTo>
                  <a:pt x="1896975" y="900800"/>
                </a:lnTo>
                <a:lnTo>
                  <a:pt x="1888307" y="891656"/>
                </a:lnTo>
                <a:lnTo>
                  <a:pt x="1879476" y="882668"/>
                </a:lnTo>
                <a:lnTo>
                  <a:pt x="1870487" y="873839"/>
                </a:lnTo>
                <a:lnTo>
                  <a:pt x="1861341" y="865173"/>
                </a:lnTo>
                <a:lnTo>
                  <a:pt x="1852041" y="856671"/>
                </a:lnTo>
                <a:lnTo>
                  <a:pt x="1842591" y="848337"/>
                </a:lnTo>
                <a:lnTo>
                  <a:pt x="1832993" y="840173"/>
                </a:lnTo>
                <a:lnTo>
                  <a:pt x="1823251" y="832183"/>
                </a:lnTo>
                <a:lnTo>
                  <a:pt x="1813368" y="824367"/>
                </a:lnTo>
                <a:lnTo>
                  <a:pt x="1803347" y="816729"/>
                </a:lnTo>
                <a:lnTo>
                  <a:pt x="1793190" y="809272"/>
                </a:lnTo>
                <a:lnTo>
                  <a:pt x="1782903" y="801998"/>
                </a:lnTo>
                <a:lnTo>
                  <a:pt x="1772486" y="794908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C9501AD-CC9E-4F90-AD36-3E8112C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2755342" y="298187"/>
                </a:moveTo>
                <a:lnTo>
                  <a:pt x="2781523" y="316006"/>
                </a:lnTo>
                <a:lnTo>
                  <a:pt x="2807382" y="334290"/>
                </a:lnTo>
                <a:lnTo>
                  <a:pt x="2832910" y="353034"/>
                </a:lnTo>
                <a:lnTo>
                  <a:pt x="2858099" y="372231"/>
                </a:lnTo>
                <a:lnTo>
                  <a:pt x="2882941" y="391876"/>
                </a:lnTo>
                <a:lnTo>
                  <a:pt x="2907427" y="411961"/>
                </a:lnTo>
                <a:lnTo>
                  <a:pt x="2931551" y="432481"/>
                </a:lnTo>
                <a:lnTo>
                  <a:pt x="2955304" y="453429"/>
                </a:lnTo>
                <a:lnTo>
                  <a:pt x="2978678" y="474798"/>
                </a:lnTo>
                <a:lnTo>
                  <a:pt x="3001667" y="496581"/>
                </a:lnTo>
                <a:lnTo>
                  <a:pt x="3024263" y="518772"/>
                </a:lnTo>
                <a:lnTo>
                  <a:pt x="3046459" y="541363"/>
                </a:lnTo>
                <a:lnTo>
                  <a:pt x="3068247" y="564347"/>
                </a:lnTo>
                <a:lnTo>
                  <a:pt x="3089621" y="587717"/>
                </a:lnTo>
                <a:lnTo>
                  <a:pt x="3110574" y="611466"/>
                </a:lnTo>
                <a:lnTo>
                  <a:pt x="3131099" y="635585"/>
                </a:lnTo>
                <a:lnTo>
                  <a:pt x="3151189" y="660067"/>
                </a:lnTo>
                <a:lnTo>
                  <a:pt x="3170839" y="684905"/>
                </a:lnTo>
                <a:lnTo>
                  <a:pt x="3190041" y="710090"/>
                </a:lnTo>
                <a:lnTo>
                  <a:pt x="3208790" y="735614"/>
                </a:lnTo>
                <a:lnTo>
                  <a:pt x="3227080" y="761469"/>
                </a:lnTo>
                <a:lnTo>
                  <a:pt x="3244905" y="787647"/>
                </a:lnTo>
                <a:lnTo>
                  <a:pt x="3262259" y="814139"/>
                </a:lnTo>
                <a:lnTo>
                  <a:pt x="3279137" y="840937"/>
                </a:lnTo>
                <a:lnTo>
                  <a:pt x="3295533" y="868033"/>
                </a:lnTo>
                <a:lnTo>
                  <a:pt x="3311442" y="895418"/>
                </a:lnTo>
                <a:lnTo>
                  <a:pt x="3326859" y="923082"/>
                </a:lnTo>
                <a:lnTo>
                  <a:pt x="3341779" y="951018"/>
                </a:lnTo>
                <a:lnTo>
                  <a:pt x="3356198" y="979216"/>
                </a:lnTo>
                <a:lnTo>
                  <a:pt x="3370110" y="1007667"/>
                </a:lnTo>
                <a:lnTo>
                  <a:pt x="3249795" y="1065171"/>
                </a:lnTo>
                <a:lnTo>
                  <a:pt x="3236931" y="1038861"/>
                </a:lnTo>
                <a:lnTo>
                  <a:pt x="3223598" y="1012786"/>
                </a:lnTo>
                <a:lnTo>
                  <a:pt x="3209801" y="986953"/>
                </a:lnTo>
                <a:lnTo>
                  <a:pt x="3195544" y="961371"/>
                </a:lnTo>
                <a:lnTo>
                  <a:pt x="3180832" y="936047"/>
                </a:lnTo>
                <a:lnTo>
                  <a:pt x="3165670" y="910991"/>
                </a:lnTo>
                <a:lnTo>
                  <a:pt x="3150063" y="886210"/>
                </a:lnTo>
                <a:lnTo>
                  <a:pt x="3134015" y="861711"/>
                </a:lnTo>
                <a:lnTo>
                  <a:pt x="3117532" y="837504"/>
                </a:lnTo>
                <a:lnTo>
                  <a:pt x="3100619" y="813595"/>
                </a:lnTo>
                <a:lnTo>
                  <a:pt x="3083281" y="789992"/>
                </a:lnTo>
                <a:lnTo>
                  <a:pt x="3065523" y="766703"/>
                </a:lnTo>
                <a:lnTo>
                  <a:pt x="3047353" y="743735"/>
                </a:lnTo>
                <a:lnTo>
                  <a:pt x="3028775" y="721095"/>
                </a:lnTo>
                <a:lnTo>
                  <a:pt x="3009795" y="698792"/>
                </a:lnTo>
                <a:lnTo>
                  <a:pt x="2990419" y="676831"/>
                </a:lnTo>
                <a:lnTo>
                  <a:pt x="2970654" y="655220"/>
                </a:lnTo>
                <a:lnTo>
                  <a:pt x="2950505" y="633965"/>
                </a:lnTo>
                <a:lnTo>
                  <a:pt x="2929980" y="613074"/>
                </a:lnTo>
                <a:lnTo>
                  <a:pt x="2909085" y="592554"/>
                </a:lnTo>
                <a:lnTo>
                  <a:pt x="2887827" y="572410"/>
                </a:lnTo>
                <a:lnTo>
                  <a:pt x="2866211" y="552650"/>
                </a:lnTo>
                <a:lnTo>
                  <a:pt x="2844246" y="533279"/>
                </a:lnTo>
                <a:lnTo>
                  <a:pt x="2821939" y="514303"/>
                </a:lnTo>
                <a:lnTo>
                  <a:pt x="2799295" y="495730"/>
                </a:lnTo>
                <a:lnTo>
                  <a:pt x="2776323" y="477564"/>
                </a:lnTo>
                <a:lnTo>
                  <a:pt x="2753030" y="459812"/>
                </a:lnTo>
                <a:lnTo>
                  <a:pt x="2729424" y="442479"/>
                </a:lnTo>
                <a:lnTo>
                  <a:pt x="2705511" y="425571"/>
                </a:lnTo>
                <a:lnTo>
                  <a:pt x="2681300" y="409092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05B5C23-AA7A-4252-94FD-20FF781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3570093" y="386360"/>
                </a:moveTo>
                <a:lnTo>
                  <a:pt x="3604017" y="409449"/>
                </a:lnTo>
                <a:lnTo>
                  <a:pt x="3637522" y="433140"/>
                </a:lnTo>
                <a:lnTo>
                  <a:pt x="3670599" y="457426"/>
                </a:lnTo>
                <a:lnTo>
                  <a:pt x="3703236" y="482300"/>
                </a:lnTo>
                <a:lnTo>
                  <a:pt x="3735423" y="507753"/>
                </a:lnTo>
                <a:lnTo>
                  <a:pt x="3767150" y="533778"/>
                </a:lnTo>
                <a:lnTo>
                  <a:pt x="3798407" y="560365"/>
                </a:lnTo>
                <a:lnTo>
                  <a:pt x="3829184" y="587507"/>
                </a:lnTo>
                <a:lnTo>
                  <a:pt x="3859470" y="615195"/>
                </a:lnTo>
                <a:lnTo>
                  <a:pt x="3889257" y="643419"/>
                </a:lnTo>
                <a:lnTo>
                  <a:pt x="3918535" y="672172"/>
                </a:lnTo>
                <a:lnTo>
                  <a:pt x="3947293" y="701443"/>
                </a:lnTo>
                <a:lnTo>
                  <a:pt x="3975524" y="731224"/>
                </a:lnTo>
                <a:lnTo>
                  <a:pt x="4003219" y="761505"/>
                </a:lnTo>
                <a:lnTo>
                  <a:pt x="4030367" y="792276"/>
                </a:lnTo>
                <a:lnTo>
                  <a:pt x="4056961" y="823527"/>
                </a:lnTo>
                <a:lnTo>
                  <a:pt x="4082992" y="855249"/>
                </a:lnTo>
                <a:lnTo>
                  <a:pt x="4108452" y="887431"/>
                </a:lnTo>
                <a:lnTo>
                  <a:pt x="4133333" y="920063"/>
                </a:lnTo>
                <a:lnTo>
                  <a:pt x="4157626" y="953134"/>
                </a:lnTo>
                <a:lnTo>
                  <a:pt x="4181325" y="986634"/>
                </a:lnTo>
                <a:lnTo>
                  <a:pt x="4204420" y="1020553"/>
                </a:lnTo>
                <a:lnTo>
                  <a:pt x="4226906" y="1054879"/>
                </a:lnTo>
                <a:lnTo>
                  <a:pt x="4248775" y="1089602"/>
                </a:lnTo>
                <a:lnTo>
                  <a:pt x="4270019" y="1124709"/>
                </a:lnTo>
                <a:lnTo>
                  <a:pt x="4290632" y="1160192"/>
                </a:lnTo>
                <a:lnTo>
                  <a:pt x="4310608" y="1196036"/>
                </a:lnTo>
                <a:lnTo>
                  <a:pt x="4329940" y="1232233"/>
                </a:lnTo>
                <a:lnTo>
                  <a:pt x="4348622" y="1268769"/>
                </a:lnTo>
                <a:lnTo>
                  <a:pt x="4366647" y="1305633"/>
                </a:lnTo>
                <a:lnTo>
                  <a:pt x="3962736" y="1498682"/>
                </a:lnTo>
                <a:lnTo>
                  <a:pt x="3948225" y="1469007"/>
                </a:lnTo>
                <a:lnTo>
                  <a:pt x="3933187" y="1439597"/>
                </a:lnTo>
                <a:lnTo>
                  <a:pt x="3917625" y="1410459"/>
                </a:lnTo>
                <a:lnTo>
                  <a:pt x="3901545" y="1381605"/>
                </a:lnTo>
                <a:lnTo>
                  <a:pt x="3884952" y="1353043"/>
                </a:lnTo>
                <a:lnTo>
                  <a:pt x="3867850" y="1324782"/>
                </a:lnTo>
                <a:lnTo>
                  <a:pt x="3850247" y="1296831"/>
                </a:lnTo>
                <a:lnTo>
                  <a:pt x="3832146" y="1269199"/>
                </a:lnTo>
                <a:lnTo>
                  <a:pt x="3813555" y="1241895"/>
                </a:lnTo>
                <a:lnTo>
                  <a:pt x="3794478" y="1214928"/>
                </a:lnTo>
                <a:lnTo>
                  <a:pt x="3774922" y="1188306"/>
                </a:lnTo>
                <a:lnTo>
                  <a:pt x="3754894" y="1162038"/>
                </a:lnTo>
                <a:lnTo>
                  <a:pt x="3734399" y="1136132"/>
                </a:lnTo>
                <a:lnTo>
                  <a:pt x="3713445" y="1110597"/>
                </a:lnTo>
                <a:lnTo>
                  <a:pt x="3692037" y="1085441"/>
                </a:lnTo>
                <a:lnTo>
                  <a:pt x="3670183" y="1060671"/>
                </a:lnTo>
                <a:lnTo>
                  <a:pt x="3647890" y="1036295"/>
                </a:lnTo>
                <a:lnTo>
                  <a:pt x="3625164" y="1012322"/>
                </a:lnTo>
                <a:lnTo>
                  <a:pt x="3602014" y="988760"/>
                </a:lnTo>
                <a:lnTo>
                  <a:pt x="3578446" y="965614"/>
                </a:lnTo>
                <a:lnTo>
                  <a:pt x="3554469" y="942894"/>
                </a:lnTo>
                <a:lnTo>
                  <a:pt x="3530088" y="920606"/>
                </a:lnTo>
                <a:lnTo>
                  <a:pt x="3505314" y="898757"/>
                </a:lnTo>
                <a:lnTo>
                  <a:pt x="3480153" y="877355"/>
                </a:lnTo>
                <a:lnTo>
                  <a:pt x="3454613" y="856406"/>
                </a:lnTo>
                <a:lnTo>
                  <a:pt x="3428703" y="835916"/>
                </a:lnTo>
                <a:lnTo>
                  <a:pt x="3402431" y="815894"/>
                </a:lnTo>
                <a:lnTo>
                  <a:pt x="3375805" y="796344"/>
                </a:lnTo>
                <a:lnTo>
                  <a:pt x="3348834" y="777273"/>
                </a:lnTo>
                <a:lnTo>
                  <a:pt x="3321526" y="758687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CR">
            <a:extLst xmlns:a="http://schemas.openxmlformats.org/drawingml/2006/main">
              <a:ext uri="{FF2B5EF4-FFF2-40B4-BE49-F238E27FC236}">
                <a16:creationId xmlns:a16="http://schemas.microsoft.com/office/drawing/2014/main" id="{26F31FB4-2BFE-4604-B2F0-4D386FD5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455">
            <a:off x="3990953" y="1703977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</a:t>
            </a:r>
          </a:p>
        </p:txBody>
      </p:sp>
      <p:sp>
        <p:nvSpPr>
          <p:cNvPr id="26" name="2200">
            <a:extLst xmlns:a="http://schemas.openxmlformats.org/drawingml/2006/main">
              <a:ext uri="{FF2B5EF4-FFF2-40B4-BE49-F238E27FC236}">
                <a16:creationId xmlns:a16="http://schemas.microsoft.com/office/drawing/2014/main" id="{222DC1F6-60C1-4F5A-8371-892B7DE3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455">
            <a:off x="3717409" y="1941004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27" name="2200">
            <a:extLst xmlns:a="http://schemas.openxmlformats.org/drawingml/2006/main">
              <a:ext uri="{FF2B5EF4-FFF2-40B4-BE49-F238E27FC236}">
                <a16:creationId xmlns:a16="http://schemas.microsoft.com/office/drawing/2014/main" id="{BDE77EE7-EC5E-4A5E-8033-4C902532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455">
            <a:off x="3364682" y="2246644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2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22478D8-74C2-49E2-AF6A-5351664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647262" y="829398"/>
                </a:moveTo>
                <a:lnTo>
                  <a:pt x="2656922" y="852119"/>
                </a:lnTo>
                <a:lnTo>
                  <a:pt x="2666175" y="875009"/>
                </a:lnTo>
                <a:lnTo>
                  <a:pt x="2675016" y="898061"/>
                </a:lnTo>
                <a:lnTo>
                  <a:pt x="2683445" y="921267"/>
                </a:lnTo>
                <a:lnTo>
                  <a:pt x="2691457" y="944620"/>
                </a:lnTo>
                <a:lnTo>
                  <a:pt x="2699050" y="968112"/>
                </a:lnTo>
                <a:lnTo>
                  <a:pt x="2706222" y="991737"/>
                </a:lnTo>
                <a:lnTo>
                  <a:pt x="2712971" y="1015486"/>
                </a:lnTo>
                <a:lnTo>
                  <a:pt x="2719294" y="1039351"/>
                </a:lnTo>
                <a:lnTo>
                  <a:pt x="2725190" y="1063326"/>
                </a:lnTo>
                <a:lnTo>
                  <a:pt x="2730656" y="1087403"/>
                </a:lnTo>
                <a:lnTo>
                  <a:pt x="2735691" y="1111573"/>
                </a:lnTo>
                <a:lnTo>
                  <a:pt x="2740293" y="1135830"/>
                </a:lnTo>
                <a:lnTo>
                  <a:pt x="2744460" y="1160165"/>
                </a:lnTo>
                <a:lnTo>
                  <a:pt x="2748192" y="1184570"/>
                </a:lnTo>
                <a:lnTo>
                  <a:pt x="2751487" y="1209039"/>
                </a:lnTo>
                <a:lnTo>
                  <a:pt x="2754344" y="1233562"/>
                </a:lnTo>
                <a:lnTo>
                  <a:pt x="2756763" y="1258133"/>
                </a:lnTo>
                <a:lnTo>
                  <a:pt x="2758741" y="1282742"/>
                </a:lnTo>
                <a:lnTo>
                  <a:pt x="2760280" y="1307384"/>
                </a:lnTo>
                <a:lnTo>
                  <a:pt x="2761378" y="1332048"/>
                </a:lnTo>
                <a:lnTo>
                  <a:pt x="2762035" y="1356729"/>
                </a:lnTo>
                <a:lnTo>
                  <a:pt x="2762250" y="1381417"/>
                </a:lnTo>
                <a:lnTo>
                  <a:pt x="2762024" y="1406105"/>
                </a:lnTo>
                <a:lnTo>
                  <a:pt x="2761357" y="1430786"/>
                </a:lnTo>
                <a:lnTo>
                  <a:pt x="2760249" y="1455450"/>
                </a:lnTo>
                <a:lnTo>
                  <a:pt x="2758700" y="1480090"/>
                </a:lnTo>
                <a:lnTo>
                  <a:pt x="2756711" y="1504699"/>
                </a:lnTo>
                <a:lnTo>
                  <a:pt x="2754282" y="1529269"/>
                </a:lnTo>
                <a:lnTo>
                  <a:pt x="2751414" y="1553791"/>
                </a:lnTo>
                <a:lnTo>
                  <a:pt x="2080445" y="1469244"/>
                </a:lnTo>
                <a:lnTo>
                  <a:pt x="2081908" y="1456729"/>
                </a:lnTo>
                <a:lnTo>
                  <a:pt x="2083148" y="1444191"/>
                </a:lnTo>
                <a:lnTo>
                  <a:pt x="2084163" y="1431632"/>
                </a:lnTo>
                <a:lnTo>
                  <a:pt x="2084954" y="1419056"/>
                </a:lnTo>
                <a:lnTo>
                  <a:pt x="2085519" y="1406469"/>
                </a:lnTo>
                <a:lnTo>
                  <a:pt x="2085860" y="1393874"/>
                </a:lnTo>
                <a:lnTo>
                  <a:pt x="2085975" y="1381274"/>
                </a:lnTo>
                <a:lnTo>
                  <a:pt x="2085865" y="1368675"/>
                </a:lnTo>
                <a:lnTo>
                  <a:pt x="2085530" y="1356079"/>
                </a:lnTo>
                <a:lnTo>
                  <a:pt x="2084970" y="1343491"/>
                </a:lnTo>
                <a:lnTo>
                  <a:pt x="2084184" y="1330916"/>
                </a:lnTo>
                <a:lnTo>
                  <a:pt x="2083175" y="1318356"/>
                </a:lnTo>
                <a:lnTo>
                  <a:pt x="2081940" y="1305817"/>
                </a:lnTo>
                <a:lnTo>
                  <a:pt x="2080482" y="1293302"/>
                </a:lnTo>
                <a:lnTo>
                  <a:pt x="2078801" y="1280814"/>
                </a:lnTo>
                <a:lnTo>
                  <a:pt x="2076896" y="1268359"/>
                </a:lnTo>
                <a:lnTo>
                  <a:pt x="2074769" y="1255940"/>
                </a:lnTo>
                <a:lnTo>
                  <a:pt x="2072421" y="1243561"/>
                </a:lnTo>
                <a:lnTo>
                  <a:pt x="2069851" y="1231226"/>
                </a:lnTo>
                <a:lnTo>
                  <a:pt x="2067062" y="1218938"/>
                </a:lnTo>
                <a:lnTo>
                  <a:pt x="2064053" y="1206703"/>
                </a:lnTo>
                <a:lnTo>
                  <a:pt x="2060826" y="1194523"/>
                </a:lnTo>
                <a:lnTo>
                  <a:pt x="2057382" y="1182403"/>
                </a:lnTo>
                <a:lnTo>
                  <a:pt x="2053721" y="1170346"/>
                </a:lnTo>
                <a:lnTo>
                  <a:pt x="2049846" y="1158357"/>
                </a:lnTo>
                <a:lnTo>
                  <a:pt x="2045757" y="1146439"/>
                </a:lnTo>
                <a:lnTo>
                  <a:pt x="2041456" y="1134596"/>
                </a:lnTo>
                <a:lnTo>
                  <a:pt x="2036943" y="1122831"/>
                </a:lnTo>
                <a:lnTo>
                  <a:pt x="2032222" y="1111150"/>
                </a:lnTo>
                <a:lnTo>
                  <a:pt x="2027292" y="1099554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2CBC631-53D2-47A3-9132-AB8A9B85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3395799" y="1063918"/>
                </a:moveTo>
                <a:lnTo>
                  <a:pt x="3408190" y="1093063"/>
                </a:lnTo>
                <a:lnTo>
                  <a:pt x="3420059" y="1122425"/>
                </a:lnTo>
                <a:lnTo>
                  <a:pt x="3431400" y="1151995"/>
                </a:lnTo>
                <a:lnTo>
                  <a:pt x="3442212" y="1181763"/>
                </a:lnTo>
                <a:lnTo>
                  <a:pt x="3452489" y="1211719"/>
                </a:lnTo>
                <a:lnTo>
                  <a:pt x="3462230" y="1241854"/>
                </a:lnTo>
                <a:lnTo>
                  <a:pt x="3471430" y="1272159"/>
                </a:lnTo>
                <a:lnTo>
                  <a:pt x="3480087" y="1302623"/>
                </a:lnTo>
                <a:lnTo>
                  <a:pt x="3488198" y="1333237"/>
                </a:lnTo>
                <a:lnTo>
                  <a:pt x="3495761" y="1363991"/>
                </a:lnTo>
                <a:lnTo>
                  <a:pt x="3502772" y="1394876"/>
                </a:lnTo>
                <a:lnTo>
                  <a:pt x="3509231" y="1425880"/>
                </a:lnTo>
                <a:lnTo>
                  <a:pt x="3515134" y="1456996"/>
                </a:lnTo>
                <a:lnTo>
                  <a:pt x="3520480" y="1488212"/>
                </a:lnTo>
                <a:lnTo>
                  <a:pt x="3525267" y="1519518"/>
                </a:lnTo>
                <a:lnTo>
                  <a:pt x="3529494" y="1550905"/>
                </a:lnTo>
                <a:lnTo>
                  <a:pt x="3533159" y="1582362"/>
                </a:lnTo>
                <a:lnTo>
                  <a:pt x="3536261" y="1613880"/>
                </a:lnTo>
                <a:lnTo>
                  <a:pt x="3538799" y="1645449"/>
                </a:lnTo>
                <a:lnTo>
                  <a:pt x="3540773" y="1677058"/>
                </a:lnTo>
                <a:lnTo>
                  <a:pt x="3542181" y="1708697"/>
                </a:lnTo>
                <a:lnTo>
                  <a:pt x="3543024" y="1740356"/>
                </a:lnTo>
                <a:lnTo>
                  <a:pt x="3543300" y="1772025"/>
                </a:lnTo>
                <a:lnTo>
                  <a:pt x="3543010" y="1803694"/>
                </a:lnTo>
                <a:lnTo>
                  <a:pt x="3542154" y="1835353"/>
                </a:lnTo>
                <a:lnTo>
                  <a:pt x="3540733" y="1866991"/>
                </a:lnTo>
                <a:lnTo>
                  <a:pt x="3538746" y="1898599"/>
                </a:lnTo>
                <a:lnTo>
                  <a:pt x="3536194" y="1930166"/>
                </a:lnTo>
                <a:lnTo>
                  <a:pt x="3533079" y="1961683"/>
                </a:lnTo>
                <a:lnTo>
                  <a:pt x="3529400" y="1993139"/>
                </a:lnTo>
                <a:lnTo>
                  <a:pt x="3397097" y="1976468"/>
                </a:lnTo>
                <a:lnTo>
                  <a:pt x="3400498" y="1947379"/>
                </a:lnTo>
                <a:lnTo>
                  <a:pt x="3403379" y="1918235"/>
                </a:lnTo>
                <a:lnTo>
                  <a:pt x="3405739" y="1889044"/>
                </a:lnTo>
                <a:lnTo>
                  <a:pt x="3407576" y="1859815"/>
                </a:lnTo>
                <a:lnTo>
                  <a:pt x="3408891" y="1830558"/>
                </a:lnTo>
                <a:lnTo>
                  <a:pt x="3409682" y="1801282"/>
                </a:lnTo>
                <a:lnTo>
                  <a:pt x="3409950" y="1771997"/>
                </a:lnTo>
                <a:lnTo>
                  <a:pt x="3409694" y="1742711"/>
                </a:lnTo>
                <a:lnTo>
                  <a:pt x="3408915" y="1713435"/>
                </a:lnTo>
                <a:lnTo>
                  <a:pt x="3407613" y="1684177"/>
                </a:lnTo>
                <a:lnTo>
                  <a:pt x="3405788" y="1654948"/>
                </a:lnTo>
                <a:lnTo>
                  <a:pt x="3403441" y="1625756"/>
                </a:lnTo>
                <a:lnTo>
                  <a:pt x="3400572" y="1596610"/>
                </a:lnTo>
                <a:lnTo>
                  <a:pt x="3397183" y="1567520"/>
                </a:lnTo>
                <a:lnTo>
                  <a:pt x="3393274" y="1538496"/>
                </a:lnTo>
                <a:lnTo>
                  <a:pt x="3388848" y="1509546"/>
                </a:lnTo>
                <a:lnTo>
                  <a:pt x="3383904" y="1480679"/>
                </a:lnTo>
                <a:lnTo>
                  <a:pt x="3378445" y="1451906"/>
                </a:lnTo>
                <a:lnTo>
                  <a:pt x="3372473" y="1423235"/>
                </a:lnTo>
                <a:lnTo>
                  <a:pt x="3365989" y="1394675"/>
                </a:lnTo>
                <a:lnTo>
                  <a:pt x="3358996" y="1366236"/>
                </a:lnTo>
                <a:lnTo>
                  <a:pt x="3351495" y="1337926"/>
                </a:lnTo>
                <a:lnTo>
                  <a:pt x="3343490" y="1309755"/>
                </a:lnTo>
                <a:lnTo>
                  <a:pt x="3334982" y="1281731"/>
                </a:lnTo>
                <a:lnTo>
                  <a:pt x="3325975" y="1253864"/>
                </a:lnTo>
                <a:lnTo>
                  <a:pt x="3316471" y="1226163"/>
                </a:lnTo>
                <a:lnTo>
                  <a:pt x="3306473" y="1198636"/>
                </a:lnTo>
                <a:lnTo>
                  <a:pt x="3295985" y="1171292"/>
                </a:lnTo>
                <a:lnTo>
                  <a:pt x="3285010" y="1144139"/>
                </a:lnTo>
                <a:lnTo>
                  <a:pt x="3273551" y="1117188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8131ACF-CC92-4977-BC0A-B5C7774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4399932" y="1378517"/>
                </a:moveTo>
                <a:lnTo>
                  <a:pt x="4415988" y="1416281"/>
                </a:lnTo>
                <a:lnTo>
                  <a:pt x="4431366" y="1454325"/>
                </a:lnTo>
                <a:lnTo>
                  <a:pt x="4446062" y="1492639"/>
                </a:lnTo>
                <a:lnTo>
                  <a:pt x="4460070" y="1531209"/>
                </a:lnTo>
                <a:lnTo>
                  <a:pt x="4473387" y="1570023"/>
                </a:lnTo>
                <a:lnTo>
                  <a:pt x="4486008" y="1609069"/>
                </a:lnTo>
                <a:lnTo>
                  <a:pt x="4497928" y="1648335"/>
                </a:lnTo>
                <a:lnTo>
                  <a:pt x="4509145" y="1687807"/>
                </a:lnTo>
                <a:lnTo>
                  <a:pt x="4519655" y="1727474"/>
                </a:lnTo>
                <a:lnTo>
                  <a:pt x="4529453" y="1767322"/>
                </a:lnTo>
                <a:lnTo>
                  <a:pt x="4538538" y="1807339"/>
                </a:lnTo>
                <a:lnTo>
                  <a:pt x="4546907" y="1847512"/>
                </a:lnTo>
                <a:lnTo>
                  <a:pt x="4554555" y="1887828"/>
                </a:lnTo>
                <a:lnTo>
                  <a:pt x="4561482" y="1928274"/>
                </a:lnTo>
                <a:lnTo>
                  <a:pt x="4567685" y="1968838"/>
                </a:lnTo>
                <a:lnTo>
                  <a:pt x="4573162" y="2009506"/>
                </a:lnTo>
                <a:lnTo>
                  <a:pt x="4577910" y="2050265"/>
                </a:lnTo>
                <a:lnTo>
                  <a:pt x="4581930" y="2091103"/>
                </a:lnTo>
                <a:lnTo>
                  <a:pt x="4585219" y="2132006"/>
                </a:lnTo>
                <a:lnTo>
                  <a:pt x="4587776" y="2172962"/>
                </a:lnTo>
                <a:lnTo>
                  <a:pt x="4589600" y="2213956"/>
                </a:lnTo>
                <a:lnTo>
                  <a:pt x="4590692" y="2254977"/>
                </a:lnTo>
                <a:lnTo>
                  <a:pt x="4591050" y="2296011"/>
                </a:lnTo>
                <a:lnTo>
                  <a:pt x="4590674" y="2337044"/>
                </a:lnTo>
                <a:lnTo>
                  <a:pt x="4589566" y="2378064"/>
                </a:lnTo>
                <a:lnTo>
                  <a:pt x="4587724" y="2419058"/>
                </a:lnTo>
                <a:lnTo>
                  <a:pt x="4585149" y="2460012"/>
                </a:lnTo>
                <a:lnTo>
                  <a:pt x="4581843" y="2500914"/>
                </a:lnTo>
                <a:lnTo>
                  <a:pt x="4577806" y="2541750"/>
                </a:lnTo>
                <a:lnTo>
                  <a:pt x="4573040" y="2582508"/>
                </a:lnTo>
                <a:lnTo>
                  <a:pt x="4128878" y="2526540"/>
                </a:lnTo>
                <a:lnTo>
                  <a:pt x="4132714" y="2493731"/>
                </a:lnTo>
                <a:lnTo>
                  <a:pt x="4135964" y="2460859"/>
                </a:lnTo>
                <a:lnTo>
                  <a:pt x="4138625" y="2427934"/>
                </a:lnTo>
                <a:lnTo>
                  <a:pt x="4140697" y="2394967"/>
                </a:lnTo>
                <a:lnTo>
                  <a:pt x="4142180" y="2361967"/>
                </a:lnTo>
                <a:lnTo>
                  <a:pt x="4143073" y="2328947"/>
                </a:lnTo>
                <a:lnTo>
                  <a:pt x="4143375" y="2295916"/>
                </a:lnTo>
                <a:lnTo>
                  <a:pt x="4143087" y="2262885"/>
                </a:lnTo>
                <a:lnTo>
                  <a:pt x="4142208" y="2229864"/>
                </a:lnTo>
                <a:lnTo>
                  <a:pt x="4140739" y="2196864"/>
                </a:lnTo>
                <a:lnTo>
                  <a:pt x="4138681" y="2163896"/>
                </a:lnTo>
                <a:lnTo>
                  <a:pt x="4136033" y="2130970"/>
                </a:lnTo>
                <a:lnTo>
                  <a:pt x="4132798" y="2098096"/>
                </a:lnTo>
                <a:lnTo>
                  <a:pt x="4128975" y="2065285"/>
                </a:lnTo>
                <a:lnTo>
                  <a:pt x="4124567" y="2032549"/>
                </a:lnTo>
                <a:lnTo>
                  <a:pt x="4119573" y="1999896"/>
                </a:lnTo>
                <a:lnTo>
                  <a:pt x="4113998" y="1967337"/>
                </a:lnTo>
                <a:lnTo>
                  <a:pt x="4107840" y="1934884"/>
                </a:lnTo>
                <a:lnTo>
                  <a:pt x="4101104" y="1902545"/>
                </a:lnTo>
                <a:lnTo>
                  <a:pt x="4093791" y="1870332"/>
                </a:lnTo>
                <a:lnTo>
                  <a:pt x="4085903" y="1838256"/>
                </a:lnTo>
                <a:lnTo>
                  <a:pt x="4077443" y="1806325"/>
                </a:lnTo>
                <a:lnTo>
                  <a:pt x="4068414" y="1774550"/>
                </a:lnTo>
                <a:lnTo>
                  <a:pt x="4058818" y="1742942"/>
                </a:lnTo>
                <a:lnTo>
                  <a:pt x="4048659" y="1711511"/>
                </a:lnTo>
                <a:lnTo>
                  <a:pt x="4037939" y="1680266"/>
                </a:lnTo>
                <a:lnTo>
                  <a:pt x="4026663" y="1649218"/>
                </a:lnTo>
                <a:lnTo>
                  <a:pt x="4014833" y="1618377"/>
                </a:lnTo>
                <a:lnTo>
                  <a:pt x="4002454" y="1587751"/>
                </a:lnTo>
                <a:lnTo>
                  <a:pt x="3989529" y="1557352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SPM">
            <a:extLst xmlns:a="http://schemas.openxmlformats.org/drawingml/2006/main">
              <a:ext uri="{FF2B5EF4-FFF2-40B4-BE49-F238E27FC236}">
                <a16:creationId xmlns:a16="http://schemas.microsoft.com/office/drawing/2014/main" id="{483DC90B-CDFE-4EE3-8EB4-0A432B56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09091">
            <a:off x="4474762" y="2763371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SPM</a:t>
            </a:r>
          </a:p>
        </p:txBody>
      </p:sp>
      <p:sp>
        <p:nvSpPr>
          <p:cNvPr id="32" name="596">
            <a:extLst xmlns:a="http://schemas.openxmlformats.org/drawingml/2006/main">
              <a:ext uri="{FF2B5EF4-FFF2-40B4-BE49-F238E27FC236}">
                <a16:creationId xmlns:a16="http://schemas.microsoft.com/office/drawing/2014/main" id="{5CEDF2F1-4006-4CA0-B2C5-5AAA96C5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09091">
            <a:off x="4116496" y="2814882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596</a:t>
            </a:r>
          </a:p>
        </p:txBody>
      </p:sp>
      <p:sp>
        <p:nvSpPr>
          <p:cNvPr id="33" name="298">
            <a:extLst xmlns:a="http://schemas.openxmlformats.org/drawingml/2006/main">
              <a:ext uri="{FF2B5EF4-FFF2-40B4-BE49-F238E27FC236}">
                <a16:creationId xmlns:a16="http://schemas.microsoft.com/office/drawing/2014/main" id="{DD6CB76F-5D15-4B8D-9574-2E9FA893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09091">
            <a:off x="3654521" y="2881304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298</a:t>
            </a:r>
          </a:p>
        </p:txBody>
      </p:sp>
      <p:sp>
        <p:nvSpPr>
          <p:cNvPr id="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306AC79-1CBD-4A2C-8DD0-884709F2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744554" y="1601508"/>
                </a:moveTo>
                <a:lnTo>
                  <a:pt x="2740396" y="1625845"/>
                </a:lnTo>
                <a:lnTo>
                  <a:pt x="2735805" y="1650103"/>
                </a:lnTo>
                <a:lnTo>
                  <a:pt x="2730780" y="1674276"/>
                </a:lnTo>
                <a:lnTo>
                  <a:pt x="2725324" y="1698355"/>
                </a:lnTo>
                <a:lnTo>
                  <a:pt x="2719439" y="1722332"/>
                </a:lnTo>
                <a:lnTo>
                  <a:pt x="2713126" y="1746201"/>
                </a:lnTo>
                <a:lnTo>
                  <a:pt x="2706387" y="1769953"/>
                </a:lnTo>
                <a:lnTo>
                  <a:pt x="2699225" y="1793580"/>
                </a:lnTo>
                <a:lnTo>
                  <a:pt x="2691641" y="1817076"/>
                </a:lnTo>
                <a:lnTo>
                  <a:pt x="2683639" y="1840432"/>
                </a:lnTo>
                <a:lnTo>
                  <a:pt x="2675221" y="1863642"/>
                </a:lnTo>
                <a:lnTo>
                  <a:pt x="2666389" y="1886697"/>
                </a:lnTo>
                <a:lnTo>
                  <a:pt x="2657146" y="1909591"/>
                </a:lnTo>
                <a:lnTo>
                  <a:pt x="2647496" y="1932316"/>
                </a:lnTo>
                <a:lnTo>
                  <a:pt x="2637440" y="1954865"/>
                </a:lnTo>
                <a:lnTo>
                  <a:pt x="2626984" y="1977231"/>
                </a:lnTo>
                <a:lnTo>
                  <a:pt x="2616129" y="1999406"/>
                </a:lnTo>
                <a:lnTo>
                  <a:pt x="2604880" y="2021383"/>
                </a:lnTo>
                <a:lnTo>
                  <a:pt x="2593239" y="2043156"/>
                </a:lnTo>
                <a:lnTo>
                  <a:pt x="2581212" y="2064717"/>
                </a:lnTo>
                <a:lnTo>
                  <a:pt x="2568800" y="2086060"/>
                </a:lnTo>
                <a:lnTo>
                  <a:pt x="2556010" y="2107178"/>
                </a:lnTo>
                <a:lnTo>
                  <a:pt x="2542843" y="2128063"/>
                </a:lnTo>
                <a:lnTo>
                  <a:pt x="2529306" y="2148710"/>
                </a:lnTo>
                <a:lnTo>
                  <a:pt x="2515401" y="2169112"/>
                </a:lnTo>
                <a:lnTo>
                  <a:pt x="2501135" y="2189262"/>
                </a:lnTo>
                <a:lnTo>
                  <a:pt x="2486510" y="2209153"/>
                </a:lnTo>
                <a:lnTo>
                  <a:pt x="2471532" y="2228780"/>
                </a:lnTo>
                <a:lnTo>
                  <a:pt x="2456205" y="2248136"/>
                </a:lnTo>
                <a:lnTo>
                  <a:pt x="2440535" y="2267215"/>
                </a:lnTo>
                <a:lnTo>
                  <a:pt x="1921790" y="1833337"/>
                </a:lnTo>
                <a:lnTo>
                  <a:pt x="1929787" y="1823600"/>
                </a:lnTo>
                <a:lnTo>
                  <a:pt x="1937608" y="1813721"/>
                </a:lnTo>
                <a:lnTo>
                  <a:pt x="1945252" y="1803705"/>
                </a:lnTo>
                <a:lnTo>
                  <a:pt x="1952716" y="1793553"/>
                </a:lnTo>
                <a:lnTo>
                  <a:pt x="1959997" y="1783270"/>
                </a:lnTo>
                <a:lnTo>
                  <a:pt x="1967093" y="1772858"/>
                </a:lnTo>
                <a:lnTo>
                  <a:pt x="1974002" y="1762321"/>
                </a:lnTo>
                <a:lnTo>
                  <a:pt x="1980721" y="1751662"/>
                </a:lnTo>
                <a:lnTo>
                  <a:pt x="1987249" y="1740885"/>
                </a:lnTo>
                <a:lnTo>
                  <a:pt x="1993583" y="1729993"/>
                </a:lnTo>
                <a:lnTo>
                  <a:pt x="1999721" y="1718989"/>
                </a:lnTo>
                <a:lnTo>
                  <a:pt x="2005662" y="1707877"/>
                </a:lnTo>
                <a:lnTo>
                  <a:pt x="2011403" y="1696661"/>
                </a:lnTo>
                <a:lnTo>
                  <a:pt x="2016943" y="1685344"/>
                </a:lnTo>
                <a:lnTo>
                  <a:pt x="2022279" y="1673930"/>
                </a:lnTo>
                <a:lnTo>
                  <a:pt x="2027411" y="1662423"/>
                </a:lnTo>
                <a:lnTo>
                  <a:pt x="2032336" y="1650825"/>
                </a:lnTo>
                <a:lnTo>
                  <a:pt x="2037053" y="1639141"/>
                </a:lnTo>
                <a:lnTo>
                  <a:pt x="2041560" y="1627375"/>
                </a:lnTo>
                <a:lnTo>
                  <a:pt x="2045856" y="1615530"/>
                </a:lnTo>
                <a:lnTo>
                  <a:pt x="2049940" y="1603610"/>
                </a:lnTo>
                <a:lnTo>
                  <a:pt x="2053810" y="1591619"/>
                </a:lnTo>
                <a:lnTo>
                  <a:pt x="2057466" y="1579561"/>
                </a:lnTo>
                <a:lnTo>
                  <a:pt x="2060905" y="1567440"/>
                </a:lnTo>
                <a:lnTo>
                  <a:pt x="2064127" y="1555258"/>
                </a:lnTo>
                <a:lnTo>
                  <a:pt x="2067130" y="1543022"/>
                </a:lnTo>
                <a:lnTo>
                  <a:pt x="2069914" y="1530733"/>
                </a:lnTo>
                <a:lnTo>
                  <a:pt x="2072479" y="1518397"/>
                </a:lnTo>
                <a:lnTo>
                  <a:pt x="2074822" y="1506017"/>
                </a:lnTo>
                <a:lnTo>
                  <a:pt x="2076944" y="1493596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F31888D-9B51-448E-BD01-8B59427C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3520600" y="2054349"/>
                </a:moveTo>
                <a:lnTo>
                  <a:pt x="3515267" y="2085567"/>
                </a:lnTo>
                <a:lnTo>
                  <a:pt x="3509377" y="2116684"/>
                </a:lnTo>
                <a:lnTo>
                  <a:pt x="3502932" y="2147692"/>
                </a:lnTo>
                <a:lnTo>
                  <a:pt x="3495933" y="2178579"/>
                </a:lnTo>
                <a:lnTo>
                  <a:pt x="3488384" y="2209337"/>
                </a:lnTo>
                <a:lnTo>
                  <a:pt x="3480285" y="2239954"/>
                </a:lnTo>
                <a:lnTo>
                  <a:pt x="3471641" y="2270422"/>
                </a:lnTo>
                <a:lnTo>
                  <a:pt x="3462454" y="2300730"/>
                </a:lnTo>
                <a:lnTo>
                  <a:pt x="3452726" y="2330870"/>
                </a:lnTo>
                <a:lnTo>
                  <a:pt x="3442461" y="2360830"/>
                </a:lnTo>
                <a:lnTo>
                  <a:pt x="3431662" y="2390603"/>
                </a:lnTo>
                <a:lnTo>
                  <a:pt x="3420333" y="2420177"/>
                </a:lnTo>
                <a:lnTo>
                  <a:pt x="3408477" y="2449545"/>
                </a:lnTo>
                <a:lnTo>
                  <a:pt x="3396098" y="2478695"/>
                </a:lnTo>
                <a:lnTo>
                  <a:pt x="3383200" y="2507620"/>
                </a:lnTo>
                <a:lnTo>
                  <a:pt x="3369786" y="2536310"/>
                </a:lnTo>
                <a:lnTo>
                  <a:pt x="3355862" y="2564755"/>
                </a:lnTo>
                <a:lnTo>
                  <a:pt x="3341432" y="2592947"/>
                </a:lnTo>
                <a:lnTo>
                  <a:pt x="3326500" y="2620876"/>
                </a:lnTo>
                <a:lnTo>
                  <a:pt x="3311071" y="2648534"/>
                </a:lnTo>
                <a:lnTo>
                  <a:pt x="3295151" y="2675912"/>
                </a:lnTo>
                <a:lnTo>
                  <a:pt x="3278743" y="2703000"/>
                </a:lnTo>
                <a:lnTo>
                  <a:pt x="3261854" y="2729792"/>
                </a:lnTo>
                <a:lnTo>
                  <a:pt x="3244489" y="2756277"/>
                </a:lnTo>
                <a:lnTo>
                  <a:pt x="3226653" y="2782447"/>
                </a:lnTo>
                <a:lnTo>
                  <a:pt x="3208352" y="2808294"/>
                </a:lnTo>
                <a:lnTo>
                  <a:pt x="3189592" y="2833810"/>
                </a:lnTo>
                <a:lnTo>
                  <a:pt x="3170379" y="2858987"/>
                </a:lnTo>
                <a:lnTo>
                  <a:pt x="3150719" y="2883816"/>
                </a:lnTo>
                <a:lnTo>
                  <a:pt x="3130618" y="2908290"/>
                </a:lnTo>
                <a:lnTo>
                  <a:pt x="3028330" y="2822736"/>
                </a:lnTo>
                <a:lnTo>
                  <a:pt x="3046918" y="2800105"/>
                </a:lnTo>
                <a:lnTo>
                  <a:pt x="3065098" y="2777144"/>
                </a:lnTo>
                <a:lnTo>
                  <a:pt x="3082865" y="2753863"/>
                </a:lnTo>
                <a:lnTo>
                  <a:pt x="3100213" y="2730267"/>
                </a:lnTo>
                <a:lnTo>
                  <a:pt x="3117137" y="2706365"/>
                </a:lnTo>
                <a:lnTo>
                  <a:pt x="3133630" y="2682165"/>
                </a:lnTo>
                <a:lnTo>
                  <a:pt x="3149688" y="2657673"/>
                </a:lnTo>
                <a:lnTo>
                  <a:pt x="3165306" y="2632899"/>
                </a:lnTo>
                <a:lnTo>
                  <a:pt x="3180479" y="2607849"/>
                </a:lnTo>
                <a:lnTo>
                  <a:pt x="3195201" y="2582532"/>
                </a:lnTo>
                <a:lnTo>
                  <a:pt x="3209468" y="2556956"/>
                </a:lnTo>
                <a:lnTo>
                  <a:pt x="3223276" y="2531129"/>
                </a:lnTo>
                <a:lnTo>
                  <a:pt x="3236620" y="2505059"/>
                </a:lnTo>
                <a:lnTo>
                  <a:pt x="3249496" y="2478755"/>
                </a:lnTo>
                <a:lnTo>
                  <a:pt x="3261900" y="2452224"/>
                </a:lnTo>
                <a:lnTo>
                  <a:pt x="3273828" y="2425477"/>
                </a:lnTo>
                <a:lnTo>
                  <a:pt x="3285275" y="2398520"/>
                </a:lnTo>
                <a:lnTo>
                  <a:pt x="3296239" y="2371363"/>
                </a:lnTo>
                <a:lnTo>
                  <a:pt x="3306715" y="2344015"/>
                </a:lnTo>
                <a:lnTo>
                  <a:pt x="3316701" y="2316483"/>
                </a:lnTo>
                <a:lnTo>
                  <a:pt x="3326194" y="2288778"/>
                </a:lnTo>
                <a:lnTo>
                  <a:pt x="3335189" y="2260907"/>
                </a:lnTo>
                <a:lnTo>
                  <a:pt x="3343685" y="2232880"/>
                </a:lnTo>
                <a:lnTo>
                  <a:pt x="3351678" y="2204705"/>
                </a:lnTo>
                <a:lnTo>
                  <a:pt x="3359167" y="2176392"/>
                </a:lnTo>
                <a:lnTo>
                  <a:pt x="3366148" y="2147950"/>
                </a:lnTo>
                <a:lnTo>
                  <a:pt x="3372620" y="2119388"/>
                </a:lnTo>
                <a:lnTo>
                  <a:pt x="3378580" y="2090714"/>
                </a:lnTo>
                <a:lnTo>
                  <a:pt x="3384027" y="2061938"/>
                </a:lnTo>
                <a:lnTo>
                  <a:pt x="3388958" y="2033070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2280F25-95C4-4ACC-B007-80DC53C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4561637" y="2661817"/>
                </a:moveTo>
                <a:lnTo>
                  <a:pt x="4554728" y="2702266"/>
                </a:lnTo>
                <a:lnTo>
                  <a:pt x="4547096" y="2742586"/>
                </a:lnTo>
                <a:lnTo>
                  <a:pt x="4538745" y="2782762"/>
                </a:lnTo>
                <a:lnTo>
                  <a:pt x="4529677" y="2822783"/>
                </a:lnTo>
                <a:lnTo>
                  <a:pt x="4519895" y="2862635"/>
                </a:lnTo>
                <a:lnTo>
                  <a:pt x="4509402" y="2902306"/>
                </a:lnTo>
                <a:lnTo>
                  <a:pt x="4498202" y="2941783"/>
                </a:lnTo>
                <a:lnTo>
                  <a:pt x="4486298" y="2981054"/>
                </a:lnTo>
                <a:lnTo>
                  <a:pt x="4473694" y="3020105"/>
                </a:lnTo>
                <a:lnTo>
                  <a:pt x="4460393" y="3058925"/>
                </a:lnTo>
                <a:lnTo>
                  <a:pt x="4446401" y="3097501"/>
                </a:lnTo>
                <a:lnTo>
                  <a:pt x="4431722" y="3135821"/>
                </a:lnTo>
                <a:lnTo>
                  <a:pt x="4416360" y="3173872"/>
                </a:lnTo>
                <a:lnTo>
                  <a:pt x="4400320" y="3211643"/>
                </a:lnTo>
                <a:lnTo>
                  <a:pt x="4383608" y="3249121"/>
                </a:lnTo>
                <a:lnTo>
                  <a:pt x="4366228" y="3286294"/>
                </a:lnTo>
                <a:lnTo>
                  <a:pt x="4348187" y="3323150"/>
                </a:lnTo>
                <a:lnTo>
                  <a:pt x="4329490" y="3359678"/>
                </a:lnTo>
                <a:lnTo>
                  <a:pt x="4310143" y="3395866"/>
                </a:lnTo>
                <a:lnTo>
                  <a:pt x="4290152" y="3431703"/>
                </a:lnTo>
                <a:lnTo>
                  <a:pt x="4269523" y="3467176"/>
                </a:lnTo>
                <a:lnTo>
                  <a:pt x="4248264" y="3502275"/>
                </a:lnTo>
                <a:lnTo>
                  <a:pt x="4226381" y="3536988"/>
                </a:lnTo>
                <a:lnTo>
                  <a:pt x="4203881" y="3571305"/>
                </a:lnTo>
                <a:lnTo>
                  <a:pt x="4180771" y="3605213"/>
                </a:lnTo>
                <a:lnTo>
                  <a:pt x="4157058" y="3638704"/>
                </a:lnTo>
                <a:lnTo>
                  <a:pt x="4132751" y="3671765"/>
                </a:lnTo>
                <a:lnTo>
                  <a:pt x="4107856" y="3704386"/>
                </a:lnTo>
                <a:lnTo>
                  <a:pt x="4082383" y="3736557"/>
                </a:lnTo>
                <a:lnTo>
                  <a:pt x="4056338" y="3768268"/>
                </a:lnTo>
                <a:lnTo>
                  <a:pt x="3712943" y="3481053"/>
                </a:lnTo>
                <a:lnTo>
                  <a:pt x="3733908" y="3455526"/>
                </a:lnTo>
                <a:lnTo>
                  <a:pt x="3754414" y="3429629"/>
                </a:lnTo>
                <a:lnTo>
                  <a:pt x="3774454" y="3403370"/>
                </a:lnTo>
                <a:lnTo>
                  <a:pt x="3794021" y="3376756"/>
                </a:lnTo>
                <a:lnTo>
                  <a:pt x="3813109" y="3349797"/>
                </a:lnTo>
                <a:lnTo>
                  <a:pt x="3831712" y="3322501"/>
                </a:lnTo>
                <a:lnTo>
                  <a:pt x="3849824" y="3294877"/>
                </a:lnTo>
                <a:lnTo>
                  <a:pt x="3867439" y="3266934"/>
                </a:lnTo>
                <a:lnTo>
                  <a:pt x="3884553" y="3238680"/>
                </a:lnTo>
                <a:lnTo>
                  <a:pt x="3901158" y="3210124"/>
                </a:lnTo>
                <a:lnTo>
                  <a:pt x="3917250" y="3181277"/>
                </a:lnTo>
                <a:lnTo>
                  <a:pt x="3932825" y="3152146"/>
                </a:lnTo>
                <a:lnTo>
                  <a:pt x="3947875" y="3122742"/>
                </a:lnTo>
                <a:lnTo>
                  <a:pt x="3962398" y="3093073"/>
                </a:lnTo>
                <a:lnTo>
                  <a:pt x="3976388" y="3063150"/>
                </a:lnTo>
                <a:lnTo>
                  <a:pt x="3989842" y="3032981"/>
                </a:lnTo>
                <a:lnTo>
                  <a:pt x="4002753" y="3002576"/>
                </a:lnTo>
                <a:lnTo>
                  <a:pt x="4015119" y="2971946"/>
                </a:lnTo>
                <a:lnTo>
                  <a:pt x="4026936" y="2941099"/>
                </a:lnTo>
                <a:lnTo>
                  <a:pt x="4038199" y="2910046"/>
                </a:lnTo>
                <a:lnTo>
                  <a:pt x="4048906" y="2878797"/>
                </a:lnTo>
                <a:lnTo>
                  <a:pt x="4059052" y="2847361"/>
                </a:lnTo>
                <a:lnTo>
                  <a:pt x="4068634" y="2815749"/>
                </a:lnTo>
                <a:lnTo>
                  <a:pt x="4077650" y="2783971"/>
                </a:lnTo>
                <a:lnTo>
                  <a:pt x="4086097" y="2752037"/>
                </a:lnTo>
                <a:lnTo>
                  <a:pt x="4093971" y="2719957"/>
                </a:lnTo>
                <a:lnTo>
                  <a:pt x="4101270" y="2687741"/>
                </a:lnTo>
                <a:lnTo>
                  <a:pt x="4107993" y="2655400"/>
                </a:lnTo>
                <a:lnTo>
                  <a:pt x="4114136" y="2622943"/>
                </a:lnTo>
                <a:lnTo>
                  <a:pt x="4119698" y="2590383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GP">
            <a:extLst xmlns:a="http://schemas.openxmlformats.org/drawingml/2006/main">
              <a:ext uri="{FF2B5EF4-FFF2-40B4-BE49-F238E27FC236}">
                <a16:creationId xmlns:a16="http://schemas.microsoft.com/office/drawing/2014/main" id="{F9B9C5F2-D449-4D67-AC88-64B13FBA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27273">
            <a:off x="4309016" y="3916157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</a:t>
            </a:r>
          </a:p>
        </p:txBody>
      </p:sp>
      <p:sp>
        <p:nvSpPr>
          <p:cNvPr id="38" name="523">
            <a:extLst xmlns:a="http://schemas.openxmlformats.org/drawingml/2006/main">
              <a:ext uri="{FF2B5EF4-FFF2-40B4-BE49-F238E27FC236}">
                <a16:creationId xmlns:a16="http://schemas.microsoft.com/office/drawing/2014/main" id="{0DABEEDC-0194-4F9F-983B-5FD8EC1F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27273">
            <a:off x="3979775" y="3765797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523</a:t>
            </a:r>
          </a:p>
        </p:txBody>
      </p:sp>
      <p:sp>
        <p:nvSpPr>
          <p:cNvPr id="39" name="1918">
            <a:extLst xmlns:a="http://schemas.openxmlformats.org/drawingml/2006/main">
              <a:ext uri="{FF2B5EF4-FFF2-40B4-BE49-F238E27FC236}">
                <a16:creationId xmlns:a16="http://schemas.microsoft.com/office/drawing/2014/main" id="{3078667D-7E5C-4A1D-AF8E-C2B903E9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27273">
            <a:off x="3555227" y="357191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1918</a:t>
            </a:r>
          </a:p>
        </p:txBody>
      </p:sp>
      <p:sp>
        <p:nvSpPr>
          <p:cNvPr id="4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D8CF719-E54E-4577-8DB3-5E013BE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408966" y="2303648"/>
                </a:moveTo>
                <a:lnTo>
                  <a:pt x="2392311" y="2321874"/>
                </a:lnTo>
                <a:lnTo>
                  <a:pt x="2375333" y="2339799"/>
                </a:lnTo>
                <a:lnTo>
                  <a:pt x="2358038" y="2357418"/>
                </a:lnTo>
                <a:lnTo>
                  <a:pt x="2340430" y="2374725"/>
                </a:lnTo>
                <a:lnTo>
                  <a:pt x="2322516" y="2391714"/>
                </a:lnTo>
                <a:lnTo>
                  <a:pt x="2304300" y="2408380"/>
                </a:lnTo>
                <a:lnTo>
                  <a:pt x="2285790" y="2424718"/>
                </a:lnTo>
                <a:lnTo>
                  <a:pt x="2266991" y="2440723"/>
                </a:lnTo>
                <a:lnTo>
                  <a:pt x="2247909" y="2456389"/>
                </a:lnTo>
                <a:lnTo>
                  <a:pt x="2228549" y="2471711"/>
                </a:lnTo>
                <a:lnTo>
                  <a:pt x="2208919" y="2486685"/>
                </a:lnTo>
                <a:lnTo>
                  <a:pt x="2189025" y="2501306"/>
                </a:lnTo>
                <a:lnTo>
                  <a:pt x="2168872" y="2515568"/>
                </a:lnTo>
                <a:lnTo>
                  <a:pt x="2148467" y="2529468"/>
                </a:lnTo>
                <a:lnTo>
                  <a:pt x="2127818" y="2543001"/>
                </a:lnTo>
                <a:lnTo>
                  <a:pt x="2106929" y="2556163"/>
                </a:lnTo>
                <a:lnTo>
                  <a:pt x="2085809" y="2568949"/>
                </a:lnTo>
                <a:lnTo>
                  <a:pt x="2064463" y="2581356"/>
                </a:lnTo>
                <a:lnTo>
                  <a:pt x="2042900" y="2593379"/>
                </a:lnTo>
                <a:lnTo>
                  <a:pt x="2021124" y="2605015"/>
                </a:lnTo>
                <a:lnTo>
                  <a:pt x="1999144" y="2616260"/>
                </a:lnTo>
                <a:lnTo>
                  <a:pt x="1976967" y="2627110"/>
                </a:lnTo>
                <a:lnTo>
                  <a:pt x="1954599" y="2637562"/>
                </a:lnTo>
                <a:lnTo>
                  <a:pt x="1932048" y="2647612"/>
                </a:lnTo>
                <a:lnTo>
                  <a:pt x="1909321" y="2657258"/>
                </a:lnTo>
                <a:lnTo>
                  <a:pt x="1886425" y="2666496"/>
                </a:lnTo>
                <a:lnTo>
                  <a:pt x="1863368" y="2675323"/>
                </a:lnTo>
                <a:lnTo>
                  <a:pt x="1840157" y="2683736"/>
                </a:lnTo>
                <a:lnTo>
                  <a:pt x="1816799" y="2691734"/>
                </a:lnTo>
                <a:lnTo>
                  <a:pt x="1793301" y="2699312"/>
                </a:lnTo>
                <a:lnTo>
                  <a:pt x="1591477" y="2053855"/>
                </a:lnTo>
                <a:lnTo>
                  <a:pt x="1603469" y="2049987"/>
                </a:lnTo>
                <a:lnTo>
                  <a:pt x="1615389" y="2045906"/>
                </a:lnTo>
                <a:lnTo>
                  <a:pt x="1627235" y="2041612"/>
                </a:lnTo>
                <a:lnTo>
                  <a:pt x="1639002" y="2037107"/>
                </a:lnTo>
                <a:lnTo>
                  <a:pt x="1650687" y="2032393"/>
                </a:lnTo>
                <a:lnTo>
                  <a:pt x="1662286" y="2027470"/>
                </a:lnTo>
                <a:lnTo>
                  <a:pt x="1673795" y="2022341"/>
                </a:lnTo>
                <a:lnTo>
                  <a:pt x="1685210" y="2017007"/>
                </a:lnTo>
                <a:lnTo>
                  <a:pt x="1696528" y="2011470"/>
                </a:lnTo>
                <a:lnTo>
                  <a:pt x="1707745" y="2005731"/>
                </a:lnTo>
                <a:lnTo>
                  <a:pt x="1718858" y="1999793"/>
                </a:lnTo>
                <a:lnTo>
                  <a:pt x="1729863" y="1993657"/>
                </a:lnTo>
                <a:lnTo>
                  <a:pt x="1740757" y="1987325"/>
                </a:lnTo>
                <a:lnTo>
                  <a:pt x="1751535" y="1980800"/>
                </a:lnTo>
                <a:lnTo>
                  <a:pt x="1762196" y="1974083"/>
                </a:lnTo>
                <a:lnTo>
                  <a:pt x="1772734" y="1967176"/>
                </a:lnTo>
                <a:lnTo>
                  <a:pt x="1783148" y="1960082"/>
                </a:lnTo>
                <a:lnTo>
                  <a:pt x="1793432" y="1952803"/>
                </a:lnTo>
                <a:lnTo>
                  <a:pt x="1803586" y="1945342"/>
                </a:lnTo>
                <a:lnTo>
                  <a:pt x="1813604" y="1937700"/>
                </a:lnTo>
                <a:lnTo>
                  <a:pt x="1823484" y="1929880"/>
                </a:lnTo>
                <a:lnTo>
                  <a:pt x="1833222" y="1921885"/>
                </a:lnTo>
                <a:lnTo>
                  <a:pt x="1842816" y="1913717"/>
                </a:lnTo>
                <a:lnTo>
                  <a:pt x="1852263" y="1905379"/>
                </a:lnTo>
                <a:lnTo>
                  <a:pt x="1861559" y="1896874"/>
                </a:lnTo>
                <a:lnTo>
                  <a:pt x="1870701" y="1888203"/>
                </a:lnTo>
                <a:lnTo>
                  <a:pt x="1879687" y="1879371"/>
                </a:lnTo>
                <a:lnTo>
                  <a:pt x="1888514" y="1870379"/>
                </a:lnTo>
                <a:lnTo>
                  <a:pt x="1897179" y="1861231"/>
                </a:lnTo>
                <a:lnTo>
                  <a:pt x="1905678" y="1851930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42A4142-819B-4C39-82CE-D521216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3090122" y="2955025"/>
                </a:moveTo>
                <a:lnTo>
                  <a:pt x="3068758" y="2978404"/>
                </a:lnTo>
                <a:lnTo>
                  <a:pt x="3046979" y="3001398"/>
                </a:lnTo>
                <a:lnTo>
                  <a:pt x="3024793" y="3023998"/>
                </a:lnTo>
                <a:lnTo>
                  <a:pt x="3002207" y="3046199"/>
                </a:lnTo>
                <a:lnTo>
                  <a:pt x="2979227" y="3067992"/>
                </a:lnTo>
                <a:lnTo>
                  <a:pt x="2955861" y="3089370"/>
                </a:lnTo>
                <a:lnTo>
                  <a:pt x="2932117" y="3110328"/>
                </a:lnTo>
                <a:lnTo>
                  <a:pt x="2908002" y="3130858"/>
                </a:lnTo>
                <a:lnTo>
                  <a:pt x="2883524" y="3150954"/>
                </a:lnTo>
                <a:lnTo>
                  <a:pt x="2858691" y="3170609"/>
                </a:lnTo>
                <a:lnTo>
                  <a:pt x="2833510" y="3189817"/>
                </a:lnTo>
                <a:lnTo>
                  <a:pt x="2807990" y="3208571"/>
                </a:lnTo>
                <a:lnTo>
                  <a:pt x="2782139" y="3226867"/>
                </a:lnTo>
                <a:lnTo>
                  <a:pt x="2755965" y="3244697"/>
                </a:lnTo>
                <a:lnTo>
                  <a:pt x="2729476" y="3262057"/>
                </a:lnTo>
                <a:lnTo>
                  <a:pt x="2702682" y="3278940"/>
                </a:lnTo>
                <a:lnTo>
                  <a:pt x="2675589" y="3295342"/>
                </a:lnTo>
                <a:lnTo>
                  <a:pt x="2648208" y="3311257"/>
                </a:lnTo>
                <a:lnTo>
                  <a:pt x="2620547" y="3326680"/>
                </a:lnTo>
                <a:lnTo>
                  <a:pt x="2592614" y="3341606"/>
                </a:lnTo>
                <a:lnTo>
                  <a:pt x="2564420" y="3356030"/>
                </a:lnTo>
                <a:lnTo>
                  <a:pt x="2535971" y="3369948"/>
                </a:lnTo>
                <a:lnTo>
                  <a:pt x="2507279" y="3383355"/>
                </a:lnTo>
                <a:lnTo>
                  <a:pt x="2478352" y="3396247"/>
                </a:lnTo>
                <a:lnTo>
                  <a:pt x="2449198" y="3408620"/>
                </a:lnTo>
                <a:lnTo>
                  <a:pt x="2419828" y="3420470"/>
                </a:lnTo>
                <a:lnTo>
                  <a:pt x="2390251" y="3431793"/>
                </a:lnTo>
                <a:lnTo>
                  <a:pt x="2360477" y="3442586"/>
                </a:lnTo>
                <a:lnTo>
                  <a:pt x="2330514" y="3452844"/>
                </a:lnTo>
                <a:lnTo>
                  <a:pt x="2300373" y="3462566"/>
                </a:lnTo>
                <a:lnTo>
                  <a:pt x="2260576" y="3335293"/>
                </a:lnTo>
                <a:lnTo>
                  <a:pt x="2288449" y="3326303"/>
                </a:lnTo>
                <a:lnTo>
                  <a:pt x="2316156" y="3316817"/>
                </a:lnTo>
                <a:lnTo>
                  <a:pt x="2343690" y="3306836"/>
                </a:lnTo>
                <a:lnTo>
                  <a:pt x="2371041" y="3296366"/>
                </a:lnTo>
                <a:lnTo>
                  <a:pt x="2398200" y="3285408"/>
                </a:lnTo>
                <a:lnTo>
                  <a:pt x="2425159" y="3273966"/>
                </a:lnTo>
                <a:lnTo>
                  <a:pt x="2451909" y="3262044"/>
                </a:lnTo>
                <a:lnTo>
                  <a:pt x="2478442" y="3249646"/>
                </a:lnTo>
                <a:lnTo>
                  <a:pt x="2504749" y="3236776"/>
                </a:lnTo>
                <a:lnTo>
                  <a:pt x="2530821" y="3223437"/>
                </a:lnTo>
                <a:lnTo>
                  <a:pt x="2556652" y="3209635"/>
                </a:lnTo>
                <a:lnTo>
                  <a:pt x="2582231" y="3195373"/>
                </a:lnTo>
                <a:lnTo>
                  <a:pt x="2607551" y="3180656"/>
                </a:lnTo>
                <a:lnTo>
                  <a:pt x="2632604" y="3165488"/>
                </a:lnTo>
                <a:lnTo>
                  <a:pt x="2657382" y="3149876"/>
                </a:lnTo>
                <a:lnTo>
                  <a:pt x="2681877" y="3133823"/>
                </a:lnTo>
                <a:lnTo>
                  <a:pt x="2706081" y="3117334"/>
                </a:lnTo>
                <a:lnTo>
                  <a:pt x="2729986" y="3100416"/>
                </a:lnTo>
                <a:lnTo>
                  <a:pt x="2753585" y="3083073"/>
                </a:lnTo>
                <a:lnTo>
                  <a:pt x="2776871" y="3065311"/>
                </a:lnTo>
                <a:lnTo>
                  <a:pt x="2799835" y="3047135"/>
                </a:lnTo>
                <a:lnTo>
                  <a:pt x="2822470" y="3028552"/>
                </a:lnTo>
                <a:lnTo>
                  <a:pt x="2844770" y="3009568"/>
                </a:lnTo>
                <a:lnTo>
                  <a:pt x="2866727" y="2990187"/>
                </a:lnTo>
                <a:lnTo>
                  <a:pt x="2888334" y="2970418"/>
                </a:lnTo>
                <a:lnTo>
                  <a:pt x="2909584" y="2950265"/>
                </a:lnTo>
                <a:lnTo>
                  <a:pt x="2930471" y="2929735"/>
                </a:lnTo>
                <a:lnTo>
                  <a:pt x="2950987" y="2908836"/>
                </a:lnTo>
                <a:lnTo>
                  <a:pt x="2971126" y="2887573"/>
                </a:lnTo>
                <a:lnTo>
                  <a:pt x="2990882" y="2865954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DF4C731-1307-4454-936D-8C44987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4003868" y="3828822"/>
                </a:moveTo>
                <a:lnTo>
                  <a:pt x="3976186" y="3859115"/>
                </a:lnTo>
                <a:lnTo>
                  <a:pt x="3947968" y="3888908"/>
                </a:lnTo>
                <a:lnTo>
                  <a:pt x="3919221" y="3918191"/>
                </a:lnTo>
                <a:lnTo>
                  <a:pt x="3889956" y="3946956"/>
                </a:lnTo>
                <a:lnTo>
                  <a:pt x="3860181" y="3975193"/>
                </a:lnTo>
                <a:lnTo>
                  <a:pt x="3829906" y="4002894"/>
                </a:lnTo>
                <a:lnTo>
                  <a:pt x="3799141" y="4030049"/>
                </a:lnTo>
                <a:lnTo>
                  <a:pt x="3767896" y="4056650"/>
                </a:lnTo>
                <a:lnTo>
                  <a:pt x="3736179" y="4082688"/>
                </a:lnTo>
                <a:lnTo>
                  <a:pt x="3704003" y="4108154"/>
                </a:lnTo>
                <a:lnTo>
                  <a:pt x="3671376" y="4133042"/>
                </a:lnTo>
                <a:lnTo>
                  <a:pt x="3638310" y="4157342"/>
                </a:lnTo>
                <a:lnTo>
                  <a:pt x="3604815" y="4181048"/>
                </a:lnTo>
                <a:lnTo>
                  <a:pt x="3570901" y="4204151"/>
                </a:lnTo>
                <a:lnTo>
                  <a:pt x="3536580" y="4226644"/>
                </a:lnTo>
                <a:lnTo>
                  <a:pt x="3501862" y="4248519"/>
                </a:lnTo>
                <a:lnTo>
                  <a:pt x="3466758" y="4269771"/>
                </a:lnTo>
                <a:lnTo>
                  <a:pt x="3431281" y="4290392"/>
                </a:lnTo>
                <a:lnTo>
                  <a:pt x="3395440" y="4310375"/>
                </a:lnTo>
                <a:lnTo>
                  <a:pt x="3359248" y="4329715"/>
                </a:lnTo>
                <a:lnTo>
                  <a:pt x="3322716" y="4348404"/>
                </a:lnTo>
                <a:lnTo>
                  <a:pt x="3285856" y="4366438"/>
                </a:lnTo>
                <a:lnTo>
                  <a:pt x="3248679" y="4383810"/>
                </a:lnTo>
                <a:lnTo>
                  <a:pt x="3211197" y="4400514"/>
                </a:lnTo>
                <a:lnTo>
                  <a:pt x="3173424" y="4416546"/>
                </a:lnTo>
                <a:lnTo>
                  <a:pt x="3135369" y="4431900"/>
                </a:lnTo>
                <a:lnTo>
                  <a:pt x="3097046" y="4446571"/>
                </a:lnTo>
                <a:lnTo>
                  <a:pt x="3058467" y="4460555"/>
                </a:lnTo>
                <a:lnTo>
                  <a:pt x="3019644" y="4473847"/>
                </a:lnTo>
                <a:lnTo>
                  <a:pt x="2980590" y="4486443"/>
                </a:lnTo>
                <a:lnTo>
                  <a:pt x="2846988" y="4059168"/>
                </a:lnTo>
                <a:lnTo>
                  <a:pt x="2878426" y="4049029"/>
                </a:lnTo>
                <a:lnTo>
                  <a:pt x="2909678" y="4038329"/>
                </a:lnTo>
                <a:lnTo>
                  <a:pt x="2940733" y="4027072"/>
                </a:lnTo>
                <a:lnTo>
                  <a:pt x="2971582" y="4015262"/>
                </a:lnTo>
                <a:lnTo>
                  <a:pt x="3002215" y="4002903"/>
                </a:lnTo>
                <a:lnTo>
                  <a:pt x="3032622" y="3989998"/>
                </a:lnTo>
                <a:lnTo>
                  <a:pt x="3062794" y="3976551"/>
                </a:lnTo>
                <a:lnTo>
                  <a:pt x="3092721" y="3962567"/>
                </a:lnTo>
                <a:lnTo>
                  <a:pt x="3122392" y="3948050"/>
                </a:lnTo>
                <a:lnTo>
                  <a:pt x="3151800" y="3933006"/>
                </a:lnTo>
                <a:lnTo>
                  <a:pt x="3180934" y="3917438"/>
                </a:lnTo>
                <a:lnTo>
                  <a:pt x="3209785" y="3901352"/>
                </a:lnTo>
                <a:lnTo>
                  <a:pt x="3238343" y="3884752"/>
                </a:lnTo>
                <a:lnTo>
                  <a:pt x="3266601" y="3867645"/>
                </a:lnTo>
                <a:lnTo>
                  <a:pt x="3294548" y="3850035"/>
                </a:lnTo>
                <a:lnTo>
                  <a:pt x="3322176" y="3831929"/>
                </a:lnTo>
                <a:lnTo>
                  <a:pt x="3349476" y="3813332"/>
                </a:lnTo>
                <a:lnTo>
                  <a:pt x="3376439" y="3794249"/>
                </a:lnTo>
                <a:lnTo>
                  <a:pt x="3403057" y="3774688"/>
                </a:lnTo>
                <a:lnTo>
                  <a:pt x="3429320" y="3754654"/>
                </a:lnTo>
                <a:lnTo>
                  <a:pt x="3455222" y="3734154"/>
                </a:lnTo>
                <a:lnTo>
                  <a:pt x="3480753" y="3713194"/>
                </a:lnTo>
                <a:lnTo>
                  <a:pt x="3505905" y="3691781"/>
                </a:lnTo>
                <a:lnTo>
                  <a:pt x="3530670" y="3669922"/>
                </a:lnTo>
                <a:lnTo>
                  <a:pt x="3555041" y="3647623"/>
                </a:lnTo>
                <a:lnTo>
                  <a:pt x="3579009" y="3624893"/>
                </a:lnTo>
                <a:lnTo>
                  <a:pt x="3602567" y="3601738"/>
                </a:lnTo>
                <a:lnTo>
                  <a:pt x="3625707" y="3578165"/>
                </a:lnTo>
                <a:lnTo>
                  <a:pt x="3648422" y="3554182"/>
                </a:lnTo>
                <a:lnTo>
                  <a:pt x="3670705" y="3529798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P">
            <a:extLst xmlns:a="http://schemas.openxmlformats.org/drawingml/2006/main">
              <a:ext uri="{FF2B5EF4-FFF2-40B4-BE49-F238E27FC236}">
                <a16:creationId xmlns:a16="http://schemas.microsoft.com/office/drawing/2014/main" id="{64E9D399-D828-45AD-9039-2BAEEB5E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63636">
            <a:off x="3546339" y="479633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LP</a:t>
            </a:r>
          </a:p>
        </p:txBody>
      </p:sp>
      <p:sp>
        <p:nvSpPr>
          <p:cNvPr id="44" name="323">
            <a:extLst xmlns:a="http://schemas.openxmlformats.org/drawingml/2006/main">
              <a:ext uri="{FF2B5EF4-FFF2-40B4-BE49-F238E27FC236}">
                <a16:creationId xmlns:a16="http://schemas.microsoft.com/office/drawing/2014/main" id="{DD3E3F05-7AB8-494C-8D15-AC3F1B41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63636">
            <a:off x="3350654" y="449184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323</a:t>
            </a:r>
          </a:p>
        </p:txBody>
      </p:sp>
      <p:sp>
        <p:nvSpPr>
          <p:cNvPr id="45" name="1922">
            <a:extLst xmlns:a="http://schemas.openxmlformats.org/drawingml/2006/main">
              <a:ext uri="{FF2B5EF4-FFF2-40B4-BE49-F238E27FC236}">
                <a16:creationId xmlns:a16="http://schemas.microsoft.com/office/drawing/2014/main" id="{C700C48C-3E99-40C6-A168-FBFE607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63636">
            <a:off x="3098323" y="4099207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1922</a:t>
            </a:r>
          </a:p>
        </p:txBody>
      </p:sp>
      <p:sp>
        <p:nvSpPr>
          <p:cNvPr id="4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152DAD3-C9E5-4798-AD31-1F41344B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747046" y="2712894"/>
                </a:moveTo>
                <a:lnTo>
                  <a:pt x="1723182" y="2719222"/>
                </a:lnTo>
                <a:lnTo>
                  <a:pt x="1699208" y="2725123"/>
                </a:lnTo>
                <a:lnTo>
                  <a:pt x="1675132" y="2730594"/>
                </a:lnTo>
                <a:lnTo>
                  <a:pt x="1650963" y="2735634"/>
                </a:lnTo>
                <a:lnTo>
                  <a:pt x="1626708" y="2740241"/>
                </a:lnTo>
                <a:lnTo>
                  <a:pt x="1602374" y="2744413"/>
                </a:lnTo>
                <a:lnTo>
                  <a:pt x="1577969" y="2748151"/>
                </a:lnTo>
                <a:lnTo>
                  <a:pt x="1553501" y="2751451"/>
                </a:lnTo>
                <a:lnTo>
                  <a:pt x="1528978" y="2754313"/>
                </a:lnTo>
                <a:lnTo>
                  <a:pt x="1504408" y="2756737"/>
                </a:lnTo>
                <a:lnTo>
                  <a:pt x="1479799" y="2758721"/>
                </a:lnTo>
                <a:lnTo>
                  <a:pt x="1455158" y="2760264"/>
                </a:lnTo>
                <a:lnTo>
                  <a:pt x="1430494" y="2761367"/>
                </a:lnTo>
                <a:lnTo>
                  <a:pt x="1405813" y="2762029"/>
                </a:lnTo>
                <a:lnTo>
                  <a:pt x="1381125" y="2762250"/>
                </a:lnTo>
                <a:lnTo>
                  <a:pt x="1356437" y="2762029"/>
                </a:lnTo>
                <a:lnTo>
                  <a:pt x="1331756" y="2761367"/>
                </a:lnTo>
                <a:lnTo>
                  <a:pt x="1307092" y="2760264"/>
                </a:lnTo>
                <a:lnTo>
                  <a:pt x="1282451" y="2758721"/>
                </a:lnTo>
                <a:lnTo>
                  <a:pt x="1257842" y="2756737"/>
                </a:lnTo>
                <a:lnTo>
                  <a:pt x="1233272" y="2754313"/>
                </a:lnTo>
                <a:lnTo>
                  <a:pt x="1208749" y="2751451"/>
                </a:lnTo>
                <a:lnTo>
                  <a:pt x="1184281" y="2748151"/>
                </a:lnTo>
                <a:lnTo>
                  <a:pt x="1159876" y="2744413"/>
                </a:lnTo>
                <a:lnTo>
                  <a:pt x="1135542" y="2740241"/>
                </a:lnTo>
                <a:lnTo>
                  <a:pt x="1111287" y="2735634"/>
                </a:lnTo>
                <a:lnTo>
                  <a:pt x="1087118" y="2730594"/>
                </a:lnTo>
                <a:lnTo>
                  <a:pt x="1063042" y="2725123"/>
                </a:lnTo>
                <a:lnTo>
                  <a:pt x="1039068" y="2719222"/>
                </a:lnTo>
                <a:lnTo>
                  <a:pt x="1015204" y="2712894"/>
                </a:lnTo>
                <a:lnTo>
                  <a:pt x="1194379" y="2060786"/>
                </a:lnTo>
                <a:lnTo>
                  <a:pt x="1206558" y="2064016"/>
                </a:lnTo>
                <a:lnTo>
                  <a:pt x="1218793" y="2067027"/>
                </a:lnTo>
                <a:lnTo>
                  <a:pt x="1231080" y="2069819"/>
                </a:lnTo>
                <a:lnTo>
                  <a:pt x="1243414" y="2072391"/>
                </a:lnTo>
                <a:lnTo>
                  <a:pt x="1255793" y="2074743"/>
                </a:lnTo>
                <a:lnTo>
                  <a:pt x="1268212" y="2076872"/>
                </a:lnTo>
                <a:lnTo>
                  <a:pt x="1280667" y="2078779"/>
                </a:lnTo>
                <a:lnTo>
                  <a:pt x="1293154" y="2080464"/>
                </a:lnTo>
                <a:lnTo>
                  <a:pt x="1305669" y="2081924"/>
                </a:lnTo>
                <a:lnTo>
                  <a:pt x="1318208" y="2083161"/>
                </a:lnTo>
                <a:lnTo>
                  <a:pt x="1330767" y="2084174"/>
                </a:lnTo>
                <a:lnTo>
                  <a:pt x="1343343" y="2084962"/>
                </a:lnTo>
                <a:lnTo>
                  <a:pt x="1355930" y="2085525"/>
                </a:lnTo>
                <a:lnTo>
                  <a:pt x="1368525" y="2085862"/>
                </a:lnTo>
                <a:lnTo>
                  <a:pt x="1381125" y="2085975"/>
                </a:lnTo>
                <a:lnTo>
                  <a:pt x="1393725" y="2085862"/>
                </a:lnTo>
                <a:lnTo>
                  <a:pt x="1406320" y="2085525"/>
                </a:lnTo>
                <a:lnTo>
                  <a:pt x="1418907" y="2084962"/>
                </a:lnTo>
                <a:lnTo>
                  <a:pt x="1431483" y="2084174"/>
                </a:lnTo>
                <a:lnTo>
                  <a:pt x="1444042" y="2083161"/>
                </a:lnTo>
                <a:lnTo>
                  <a:pt x="1456581" y="2081924"/>
                </a:lnTo>
                <a:lnTo>
                  <a:pt x="1469096" y="2080464"/>
                </a:lnTo>
                <a:lnTo>
                  <a:pt x="1481583" y="2078779"/>
                </a:lnTo>
                <a:lnTo>
                  <a:pt x="1494038" y="2076872"/>
                </a:lnTo>
                <a:lnTo>
                  <a:pt x="1506457" y="2074743"/>
                </a:lnTo>
                <a:lnTo>
                  <a:pt x="1518836" y="2072391"/>
                </a:lnTo>
                <a:lnTo>
                  <a:pt x="1531170" y="2069819"/>
                </a:lnTo>
                <a:lnTo>
                  <a:pt x="1543457" y="2067027"/>
                </a:lnTo>
                <a:lnTo>
                  <a:pt x="1555692" y="2064016"/>
                </a:lnTo>
                <a:lnTo>
                  <a:pt x="1567871" y="2060786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5CA6E58-3F28-441E-8B95-4100C8E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2241038" y="3479988"/>
                </a:moveTo>
                <a:lnTo>
                  <a:pt x="2210426" y="3488105"/>
                </a:lnTo>
                <a:lnTo>
                  <a:pt x="2179674" y="3495675"/>
                </a:lnTo>
                <a:lnTo>
                  <a:pt x="2148791" y="3502693"/>
                </a:lnTo>
                <a:lnTo>
                  <a:pt x="2117787" y="3509158"/>
                </a:lnTo>
                <a:lnTo>
                  <a:pt x="2086673" y="3515067"/>
                </a:lnTo>
                <a:lnTo>
                  <a:pt x="2055458" y="3520420"/>
                </a:lnTo>
                <a:lnTo>
                  <a:pt x="2024153" y="3525214"/>
                </a:lnTo>
                <a:lnTo>
                  <a:pt x="1992767" y="3529447"/>
                </a:lnTo>
                <a:lnTo>
                  <a:pt x="1961310" y="3533119"/>
                </a:lnTo>
                <a:lnTo>
                  <a:pt x="1929793" y="3536228"/>
                </a:lnTo>
                <a:lnTo>
                  <a:pt x="1898225" y="3538773"/>
                </a:lnTo>
                <a:lnTo>
                  <a:pt x="1866617" y="3540753"/>
                </a:lnTo>
                <a:lnTo>
                  <a:pt x="1834978" y="3542168"/>
                </a:lnTo>
                <a:lnTo>
                  <a:pt x="1803319" y="3543017"/>
                </a:lnTo>
                <a:lnTo>
                  <a:pt x="1771650" y="3543300"/>
                </a:lnTo>
                <a:lnTo>
                  <a:pt x="1739981" y="3543017"/>
                </a:lnTo>
                <a:lnTo>
                  <a:pt x="1708322" y="3542168"/>
                </a:lnTo>
                <a:lnTo>
                  <a:pt x="1676683" y="3540753"/>
                </a:lnTo>
                <a:lnTo>
                  <a:pt x="1645075" y="3538773"/>
                </a:lnTo>
                <a:lnTo>
                  <a:pt x="1613507" y="3536228"/>
                </a:lnTo>
                <a:lnTo>
                  <a:pt x="1581990" y="3533119"/>
                </a:lnTo>
                <a:lnTo>
                  <a:pt x="1550533" y="3529447"/>
                </a:lnTo>
                <a:lnTo>
                  <a:pt x="1519147" y="3525214"/>
                </a:lnTo>
                <a:lnTo>
                  <a:pt x="1487842" y="3520420"/>
                </a:lnTo>
                <a:lnTo>
                  <a:pt x="1456627" y="3515067"/>
                </a:lnTo>
                <a:lnTo>
                  <a:pt x="1425513" y="3509158"/>
                </a:lnTo>
                <a:lnTo>
                  <a:pt x="1394509" y="3502693"/>
                </a:lnTo>
                <a:lnTo>
                  <a:pt x="1363626" y="3495675"/>
                </a:lnTo>
                <a:lnTo>
                  <a:pt x="1332874" y="3488105"/>
                </a:lnTo>
                <a:lnTo>
                  <a:pt x="1302262" y="3479988"/>
                </a:lnTo>
                <a:lnTo>
                  <a:pt x="1337592" y="3351403"/>
                </a:lnTo>
                <a:lnTo>
                  <a:pt x="1365900" y="3358910"/>
                </a:lnTo>
                <a:lnTo>
                  <a:pt x="1394338" y="3365909"/>
                </a:lnTo>
                <a:lnTo>
                  <a:pt x="1422896" y="3372399"/>
                </a:lnTo>
                <a:lnTo>
                  <a:pt x="1451566" y="3378377"/>
                </a:lnTo>
                <a:lnTo>
                  <a:pt x="1480338" y="3383842"/>
                </a:lnTo>
                <a:lnTo>
                  <a:pt x="1509203" y="3388792"/>
                </a:lnTo>
                <a:lnTo>
                  <a:pt x="1538153" y="3393225"/>
                </a:lnTo>
                <a:lnTo>
                  <a:pt x="1567176" y="3397140"/>
                </a:lnTo>
                <a:lnTo>
                  <a:pt x="1596265" y="3400535"/>
                </a:lnTo>
                <a:lnTo>
                  <a:pt x="1625410" y="3403410"/>
                </a:lnTo>
                <a:lnTo>
                  <a:pt x="1654602" y="3405763"/>
                </a:lnTo>
                <a:lnTo>
                  <a:pt x="1683831" y="3407595"/>
                </a:lnTo>
                <a:lnTo>
                  <a:pt x="1713089" y="3408903"/>
                </a:lnTo>
                <a:lnTo>
                  <a:pt x="1742365" y="3409688"/>
                </a:lnTo>
                <a:lnTo>
                  <a:pt x="1771650" y="3409950"/>
                </a:lnTo>
                <a:lnTo>
                  <a:pt x="1800935" y="3409688"/>
                </a:lnTo>
                <a:lnTo>
                  <a:pt x="1830211" y="3408903"/>
                </a:lnTo>
                <a:lnTo>
                  <a:pt x="1859469" y="3407595"/>
                </a:lnTo>
                <a:lnTo>
                  <a:pt x="1888698" y="3405763"/>
                </a:lnTo>
                <a:lnTo>
                  <a:pt x="1917890" y="3403410"/>
                </a:lnTo>
                <a:lnTo>
                  <a:pt x="1947035" y="3400535"/>
                </a:lnTo>
                <a:lnTo>
                  <a:pt x="1976124" y="3397140"/>
                </a:lnTo>
                <a:lnTo>
                  <a:pt x="2005147" y="3393225"/>
                </a:lnTo>
                <a:lnTo>
                  <a:pt x="2034097" y="3388792"/>
                </a:lnTo>
                <a:lnTo>
                  <a:pt x="2062962" y="3383842"/>
                </a:lnTo>
                <a:lnTo>
                  <a:pt x="2091734" y="3378377"/>
                </a:lnTo>
                <a:lnTo>
                  <a:pt x="2120404" y="3372399"/>
                </a:lnTo>
                <a:lnTo>
                  <a:pt x="2148962" y="3365909"/>
                </a:lnTo>
                <a:lnTo>
                  <a:pt x="2177400" y="3358910"/>
                </a:lnTo>
                <a:lnTo>
                  <a:pt x="2205708" y="3351403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23FB8E6-82D2-4E15-898F-E61D0DB1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2903711" y="4509017"/>
                </a:moveTo>
                <a:lnTo>
                  <a:pt x="2864047" y="4519534"/>
                </a:lnTo>
                <a:lnTo>
                  <a:pt x="2824201" y="4529342"/>
                </a:lnTo>
                <a:lnTo>
                  <a:pt x="2784186" y="4538435"/>
                </a:lnTo>
                <a:lnTo>
                  <a:pt x="2744015" y="4546812"/>
                </a:lnTo>
                <a:lnTo>
                  <a:pt x="2703700" y="4554469"/>
                </a:lnTo>
                <a:lnTo>
                  <a:pt x="2663255" y="4561404"/>
                </a:lnTo>
                <a:lnTo>
                  <a:pt x="2622693" y="4567616"/>
                </a:lnTo>
                <a:lnTo>
                  <a:pt x="2582026" y="4573101"/>
                </a:lnTo>
                <a:lnTo>
                  <a:pt x="2541268" y="4577858"/>
                </a:lnTo>
                <a:lnTo>
                  <a:pt x="2500431" y="4581886"/>
                </a:lnTo>
                <a:lnTo>
                  <a:pt x="2459528" y="4585184"/>
                </a:lnTo>
                <a:lnTo>
                  <a:pt x="2418573" y="4587750"/>
                </a:lnTo>
                <a:lnTo>
                  <a:pt x="2377579" y="4589583"/>
                </a:lnTo>
                <a:lnTo>
                  <a:pt x="2336559" y="4590683"/>
                </a:lnTo>
                <a:lnTo>
                  <a:pt x="2295525" y="4591050"/>
                </a:lnTo>
                <a:lnTo>
                  <a:pt x="2254491" y="4590683"/>
                </a:lnTo>
                <a:lnTo>
                  <a:pt x="2213471" y="4589583"/>
                </a:lnTo>
                <a:lnTo>
                  <a:pt x="2172477" y="4587750"/>
                </a:lnTo>
                <a:lnTo>
                  <a:pt x="2131522" y="4585184"/>
                </a:lnTo>
                <a:lnTo>
                  <a:pt x="2090619" y="4581886"/>
                </a:lnTo>
                <a:lnTo>
                  <a:pt x="2049782" y="4577858"/>
                </a:lnTo>
                <a:lnTo>
                  <a:pt x="2009024" y="4573101"/>
                </a:lnTo>
                <a:lnTo>
                  <a:pt x="1968357" y="4567616"/>
                </a:lnTo>
                <a:lnTo>
                  <a:pt x="1927795" y="4561404"/>
                </a:lnTo>
                <a:lnTo>
                  <a:pt x="1887350" y="4554469"/>
                </a:lnTo>
                <a:lnTo>
                  <a:pt x="1847035" y="4546812"/>
                </a:lnTo>
                <a:lnTo>
                  <a:pt x="1806864" y="4538435"/>
                </a:lnTo>
                <a:lnTo>
                  <a:pt x="1766849" y="4529342"/>
                </a:lnTo>
                <a:lnTo>
                  <a:pt x="1727003" y="4519534"/>
                </a:lnTo>
                <a:lnTo>
                  <a:pt x="1687339" y="4509017"/>
                </a:lnTo>
                <a:lnTo>
                  <a:pt x="1805948" y="4077340"/>
                </a:lnTo>
                <a:lnTo>
                  <a:pt x="1837877" y="4085806"/>
                </a:lnTo>
                <a:lnTo>
                  <a:pt x="1869952" y="4093701"/>
                </a:lnTo>
                <a:lnTo>
                  <a:pt x="1902163" y="4101021"/>
                </a:lnTo>
                <a:lnTo>
                  <a:pt x="1934500" y="4107764"/>
                </a:lnTo>
                <a:lnTo>
                  <a:pt x="1966952" y="4113928"/>
                </a:lnTo>
                <a:lnTo>
                  <a:pt x="1999510" y="4119511"/>
                </a:lnTo>
                <a:lnTo>
                  <a:pt x="2032162" y="4124511"/>
                </a:lnTo>
                <a:lnTo>
                  <a:pt x="2064898" y="4128926"/>
                </a:lnTo>
                <a:lnTo>
                  <a:pt x="2097707" y="4132756"/>
                </a:lnTo>
                <a:lnTo>
                  <a:pt x="2130580" y="4135999"/>
                </a:lnTo>
                <a:lnTo>
                  <a:pt x="2163506" y="4138653"/>
                </a:lnTo>
                <a:lnTo>
                  <a:pt x="2196474" y="4140718"/>
                </a:lnTo>
                <a:lnTo>
                  <a:pt x="2229473" y="4142194"/>
                </a:lnTo>
                <a:lnTo>
                  <a:pt x="2262494" y="4143080"/>
                </a:lnTo>
                <a:lnTo>
                  <a:pt x="2295525" y="4143375"/>
                </a:lnTo>
                <a:lnTo>
                  <a:pt x="2328556" y="4143080"/>
                </a:lnTo>
                <a:lnTo>
                  <a:pt x="2361577" y="4142194"/>
                </a:lnTo>
                <a:lnTo>
                  <a:pt x="2394576" y="4140718"/>
                </a:lnTo>
                <a:lnTo>
                  <a:pt x="2427544" y="4138653"/>
                </a:lnTo>
                <a:lnTo>
                  <a:pt x="2460470" y="4135999"/>
                </a:lnTo>
                <a:lnTo>
                  <a:pt x="2493343" y="4132756"/>
                </a:lnTo>
                <a:lnTo>
                  <a:pt x="2526152" y="4128926"/>
                </a:lnTo>
                <a:lnTo>
                  <a:pt x="2558888" y="4124511"/>
                </a:lnTo>
                <a:lnTo>
                  <a:pt x="2591540" y="4119511"/>
                </a:lnTo>
                <a:lnTo>
                  <a:pt x="2624098" y="4113928"/>
                </a:lnTo>
                <a:lnTo>
                  <a:pt x="2656550" y="4107764"/>
                </a:lnTo>
                <a:lnTo>
                  <a:pt x="2688887" y="4101021"/>
                </a:lnTo>
                <a:lnTo>
                  <a:pt x="2721098" y="4093701"/>
                </a:lnTo>
                <a:lnTo>
                  <a:pt x="2753173" y="4085806"/>
                </a:lnTo>
                <a:lnTo>
                  <a:pt x="2785102" y="4077340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CP">
            <a:extLst xmlns:a="http://schemas.openxmlformats.org/drawingml/2006/main">
              <a:ext uri="{FF2B5EF4-FFF2-40B4-BE49-F238E27FC236}">
                <a16:creationId xmlns:a16="http://schemas.microsoft.com/office/drawing/2014/main" id="{75508A64-7C35-4597-A54A-A21D4A47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5124450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CP</a:t>
            </a:r>
          </a:p>
        </p:txBody>
      </p:sp>
      <p:sp>
        <p:nvSpPr>
          <p:cNvPr id="50" name="1140">
            <a:extLst xmlns:a="http://schemas.openxmlformats.org/drawingml/2006/main">
              <a:ext uri="{FF2B5EF4-FFF2-40B4-BE49-F238E27FC236}">
                <a16:creationId xmlns:a16="http://schemas.microsoft.com/office/drawing/2014/main" id="{25061E04-496C-4A03-B8D6-E43E649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4762500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1140</a:t>
            </a:r>
          </a:p>
        </p:txBody>
      </p:sp>
      <p:sp>
        <p:nvSpPr>
          <p:cNvPr id="51" name="1961">
            <a:extLst xmlns:a="http://schemas.openxmlformats.org/drawingml/2006/main">
              <a:ext uri="{FF2B5EF4-FFF2-40B4-BE49-F238E27FC236}">
                <a16:creationId xmlns:a16="http://schemas.microsoft.com/office/drawing/2014/main" id="{2CCFB285-55F7-4434-9050-375B5B81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4295775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1961</a:t>
            </a:r>
          </a:p>
        </p:txBody>
      </p:sp>
      <p:sp>
        <p:nvSpPr>
          <p:cNvPr id="5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244B361-9DDB-4A16-BEFE-52D1FE81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968949" y="2699312"/>
                </a:moveTo>
                <a:lnTo>
                  <a:pt x="945451" y="2691734"/>
                </a:lnTo>
                <a:lnTo>
                  <a:pt x="922093" y="2683736"/>
                </a:lnTo>
                <a:lnTo>
                  <a:pt x="898882" y="2675323"/>
                </a:lnTo>
                <a:lnTo>
                  <a:pt x="875825" y="2666496"/>
                </a:lnTo>
                <a:lnTo>
                  <a:pt x="852929" y="2657258"/>
                </a:lnTo>
                <a:lnTo>
                  <a:pt x="830202" y="2647612"/>
                </a:lnTo>
                <a:lnTo>
                  <a:pt x="807651" y="2637562"/>
                </a:lnTo>
                <a:lnTo>
                  <a:pt x="785283" y="2627110"/>
                </a:lnTo>
                <a:lnTo>
                  <a:pt x="763106" y="2616260"/>
                </a:lnTo>
                <a:lnTo>
                  <a:pt x="741126" y="2605015"/>
                </a:lnTo>
                <a:lnTo>
                  <a:pt x="719350" y="2593379"/>
                </a:lnTo>
                <a:lnTo>
                  <a:pt x="697787" y="2581356"/>
                </a:lnTo>
                <a:lnTo>
                  <a:pt x="676441" y="2568949"/>
                </a:lnTo>
                <a:lnTo>
                  <a:pt x="655321" y="2556163"/>
                </a:lnTo>
                <a:lnTo>
                  <a:pt x="634432" y="2543001"/>
                </a:lnTo>
                <a:lnTo>
                  <a:pt x="613783" y="2529468"/>
                </a:lnTo>
                <a:lnTo>
                  <a:pt x="593378" y="2515568"/>
                </a:lnTo>
                <a:lnTo>
                  <a:pt x="573225" y="2501306"/>
                </a:lnTo>
                <a:lnTo>
                  <a:pt x="553331" y="2486685"/>
                </a:lnTo>
                <a:lnTo>
                  <a:pt x="533701" y="2471711"/>
                </a:lnTo>
                <a:lnTo>
                  <a:pt x="514341" y="2456389"/>
                </a:lnTo>
                <a:lnTo>
                  <a:pt x="495259" y="2440723"/>
                </a:lnTo>
                <a:lnTo>
                  <a:pt x="476460" y="2424718"/>
                </a:lnTo>
                <a:lnTo>
                  <a:pt x="457950" y="2408380"/>
                </a:lnTo>
                <a:lnTo>
                  <a:pt x="439734" y="2391714"/>
                </a:lnTo>
                <a:lnTo>
                  <a:pt x="421820" y="2374725"/>
                </a:lnTo>
                <a:lnTo>
                  <a:pt x="404212" y="2357418"/>
                </a:lnTo>
                <a:lnTo>
                  <a:pt x="386917" y="2339799"/>
                </a:lnTo>
                <a:lnTo>
                  <a:pt x="369939" y="2321874"/>
                </a:lnTo>
                <a:lnTo>
                  <a:pt x="353284" y="2303648"/>
                </a:lnTo>
                <a:lnTo>
                  <a:pt x="856572" y="1851930"/>
                </a:lnTo>
                <a:lnTo>
                  <a:pt x="865071" y="1861231"/>
                </a:lnTo>
                <a:lnTo>
                  <a:pt x="873736" y="1870379"/>
                </a:lnTo>
                <a:lnTo>
                  <a:pt x="882563" y="1879371"/>
                </a:lnTo>
                <a:lnTo>
                  <a:pt x="891549" y="1888203"/>
                </a:lnTo>
                <a:lnTo>
                  <a:pt x="900691" y="1896874"/>
                </a:lnTo>
                <a:lnTo>
                  <a:pt x="909987" y="1905379"/>
                </a:lnTo>
                <a:lnTo>
                  <a:pt x="919434" y="1913717"/>
                </a:lnTo>
                <a:lnTo>
                  <a:pt x="929028" y="1921885"/>
                </a:lnTo>
                <a:lnTo>
                  <a:pt x="938766" y="1929880"/>
                </a:lnTo>
                <a:lnTo>
                  <a:pt x="948646" y="1937700"/>
                </a:lnTo>
                <a:lnTo>
                  <a:pt x="958664" y="1945342"/>
                </a:lnTo>
                <a:lnTo>
                  <a:pt x="968818" y="1952803"/>
                </a:lnTo>
                <a:lnTo>
                  <a:pt x="979102" y="1960082"/>
                </a:lnTo>
                <a:lnTo>
                  <a:pt x="989516" y="1967176"/>
                </a:lnTo>
                <a:lnTo>
                  <a:pt x="1000054" y="1974083"/>
                </a:lnTo>
                <a:lnTo>
                  <a:pt x="1010715" y="1980800"/>
                </a:lnTo>
                <a:lnTo>
                  <a:pt x="1021493" y="1987325"/>
                </a:lnTo>
                <a:lnTo>
                  <a:pt x="1032387" y="1993657"/>
                </a:lnTo>
                <a:lnTo>
                  <a:pt x="1043392" y="1999793"/>
                </a:lnTo>
                <a:lnTo>
                  <a:pt x="1054505" y="2005731"/>
                </a:lnTo>
                <a:lnTo>
                  <a:pt x="1065722" y="2011470"/>
                </a:lnTo>
                <a:lnTo>
                  <a:pt x="1077040" y="2017007"/>
                </a:lnTo>
                <a:lnTo>
                  <a:pt x="1088455" y="2022341"/>
                </a:lnTo>
                <a:lnTo>
                  <a:pt x="1099964" y="2027470"/>
                </a:lnTo>
                <a:lnTo>
                  <a:pt x="1111563" y="2032393"/>
                </a:lnTo>
                <a:lnTo>
                  <a:pt x="1123248" y="2037107"/>
                </a:lnTo>
                <a:lnTo>
                  <a:pt x="1135015" y="2041612"/>
                </a:lnTo>
                <a:lnTo>
                  <a:pt x="1146861" y="2045906"/>
                </a:lnTo>
                <a:lnTo>
                  <a:pt x="1158781" y="2049987"/>
                </a:lnTo>
                <a:lnTo>
                  <a:pt x="1170773" y="2053855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D2A84C7-F540-45E8-99B6-D97E7DE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242927" y="3462566"/>
                </a:moveTo>
                <a:lnTo>
                  <a:pt x="1212786" y="3452844"/>
                </a:lnTo>
                <a:lnTo>
                  <a:pt x="1182823" y="3442586"/>
                </a:lnTo>
                <a:lnTo>
                  <a:pt x="1153049" y="3431793"/>
                </a:lnTo>
                <a:lnTo>
                  <a:pt x="1123472" y="3420470"/>
                </a:lnTo>
                <a:lnTo>
                  <a:pt x="1094102" y="3408620"/>
                </a:lnTo>
                <a:lnTo>
                  <a:pt x="1064948" y="3396247"/>
                </a:lnTo>
                <a:lnTo>
                  <a:pt x="1036021" y="3383355"/>
                </a:lnTo>
                <a:lnTo>
                  <a:pt x="1007329" y="3369948"/>
                </a:lnTo>
                <a:lnTo>
                  <a:pt x="978880" y="3356030"/>
                </a:lnTo>
                <a:lnTo>
                  <a:pt x="950686" y="3341606"/>
                </a:lnTo>
                <a:lnTo>
                  <a:pt x="922753" y="3326680"/>
                </a:lnTo>
                <a:lnTo>
                  <a:pt x="895092" y="3311257"/>
                </a:lnTo>
                <a:lnTo>
                  <a:pt x="867711" y="3295342"/>
                </a:lnTo>
                <a:lnTo>
                  <a:pt x="840618" y="3278940"/>
                </a:lnTo>
                <a:lnTo>
                  <a:pt x="813824" y="3262057"/>
                </a:lnTo>
                <a:lnTo>
                  <a:pt x="787335" y="3244697"/>
                </a:lnTo>
                <a:lnTo>
                  <a:pt x="761161" y="3226867"/>
                </a:lnTo>
                <a:lnTo>
                  <a:pt x="735310" y="3208571"/>
                </a:lnTo>
                <a:lnTo>
                  <a:pt x="709790" y="3189817"/>
                </a:lnTo>
                <a:lnTo>
                  <a:pt x="684609" y="3170609"/>
                </a:lnTo>
                <a:lnTo>
                  <a:pt x="659776" y="3150954"/>
                </a:lnTo>
                <a:lnTo>
                  <a:pt x="635298" y="3130858"/>
                </a:lnTo>
                <a:lnTo>
                  <a:pt x="611183" y="3110328"/>
                </a:lnTo>
                <a:lnTo>
                  <a:pt x="587439" y="3089370"/>
                </a:lnTo>
                <a:lnTo>
                  <a:pt x="564073" y="3067992"/>
                </a:lnTo>
                <a:lnTo>
                  <a:pt x="541093" y="3046199"/>
                </a:lnTo>
                <a:lnTo>
                  <a:pt x="518507" y="3023998"/>
                </a:lnTo>
                <a:lnTo>
                  <a:pt x="496321" y="3001398"/>
                </a:lnTo>
                <a:lnTo>
                  <a:pt x="474542" y="2978404"/>
                </a:lnTo>
                <a:lnTo>
                  <a:pt x="453178" y="2955025"/>
                </a:lnTo>
                <a:lnTo>
                  <a:pt x="552418" y="2865954"/>
                </a:lnTo>
                <a:lnTo>
                  <a:pt x="572174" y="2887573"/>
                </a:lnTo>
                <a:lnTo>
                  <a:pt x="592313" y="2908836"/>
                </a:lnTo>
                <a:lnTo>
                  <a:pt x="612829" y="2929735"/>
                </a:lnTo>
                <a:lnTo>
                  <a:pt x="633716" y="2950265"/>
                </a:lnTo>
                <a:lnTo>
                  <a:pt x="654966" y="2970418"/>
                </a:lnTo>
                <a:lnTo>
                  <a:pt x="676573" y="2990187"/>
                </a:lnTo>
                <a:lnTo>
                  <a:pt x="698530" y="3009568"/>
                </a:lnTo>
                <a:lnTo>
                  <a:pt x="720830" y="3028552"/>
                </a:lnTo>
                <a:lnTo>
                  <a:pt x="743465" y="3047135"/>
                </a:lnTo>
                <a:lnTo>
                  <a:pt x="766429" y="3065311"/>
                </a:lnTo>
                <a:lnTo>
                  <a:pt x="789715" y="3083073"/>
                </a:lnTo>
                <a:lnTo>
                  <a:pt x="813314" y="3100416"/>
                </a:lnTo>
                <a:lnTo>
                  <a:pt x="837219" y="3117334"/>
                </a:lnTo>
                <a:lnTo>
                  <a:pt x="861423" y="3133823"/>
                </a:lnTo>
                <a:lnTo>
                  <a:pt x="885918" y="3149876"/>
                </a:lnTo>
                <a:lnTo>
                  <a:pt x="910696" y="3165488"/>
                </a:lnTo>
                <a:lnTo>
                  <a:pt x="935749" y="3180656"/>
                </a:lnTo>
                <a:lnTo>
                  <a:pt x="961069" y="3195373"/>
                </a:lnTo>
                <a:lnTo>
                  <a:pt x="986648" y="3209635"/>
                </a:lnTo>
                <a:lnTo>
                  <a:pt x="1012479" y="3223437"/>
                </a:lnTo>
                <a:lnTo>
                  <a:pt x="1038551" y="3236776"/>
                </a:lnTo>
                <a:lnTo>
                  <a:pt x="1064858" y="3249646"/>
                </a:lnTo>
                <a:lnTo>
                  <a:pt x="1091391" y="3262044"/>
                </a:lnTo>
                <a:lnTo>
                  <a:pt x="1118141" y="3273966"/>
                </a:lnTo>
                <a:lnTo>
                  <a:pt x="1145100" y="3285408"/>
                </a:lnTo>
                <a:lnTo>
                  <a:pt x="1172259" y="3296366"/>
                </a:lnTo>
                <a:lnTo>
                  <a:pt x="1199610" y="3306836"/>
                </a:lnTo>
                <a:lnTo>
                  <a:pt x="1227144" y="3316817"/>
                </a:lnTo>
                <a:lnTo>
                  <a:pt x="1254851" y="3326303"/>
                </a:lnTo>
                <a:lnTo>
                  <a:pt x="1282724" y="3335293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34DC4A2-65FD-4AE1-A25A-E75C3CA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1610460" y="4486443"/>
                </a:moveTo>
                <a:lnTo>
                  <a:pt x="1571406" y="4473847"/>
                </a:lnTo>
                <a:lnTo>
                  <a:pt x="1532583" y="4460555"/>
                </a:lnTo>
                <a:lnTo>
                  <a:pt x="1494004" y="4446571"/>
                </a:lnTo>
                <a:lnTo>
                  <a:pt x="1455681" y="4431900"/>
                </a:lnTo>
                <a:lnTo>
                  <a:pt x="1417626" y="4416546"/>
                </a:lnTo>
                <a:lnTo>
                  <a:pt x="1379853" y="4400514"/>
                </a:lnTo>
                <a:lnTo>
                  <a:pt x="1342371" y="4383810"/>
                </a:lnTo>
                <a:lnTo>
                  <a:pt x="1305194" y="4366438"/>
                </a:lnTo>
                <a:lnTo>
                  <a:pt x="1268334" y="4348404"/>
                </a:lnTo>
                <a:lnTo>
                  <a:pt x="1231802" y="4329715"/>
                </a:lnTo>
                <a:lnTo>
                  <a:pt x="1195610" y="4310375"/>
                </a:lnTo>
                <a:lnTo>
                  <a:pt x="1159769" y="4290392"/>
                </a:lnTo>
                <a:lnTo>
                  <a:pt x="1124292" y="4269771"/>
                </a:lnTo>
                <a:lnTo>
                  <a:pt x="1089188" y="4248519"/>
                </a:lnTo>
                <a:lnTo>
                  <a:pt x="1054470" y="4226644"/>
                </a:lnTo>
                <a:lnTo>
                  <a:pt x="1020149" y="4204151"/>
                </a:lnTo>
                <a:lnTo>
                  <a:pt x="986235" y="4181048"/>
                </a:lnTo>
                <a:lnTo>
                  <a:pt x="952740" y="4157342"/>
                </a:lnTo>
                <a:lnTo>
                  <a:pt x="919674" y="4133042"/>
                </a:lnTo>
                <a:lnTo>
                  <a:pt x="887047" y="4108154"/>
                </a:lnTo>
                <a:lnTo>
                  <a:pt x="854871" y="4082688"/>
                </a:lnTo>
                <a:lnTo>
                  <a:pt x="823154" y="4056650"/>
                </a:lnTo>
                <a:lnTo>
                  <a:pt x="791909" y="4030049"/>
                </a:lnTo>
                <a:lnTo>
                  <a:pt x="761144" y="4002894"/>
                </a:lnTo>
                <a:lnTo>
                  <a:pt x="730869" y="3975193"/>
                </a:lnTo>
                <a:lnTo>
                  <a:pt x="701094" y="3946956"/>
                </a:lnTo>
                <a:lnTo>
                  <a:pt x="671829" y="3918191"/>
                </a:lnTo>
                <a:lnTo>
                  <a:pt x="643082" y="3888908"/>
                </a:lnTo>
                <a:lnTo>
                  <a:pt x="614864" y="3859115"/>
                </a:lnTo>
                <a:lnTo>
                  <a:pt x="587182" y="3828822"/>
                </a:lnTo>
                <a:lnTo>
                  <a:pt x="920345" y="3529798"/>
                </a:lnTo>
                <a:lnTo>
                  <a:pt x="942628" y="3554182"/>
                </a:lnTo>
                <a:lnTo>
                  <a:pt x="965343" y="3578165"/>
                </a:lnTo>
                <a:lnTo>
                  <a:pt x="988483" y="3601738"/>
                </a:lnTo>
                <a:lnTo>
                  <a:pt x="1012041" y="3624893"/>
                </a:lnTo>
                <a:lnTo>
                  <a:pt x="1036009" y="3647623"/>
                </a:lnTo>
                <a:lnTo>
                  <a:pt x="1060380" y="3669922"/>
                </a:lnTo>
                <a:lnTo>
                  <a:pt x="1085145" y="3691781"/>
                </a:lnTo>
                <a:lnTo>
                  <a:pt x="1110297" y="3713194"/>
                </a:lnTo>
                <a:lnTo>
                  <a:pt x="1135828" y="3734154"/>
                </a:lnTo>
                <a:lnTo>
                  <a:pt x="1161730" y="3754654"/>
                </a:lnTo>
                <a:lnTo>
                  <a:pt x="1187993" y="3774688"/>
                </a:lnTo>
                <a:lnTo>
                  <a:pt x="1214611" y="3794249"/>
                </a:lnTo>
                <a:lnTo>
                  <a:pt x="1241574" y="3813332"/>
                </a:lnTo>
                <a:lnTo>
                  <a:pt x="1268874" y="3831929"/>
                </a:lnTo>
                <a:lnTo>
                  <a:pt x="1296502" y="3850035"/>
                </a:lnTo>
                <a:lnTo>
                  <a:pt x="1324449" y="3867645"/>
                </a:lnTo>
                <a:lnTo>
                  <a:pt x="1352707" y="3884752"/>
                </a:lnTo>
                <a:lnTo>
                  <a:pt x="1381265" y="3901352"/>
                </a:lnTo>
                <a:lnTo>
                  <a:pt x="1410116" y="3917438"/>
                </a:lnTo>
                <a:lnTo>
                  <a:pt x="1439250" y="3933006"/>
                </a:lnTo>
                <a:lnTo>
                  <a:pt x="1468658" y="3948050"/>
                </a:lnTo>
                <a:lnTo>
                  <a:pt x="1498329" y="3962567"/>
                </a:lnTo>
                <a:lnTo>
                  <a:pt x="1528256" y="3976551"/>
                </a:lnTo>
                <a:lnTo>
                  <a:pt x="1558428" y="3989998"/>
                </a:lnTo>
                <a:lnTo>
                  <a:pt x="1588835" y="4002903"/>
                </a:lnTo>
                <a:lnTo>
                  <a:pt x="1619468" y="4015262"/>
                </a:lnTo>
                <a:lnTo>
                  <a:pt x="1650317" y="4027072"/>
                </a:lnTo>
                <a:lnTo>
                  <a:pt x="1681372" y="4038329"/>
                </a:lnTo>
                <a:lnTo>
                  <a:pt x="1712624" y="4049029"/>
                </a:lnTo>
                <a:lnTo>
                  <a:pt x="1744062" y="4059168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TSR">
            <a:extLst xmlns:a="http://schemas.openxmlformats.org/drawingml/2006/main">
              <a:ext uri="{FF2B5EF4-FFF2-40B4-BE49-F238E27FC236}">
                <a16:creationId xmlns:a16="http://schemas.microsoft.com/office/drawing/2014/main" id="{871960A4-22EA-4E41-B2E4-FEF0D7B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3636">
            <a:off x="1311411" y="479633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TSR</a:t>
            </a:r>
          </a:p>
        </p:txBody>
      </p:sp>
      <p:sp>
        <p:nvSpPr>
          <p:cNvPr id="56" name="876">
            <a:extLst xmlns:a="http://schemas.openxmlformats.org/drawingml/2006/main">
              <a:ext uri="{FF2B5EF4-FFF2-40B4-BE49-F238E27FC236}">
                <a16:creationId xmlns:a16="http://schemas.microsoft.com/office/drawing/2014/main" id="{F0DBB7E0-B648-4032-AABC-02B47B5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3636">
            <a:off x="1507096" y="449184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876</a:t>
            </a:r>
          </a:p>
        </p:txBody>
      </p:sp>
      <p:sp>
        <p:nvSpPr>
          <p:cNvPr id="57" name="219">
            <a:extLst xmlns:a="http://schemas.openxmlformats.org/drawingml/2006/main">
              <a:ext uri="{FF2B5EF4-FFF2-40B4-BE49-F238E27FC236}">
                <a16:creationId xmlns:a16="http://schemas.microsoft.com/office/drawing/2014/main" id="{95B7BDAE-FFBA-438F-8702-F72347E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3636">
            <a:off x="1759427" y="4099207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219</a:t>
            </a:r>
          </a:p>
        </p:txBody>
      </p:sp>
      <p:sp>
        <p:nvSpPr>
          <p:cNvPr id="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7908F4D-B70D-42B6-991A-A19C0C6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321715" y="2267215"/>
                </a:moveTo>
                <a:lnTo>
                  <a:pt x="306045" y="2248136"/>
                </a:lnTo>
                <a:lnTo>
                  <a:pt x="290718" y="2228780"/>
                </a:lnTo>
                <a:lnTo>
                  <a:pt x="275740" y="2209153"/>
                </a:lnTo>
                <a:lnTo>
                  <a:pt x="261115" y="2189262"/>
                </a:lnTo>
                <a:lnTo>
                  <a:pt x="246849" y="2169112"/>
                </a:lnTo>
                <a:lnTo>
                  <a:pt x="232944" y="2148710"/>
                </a:lnTo>
                <a:lnTo>
                  <a:pt x="219407" y="2128063"/>
                </a:lnTo>
                <a:lnTo>
                  <a:pt x="206240" y="2107178"/>
                </a:lnTo>
                <a:lnTo>
                  <a:pt x="193450" y="2086060"/>
                </a:lnTo>
                <a:lnTo>
                  <a:pt x="181038" y="2064717"/>
                </a:lnTo>
                <a:lnTo>
                  <a:pt x="169011" y="2043156"/>
                </a:lnTo>
                <a:lnTo>
                  <a:pt x="157370" y="2021383"/>
                </a:lnTo>
                <a:lnTo>
                  <a:pt x="146121" y="1999406"/>
                </a:lnTo>
                <a:lnTo>
                  <a:pt x="135266" y="1977231"/>
                </a:lnTo>
                <a:lnTo>
                  <a:pt x="124810" y="1954865"/>
                </a:lnTo>
                <a:lnTo>
                  <a:pt x="114754" y="1932316"/>
                </a:lnTo>
                <a:lnTo>
                  <a:pt x="105104" y="1909591"/>
                </a:lnTo>
                <a:lnTo>
                  <a:pt x="95861" y="1886697"/>
                </a:lnTo>
                <a:lnTo>
                  <a:pt x="87029" y="1863642"/>
                </a:lnTo>
                <a:lnTo>
                  <a:pt x="78611" y="1840432"/>
                </a:lnTo>
                <a:lnTo>
                  <a:pt x="70609" y="1817076"/>
                </a:lnTo>
                <a:lnTo>
                  <a:pt x="63025" y="1793580"/>
                </a:lnTo>
                <a:lnTo>
                  <a:pt x="55863" y="1769953"/>
                </a:lnTo>
                <a:lnTo>
                  <a:pt x="49124" y="1746201"/>
                </a:lnTo>
                <a:lnTo>
                  <a:pt x="42811" y="1722332"/>
                </a:lnTo>
                <a:lnTo>
                  <a:pt x="36926" y="1698355"/>
                </a:lnTo>
                <a:lnTo>
                  <a:pt x="31470" y="1674276"/>
                </a:lnTo>
                <a:lnTo>
                  <a:pt x="26445" y="1650103"/>
                </a:lnTo>
                <a:lnTo>
                  <a:pt x="21854" y="1625845"/>
                </a:lnTo>
                <a:lnTo>
                  <a:pt x="17696" y="1601508"/>
                </a:lnTo>
                <a:lnTo>
                  <a:pt x="685306" y="1493596"/>
                </a:lnTo>
                <a:lnTo>
                  <a:pt x="687428" y="1506017"/>
                </a:lnTo>
                <a:lnTo>
                  <a:pt x="689771" y="1518397"/>
                </a:lnTo>
                <a:lnTo>
                  <a:pt x="692336" y="1530733"/>
                </a:lnTo>
                <a:lnTo>
                  <a:pt x="695120" y="1543022"/>
                </a:lnTo>
                <a:lnTo>
                  <a:pt x="698123" y="1555258"/>
                </a:lnTo>
                <a:lnTo>
                  <a:pt x="701345" y="1567440"/>
                </a:lnTo>
                <a:lnTo>
                  <a:pt x="704784" y="1579561"/>
                </a:lnTo>
                <a:lnTo>
                  <a:pt x="708440" y="1591619"/>
                </a:lnTo>
                <a:lnTo>
                  <a:pt x="712310" y="1603610"/>
                </a:lnTo>
                <a:lnTo>
                  <a:pt x="716394" y="1615530"/>
                </a:lnTo>
                <a:lnTo>
                  <a:pt x="720690" y="1627375"/>
                </a:lnTo>
                <a:lnTo>
                  <a:pt x="725197" y="1639141"/>
                </a:lnTo>
                <a:lnTo>
                  <a:pt x="729914" y="1650825"/>
                </a:lnTo>
                <a:lnTo>
                  <a:pt x="734839" y="1662423"/>
                </a:lnTo>
                <a:lnTo>
                  <a:pt x="739971" y="1673930"/>
                </a:lnTo>
                <a:lnTo>
                  <a:pt x="745307" y="1685344"/>
                </a:lnTo>
                <a:lnTo>
                  <a:pt x="750847" y="1696661"/>
                </a:lnTo>
                <a:lnTo>
                  <a:pt x="756588" y="1707877"/>
                </a:lnTo>
                <a:lnTo>
                  <a:pt x="762529" y="1718989"/>
                </a:lnTo>
                <a:lnTo>
                  <a:pt x="768667" y="1729993"/>
                </a:lnTo>
                <a:lnTo>
                  <a:pt x="775001" y="1740885"/>
                </a:lnTo>
                <a:lnTo>
                  <a:pt x="781529" y="1751662"/>
                </a:lnTo>
                <a:lnTo>
                  <a:pt x="788248" y="1762321"/>
                </a:lnTo>
                <a:lnTo>
                  <a:pt x="795157" y="1772858"/>
                </a:lnTo>
                <a:lnTo>
                  <a:pt x="802253" y="1783270"/>
                </a:lnTo>
                <a:lnTo>
                  <a:pt x="809534" y="1793553"/>
                </a:lnTo>
                <a:lnTo>
                  <a:pt x="816998" y="1803705"/>
                </a:lnTo>
                <a:lnTo>
                  <a:pt x="824642" y="1813721"/>
                </a:lnTo>
                <a:lnTo>
                  <a:pt x="832463" y="1823600"/>
                </a:lnTo>
                <a:lnTo>
                  <a:pt x="840460" y="1833337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6F7E950-0342-413F-B001-C5996F7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412682" y="2908290"/>
                </a:moveTo>
                <a:lnTo>
                  <a:pt x="392581" y="2883816"/>
                </a:lnTo>
                <a:lnTo>
                  <a:pt x="372921" y="2858987"/>
                </a:lnTo>
                <a:lnTo>
                  <a:pt x="353708" y="2833810"/>
                </a:lnTo>
                <a:lnTo>
                  <a:pt x="334948" y="2808294"/>
                </a:lnTo>
                <a:lnTo>
                  <a:pt x="316647" y="2782447"/>
                </a:lnTo>
                <a:lnTo>
                  <a:pt x="298811" y="2756277"/>
                </a:lnTo>
                <a:lnTo>
                  <a:pt x="281446" y="2729792"/>
                </a:lnTo>
                <a:lnTo>
                  <a:pt x="264557" y="2703000"/>
                </a:lnTo>
                <a:lnTo>
                  <a:pt x="248149" y="2675912"/>
                </a:lnTo>
                <a:lnTo>
                  <a:pt x="232229" y="2648534"/>
                </a:lnTo>
                <a:lnTo>
                  <a:pt x="216800" y="2620876"/>
                </a:lnTo>
                <a:lnTo>
                  <a:pt x="201868" y="2592947"/>
                </a:lnTo>
                <a:lnTo>
                  <a:pt x="187438" y="2564755"/>
                </a:lnTo>
                <a:lnTo>
                  <a:pt x="173514" y="2536310"/>
                </a:lnTo>
                <a:lnTo>
                  <a:pt x="160100" y="2507620"/>
                </a:lnTo>
                <a:lnTo>
                  <a:pt x="147202" y="2478695"/>
                </a:lnTo>
                <a:lnTo>
                  <a:pt x="134823" y="2449545"/>
                </a:lnTo>
                <a:lnTo>
                  <a:pt x="122967" y="2420177"/>
                </a:lnTo>
                <a:lnTo>
                  <a:pt x="111638" y="2390603"/>
                </a:lnTo>
                <a:lnTo>
                  <a:pt x="100839" y="2360830"/>
                </a:lnTo>
                <a:lnTo>
                  <a:pt x="90574" y="2330870"/>
                </a:lnTo>
                <a:lnTo>
                  <a:pt x="80846" y="2300730"/>
                </a:lnTo>
                <a:lnTo>
                  <a:pt x="71659" y="2270422"/>
                </a:lnTo>
                <a:lnTo>
                  <a:pt x="63015" y="2239954"/>
                </a:lnTo>
                <a:lnTo>
                  <a:pt x="54916" y="2209337"/>
                </a:lnTo>
                <a:lnTo>
                  <a:pt x="47367" y="2178579"/>
                </a:lnTo>
                <a:lnTo>
                  <a:pt x="40368" y="2147692"/>
                </a:lnTo>
                <a:lnTo>
                  <a:pt x="33923" y="2116684"/>
                </a:lnTo>
                <a:lnTo>
                  <a:pt x="28033" y="2085567"/>
                </a:lnTo>
                <a:lnTo>
                  <a:pt x="22700" y="2054349"/>
                </a:lnTo>
                <a:lnTo>
                  <a:pt x="154342" y="2033070"/>
                </a:lnTo>
                <a:lnTo>
                  <a:pt x="159273" y="2061938"/>
                </a:lnTo>
                <a:lnTo>
                  <a:pt x="164720" y="2090714"/>
                </a:lnTo>
                <a:lnTo>
                  <a:pt x="170680" y="2119388"/>
                </a:lnTo>
                <a:lnTo>
                  <a:pt x="177152" y="2147950"/>
                </a:lnTo>
                <a:lnTo>
                  <a:pt x="184133" y="2176392"/>
                </a:lnTo>
                <a:lnTo>
                  <a:pt x="191622" y="2204705"/>
                </a:lnTo>
                <a:lnTo>
                  <a:pt x="199615" y="2232880"/>
                </a:lnTo>
                <a:lnTo>
                  <a:pt x="208111" y="2260907"/>
                </a:lnTo>
                <a:lnTo>
                  <a:pt x="217106" y="2288778"/>
                </a:lnTo>
                <a:lnTo>
                  <a:pt x="226599" y="2316483"/>
                </a:lnTo>
                <a:lnTo>
                  <a:pt x="236585" y="2344015"/>
                </a:lnTo>
                <a:lnTo>
                  <a:pt x="247061" y="2371363"/>
                </a:lnTo>
                <a:lnTo>
                  <a:pt x="258025" y="2398520"/>
                </a:lnTo>
                <a:lnTo>
                  <a:pt x="269472" y="2425477"/>
                </a:lnTo>
                <a:lnTo>
                  <a:pt x="281400" y="2452224"/>
                </a:lnTo>
                <a:lnTo>
                  <a:pt x="293804" y="2478755"/>
                </a:lnTo>
                <a:lnTo>
                  <a:pt x="306680" y="2505059"/>
                </a:lnTo>
                <a:lnTo>
                  <a:pt x="320024" y="2531129"/>
                </a:lnTo>
                <a:lnTo>
                  <a:pt x="333832" y="2556956"/>
                </a:lnTo>
                <a:lnTo>
                  <a:pt x="348099" y="2582532"/>
                </a:lnTo>
                <a:lnTo>
                  <a:pt x="362821" y="2607849"/>
                </a:lnTo>
                <a:lnTo>
                  <a:pt x="377994" y="2632899"/>
                </a:lnTo>
                <a:lnTo>
                  <a:pt x="393612" y="2657673"/>
                </a:lnTo>
                <a:lnTo>
                  <a:pt x="409670" y="2682165"/>
                </a:lnTo>
                <a:lnTo>
                  <a:pt x="426163" y="2706365"/>
                </a:lnTo>
                <a:lnTo>
                  <a:pt x="443087" y="2730267"/>
                </a:lnTo>
                <a:lnTo>
                  <a:pt x="460435" y="2753863"/>
                </a:lnTo>
                <a:lnTo>
                  <a:pt x="478202" y="2777144"/>
                </a:lnTo>
                <a:lnTo>
                  <a:pt x="496382" y="2800105"/>
                </a:lnTo>
                <a:lnTo>
                  <a:pt x="514970" y="2822736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1D5563A-5033-4DDE-81F9-28CC2EF0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534712" y="3768268"/>
                </a:moveTo>
                <a:lnTo>
                  <a:pt x="508667" y="3736557"/>
                </a:lnTo>
                <a:lnTo>
                  <a:pt x="483194" y="3704386"/>
                </a:lnTo>
                <a:lnTo>
                  <a:pt x="458299" y="3671765"/>
                </a:lnTo>
                <a:lnTo>
                  <a:pt x="433992" y="3638704"/>
                </a:lnTo>
                <a:lnTo>
                  <a:pt x="410279" y="3605213"/>
                </a:lnTo>
                <a:lnTo>
                  <a:pt x="387169" y="3571305"/>
                </a:lnTo>
                <a:lnTo>
                  <a:pt x="364669" y="3536988"/>
                </a:lnTo>
                <a:lnTo>
                  <a:pt x="342786" y="3502275"/>
                </a:lnTo>
                <a:lnTo>
                  <a:pt x="321527" y="3467176"/>
                </a:lnTo>
                <a:lnTo>
                  <a:pt x="300898" y="3431703"/>
                </a:lnTo>
                <a:lnTo>
                  <a:pt x="280907" y="3395866"/>
                </a:lnTo>
                <a:lnTo>
                  <a:pt x="261560" y="3359678"/>
                </a:lnTo>
                <a:lnTo>
                  <a:pt x="242863" y="3323150"/>
                </a:lnTo>
                <a:lnTo>
                  <a:pt x="224822" y="3286294"/>
                </a:lnTo>
                <a:lnTo>
                  <a:pt x="207442" y="3249121"/>
                </a:lnTo>
                <a:lnTo>
                  <a:pt x="190730" y="3211643"/>
                </a:lnTo>
                <a:lnTo>
                  <a:pt x="174690" y="3173872"/>
                </a:lnTo>
                <a:lnTo>
                  <a:pt x="159328" y="3135821"/>
                </a:lnTo>
                <a:lnTo>
                  <a:pt x="144649" y="3097501"/>
                </a:lnTo>
                <a:lnTo>
                  <a:pt x="130657" y="3058925"/>
                </a:lnTo>
                <a:lnTo>
                  <a:pt x="117356" y="3020105"/>
                </a:lnTo>
                <a:lnTo>
                  <a:pt x="104752" y="2981054"/>
                </a:lnTo>
                <a:lnTo>
                  <a:pt x="92848" y="2941783"/>
                </a:lnTo>
                <a:lnTo>
                  <a:pt x="81648" y="2902306"/>
                </a:lnTo>
                <a:lnTo>
                  <a:pt x="71155" y="2862635"/>
                </a:lnTo>
                <a:lnTo>
                  <a:pt x="61373" y="2822783"/>
                </a:lnTo>
                <a:lnTo>
                  <a:pt x="52305" y="2782762"/>
                </a:lnTo>
                <a:lnTo>
                  <a:pt x="43954" y="2742586"/>
                </a:lnTo>
                <a:lnTo>
                  <a:pt x="36322" y="2702266"/>
                </a:lnTo>
                <a:lnTo>
                  <a:pt x="29413" y="2661817"/>
                </a:lnTo>
                <a:lnTo>
                  <a:pt x="471352" y="2590383"/>
                </a:lnTo>
                <a:lnTo>
                  <a:pt x="476914" y="2622943"/>
                </a:lnTo>
                <a:lnTo>
                  <a:pt x="483057" y="2655400"/>
                </a:lnTo>
                <a:lnTo>
                  <a:pt x="489780" y="2687741"/>
                </a:lnTo>
                <a:lnTo>
                  <a:pt x="497079" y="2719957"/>
                </a:lnTo>
                <a:lnTo>
                  <a:pt x="504953" y="2752037"/>
                </a:lnTo>
                <a:lnTo>
                  <a:pt x="513400" y="2783971"/>
                </a:lnTo>
                <a:lnTo>
                  <a:pt x="522416" y="2815749"/>
                </a:lnTo>
                <a:lnTo>
                  <a:pt x="531998" y="2847361"/>
                </a:lnTo>
                <a:lnTo>
                  <a:pt x="542144" y="2878797"/>
                </a:lnTo>
                <a:lnTo>
                  <a:pt x="552851" y="2910046"/>
                </a:lnTo>
                <a:lnTo>
                  <a:pt x="564114" y="2941099"/>
                </a:lnTo>
                <a:lnTo>
                  <a:pt x="575931" y="2971946"/>
                </a:lnTo>
                <a:lnTo>
                  <a:pt x="588297" y="3002576"/>
                </a:lnTo>
                <a:lnTo>
                  <a:pt x="601208" y="3032981"/>
                </a:lnTo>
                <a:lnTo>
                  <a:pt x="614662" y="3063150"/>
                </a:lnTo>
                <a:lnTo>
                  <a:pt x="628652" y="3093073"/>
                </a:lnTo>
                <a:lnTo>
                  <a:pt x="643175" y="3122742"/>
                </a:lnTo>
                <a:lnTo>
                  <a:pt x="658225" y="3152146"/>
                </a:lnTo>
                <a:lnTo>
                  <a:pt x="673800" y="3181277"/>
                </a:lnTo>
                <a:lnTo>
                  <a:pt x="689892" y="3210124"/>
                </a:lnTo>
                <a:lnTo>
                  <a:pt x="706497" y="3238680"/>
                </a:lnTo>
                <a:lnTo>
                  <a:pt x="723611" y="3266934"/>
                </a:lnTo>
                <a:lnTo>
                  <a:pt x="741226" y="3294877"/>
                </a:lnTo>
                <a:lnTo>
                  <a:pt x="759338" y="3322501"/>
                </a:lnTo>
                <a:lnTo>
                  <a:pt x="777941" y="3349797"/>
                </a:lnTo>
                <a:lnTo>
                  <a:pt x="797029" y="3376756"/>
                </a:lnTo>
                <a:lnTo>
                  <a:pt x="816596" y="3403370"/>
                </a:lnTo>
                <a:lnTo>
                  <a:pt x="836636" y="3429629"/>
                </a:lnTo>
                <a:lnTo>
                  <a:pt x="857142" y="3455526"/>
                </a:lnTo>
                <a:lnTo>
                  <a:pt x="878107" y="3481053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1" name="TCR">
            <a:extLst xmlns:a="http://schemas.openxmlformats.org/drawingml/2006/main">
              <a:ext uri="{FF2B5EF4-FFF2-40B4-BE49-F238E27FC236}">
                <a16:creationId xmlns:a16="http://schemas.microsoft.com/office/drawing/2014/main" id="{9FA406B3-84D6-469A-B519-B9EB95BA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27273">
            <a:off x="548734" y="3916157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TCR</a:t>
            </a:r>
          </a:p>
        </p:txBody>
      </p:sp>
      <p:sp>
        <p:nvSpPr>
          <p:cNvPr id="62" name="510">
            <a:extLst xmlns:a="http://schemas.openxmlformats.org/drawingml/2006/main">
              <a:ext uri="{FF2B5EF4-FFF2-40B4-BE49-F238E27FC236}">
                <a16:creationId xmlns:a16="http://schemas.microsoft.com/office/drawing/2014/main" id="{C3075863-E02C-42A3-A511-B516920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27273">
            <a:off x="877975" y="3765797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510</a:t>
            </a:r>
          </a:p>
        </p:txBody>
      </p:sp>
      <p:sp>
        <p:nvSpPr>
          <p:cNvPr id="63" name="500">
            <a:extLst xmlns:a="http://schemas.openxmlformats.org/drawingml/2006/main">
              <a:ext uri="{FF2B5EF4-FFF2-40B4-BE49-F238E27FC236}">
                <a16:creationId xmlns:a16="http://schemas.microsoft.com/office/drawing/2014/main" id="{ECDE6600-F84E-4481-8EAB-5DB33EA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27273">
            <a:off x="1302523" y="357191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6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346AB64-8DAC-4E71-B819-6B9768C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0836" y="1553791"/>
                </a:moveTo>
                <a:lnTo>
                  <a:pt x="7968" y="1529269"/>
                </a:lnTo>
                <a:lnTo>
                  <a:pt x="5539" y="1504699"/>
                </a:lnTo>
                <a:lnTo>
                  <a:pt x="3550" y="1480090"/>
                </a:lnTo>
                <a:lnTo>
                  <a:pt x="2001" y="1455450"/>
                </a:lnTo>
                <a:lnTo>
                  <a:pt x="893" y="1430786"/>
                </a:lnTo>
                <a:lnTo>
                  <a:pt x="226" y="1406105"/>
                </a:lnTo>
                <a:lnTo>
                  <a:pt x="0" y="1381417"/>
                </a:lnTo>
                <a:lnTo>
                  <a:pt x="215" y="1356729"/>
                </a:lnTo>
                <a:lnTo>
                  <a:pt x="872" y="1332048"/>
                </a:lnTo>
                <a:lnTo>
                  <a:pt x="1970" y="1307384"/>
                </a:lnTo>
                <a:lnTo>
                  <a:pt x="3509" y="1282742"/>
                </a:lnTo>
                <a:lnTo>
                  <a:pt x="5487" y="1258133"/>
                </a:lnTo>
                <a:lnTo>
                  <a:pt x="7906" y="1233562"/>
                </a:lnTo>
                <a:lnTo>
                  <a:pt x="10763" y="1209039"/>
                </a:lnTo>
                <a:lnTo>
                  <a:pt x="14058" y="1184570"/>
                </a:lnTo>
                <a:lnTo>
                  <a:pt x="17790" y="1160165"/>
                </a:lnTo>
                <a:lnTo>
                  <a:pt x="21957" y="1135830"/>
                </a:lnTo>
                <a:lnTo>
                  <a:pt x="26559" y="1111573"/>
                </a:lnTo>
                <a:lnTo>
                  <a:pt x="31594" y="1087403"/>
                </a:lnTo>
                <a:lnTo>
                  <a:pt x="37060" y="1063326"/>
                </a:lnTo>
                <a:lnTo>
                  <a:pt x="42956" y="1039351"/>
                </a:lnTo>
                <a:lnTo>
                  <a:pt x="49279" y="1015486"/>
                </a:lnTo>
                <a:lnTo>
                  <a:pt x="56028" y="991737"/>
                </a:lnTo>
                <a:lnTo>
                  <a:pt x="63200" y="968112"/>
                </a:lnTo>
                <a:lnTo>
                  <a:pt x="70793" y="944620"/>
                </a:lnTo>
                <a:lnTo>
                  <a:pt x="78805" y="921267"/>
                </a:lnTo>
                <a:lnTo>
                  <a:pt x="87234" y="898061"/>
                </a:lnTo>
                <a:lnTo>
                  <a:pt x="96075" y="875009"/>
                </a:lnTo>
                <a:lnTo>
                  <a:pt x="105328" y="852119"/>
                </a:lnTo>
                <a:lnTo>
                  <a:pt x="114988" y="829398"/>
                </a:lnTo>
                <a:lnTo>
                  <a:pt x="734958" y="1099554"/>
                </a:lnTo>
                <a:lnTo>
                  <a:pt x="730028" y="1111150"/>
                </a:lnTo>
                <a:lnTo>
                  <a:pt x="725307" y="1122831"/>
                </a:lnTo>
                <a:lnTo>
                  <a:pt x="720794" y="1134596"/>
                </a:lnTo>
                <a:lnTo>
                  <a:pt x="716493" y="1146439"/>
                </a:lnTo>
                <a:lnTo>
                  <a:pt x="712404" y="1158357"/>
                </a:lnTo>
                <a:lnTo>
                  <a:pt x="708529" y="1170346"/>
                </a:lnTo>
                <a:lnTo>
                  <a:pt x="704868" y="1182403"/>
                </a:lnTo>
                <a:lnTo>
                  <a:pt x="701424" y="1194523"/>
                </a:lnTo>
                <a:lnTo>
                  <a:pt x="698197" y="1206703"/>
                </a:lnTo>
                <a:lnTo>
                  <a:pt x="695188" y="1218938"/>
                </a:lnTo>
                <a:lnTo>
                  <a:pt x="692399" y="1231226"/>
                </a:lnTo>
                <a:lnTo>
                  <a:pt x="689829" y="1243561"/>
                </a:lnTo>
                <a:lnTo>
                  <a:pt x="687481" y="1255940"/>
                </a:lnTo>
                <a:lnTo>
                  <a:pt x="685354" y="1268359"/>
                </a:lnTo>
                <a:lnTo>
                  <a:pt x="683449" y="1280814"/>
                </a:lnTo>
                <a:lnTo>
                  <a:pt x="681768" y="1293302"/>
                </a:lnTo>
                <a:lnTo>
                  <a:pt x="680310" y="1305817"/>
                </a:lnTo>
                <a:lnTo>
                  <a:pt x="679075" y="1318356"/>
                </a:lnTo>
                <a:lnTo>
                  <a:pt x="678066" y="1330916"/>
                </a:lnTo>
                <a:lnTo>
                  <a:pt x="677280" y="1343491"/>
                </a:lnTo>
                <a:lnTo>
                  <a:pt x="676720" y="1356079"/>
                </a:lnTo>
                <a:lnTo>
                  <a:pt x="676385" y="1368675"/>
                </a:lnTo>
                <a:lnTo>
                  <a:pt x="676275" y="1381274"/>
                </a:lnTo>
                <a:lnTo>
                  <a:pt x="676390" y="1393874"/>
                </a:lnTo>
                <a:lnTo>
                  <a:pt x="676731" y="1406469"/>
                </a:lnTo>
                <a:lnTo>
                  <a:pt x="677296" y="1419056"/>
                </a:lnTo>
                <a:lnTo>
                  <a:pt x="678087" y="1431632"/>
                </a:lnTo>
                <a:lnTo>
                  <a:pt x="679102" y="1444191"/>
                </a:lnTo>
                <a:lnTo>
                  <a:pt x="680342" y="1456729"/>
                </a:lnTo>
                <a:lnTo>
                  <a:pt x="681805" y="1469244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342114F-6A28-41E9-9947-6B370CA4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3900" y="1993139"/>
                </a:moveTo>
                <a:lnTo>
                  <a:pt x="10221" y="1961683"/>
                </a:lnTo>
                <a:lnTo>
                  <a:pt x="7106" y="1930166"/>
                </a:lnTo>
                <a:lnTo>
                  <a:pt x="4554" y="1898599"/>
                </a:lnTo>
                <a:lnTo>
                  <a:pt x="2567" y="1866991"/>
                </a:lnTo>
                <a:lnTo>
                  <a:pt x="1146" y="1835353"/>
                </a:lnTo>
                <a:lnTo>
                  <a:pt x="290" y="1803694"/>
                </a:lnTo>
                <a:lnTo>
                  <a:pt x="0" y="1772025"/>
                </a:lnTo>
                <a:lnTo>
                  <a:pt x="276" y="1740356"/>
                </a:lnTo>
                <a:lnTo>
                  <a:pt x="1119" y="1708697"/>
                </a:lnTo>
                <a:lnTo>
                  <a:pt x="2527" y="1677058"/>
                </a:lnTo>
                <a:lnTo>
                  <a:pt x="4501" y="1645449"/>
                </a:lnTo>
                <a:lnTo>
                  <a:pt x="7039" y="1613880"/>
                </a:lnTo>
                <a:lnTo>
                  <a:pt x="10141" y="1582362"/>
                </a:lnTo>
                <a:lnTo>
                  <a:pt x="13806" y="1550905"/>
                </a:lnTo>
                <a:lnTo>
                  <a:pt x="18033" y="1519518"/>
                </a:lnTo>
                <a:lnTo>
                  <a:pt x="22820" y="1488212"/>
                </a:lnTo>
                <a:lnTo>
                  <a:pt x="28166" y="1456996"/>
                </a:lnTo>
                <a:lnTo>
                  <a:pt x="34069" y="1425880"/>
                </a:lnTo>
                <a:lnTo>
                  <a:pt x="40528" y="1394876"/>
                </a:lnTo>
                <a:lnTo>
                  <a:pt x="47539" y="1363991"/>
                </a:lnTo>
                <a:lnTo>
                  <a:pt x="55102" y="1333237"/>
                </a:lnTo>
                <a:lnTo>
                  <a:pt x="63213" y="1302623"/>
                </a:lnTo>
                <a:lnTo>
                  <a:pt x="71870" y="1272159"/>
                </a:lnTo>
                <a:lnTo>
                  <a:pt x="81070" y="1241854"/>
                </a:lnTo>
                <a:lnTo>
                  <a:pt x="90811" y="1211719"/>
                </a:lnTo>
                <a:lnTo>
                  <a:pt x="101088" y="1181763"/>
                </a:lnTo>
                <a:lnTo>
                  <a:pt x="111900" y="1151995"/>
                </a:lnTo>
                <a:lnTo>
                  <a:pt x="123241" y="1122425"/>
                </a:lnTo>
                <a:lnTo>
                  <a:pt x="135110" y="1093063"/>
                </a:lnTo>
                <a:lnTo>
                  <a:pt x="147501" y="1063918"/>
                </a:lnTo>
                <a:lnTo>
                  <a:pt x="269749" y="1117188"/>
                </a:lnTo>
                <a:lnTo>
                  <a:pt x="258290" y="1144139"/>
                </a:lnTo>
                <a:lnTo>
                  <a:pt x="247315" y="1171292"/>
                </a:lnTo>
                <a:lnTo>
                  <a:pt x="236827" y="1198636"/>
                </a:lnTo>
                <a:lnTo>
                  <a:pt x="226829" y="1226163"/>
                </a:lnTo>
                <a:lnTo>
                  <a:pt x="217325" y="1253864"/>
                </a:lnTo>
                <a:lnTo>
                  <a:pt x="208318" y="1281731"/>
                </a:lnTo>
                <a:lnTo>
                  <a:pt x="199810" y="1309755"/>
                </a:lnTo>
                <a:lnTo>
                  <a:pt x="191805" y="1337926"/>
                </a:lnTo>
                <a:lnTo>
                  <a:pt x="184304" y="1366236"/>
                </a:lnTo>
                <a:lnTo>
                  <a:pt x="177311" y="1394675"/>
                </a:lnTo>
                <a:lnTo>
                  <a:pt x="170827" y="1423235"/>
                </a:lnTo>
                <a:lnTo>
                  <a:pt x="164855" y="1451906"/>
                </a:lnTo>
                <a:lnTo>
                  <a:pt x="159396" y="1480679"/>
                </a:lnTo>
                <a:lnTo>
                  <a:pt x="154452" y="1509546"/>
                </a:lnTo>
                <a:lnTo>
                  <a:pt x="150026" y="1538496"/>
                </a:lnTo>
                <a:lnTo>
                  <a:pt x="146117" y="1567520"/>
                </a:lnTo>
                <a:lnTo>
                  <a:pt x="142728" y="1596610"/>
                </a:lnTo>
                <a:lnTo>
                  <a:pt x="139859" y="1625756"/>
                </a:lnTo>
                <a:lnTo>
                  <a:pt x="137512" y="1654948"/>
                </a:lnTo>
                <a:lnTo>
                  <a:pt x="135687" y="1684177"/>
                </a:lnTo>
                <a:lnTo>
                  <a:pt x="134385" y="1713435"/>
                </a:lnTo>
                <a:lnTo>
                  <a:pt x="133606" y="1742711"/>
                </a:lnTo>
                <a:lnTo>
                  <a:pt x="133350" y="1771997"/>
                </a:lnTo>
                <a:lnTo>
                  <a:pt x="133618" y="1801282"/>
                </a:lnTo>
                <a:lnTo>
                  <a:pt x="134409" y="1830558"/>
                </a:lnTo>
                <a:lnTo>
                  <a:pt x="135724" y="1859815"/>
                </a:lnTo>
                <a:lnTo>
                  <a:pt x="137561" y="1889044"/>
                </a:lnTo>
                <a:lnTo>
                  <a:pt x="139921" y="1918235"/>
                </a:lnTo>
                <a:lnTo>
                  <a:pt x="142802" y="1947379"/>
                </a:lnTo>
                <a:lnTo>
                  <a:pt x="146203" y="1976468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CC256A5-AB65-4CFE-AFE2-9354C33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18010" y="2582508"/>
                </a:moveTo>
                <a:lnTo>
                  <a:pt x="13244" y="2541750"/>
                </a:lnTo>
                <a:lnTo>
                  <a:pt x="9207" y="2500914"/>
                </a:lnTo>
                <a:lnTo>
                  <a:pt x="5901" y="2460012"/>
                </a:lnTo>
                <a:lnTo>
                  <a:pt x="3326" y="2419058"/>
                </a:lnTo>
                <a:lnTo>
                  <a:pt x="1484" y="2378064"/>
                </a:lnTo>
                <a:lnTo>
                  <a:pt x="376" y="2337044"/>
                </a:lnTo>
                <a:lnTo>
                  <a:pt x="0" y="2296011"/>
                </a:lnTo>
                <a:lnTo>
                  <a:pt x="358" y="2254977"/>
                </a:lnTo>
                <a:lnTo>
                  <a:pt x="1450" y="2213956"/>
                </a:lnTo>
                <a:lnTo>
                  <a:pt x="3274" y="2172962"/>
                </a:lnTo>
                <a:lnTo>
                  <a:pt x="5831" y="2132006"/>
                </a:lnTo>
                <a:lnTo>
                  <a:pt x="9120" y="2091103"/>
                </a:lnTo>
                <a:lnTo>
                  <a:pt x="13140" y="2050265"/>
                </a:lnTo>
                <a:lnTo>
                  <a:pt x="17888" y="2009506"/>
                </a:lnTo>
                <a:lnTo>
                  <a:pt x="23365" y="1968838"/>
                </a:lnTo>
                <a:lnTo>
                  <a:pt x="29568" y="1928274"/>
                </a:lnTo>
                <a:lnTo>
                  <a:pt x="36495" y="1887828"/>
                </a:lnTo>
                <a:lnTo>
                  <a:pt x="44143" y="1847512"/>
                </a:lnTo>
                <a:lnTo>
                  <a:pt x="52512" y="1807339"/>
                </a:lnTo>
                <a:lnTo>
                  <a:pt x="61597" y="1767322"/>
                </a:lnTo>
                <a:lnTo>
                  <a:pt x="71395" y="1727474"/>
                </a:lnTo>
                <a:lnTo>
                  <a:pt x="81905" y="1687807"/>
                </a:lnTo>
                <a:lnTo>
                  <a:pt x="93122" y="1648335"/>
                </a:lnTo>
                <a:lnTo>
                  <a:pt x="105042" y="1609069"/>
                </a:lnTo>
                <a:lnTo>
                  <a:pt x="117663" y="1570023"/>
                </a:lnTo>
                <a:lnTo>
                  <a:pt x="130980" y="1531209"/>
                </a:lnTo>
                <a:lnTo>
                  <a:pt x="144988" y="1492639"/>
                </a:lnTo>
                <a:lnTo>
                  <a:pt x="159684" y="1454325"/>
                </a:lnTo>
                <a:lnTo>
                  <a:pt x="175062" y="1416281"/>
                </a:lnTo>
                <a:lnTo>
                  <a:pt x="191118" y="1378517"/>
                </a:lnTo>
                <a:lnTo>
                  <a:pt x="601521" y="1557352"/>
                </a:lnTo>
                <a:lnTo>
                  <a:pt x="588596" y="1587751"/>
                </a:lnTo>
                <a:lnTo>
                  <a:pt x="576217" y="1618377"/>
                </a:lnTo>
                <a:lnTo>
                  <a:pt x="564387" y="1649218"/>
                </a:lnTo>
                <a:lnTo>
                  <a:pt x="553111" y="1680266"/>
                </a:lnTo>
                <a:lnTo>
                  <a:pt x="542391" y="1711511"/>
                </a:lnTo>
                <a:lnTo>
                  <a:pt x="532232" y="1742942"/>
                </a:lnTo>
                <a:lnTo>
                  <a:pt x="522636" y="1774550"/>
                </a:lnTo>
                <a:lnTo>
                  <a:pt x="513607" y="1806325"/>
                </a:lnTo>
                <a:lnTo>
                  <a:pt x="505147" y="1838256"/>
                </a:lnTo>
                <a:lnTo>
                  <a:pt x="497259" y="1870332"/>
                </a:lnTo>
                <a:lnTo>
                  <a:pt x="489946" y="1902545"/>
                </a:lnTo>
                <a:lnTo>
                  <a:pt x="483210" y="1934884"/>
                </a:lnTo>
                <a:lnTo>
                  <a:pt x="477052" y="1967337"/>
                </a:lnTo>
                <a:lnTo>
                  <a:pt x="471477" y="1999896"/>
                </a:lnTo>
                <a:lnTo>
                  <a:pt x="466483" y="2032549"/>
                </a:lnTo>
                <a:lnTo>
                  <a:pt x="462075" y="2065285"/>
                </a:lnTo>
                <a:lnTo>
                  <a:pt x="458252" y="2098096"/>
                </a:lnTo>
                <a:lnTo>
                  <a:pt x="455017" y="2130970"/>
                </a:lnTo>
                <a:lnTo>
                  <a:pt x="452369" y="2163896"/>
                </a:lnTo>
                <a:lnTo>
                  <a:pt x="450311" y="2196864"/>
                </a:lnTo>
                <a:lnTo>
                  <a:pt x="448842" y="2229864"/>
                </a:lnTo>
                <a:lnTo>
                  <a:pt x="447963" y="2262885"/>
                </a:lnTo>
                <a:lnTo>
                  <a:pt x="447675" y="2295916"/>
                </a:lnTo>
                <a:lnTo>
                  <a:pt x="447977" y="2328947"/>
                </a:lnTo>
                <a:lnTo>
                  <a:pt x="448870" y="2361967"/>
                </a:lnTo>
                <a:lnTo>
                  <a:pt x="450353" y="2394967"/>
                </a:lnTo>
                <a:lnTo>
                  <a:pt x="452425" y="2427934"/>
                </a:lnTo>
                <a:lnTo>
                  <a:pt x="455086" y="2460859"/>
                </a:lnTo>
                <a:lnTo>
                  <a:pt x="458336" y="2493731"/>
                </a:lnTo>
                <a:lnTo>
                  <a:pt x="462172" y="2526540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FSI">
            <a:extLst xmlns:a="http://schemas.openxmlformats.org/drawingml/2006/main">
              <a:ext uri="{FF2B5EF4-FFF2-40B4-BE49-F238E27FC236}">
                <a16:creationId xmlns:a16="http://schemas.microsoft.com/office/drawing/2014/main" id="{CB814EDE-5787-495C-B4DE-F25BE9F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09091">
            <a:off x="382988" y="2763371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FSI</a:t>
            </a:r>
          </a:p>
        </p:txBody>
      </p:sp>
      <p:sp>
        <p:nvSpPr>
          <p:cNvPr id="68" name="2200">
            <a:extLst xmlns:a="http://schemas.openxmlformats.org/drawingml/2006/main">
              <a:ext uri="{FF2B5EF4-FFF2-40B4-BE49-F238E27FC236}">
                <a16:creationId xmlns:a16="http://schemas.microsoft.com/office/drawing/2014/main" id="{B91E7218-6B6A-4518-8865-286744FA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09091">
            <a:off x="741254" y="2814882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69" name="1100">
            <a:extLst xmlns:a="http://schemas.openxmlformats.org/drawingml/2006/main">
              <a:ext uri="{FF2B5EF4-FFF2-40B4-BE49-F238E27FC236}">
                <a16:creationId xmlns:a16="http://schemas.microsoft.com/office/drawing/2014/main" id="{545AADDE-9C36-4075-8546-4313D742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09091">
            <a:off x="1203229" y="2881304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7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AA3871F-882A-4A4E-B579-0E3937C1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35014" y="785547"/>
                </a:moveTo>
                <a:lnTo>
                  <a:pt x="145859" y="763367"/>
                </a:lnTo>
                <a:lnTo>
                  <a:pt x="157099" y="741385"/>
                </a:lnTo>
                <a:lnTo>
                  <a:pt x="168731" y="719607"/>
                </a:lnTo>
                <a:lnTo>
                  <a:pt x="180749" y="698041"/>
                </a:lnTo>
                <a:lnTo>
                  <a:pt x="193152" y="676692"/>
                </a:lnTo>
                <a:lnTo>
                  <a:pt x="205933" y="655569"/>
                </a:lnTo>
                <a:lnTo>
                  <a:pt x="219091" y="634678"/>
                </a:lnTo>
                <a:lnTo>
                  <a:pt x="232620" y="614026"/>
                </a:lnTo>
                <a:lnTo>
                  <a:pt x="246515" y="593618"/>
                </a:lnTo>
                <a:lnTo>
                  <a:pt x="260774" y="573462"/>
                </a:lnTo>
                <a:lnTo>
                  <a:pt x="275390" y="553565"/>
                </a:lnTo>
                <a:lnTo>
                  <a:pt x="290360" y="533931"/>
                </a:lnTo>
                <a:lnTo>
                  <a:pt x="305678" y="514569"/>
                </a:lnTo>
                <a:lnTo>
                  <a:pt x="321340" y="495483"/>
                </a:lnTo>
                <a:lnTo>
                  <a:pt x="337340" y="476680"/>
                </a:lnTo>
                <a:lnTo>
                  <a:pt x="353674" y="458167"/>
                </a:lnTo>
                <a:lnTo>
                  <a:pt x="370337" y="439948"/>
                </a:lnTo>
                <a:lnTo>
                  <a:pt x="387322" y="422030"/>
                </a:lnTo>
                <a:lnTo>
                  <a:pt x="404625" y="404419"/>
                </a:lnTo>
                <a:lnTo>
                  <a:pt x="422241" y="387120"/>
                </a:lnTo>
                <a:lnTo>
                  <a:pt x="440162" y="370138"/>
                </a:lnTo>
                <a:lnTo>
                  <a:pt x="458384" y="353479"/>
                </a:lnTo>
                <a:lnTo>
                  <a:pt x="476901" y="337149"/>
                </a:lnTo>
                <a:lnTo>
                  <a:pt x="495707" y="321152"/>
                </a:lnTo>
                <a:lnTo>
                  <a:pt x="514796" y="305495"/>
                </a:lnTo>
                <a:lnTo>
                  <a:pt x="534162" y="290180"/>
                </a:lnTo>
                <a:lnTo>
                  <a:pt x="553799" y="275215"/>
                </a:lnTo>
                <a:lnTo>
                  <a:pt x="573699" y="260603"/>
                </a:lnTo>
                <a:lnTo>
                  <a:pt x="593858" y="246349"/>
                </a:lnTo>
                <a:lnTo>
                  <a:pt x="614269" y="232457"/>
                </a:lnTo>
                <a:lnTo>
                  <a:pt x="989764" y="794908"/>
                </a:lnTo>
                <a:lnTo>
                  <a:pt x="979347" y="801998"/>
                </a:lnTo>
                <a:lnTo>
                  <a:pt x="969060" y="809272"/>
                </a:lnTo>
                <a:lnTo>
                  <a:pt x="958903" y="816729"/>
                </a:lnTo>
                <a:lnTo>
                  <a:pt x="948882" y="824367"/>
                </a:lnTo>
                <a:lnTo>
                  <a:pt x="938999" y="832183"/>
                </a:lnTo>
                <a:lnTo>
                  <a:pt x="929257" y="840173"/>
                </a:lnTo>
                <a:lnTo>
                  <a:pt x="919659" y="848337"/>
                </a:lnTo>
                <a:lnTo>
                  <a:pt x="910209" y="856671"/>
                </a:lnTo>
                <a:lnTo>
                  <a:pt x="900909" y="865173"/>
                </a:lnTo>
                <a:lnTo>
                  <a:pt x="891763" y="873839"/>
                </a:lnTo>
                <a:lnTo>
                  <a:pt x="882774" y="882668"/>
                </a:lnTo>
                <a:lnTo>
                  <a:pt x="873943" y="891656"/>
                </a:lnTo>
                <a:lnTo>
                  <a:pt x="865275" y="900800"/>
                </a:lnTo>
                <a:lnTo>
                  <a:pt x="856771" y="910098"/>
                </a:lnTo>
                <a:lnTo>
                  <a:pt x="848435" y="919546"/>
                </a:lnTo>
                <a:lnTo>
                  <a:pt x="840269" y="929142"/>
                </a:lnTo>
                <a:lnTo>
                  <a:pt x="832276" y="938882"/>
                </a:lnTo>
                <a:lnTo>
                  <a:pt x="824459" y="948764"/>
                </a:lnTo>
                <a:lnTo>
                  <a:pt x="816819" y="958784"/>
                </a:lnTo>
                <a:lnTo>
                  <a:pt x="809359" y="968939"/>
                </a:lnTo>
                <a:lnTo>
                  <a:pt x="802083" y="979225"/>
                </a:lnTo>
                <a:lnTo>
                  <a:pt x="794991" y="989640"/>
                </a:lnTo>
                <a:lnTo>
                  <a:pt x="788087" y="1000180"/>
                </a:lnTo>
                <a:lnTo>
                  <a:pt x="781372" y="1010841"/>
                </a:lnTo>
                <a:lnTo>
                  <a:pt x="774849" y="1021621"/>
                </a:lnTo>
                <a:lnTo>
                  <a:pt x="768519" y="1032516"/>
                </a:lnTo>
                <a:lnTo>
                  <a:pt x="762386" y="1043523"/>
                </a:lnTo>
                <a:lnTo>
                  <a:pt x="756450" y="1054637"/>
                </a:lnTo>
                <a:lnTo>
                  <a:pt x="750714" y="1065855"/>
                </a:lnTo>
                <a:lnTo>
                  <a:pt x="745179" y="1077175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31CE3F9-C17B-44DA-8804-6D49217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73190" y="1007667"/>
                </a:moveTo>
                <a:lnTo>
                  <a:pt x="187102" y="979216"/>
                </a:lnTo>
                <a:lnTo>
                  <a:pt x="201521" y="951018"/>
                </a:lnTo>
                <a:lnTo>
                  <a:pt x="216441" y="923082"/>
                </a:lnTo>
                <a:lnTo>
                  <a:pt x="231858" y="895418"/>
                </a:lnTo>
                <a:lnTo>
                  <a:pt x="247767" y="868033"/>
                </a:lnTo>
                <a:lnTo>
                  <a:pt x="264163" y="840937"/>
                </a:lnTo>
                <a:lnTo>
                  <a:pt x="281041" y="814139"/>
                </a:lnTo>
                <a:lnTo>
                  <a:pt x="298395" y="787647"/>
                </a:lnTo>
                <a:lnTo>
                  <a:pt x="316220" y="761469"/>
                </a:lnTo>
                <a:lnTo>
                  <a:pt x="334510" y="735614"/>
                </a:lnTo>
                <a:lnTo>
                  <a:pt x="353259" y="710090"/>
                </a:lnTo>
                <a:lnTo>
                  <a:pt x="372461" y="684905"/>
                </a:lnTo>
                <a:lnTo>
                  <a:pt x="392111" y="660067"/>
                </a:lnTo>
                <a:lnTo>
                  <a:pt x="412201" y="635585"/>
                </a:lnTo>
                <a:lnTo>
                  <a:pt x="432726" y="611466"/>
                </a:lnTo>
                <a:lnTo>
                  <a:pt x="453679" y="587717"/>
                </a:lnTo>
                <a:lnTo>
                  <a:pt x="475053" y="564347"/>
                </a:lnTo>
                <a:lnTo>
                  <a:pt x="496841" y="541363"/>
                </a:lnTo>
                <a:lnTo>
                  <a:pt x="519037" y="518772"/>
                </a:lnTo>
                <a:lnTo>
                  <a:pt x="541633" y="496581"/>
                </a:lnTo>
                <a:lnTo>
                  <a:pt x="564622" y="474798"/>
                </a:lnTo>
                <a:lnTo>
                  <a:pt x="587996" y="453429"/>
                </a:lnTo>
                <a:lnTo>
                  <a:pt x="611749" y="432481"/>
                </a:lnTo>
                <a:lnTo>
                  <a:pt x="635873" y="411961"/>
                </a:lnTo>
                <a:lnTo>
                  <a:pt x="660359" y="391876"/>
                </a:lnTo>
                <a:lnTo>
                  <a:pt x="685201" y="372231"/>
                </a:lnTo>
                <a:lnTo>
                  <a:pt x="710390" y="353034"/>
                </a:lnTo>
                <a:lnTo>
                  <a:pt x="735918" y="334290"/>
                </a:lnTo>
                <a:lnTo>
                  <a:pt x="761777" y="316006"/>
                </a:lnTo>
                <a:lnTo>
                  <a:pt x="787958" y="298187"/>
                </a:lnTo>
                <a:lnTo>
                  <a:pt x="862000" y="409092"/>
                </a:lnTo>
                <a:lnTo>
                  <a:pt x="837789" y="425571"/>
                </a:lnTo>
                <a:lnTo>
                  <a:pt x="813876" y="442479"/>
                </a:lnTo>
                <a:lnTo>
                  <a:pt x="790270" y="459812"/>
                </a:lnTo>
                <a:lnTo>
                  <a:pt x="766977" y="477564"/>
                </a:lnTo>
                <a:lnTo>
                  <a:pt x="744005" y="495730"/>
                </a:lnTo>
                <a:lnTo>
                  <a:pt x="721361" y="514303"/>
                </a:lnTo>
                <a:lnTo>
                  <a:pt x="699054" y="533279"/>
                </a:lnTo>
                <a:lnTo>
                  <a:pt x="677089" y="552650"/>
                </a:lnTo>
                <a:lnTo>
                  <a:pt x="655473" y="572410"/>
                </a:lnTo>
                <a:lnTo>
                  <a:pt x="634215" y="592554"/>
                </a:lnTo>
                <a:lnTo>
                  <a:pt x="613320" y="613074"/>
                </a:lnTo>
                <a:lnTo>
                  <a:pt x="592795" y="633965"/>
                </a:lnTo>
                <a:lnTo>
                  <a:pt x="572646" y="655220"/>
                </a:lnTo>
                <a:lnTo>
                  <a:pt x="552881" y="676831"/>
                </a:lnTo>
                <a:lnTo>
                  <a:pt x="533505" y="698792"/>
                </a:lnTo>
                <a:lnTo>
                  <a:pt x="514525" y="721095"/>
                </a:lnTo>
                <a:lnTo>
                  <a:pt x="495947" y="743735"/>
                </a:lnTo>
                <a:lnTo>
                  <a:pt x="477777" y="766703"/>
                </a:lnTo>
                <a:lnTo>
                  <a:pt x="460019" y="789992"/>
                </a:lnTo>
                <a:lnTo>
                  <a:pt x="442681" y="813595"/>
                </a:lnTo>
                <a:lnTo>
                  <a:pt x="425768" y="837504"/>
                </a:lnTo>
                <a:lnTo>
                  <a:pt x="409285" y="861711"/>
                </a:lnTo>
                <a:lnTo>
                  <a:pt x="393237" y="886210"/>
                </a:lnTo>
                <a:lnTo>
                  <a:pt x="377630" y="910991"/>
                </a:lnTo>
                <a:lnTo>
                  <a:pt x="362468" y="936047"/>
                </a:lnTo>
                <a:lnTo>
                  <a:pt x="347756" y="961371"/>
                </a:lnTo>
                <a:lnTo>
                  <a:pt x="333499" y="986953"/>
                </a:lnTo>
                <a:lnTo>
                  <a:pt x="319702" y="1012786"/>
                </a:lnTo>
                <a:lnTo>
                  <a:pt x="306369" y="1038861"/>
                </a:lnTo>
                <a:lnTo>
                  <a:pt x="293505" y="1065171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5E210C4-31A4-4686-8A60-7B11E0B6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224403" y="1305633"/>
                </a:moveTo>
                <a:lnTo>
                  <a:pt x="242428" y="1268769"/>
                </a:lnTo>
                <a:lnTo>
                  <a:pt x="261110" y="1232233"/>
                </a:lnTo>
                <a:lnTo>
                  <a:pt x="280442" y="1196036"/>
                </a:lnTo>
                <a:lnTo>
                  <a:pt x="300418" y="1160192"/>
                </a:lnTo>
                <a:lnTo>
                  <a:pt x="321031" y="1124709"/>
                </a:lnTo>
                <a:lnTo>
                  <a:pt x="342275" y="1089602"/>
                </a:lnTo>
                <a:lnTo>
                  <a:pt x="364144" y="1054879"/>
                </a:lnTo>
                <a:lnTo>
                  <a:pt x="386630" y="1020553"/>
                </a:lnTo>
                <a:lnTo>
                  <a:pt x="409725" y="986634"/>
                </a:lnTo>
                <a:lnTo>
                  <a:pt x="433424" y="953134"/>
                </a:lnTo>
                <a:lnTo>
                  <a:pt x="457717" y="920063"/>
                </a:lnTo>
                <a:lnTo>
                  <a:pt x="482598" y="887431"/>
                </a:lnTo>
                <a:lnTo>
                  <a:pt x="508058" y="855249"/>
                </a:lnTo>
                <a:lnTo>
                  <a:pt x="534089" y="823527"/>
                </a:lnTo>
                <a:lnTo>
                  <a:pt x="560683" y="792276"/>
                </a:lnTo>
                <a:lnTo>
                  <a:pt x="587831" y="761505"/>
                </a:lnTo>
                <a:lnTo>
                  <a:pt x="615526" y="731224"/>
                </a:lnTo>
                <a:lnTo>
                  <a:pt x="643757" y="701443"/>
                </a:lnTo>
                <a:lnTo>
                  <a:pt x="672515" y="672172"/>
                </a:lnTo>
                <a:lnTo>
                  <a:pt x="701793" y="643419"/>
                </a:lnTo>
                <a:lnTo>
                  <a:pt x="731580" y="615195"/>
                </a:lnTo>
                <a:lnTo>
                  <a:pt x="761866" y="587507"/>
                </a:lnTo>
                <a:lnTo>
                  <a:pt x="792643" y="560365"/>
                </a:lnTo>
                <a:lnTo>
                  <a:pt x="823900" y="533778"/>
                </a:lnTo>
                <a:lnTo>
                  <a:pt x="855627" y="507753"/>
                </a:lnTo>
                <a:lnTo>
                  <a:pt x="887814" y="482300"/>
                </a:lnTo>
                <a:lnTo>
                  <a:pt x="920451" y="457426"/>
                </a:lnTo>
                <a:lnTo>
                  <a:pt x="953528" y="433140"/>
                </a:lnTo>
                <a:lnTo>
                  <a:pt x="987033" y="409449"/>
                </a:lnTo>
                <a:lnTo>
                  <a:pt x="1020957" y="386360"/>
                </a:lnTo>
                <a:lnTo>
                  <a:pt x="1269524" y="758687"/>
                </a:lnTo>
                <a:lnTo>
                  <a:pt x="1242216" y="777273"/>
                </a:lnTo>
                <a:lnTo>
                  <a:pt x="1215245" y="796344"/>
                </a:lnTo>
                <a:lnTo>
                  <a:pt x="1188619" y="815894"/>
                </a:lnTo>
                <a:lnTo>
                  <a:pt x="1162347" y="835916"/>
                </a:lnTo>
                <a:lnTo>
                  <a:pt x="1136437" y="856406"/>
                </a:lnTo>
                <a:lnTo>
                  <a:pt x="1110897" y="877355"/>
                </a:lnTo>
                <a:lnTo>
                  <a:pt x="1085736" y="898757"/>
                </a:lnTo>
                <a:lnTo>
                  <a:pt x="1060962" y="920606"/>
                </a:lnTo>
                <a:lnTo>
                  <a:pt x="1036581" y="942894"/>
                </a:lnTo>
                <a:lnTo>
                  <a:pt x="1012604" y="965614"/>
                </a:lnTo>
                <a:lnTo>
                  <a:pt x="989036" y="988760"/>
                </a:lnTo>
                <a:lnTo>
                  <a:pt x="965886" y="1012322"/>
                </a:lnTo>
                <a:lnTo>
                  <a:pt x="943160" y="1036295"/>
                </a:lnTo>
                <a:lnTo>
                  <a:pt x="920867" y="1060671"/>
                </a:lnTo>
                <a:lnTo>
                  <a:pt x="899013" y="1085441"/>
                </a:lnTo>
                <a:lnTo>
                  <a:pt x="877605" y="1110597"/>
                </a:lnTo>
                <a:lnTo>
                  <a:pt x="856651" y="1136132"/>
                </a:lnTo>
                <a:lnTo>
                  <a:pt x="836156" y="1162038"/>
                </a:lnTo>
                <a:lnTo>
                  <a:pt x="816128" y="1188306"/>
                </a:lnTo>
                <a:lnTo>
                  <a:pt x="796572" y="1214928"/>
                </a:lnTo>
                <a:lnTo>
                  <a:pt x="777495" y="1241895"/>
                </a:lnTo>
                <a:lnTo>
                  <a:pt x="758904" y="1269199"/>
                </a:lnTo>
                <a:lnTo>
                  <a:pt x="740803" y="1296831"/>
                </a:lnTo>
                <a:lnTo>
                  <a:pt x="723200" y="1324782"/>
                </a:lnTo>
                <a:lnTo>
                  <a:pt x="706098" y="1353043"/>
                </a:lnTo>
                <a:lnTo>
                  <a:pt x="689505" y="1381605"/>
                </a:lnTo>
                <a:lnTo>
                  <a:pt x="673425" y="1410459"/>
                </a:lnTo>
                <a:lnTo>
                  <a:pt x="657863" y="1439597"/>
                </a:lnTo>
                <a:lnTo>
                  <a:pt x="642825" y="1469007"/>
                </a:lnTo>
                <a:lnTo>
                  <a:pt x="628314" y="1498682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PCR">
            <a:extLst xmlns:a="http://schemas.openxmlformats.org/drawingml/2006/main">
              <a:ext uri="{FF2B5EF4-FFF2-40B4-BE49-F238E27FC236}">
                <a16:creationId xmlns:a16="http://schemas.microsoft.com/office/drawing/2014/main" id="{D02A224C-5FD6-4689-8BD2-9CA4222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45455">
            <a:off x="866797" y="1703977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PCR</a:t>
            </a:r>
          </a:p>
        </p:txBody>
      </p:sp>
      <p:sp>
        <p:nvSpPr>
          <p:cNvPr id="74" name="2200">
            <a:extLst xmlns:a="http://schemas.openxmlformats.org/drawingml/2006/main">
              <a:ext uri="{FF2B5EF4-FFF2-40B4-BE49-F238E27FC236}">
                <a16:creationId xmlns:a16="http://schemas.microsoft.com/office/drawing/2014/main" id="{16FE4563-18E2-419C-A0E6-5EFE9848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45455">
            <a:off x="1140341" y="1941004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75" name="1100">
            <a:extLst xmlns:a="http://schemas.openxmlformats.org/drawingml/2006/main">
              <a:ext uri="{FF2B5EF4-FFF2-40B4-BE49-F238E27FC236}">
                <a16:creationId xmlns:a16="http://schemas.microsoft.com/office/drawing/2014/main" id="{3A94C0D5-06FB-419E-8B95-211C18F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45455">
            <a:off x="1493068" y="2246644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7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63C1EC1-2F37-41A1-82E6-FB545512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654824" y="206394"/>
                </a:moveTo>
                <a:lnTo>
                  <a:pt x="675939" y="193599"/>
                </a:lnTo>
                <a:lnTo>
                  <a:pt x="697279" y="181183"/>
                </a:lnTo>
                <a:lnTo>
                  <a:pt x="718838" y="169151"/>
                </a:lnTo>
                <a:lnTo>
                  <a:pt x="740608" y="157506"/>
                </a:lnTo>
                <a:lnTo>
                  <a:pt x="762583" y="146252"/>
                </a:lnTo>
                <a:lnTo>
                  <a:pt x="784756" y="135392"/>
                </a:lnTo>
                <a:lnTo>
                  <a:pt x="807119" y="124931"/>
                </a:lnTo>
                <a:lnTo>
                  <a:pt x="829666" y="114871"/>
                </a:lnTo>
                <a:lnTo>
                  <a:pt x="852389" y="105216"/>
                </a:lnTo>
                <a:lnTo>
                  <a:pt x="875281" y="95968"/>
                </a:lnTo>
                <a:lnTo>
                  <a:pt x="898334" y="87131"/>
                </a:lnTo>
                <a:lnTo>
                  <a:pt x="921542" y="78708"/>
                </a:lnTo>
                <a:lnTo>
                  <a:pt x="944897" y="70701"/>
                </a:lnTo>
                <a:lnTo>
                  <a:pt x="968391" y="63112"/>
                </a:lnTo>
                <a:lnTo>
                  <a:pt x="992017" y="55945"/>
                </a:lnTo>
                <a:lnTo>
                  <a:pt x="1015767" y="49202"/>
                </a:lnTo>
                <a:lnTo>
                  <a:pt x="1039635" y="42883"/>
                </a:lnTo>
                <a:lnTo>
                  <a:pt x="1063611" y="36993"/>
                </a:lnTo>
                <a:lnTo>
                  <a:pt x="1087689" y="31532"/>
                </a:lnTo>
                <a:lnTo>
                  <a:pt x="1111860" y="26502"/>
                </a:lnTo>
                <a:lnTo>
                  <a:pt x="1136118" y="21906"/>
                </a:lnTo>
                <a:lnTo>
                  <a:pt x="1160453" y="17743"/>
                </a:lnTo>
                <a:lnTo>
                  <a:pt x="1184860" y="14016"/>
                </a:lnTo>
                <a:lnTo>
                  <a:pt x="1209329" y="10726"/>
                </a:lnTo>
                <a:lnTo>
                  <a:pt x="1233853" y="7874"/>
                </a:lnTo>
                <a:lnTo>
                  <a:pt x="1258424" y="5461"/>
                </a:lnTo>
                <a:lnTo>
                  <a:pt x="1283034" y="3488"/>
                </a:lnTo>
                <a:lnTo>
                  <a:pt x="1307675" y="1954"/>
                </a:lnTo>
                <a:lnTo>
                  <a:pt x="1332340" y="862"/>
                </a:lnTo>
                <a:lnTo>
                  <a:pt x="1357021" y="210"/>
                </a:lnTo>
                <a:lnTo>
                  <a:pt x="1368824" y="676382"/>
                </a:lnTo>
                <a:lnTo>
                  <a:pt x="1356228" y="676715"/>
                </a:lnTo>
                <a:lnTo>
                  <a:pt x="1343640" y="677272"/>
                </a:lnTo>
                <a:lnTo>
                  <a:pt x="1331065" y="678055"/>
                </a:lnTo>
                <a:lnTo>
                  <a:pt x="1318505" y="679062"/>
                </a:lnTo>
                <a:lnTo>
                  <a:pt x="1305965" y="680294"/>
                </a:lnTo>
                <a:lnTo>
                  <a:pt x="1293450" y="681749"/>
                </a:lnTo>
                <a:lnTo>
                  <a:pt x="1280962" y="683428"/>
                </a:lnTo>
                <a:lnTo>
                  <a:pt x="1268506" y="685330"/>
                </a:lnTo>
                <a:lnTo>
                  <a:pt x="1256087" y="687454"/>
                </a:lnTo>
                <a:lnTo>
                  <a:pt x="1243707" y="689800"/>
                </a:lnTo>
                <a:lnTo>
                  <a:pt x="1231371" y="692367"/>
                </a:lnTo>
                <a:lnTo>
                  <a:pt x="1219083" y="695154"/>
                </a:lnTo>
                <a:lnTo>
                  <a:pt x="1206847" y="698160"/>
                </a:lnTo>
                <a:lnTo>
                  <a:pt x="1194667" y="701385"/>
                </a:lnTo>
                <a:lnTo>
                  <a:pt x="1182546" y="704826"/>
                </a:lnTo>
                <a:lnTo>
                  <a:pt x="1170488" y="708484"/>
                </a:lnTo>
                <a:lnTo>
                  <a:pt x="1158498" y="712357"/>
                </a:lnTo>
                <a:lnTo>
                  <a:pt x="1146579" y="716443"/>
                </a:lnTo>
                <a:lnTo>
                  <a:pt x="1134735" y="720742"/>
                </a:lnTo>
                <a:lnTo>
                  <a:pt x="1122970" y="725252"/>
                </a:lnTo>
                <a:lnTo>
                  <a:pt x="1111287" y="729971"/>
                </a:lnTo>
                <a:lnTo>
                  <a:pt x="1099691" y="734899"/>
                </a:lnTo>
                <a:lnTo>
                  <a:pt x="1088184" y="740033"/>
                </a:lnTo>
                <a:lnTo>
                  <a:pt x="1076771" y="745372"/>
                </a:lnTo>
                <a:lnTo>
                  <a:pt x="1065455" y="750914"/>
                </a:lnTo>
                <a:lnTo>
                  <a:pt x="1054240" y="756657"/>
                </a:lnTo>
                <a:lnTo>
                  <a:pt x="1043130" y="762600"/>
                </a:lnTo>
                <a:lnTo>
                  <a:pt x="1032128" y="768741"/>
                </a:lnTo>
                <a:lnTo>
                  <a:pt x="1021237" y="775077"/>
                </a:lnTo>
                <a:lnTo>
                  <a:pt x="1010461" y="781607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C3D5D82-463A-4540-9C2A-2046CA0A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839981" y="264754"/>
                </a:moveTo>
                <a:lnTo>
                  <a:pt x="867066" y="248341"/>
                </a:lnTo>
                <a:lnTo>
                  <a:pt x="894440" y="232414"/>
                </a:lnTo>
                <a:lnTo>
                  <a:pt x="922095" y="216980"/>
                </a:lnTo>
                <a:lnTo>
                  <a:pt x="950021" y="202042"/>
                </a:lnTo>
                <a:lnTo>
                  <a:pt x="978210" y="187606"/>
                </a:lnTo>
                <a:lnTo>
                  <a:pt x="1006652" y="173676"/>
                </a:lnTo>
                <a:lnTo>
                  <a:pt x="1035339" y="160256"/>
                </a:lnTo>
                <a:lnTo>
                  <a:pt x="1064261" y="147352"/>
                </a:lnTo>
                <a:lnTo>
                  <a:pt x="1093409" y="134966"/>
                </a:lnTo>
                <a:lnTo>
                  <a:pt x="1122774" y="123104"/>
                </a:lnTo>
                <a:lnTo>
                  <a:pt x="1152346" y="111769"/>
                </a:lnTo>
                <a:lnTo>
                  <a:pt x="1182116" y="100963"/>
                </a:lnTo>
                <a:lnTo>
                  <a:pt x="1212075" y="90692"/>
                </a:lnTo>
                <a:lnTo>
                  <a:pt x="1242212" y="80958"/>
                </a:lnTo>
                <a:lnTo>
                  <a:pt x="1272519" y="71764"/>
                </a:lnTo>
                <a:lnTo>
                  <a:pt x="1302984" y="63114"/>
                </a:lnTo>
                <a:lnTo>
                  <a:pt x="1333600" y="55009"/>
                </a:lnTo>
                <a:lnTo>
                  <a:pt x="1364356" y="47453"/>
                </a:lnTo>
                <a:lnTo>
                  <a:pt x="1395242" y="40448"/>
                </a:lnTo>
                <a:lnTo>
                  <a:pt x="1426248" y="33996"/>
                </a:lnTo>
                <a:lnTo>
                  <a:pt x="1457365" y="28099"/>
                </a:lnTo>
                <a:lnTo>
                  <a:pt x="1488581" y="22760"/>
                </a:lnTo>
                <a:lnTo>
                  <a:pt x="1519889" y="17980"/>
                </a:lnTo>
                <a:lnTo>
                  <a:pt x="1551277" y="13759"/>
                </a:lnTo>
                <a:lnTo>
                  <a:pt x="1582735" y="10101"/>
                </a:lnTo>
                <a:lnTo>
                  <a:pt x="1614254" y="7006"/>
                </a:lnTo>
                <a:lnTo>
                  <a:pt x="1645823" y="4474"/>
                </a:lnTo>
                <a:lnTo>
                  <a:pt x="1677432" y="2507"/>
                </a:lnTo>
                <a:lnTo>
                  <a:pt x="1709071" y="1106"/>
                </a:lnTo>
                <a:lnTo>
                  <a:pt x="1740730" y="270"/>
                </a:lnTo>
                <a:lnTo>
                  <a:pt x="1743058" y="133600"/>
                </a:lnTo>
                <a:lnTo>
                  <a:pt x="1713781" y="134372"/>
                </a:lnTo>
                <a:lnTo>
                  <a:pt x="1684524" y="135668"/>
                </a:lnTo>
                <a:lnTo>
                  <a:pt x="1655294" y="137487"/>
                </a:lnTo>
                <a:lnTo>
                  <a:pt x="1626101" y="139828"/>
                </a:lnTo>
                <a:lnTo>
                  <a:pt x="1596954" y="142691"/>
                </a:lnTo>
                <a:lnTo>
                  <a:pt x="1567864" y="146074"/>
                </a:lnTo>
                <a:lnTo>
                  <a:pt x="1538839" y="149976"/>
                </a:lnTo>
                <a:lnTo>
                  <a:pt x="1509888" y="154397"/>
                </a:lnTo>
                <a:lnTo>
                  <a:pt x="1481020" y="159334"/>
                </a:lnTo>
                <a:lnTo>
                  <a:pt x="1452246" y="164787"/>
                </a:lnTo>
                <a:lnTo>
                  <a:pt x="1423574" y="170753"/>
                </a:lnTo>
                <a:lnTo>
                  <a:pt x="1395012" y="177231"/>
                </a:lnTo>
                <a:lnTo>
                  <a:pt x="1366572" y="184219"/>
                </a:lnTo>
                <a:lnTo>
                  <a:pt x="1338260" y="191713"/>
                </a:lnTo>
                <a:lnTo>
                  <a:pt x="1310088" y="199713"/>
                </a:lnTo>
                <a:lnTo>
                  <a:pt x="1282062" y="208214"/>
                </a:lnTo>
                <a:lnTo>
                  <a:pt x="1254193" y="217216"/>
                </a:lnTo>
                <a:lnTo>
                  <a:pt x="1226490" y="226714"/>
                </a:lnTo>
                <a:lnTo>
                  <a:pt x="1198960" y="236706"/>
                </a:lnTo>
                <a:lnTo>
                  <a:pt x="1171614" y="247188"/>
                </a:lnTo>
                <a:lnTo>
                  <a:pt x="1144460" y="258158"/>
                </a:lnTo>
                <a:lnTo>
                  <a:pt x="1117505" y="269611"/>
                </a:lnTo>
                <a:lnTo>
                  <a:pt x="1090760" y="281544"/>
                </a:lnTo>
                <a:lnTo>
                  <a:pt x="1064233" y="293953"/>
                </a:lnTo>
                <a:lnTo>
                  <a:pt x="1037931" y="306835"/>
                </a:lnTo>
                <a:lnTo>
                  <a:pt x="1011864" y="320184"/>
                </a:lnTo>
                <a:lnTo>
                  <a:pt x="986040" y="333998"/>
                </a:lnTo>
                <a:lnTo>
                  <a:pt x="960467" y="348271"/>
                </a:lnTo>
                <a:lnTo>
                  <a:pt x="935153" y="362998"/>
                </a:lnTo>
                <a:lnTo>
                  <a:pt x="910106" y="378176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5268934-B691-4359-A75D-661897A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1088362" y="343041"/>
                </a:moveTo>
                <a:lnTo>
                  <a:pt x="1123457" y="321775"/>
                </a:lnTo>
                <a:lnTo>
                  <a:pt x="1158926" y="301139"/>
                </a:lnTo>
                <a:lnTo>
                  <a:pt x="1194758" y="281140"/>
                </a:lnTo>
                <a:lnTo>
                  <a:pt x="1230942" y="261785"/>
                </a:lnTo>
                <a:lnTo>
                  <a:pt x="1267466" y="243080"/>
                </a:lnTo>
                <a:lnTo>
                  <a:pt x="1304318" y="225031"/>
                </a:lnTo>
                <a:lnTo>
                  <a:pt x="1341488" y="207644"/>
                </a:lnTo>
                <a:lnTo>
                  <a:pt x="1378962" y="190924"/>
                </a:lnTo>
                <a:lnTo>
                  <a:pt x="1416729" y="174876"/>
                </a:lnTo>
                <a:lnTo>
                  <a:pt x="1454777" y="159506"/>
                </a:lnTo>
                <a:lnTo>
                  <a:pt x="1493094" y="144818"/>
                </a:lnTo>
                <a:lnTo>
                  <a:pt x="1531667" y="130818"/>
                </a:lnTo>
                <a:lnTo>
                  <a:pt x="1570484" y="117510"/>
                </a:lnTo>
                <a:lnTo>
                  <a:pt x="1609533" y="104897"/>
                </a:lnTo>
                <a:lnTo>
                  <a:pt x="1648801" y="92985"/>
                </a:lnTo>
                <a:lnTo>
                  <a:pt x="1688276" y="81776"/>
                </a:lnTo>
                <a:lnTo>
                  <a:pt x="1727944" y="71275"/>
                </a:lnTo>
                <a:lnTo>
                  <a:pt x="1767795" y="61485"/>
                </a:lnTo>
                <a:lnTo>
                  <a:pt x="1807813" y="52408"/>
                </a:lnTo>
                <a:lnTo>
                  <a:pt x="1847988" y="44049"/>
                </a:lnTo>
                <a:lnTo>
                  <a:pt x="1888306" y="36408"/>
                </a:lnTo>
                <a:lnTo>
                  <a:pt x="1928753" y="29490"/>
                </a:lnTo>
                <a:lnTo>
                  <a:pt x="1969318" y="23296"/>
                </a:lnTo>
                <a:lnTo>
                  <a:pt x="2009988" y="17828"/>
                </a:lnTo>
                <a:lnTo>
                  <a:pt x="2050748" y="13088"/>
                </a:lnTo>
                <a:lnTo>
                  <a:pt x="2091587" y="9077"/>
                </a:lnTo>
                <a:lnTo>
                  <a:pt x="2132491" y="5797"/>
                </a:lnTo>
                <a:lnTo>
                  <a:pt x="2173447" y="3248"/>
                </a:lnTo>
                <a:lnTo>
                  <a:pt x="2214442" y="1432"/>
                </a:lnTo>
                <a:lnTo>
                  <a:pt x="2255463" y="350"/>
                </a:lnTo>
                <a:lnTo>
                  <a:pt x="2263276" y="447956"/>
                </a:lnTo>
                <a:lnTo>
                  <a:pt x="2230255" y="448828"/>
                </a:lnTo>
                <a:lnTo>
                  <a:pt x="2197254" y="450290"/>
                </a:lnTo>
                <a:lnTo>
                  <a:pt x="2164286" y="452341"/>
                </a:lnTo>
                <a:lnTo>
                  <a:pt x="2131359" y="454982"/>
                </a:lnTo>
                <a:lnTo>
                  <a:pt x="2098485" y="458210"/>
                </a:lnTo>
                <a:lnTo>
                  <a:pt x="2065673" y="462026"/>
                </a:lnTo>
                <a:lnTo>
                  <a:pt x="2032935" y="466428"/>
                </a:lnTo>
                <a:lnTo>
                  <a:pt x="2000281" y="471414"/>
                </a:lnTo>
                <a:lnTo>
                  <a:pt x="1967722" y="476983"/>
                </a:lnTo>
                <a:lnTo>
                  <a:pt x="1935267" y="483133"/>
                </a:lnTo>
                <a:lnTo>
                  <a:pt x="1902927" y="489863"/>
                </a:lnTo>
                <a:lnTo>
                  <a:pt x="1870713" y="497169"/>
                </a:lnTo>
                <a:lnTo>
                  <a:pt x="1838634" y="505050"/>
                </a:lnTo>
                <a:lnTo>
                  <a:pt x="1806702" y="513503"/>
                </a:lnTo>
                <a:lnTo>
                  <a:pt x="1774925" y="522526"/>
                </a:lnTo>
                <a:lnTo>
                  <a:pt x="1743316" y="532115"/>
                </a:lnTo>
                <a:lnTo>
                  <a:pt x="1711882" y="542268"/>
                </a:lnTo>
                <a:lnTo>
                  <a:pt x="1680635" y="552981"/>
                </a:lnTo>
                <a:lnTo>
                  <a:pt x="1649584" y="564251"/>
                </a:lnTo>
                <a:lnTo>
                  <a:pt x="1618740" y="576074"/>
                </a:lnTo>
                <a:lnTo>
                  <a:pt x="1588113" y="588446"/>
                </a:lnTo>
                <a:lnTo>
                  <a:pt x="1557711" y="601364"/>
                </a:lnTo>
                <a:lnTo>
                  <a:pt x="1527545" y="614824"/>
                </a:lnTo>
                <a:lnTo>
                  <a:pt x="1497624" y="628820"/>
                </a:lnTo>
                <a:lnTo>
                  <a:pt x="1467959" y="643350"/>
                </a:lnTo>
                <a:lnTo>
                  <a:pt x="1438557" y="658407"/>
                </a:lnTo>
                <a:lnTo>
                  <a:pt x="1409430" y="673987"/>
                </a:lnTo>
                <a:lnTo>
                  <a:pt x="1380586" y="690085"/>
                </a:lnTo>
                <a:lnTo>
                  <a:pt x="1352034" y="706697"/>
                </a:lnTo>
                <a:lnTo>
                  <a:pt x="1323784" y="723816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SCR">
            <a:extLst xmlns:a="http://schemas.openxmlformats.org/drawingml/2006/main">
              <a:ext uri="{FF2B5EF4-FFF2-40B4-BE49-F238E27FC236}">
                <a16:creationId xmlns:a16="http://schemas.microsoft.com/office/drawing/2014/main" id="{46EA995F-A291-41A7-98D1-46630D6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1818">
            <a:off x="1998955" y="1074325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SCR</a:t>
            </a:r>
          </a:p>
        </p:txBody>
      </p:sp>
      <p:sp>
        <p:nvSpPr>
          <p:cNvPr id="80" name="2200">
            <a:extLst xmlns:a="http://schemas.openxmlformats.org/drawingml/2006/main">
              <a:ext uri="{FF2B5EF4-FFF2-40B4-BE49-F238E27FC236}">
                <a16:creationId xmlns:a16="http://schemas.microsoft.com/office/drawing/2014/main" id="{9C133337-A65B-47C8-84E8-59781E2C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1818">
            <a:off x="1948528" y="142161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81" name="1100">
            <a:extLst xmlns:a="http://schemas.openxmlformats.org/drawingml/2006/main">
              <a:ext uri="{FF2B5EF4-FFF2-40B4-BE49-F238E27FC236}">
                <a16:creationId xmlns:a16="http://schemas.microsoft.com/office/drawing/2014/main" id="{E8249FAC-EBDF-4BF1-9BC5-22696AC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1818">
            <a:off x="2080020" y="186943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8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403C485-235B-4B93-8C2F-0FCDD8B2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38450"/>
            <a:ext cx="209550" cy="219075"/>
          </a:xfrm>
          <a:custGeom xmlns:a="http://schemas.openxmlformats.org/drawingml/2006/main">
            <a:pathLst>
              <a:path w="209550" h="219075">
                <a:moveTo>
                  <a:pt x="0" y="0"/>
                </a:moveTo>
                <a:lnTo>
                  <a:pt x="209550" y="0"/>
                </a:lnTo>
                <a:lnTo>
                  <a:pt x="209550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FE7A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Single-view">
            <a:extLst xmlns:a="http://schemas.openxmlformats.org/drawingml/2006/main">
              <a:ext uri="{FF2B5EF4-FFF2-40B4-BE49-F238E27FC236}">
                <a16:creationId xmlns:a16="http://schemas.microsoft.com/office/drawing/2014/main" id="{44A93C41-22CF-4D45-A56D-E462CA1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895600"/>
            <a:ext cx="12573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Single-view</a:t>
            </a:r>
          </a:p>
        </p:txBody>
      </p:sp>
      <p:sp>
        <p:nvSpPr>
          <p:cNvPr id="8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D7B5A0D-2B55-4B71-AFC0-D4A54641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19450"/>
            <a:ext cx="209550" cy="219075"/>
          </a:xfrm>
          <a:custGeom xmlns:a="http://schemas.openxmlformats.org/drawingml/2006/main">
            <a:pathLst>
              <a:path w="209550" h="219075">
                <a:moveTo>
                  <a:pt x="0" y="0"/>
                </a:moveTo>
                <a:lnTo>
                  <a:pt x="209550" y="0"/>
                </a:lnTo>
                <a:lnTo>
                  <a:pt x="209550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Panorama">
            <a:extLst xmlns:a="http://schemas.openxmlformats.org/drawingml/2006/main">
              <a:ext uri="{FF2B5EF4-FFF2-40B4-BE49-F238E27FC236}">
                <a16:creationId xmlns:a16="http://schemas.microsoft.com/office/drawing/2014/main" id="{02772455-6F11-4DF3-A386-77C19A1E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3238500"/>
            <a:ext cx="12382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Panorama</a:t>
            </a:r>
          </a:p>
        </p:txBody>
      </p:sp>
      <p:sp>
        <p:nvSpPr>
          <p:cNvPr id="8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B4B5DA9-0B94-44A7-AB0E-C5E60BE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248275"/>
            <a:ext cx="1524000" cy="323850"/>
          </a:xfrm>
          <a:custGeom xmlns:a="http://schemas.openxmlformats.org/drawingml/2006/main">
            <a:pathLst>
              <a:path w="1524000" h="3238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266700"/>
                </a:lnTo>
                <a:cubicBezTo>
                  <a:pt x="1524000" y="298263"/>
                  <a:pt x="1498413" y="323850"/>
                  <a:pt x="1466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FA68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Answer Type">
            <a:extLst xmlns:a="http://schemas.openxmlformats.org/drawingml/2006/main">
              <a:ext uri="{FF2B5EF4-FFF2-40B4-BE49-F238E27FC236}">
                <a16:creationId xmlns:a16="http://schemas.microsoft.com/office/drawing/2014/main" id="{75C37196-14A1-4914-9CDB-7AF1508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5305425"/>
            <a:ext cx="1428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Answer Type</a:t>
            </a:r>
          </a:p>
        </p:txBody>
      </p:sp>
      <p:sp>
        <p:nvSpPr>
          <p:cNvPr id="8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3CFA4FE-A1E3-418A-8F0E-A72477FB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72125"/>
            <a:ext cx="1524000" cy="1428750"/>
          </a:xfrm>
          <a:custGeom xmlns:a="http://schemas.openxmlformats.org/drawingml/2006/main">
            <a:pathLst>
              <a:path w="1524000" h="1428750">
                <a:moveTo>
                  <a:pt x="47625" y="0"/>
                </a:moveTo>
                <a:lnTo>
                  <a:pt x="1476375" y="0"/>
                </a:lnTo>
                <a:cubicBezTo>
                  <a:pt x="1502678" y="0"/>
                  <a:pt x="1524000" y="21322"/>
                  <a:pt x="1524000" y="47625"/>
                </a:cubicBezTo>
                <a:lnTo>
                  <a:pt x="1524000" y="1381125"/>
                </a:lnTo>
                <a:cubicBezTo>
                  <a:pt x="1524000" y="1407428"/>
                  <a:pt x="1502678" y="1428750"/>
                  <a:pt x="1476375" y="1428750"/>
                </a:cubicBezTo>
                <a:lnTo>
                  <a:pt x="47625" y="1428750"/>
                </a:lnTo>
                <a:cubicBezTo>
                  <a:pt x="21322" y="1428750"/>
                  <a:pt x="0" y="1407428"/>
                  <a:pt x="0" y="13811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EEA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78B4728-7E1A-4A71-998D-2F1D8ACF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5619750"/>
            <a:ext cx="927735" cy="1333500"/>
          </a:xfrm>
          <a:custGeom xmlns:a="http://schemas.openxmlformats.org/drawingml/2006/main">
            <a:pathLst>
              <a:path w="927735" h="1333500">
                <a:moveTo>
                  <a:pt x="0" y="0"/>
                </a:moveTo>
                <a:lnTo>
                  <a:pt x="927735" y="0"/>
                </a:lnTo>
                <a:lnTo>
                  <a:pt x="927735" y="1333500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EBD1B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MC">
            <a:extLst xmlns:a="http://schemas.openxmlformats.org/drawingml/2006/main">
              <a:ext uri="{FF2B5EF4-FFF2-40B4-BE49-F238E27FC236}">
                <a16:creationId xmlns:a16="http://schemas.microsoft.com/office/drawing/2014/main" id="{0400622C-1721-4A02-97E8-4C4A2E4B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5695950"/>
            <a:ext cx="8782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MC</a:t>
            </a:r>
          </a:p>
        </p:txBody>
      </p:sp>
      <p:sp>
        <p:nvSpPr>
          <p:cNvPr id="91" name="7961">
            <a:extLst xmlns:a="http://schemas.openxmlformats.org/drawingml/2006/main">
              <a:ext uri="{FF2B5EF4-FFF2-40B4-BE49-F238E27FC236}">
                <a16:creationId xmlns:a16="http://schemas.microsoft.com/office/drawing/2014/main" id="{121D1BA8-214D-495A-BF7D-E8B167D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695950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7961</a:t>
            </a:r>
          </a:p>
        </p:txBody>
      </p:sp>
      <p:sp>
        <p:nvSpPr>
          <p:cNvPr id="92" name="Judgement">
            <a:extLst xmlns:a="http://schemas.openxmlformats.org/drawingml/2006/main">
              <a:ext uri="{FF2B5EF4-FFF2-40B4-BE49-F238E27FC236}">
                <a16:creationId xmlns:a16="http://schemas.microsoft.com/office/drawing/2014/main" id="{CD9AC2EA-3D58-4916-9665-E1681E4E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6019800"/>
            <a:ext cx="878205" cy="260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Judgement</a:t>
            </a:r>
          </a:p>
        </p:txBody>
      </p:sp>
      <p:sp>
        <p:nvSpPr>
          <p:cNvPr id="93" name="4916">
            <a:extLst xmlns:a="http://schemas.openxmlformats.org/drawingml/2006/main">
              <a:ext uri="{FF2B5EF4-FFF2-40B4-BE49-F238E27FC236}">
                <a16:creationId xmlns:a16="http://schemas.microsoft.com/office/drawing/2014/main" id="{D45F38D0-CB92-4FA3-8EDE-56660EEA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019800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4916</a:t>
            </a:r>
          </a:p>
        </p:txBody>
      </p:sp>
      <p:sp>
        <p:nvSpPr>
          <p:cNvPr id="94" name="Open">
            <a:extLst xmlns:a="http://schemas.openxmlformats.org/drawingml/2006/main">
              <a:ext uri="{FF2B5EF4-FFF2-40B4-BE49-F238E27FC236}">
                <a16:creationId xmlns:a16="http://schemas.microsoft.com/office/drawing/2014/main" id="{B2AF7A0B-B6A2-4737-8B59-0404F967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6343650"/>
            <a:ext cx="8782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95" name="1922">
            <a:extLst xmlns:a="http://schemas.openxmlformats.org/drawingml/2006/main">
              <a:ext uri="{FF2B5EF4-FFF2-40B4-BE49-F238E27FC236}">
                <a16:creationId xmlns:a16="http://schemas.microsoft.com/office/drawing/2014/main" id="{86B0F8F9-DE7F-4725-924A-F9239919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343650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1922</a:t>
            </a:r>
          </a:p>
        </p:txBody>
      </p:sp>
      <p:sp>
        <p:nvSpPr>
          <p:cNvPr id="96" name="Sorting">
            <a:extLst xmlns:a="http://schemas.openxmlformats.org/drawingml/2006/main">
              <a:ext uri="{FF2B5EF4-FFF2-40B4-BE49-F238E27FC236}">
                <a16:creationId xmlns:a16="http://schemas.microsoft.com/office/drawing/2014/main" id="{AD2D092E-5B7C-4FE8-9D02-C52C08F6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6667500"/>
            <a:ext cx="8782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Sorting</a:t>
            </a:r>
          </a:p>
        </p:txBody>
      </p:sp>
      <p:sp>
        <p:nvSpPr>
          <p:cNvPr id="97" name="219">
            <a:extLst xmlns:a="http://schemas.openxmlformats.org/drawingml/2006/main">
              <a:ext uri="{FF2B5EF4-FFF2-40B4-BE49-F238E27FC236}">
                <a16:creationId xmlns:a16="http://schemas.microsoft.com/office/drawing/2014/main" id="{665F31CC-1454-4883-B79C-3A55560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667500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219</a:t>
            </a:r>
          </a:p>
        </p:txBody>
      </p:sp>
      <p:sp>
        <p:nvSpPr>
          <p:cNvPr id="9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04B157C-E2A0-49F7-8BE5-71560B9A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00700"/>
            <a:ext cx="1600200" cy="323850"/>
          </a:xfrm>
          <a:custGeom xmlns:a="http://schemas.openxmlformats.org/drawingml/2006/main">
            <a:pathLst>
              <a:path w="1600200" h="323850">
                <a:moveTo>
                  <a:pt x="57150" y="0"/>
                </a:moveTo>
                <a:lnTo>
                  <a:pt x="1543050" y="0"/>
                </a:lnTo>
                <a:cubicBezTo>
                  <a:pt x="1574613" y="0"/>
                  <a:pt x="1600200" y="25587"/>
                  <a:pt x="1600200" y="57150"/>
                </a:cubicBezTo>
                <a:lnTo>
                  <a:pt x="1600200" y="266700"/>
                </a:lnTo>
                <a:cubicBezTo>
                  <a:pt x="1600200" y="298263"/>
                  <a:pt x="1574613" y="323850"/>
                  <a:pt x="15430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B8A89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9" name="View Type">
            <a:extLst xmlns:a="http://schemas.openxmlformats.org/drawingml/2006/main">
              <a:ext uri="{FF2B5EF4-FFF2-40B4-BE49-F238E27FC236}">
                <a16:creationId xmlns:a16="http://schemas.microsoft.com/office/drawing/2014/main" id="{BAFE9128-6DB3-4364-8831-F1287765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5657850"/>
            <a:ext cx="15049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View Type</a:t>
            </a:r>
          </a:p>
        </p:txBody>
      </p:sp>
      <p:sp>
        <p:nvSpPr>
          <p:cNvPr id="10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6EFA890-C9C5-4D20-890E-32BF739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1600200" cy="1076325"/>
          </a:xfrm>
          <a:custGeom xmlns:a="http://schemas.openxmlformats.org/drawingml/2006/main">
            <a:pathLst>
              <a:path w="1600200" h="1076325">
                <a:moveTo>
                  <a:pt x="47625" y="0"/>
                </a:moveTo>
                <a:lnTo>
                  <a:pt x="1552575" y="0"/>
                </a:lnTo>
                <a:cubicBezTo>
                  <a:pt x="1578878" y="0"/>
                  <a:pt x="1600200" y="21322"/>
                  <a:pt x="1600200" y="47625"/>
                </a:cubicBezTo>
                <a:lnTo>
                  <a:pt x="1600200" y="1028700"/>
                </a:lnTo>
                <a:cubicBezTo>
                  <a:pt x="1600200" y="1055003"/>
                  <a:pt x="1578878" y="1076325"/>
                  <a:pt x="1552575" y="1076325"/>
                </a:cubicBezTo>
                <a:lnTo>
                  <a:pt x="47625" y="1076325"/>
                </a:lnTo>
                <a:cubicBezTo>
                  <a:pt x="21322" y="1076325"/>
                  <a:pt x="0" y="1055003"/>
                  <a:pt x="0" y="10287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EEA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875350C-A2A6-493B-847E-3A549BF6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72175"/>
            <a:ext cx="976503" cy="981075"/>
          </a:xfrm>
          <a:custGeom xmlns:a="http://schemas.openxmlformats.org/drawingml/2006/main">
            <a:pathLst>
              <a:path w="976503" h="981075">
                <a:moveTo>
                  <a:pt x="0" y="0"/>
                </a:moveTo>
                <a:lnTo>
                  <a:pt x="976503" y="0"/>
                </a:lnTo>
                <a:lnTo>
                  <a:pt x="976503" y="981075"/>
                </a:lnTo>
                <a:lnTo>
                  <a:pt x="0" y="981075"/>
                </a:lnTo>
                <a:close/>
              </a:path>
            </a:pathLst>
          </a:custGeom>
          <a:solidFill xmlns:a="http://schemas.openxmlformats.org/drawingml/2006/main">
            <a:srgbClr val="D4C9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2" name="mono-str">
            <a:extLst xmlns:a="http://schemas.openxmlformats.org/drawingml/2006/main">
              <a:ext uri="{FF2B5EF4-FFF2-40B4-BE49-F238E27FC236}">
                <a16:creationId xmlns:a16="http://schemas.microsoft.com/office/drawing/2014/main" id="{2B1F6092-FD0A-41F7-9FEF-3A81F21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6048375"/>
            <a:ext cx="92544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mono-str</a:t>
            </a:r>
          </a:p>
        </p:txBody>
      </p:sp>
      <p:sp>
        <p:nvSpPr>
          <p:cNvPr id="103" name="2600">
            <a:extLst xmlns:a="http://schemas.openxmlformats.org/drawingml/2006/main">
              <a:ext uri="{FF2B5EF4-FFF2-40B4-BE49-F238E27FC236}">
                <a16:creationId xmlns:a16="http://schemas.microsoft.com/office/drawing/2014/main" id="{23D2BC30-E687-4819-BBF0-9093032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9880" y="6048375"/>
            <a:ext cx="52197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2600</a:t>
            </a:r>
          </a:p>
        </p:txBody>
      </p:sp>
      <p:sp>
        <p:nvSpPr>
          <p:cNvPr id="104" name="pano-str">
            <a:extLst xmlns:a="http://schemas.openxmlformats.org/drawingml/2006/main">
              <a:ext uri="{FF2B5EF4-FFF2-40B4-BE49-F238E27FC236}">
                <a16:creationId xmlns:a16="http://schemas.microsoft.com/office/drawing/2014/main" id="{5B419603-AE04-41FF-A7F0-4F985CAF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6372225"/>
            <a:ext cx="92544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pano-str</a:t>
            </a:r>
          </a:p>
        </p:txBody>
      </p:sp>
      <p:sp>
        <p:nvSpPr>
          <p:cNvPr id="105" name="11420">
            <a:extLst xmlns:a="http://schemas.openxmlformats.org/drawingml/2006/main">
              <a:ext uri="{FF2B5EF4-FFF2-40B4-BE49-F238E27FC236}">
                <a16:creationId xmlns:a16="http://schemas.microsoft.com/office/drawing/2014/main" id="{965B5080-822B-47A4-B6D5-5AE48615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9880" y="6372225"/>
            <a:ext cx="52197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11420</a:t>
            </a:r>
          </a:p>
        </p:txBody>
      </p:sp>
      <p:sp>
        <p:nvSpPr>
          <p:cNvPr id="106" name="multi-str">
            <a:extLst xmlns:a="http://schemas.openxmlformats.org/drawingml/2006/main">
              <a:ext uri="{FF2B5EF4-FFF2-40B4-BE49-F238E27FC236}">
                <a16:creationId xmlns:a16="http://schemas.microsoft.com/office/drawing/2014/main" id="{71478D2A-AE26-4F88-9AAD-A9C19FB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6696075"/>
            <a:ext cx="92544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multi-str</a:t>
            </a:r>
          </a:p>
        </p:txBody>
      </p:sp>
      <p:sp>
        <p:nvSpPr>
          <p:cNvPr id="107" name="298">
            <a:extLst xmlns:a="http://schemas.openxmlformats.org/drawingml/2006/main">
              <a:ext uri="{FF2B5EF4-FFF2-40B4-BE49-F238E27FC236}">
                <a16:creationId xmlns:a16="http://schemas.microsoft.com/office/drawing/2014/main" id="{B67E8D77-BA9D-4DB7-9B74-A0709C8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9880" y="6696075"/>
            <a:ext cx="52197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298</a:t>
            </a:r>
          </a:p>
        </p:txBody>
      </p:sp>
      <p:sp>
        <p:nvSpPr>
          <p:cNvPr id="10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BC1496A-1DAF-4165-AF66-55CF8328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248275"/>
            <a:ext cx="1552575" cy="323850"/>
          </a:xfrm>
          <a:custGeom xmlns:a="http://schemas.openxmlformats.org/drawingml/2006/main">
            <a:pathLst>
              <a:path w="1552575" h="323850">
                <a:moveTo>
                  <a:pt x="57150" y="0"/>
                </a:moveTo>
                <a:lnTo>
                  <a:pt x="1495425" y="0"/>
                </a:lnTo>
                <a:cubicBezTo>
                  <a:pt x="1526988" y="0"/>
                  <a:pt x="1552575" y="25587"/>
                  <a:pt x="1552575" y="57150"/>
                </a:cubicBezTo>
                <a:lnTo>
                  <a:pt x="1552575" y="266700"/>
                </a:lnTo>
                <a:cubicBezTo>
                  <a:pt x="1552575" y="298263"/>
                  <a:pt x="1526988" y="323850"/>
                  <a:pt x="1495425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9" name="Image per Q">
            <a:extLst xmlns:a="http://schemas.openxmlformats.org/drawingml/2006/main">
              <a:ext uri="{FF2B5EF4-FFF2-40B4-BE49-F238E27FC236}">
                <a16:creationId xmlns:a16="http://schemas.microsoft.com/office/drawing/2014/main" id="{73BDF3AD-868B-4888-B3FA-C379AB16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5305425"/>
            <a:ext cx="14573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Image per Q</a:t>
            </a:r>
          </a:p>
        </p:txBody>
      </p:sp>
      <p:sp>
        <p:nvSpPr>
          <p:cNvPr id="11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83577D4-7EB1-44BF-B092-FA2C716C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72125"/>
            <a:ext cx="1552575" cy="1428750"/>
          </a:xfrm>
          <a:custGeom xmlns:a="http://schemas.openxmlformats.org/drawingml/2006/main">
            <a:pathLst>
              <a:path w="1552575" h="1428750">
                <a:moveTo>
                  <a:pt x="47625" y="0"/>
                </a:moveTo>
                <a:lnTo>
                  <a:pt x="1504950" y="0"/>
                </a:lnTo>
                <a:cubicBezTo>
                  <a:pt x="1531253" y="0"/>
                  <a:pt x="1552575" y="21322"/>
                  <a:pt x="1552575" y="47625"/>
                </a:cubicBezTo>
                <a:lnTo>
                  <a:pt x="1552575" y="1381125"/>
                </a:lnTo>
                <a:cubicBezTo>
                  <a:pt x="1552575" y="1407428"/>
                  <a:pt x="1531253" y="1428750"/>
                  <a:pt x="1504950" y="1428750"/>
                </a:cubicBezTo>
                <a:lnTo>
                  <a:pt x="47625" y="1428750"/>
                </a:lnTo>
                <a:cubicBezTo>
                  <a:pt x="21322" y="1428750"/>
                  <a:pt x="0" y="1407428"/>
                  <a:pt x="0" y="13811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EEA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5F93697-4BF1-4617-9CD4-5DB9A719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619750"/>
            <a:ext cx="946023" cy="1333500"/>
          </a:xfrm>
          <a:custGeom xmlns:a="http://schemas.openxmlformats.org/drawingml/2006/main">
            <a:pathLst>
              <a:path w="946023" h="1333500">
                <a:moveTo>
                  <a:pt x="0" y="0"/>
                </a:moveTo>
                <a:lnTo>
                  <a:pt x="946023" y="0"/>
                </a:lnTo>
                <a:lnTo>
                  <a:pt x="946023" y="1333500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DADA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2" name="1 image">
            <a:extLst xmlns:a="http://schemas.openxmlformats.org/drawingml/2006/main">
              <a:ext uri="{FF2B5EF4-FFF2-40B4-BE49-F238E27FC236}">
                <a16:creationId xmlns:a16="http://schemas.microsoft.com/office/drawing/2014/main" id="{56BCC45F-6F2C-471A-BF45-E1D2C3F8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5695950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image</a:t>
            </a:r>
          </a:p>
        </p:txBody>
      </p:sp>
      <p:sp>
        <p:nvSpPr>
          <p:cNvPr id="113" name="5840">
            <a:extLst xmlns:a="http://schemas.openxmlformats.org/drawingml/2006/main">
              <a:ext uri="{FF2B5EF4-FFF2-40B4-BE49-F238E27FC236}">
                <a16:creationId xmlns:a16="http://schemas.microsoft.com/office/drawing/2014/main" id="{E0196092-670B-495A-8DA3-DE16E48C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5695950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5840</a:t>
            </a:r>
          </a:p>
        </p:txBody>
      </p:sp>
      <p:sp>
        <p:nvSpPr>
          <p:cNvPr id="114" name="2 images">
            <a:extLst xmlns:a="http://schemas.openxmlformats.org/drawingml/2006/main">
              <a:ext uri="{FF2B5EF4-FFF2-40B4-BE49-F238E27FC236}">
                <a16:creationId xmlns:a16="http://schemas.microsoft.com/office/drawing/2014/main" id="{A33174FC-2174-4C92-B142-BBD9602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6019800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images</a:t>
            </a:r>
          </a:p>
        </p:txBody>
      </p:sp>
      <p:sp>
        <p:nvSpPr>
          <p:cNvPr id="115" name="7159">
            <a:extLst xmlns:a="http://schemas.openxmlformats.org/drawingml/2006/main">
              <a:ext uri="{FF2B5EF4-FFF2-40B4-BE49-F238E27FC236}">
                <a16:creationId xmlns:a16="http://schemas.microsoft.com/office/drawing/2014/main" id="{D1C1F6B3-A141-4E0E-BDDB-1E2313E7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6019800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7159</a:t>
            </a:r>
          </a:p>
        </p:txBody>
      </p:sp>
      <p:sp>
        <p:nvSpPr>
          <p:cNvPr id="116" name="4 images">
            <a:extLst xmlns:a="http://schemas.openxmlformats.org/drawingml/2006/main">
              <a:ext uri="{FF2B5EF4-FFF2-40B4-BE49-F238E27FC236}">
                <a16:creationId xmlns:a16="http://schemas.microsoft.com/office/drawing/2014/main" id="{8755EF95-5B72-4056-82F5-221AA0EA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6343650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images</a:t>
            </a:r>
          </a:p>
        </p:txBody>
      </p:sp>
      <p:sp>
        <p:nvSpPr>
          <p:cNvPr id="117" name="1100">
            <a:extLst xmlns:a="http://schemas.openxmlformats.org/drawingml/2006/main">
              <a:ext uri="{FF2B5EF4-FFF2-40B4-BE49-F238E27FC236}">
                <a16:creationId xmlns:a16="http://schemas.microsoft.com/office/drawing/2014/main" id="{D75FDA16-D1E5-43C0-AE1F-3C2F35C0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6343650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118" name="5 images">
            <a:extLst xmlns:a="http://schemas.openxmlformats.org/drawingml/2006/main">
              <a:ext uri="{FF2B5EF4-FFF2-40B4-BE49-F238E27FC236}">
                <a16:creationId xmlns:a16="http://schemas.microsoft.com/office/drawing/2014/main" id="{97EDEB7C-593E-4472-96C6-3121B41F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6667500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 images</a:t>
            </a:r>
          </a:p>
        </p:txBody>
      </p:sp>
      <p:sp>
        <p:nvSpPr>
          <p:cNvPr id="119" name="1100">
            <a:extLst xmlns:a="http://schemas.openxmlformats.org/drawingml/2006/main">
              <a:ext uri="{FF2B5EF4-FFF2-40B4-BE49-F238E27FC236}">
                <a16:creationId xmlns:a16="http://schemas.microsoft.com/office/drawing/2014/main" id="{F029D43C-996A-4B0E-A124-891746C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6667500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4AA20E2-4B13-4EA1-9D91-A6200719D5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64eefa77a4d90"/>
          <a:stretch xmlns:a="http://schemas.openxmlformats.org/drawingml/2006/main"/>
        </p:blipFill>
        <p:spPr>
          <a:xfrm xmlns:a="http://schemas.openxmlformats.org/drawingml/2006/main">
            <a:off x="2857500" y="914400"/>
            <a:ext cx="36195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47523B1-8CF8-4EEC-B775-38183DF2B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2cf86612e4470"/>
          <a:stretch xmlns:a="http://schemas.openxmlformats.org/drawingml/2006/main"/>
        </p:blipFill>
        <p:spPr>
          <a:xfrm xmlns:a="http://schemas.openxmlformats.org/drawingml/2006/main">
            <a:off x="3876675" y="1409700"/>
            <a:ext cx="36195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3A72C8B-961F-4A0C-BE06-ADD5173CE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3b75fe05b424e"/>
          <a:stretch xmlns:a="http://schemas.openxmlformats.org/drawingml/2006/main"/>
        </p:blipFill>
        <p:spPr>
          <a:xfrm xmlns:a="http://schemas.openxmlformats.org/drawingml/2006/main">
            <a:off x="4486275" y="2409825"/>
            <a:ext cx="323850" cy="304800"/>
          </a:xfrm>
          <a:prstGeom xmlns:a="http://schemas.openxmlformats.org/drawingml/2006/main" prst="rect">
            <a:avLst/>
          </a:prstGeom>
        </p:spPr>
      </p:pic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BED0EA-6FE9-445E-A7C9-D5026C78D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54df5ad3e41ca"/>
          <a:stretch xmlns:a="http://schemas.openxmlformats.org/drawingml/2006/main"/>
        </p:blipFill>
        <p:spPr>
          <a:xfrm xmlns:a="http://schemas.openxmlformats.org/drawingml/2006/main">
            <a:off x="4333875" y="4048125"/>
            <a:ext cx="428625" cy="333375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A9BC8B8-30F1-4FE6-A817-A51EC67AB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b088dd7ce434f"/>
          <a:stretch xmlns:a="http://schemas.openxmlformats.org/drawingml/2006/main"/>
        </p:blipFill>
        <p:spPr>
          <a:xfrm xmlns:a="http://schemas.openxmlformats.org/drawingml/2006/main">
            <a:off x="3438525" y="4762500"/>
            <a:ext cx="390525" cy="37147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0C0372-11CE-4514-832E-8266F3175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6ef3867194008"/>
          <a:stretch xmlns:a="http://schemas.openxmlformats.org/drawingml/2006/main"/>
        </p:blipFill>
        <p:spPr>
          <a:xfrm xmlns:a="http://schemas.openxmlformats.org/drawingml/2006/main">
            <a:off x="2209800" y="4953000"/>
            <a:ext cx="409575" cy="400050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C566B93-DD2B-48B4-9F44-A023E29AD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842d7eda243c9"/>
          <a:stretch xmlns:a="http://schemas.openxmlformats.org/drawingml/2006/main"/>
        </p:blipFill>
        <p:spPr>
          <a:xfrm xmlns:a="http://schemas.openxmlformats.org/drawingml/2006/main">
            <a:off x="1143000" y="4543425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993F8FD-EA6E-4DA3-A701-C00D08B2DD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17f7807ac4929"/>
          <a:stretch xmlns:a="http://schemas.openxmlformats.org/drawingml/2006/main"/>
        </p:blipFill>
        <p:spPr>
          <a:xfrm xmlns:a="http://schemas.openxmlformats.org/drawingml/2006/main">
            <a:off x="561975" y="3667125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F68CEE4-D7B3-42AD-98D3-AF149DB0D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b75e458b94755"/>
          <a:stretch xmlns:a="http://schemas.openxmlformats.org/drawingml/2006/main"/>
        </p:blipFill>
        <p:spPr>
          <a:xfrm xmlns:a="http://schemas.openxmlformats.org/drawingml/2006/main">
            <a:off x="466725" y="2809875"/>
            <a:ext cx="371475" cy="419100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B7988B2-0916-4706-AD4E-6CDD3C61B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e1bfa97db4b2c"/>
          <a:stretch xmlns:a="http://schemas.openxmlformats.org/drawingml/2006/main"/>
        </p:blipFill>
        <p:spPr>
          <a:xfrm xmlns:a="http://schemas.openxmlformats.org/drawingml/2006/main">
            <a:off x="790575" y="1809750"/>
            <a:ext cx="361950" cy="390525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867841D-3711-46FD-B5C9-34D4569A3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df2366c7240da"/>
          <a:stretch xmlns:a="http://schemas.openxmlformats.org/drawingml/2006/main"/>
        </p:blipFill>
        <p:spPr>
          <a:xfrm xmlns:a="http://schemas.openxmlformats.org/drawingml/2006/main">
            <a:off x="1676400" y="1009650"/>
            <a:ext cx="371475" cy="390525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CEB61CE-963E-46FD-8A50-9D741B212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82adfa087456a"/>
          <a:stretch xmlns:a="http://schemas.openxmlformats.org/drawingml/2006/main"/>
        </p:blipFill>
        <p:spPr>
          <a:xfrm xmlns:a="http://schemas.openxmlformats.org/drawingml/2006/main">
            <a:off x="5276850" y="333375"/>
            <a:ext cx="3676650" cy="2228850"/>
          </a:xfrm>
          <a:prstGeom xmlns:a="http://schemas.openxmlformats.org/drawingml/2006/main" prst="rect">
            <a:avLst/>
          </a:prstGeom>
        </p:spPr>
      </p:pic>
      <p:sp>
        <p:nvSpPr>
          <p:cNvPr id="132" name="Panorama">
            <a:extLst xmlns:a="http://schemas.openxmlformats.org/drawingml/2006/main">
              <a:ext uri="{FF2B5EF4-FFF2-40B4-BE49-F238E27FC236}">
                <a16:creationId xmlns:a16="http://schemas.microsoft.com/office/drawing/2014/main" id="{A0E8EBF7-6755-49AF-9799-1EF458A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20955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79976"/>
                </a:solidFill>
                <a:latin typeface="Arial"/>
                <a:ea typeface="Arial"/>
                <a:cs typeface="Arial"/>
              </a:rPr>
              <a:t>Panorama</a:t>
            </a:r>
          </a:p>
        </p:txBody>
      </p:sp>
      <p:sp>
        <p:nvSpPr>
          <p:cNvPr id="133" name="Single-View">
            <a:extLst xmlns:a="http://schemas.openxmlformats.org/drawingml/2006/main">
              <a:ext uri="{FF2B5EF4-FFF2-40B4-BE49-F238E27FC236}">
                <a16:creationId xmlns:a16="http://schemas.microsoft.com/office/drawing/2014/main" id="{BC1B5559-EAF8-49FC-9AD0-A5FC21D8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23907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79976"/>
                </a:solidFill>
                <a:latin typeface="Arial"/>
                <a:ea typeface="Arial"/>
                <a:cs typeface="Arial"/>
              </a:rPr>
              <a:t>Single-View</a:t>
            </a:r>
          </a:p>
        </p:txBody>
      </p:sp>
      <p:sp>
        <p:nvSpPr>
          <p:cNvPr id="1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EA16AB7-084A-49E7-92A8-4C84DAF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98E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5" name="Single-to-Pano Matching(SPM)">
            <a:extLst xmlns:a="http://schemas.openxmlformats.org/drawingml/2006/main">
              <a:ext uri="{FF2B5EF4-FFF2-40B4-BE49-F238E27FC236}">
                <a16:creationId xmlns:a16="http://schemas.microsoft.com/office/drawing/2014/main" id="{59816669-214E-4584-B9BD-F83F7AAB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27622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8E59"/>
                </a:solidFill>
                <a:latin typeface="Arial"/>
                <a:ea typeface="Arial"/>
                <a:cs typeface="Arial"/>
              </a:rPr>
              <a:t>Single-to-Pano Matching(SPM)</a:t>
            </a: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B4BC48F-5797-44BA-A637-4CF295182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d65afcaec4e21"/>
          <a:stretch xmlns:a="http://schemas.openxmlformats.org/drawingml/2006/main"/>
        </p:blipFill>
        <p:spPr>
          <a:xfrm xmlns:a="http://schemas.openxmlformats.org/drawingml/2006/main">
            <a:off x="5238750" y="3019425"/>
            <a:ext cx="1352550" cy="752475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704FC0E-2BFB-402B-9E57-DFA484A42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a6064202d46b4"/>
          <a:stretch xmlns:a="http://schemas.openxmlformats.org/drawingml/2006/main"/>
        </p:blipFill>
        <p:spPr>
          <a:xfrm xmlns:a="http://schemas.openxmlformats.org/drawingml/2006/main">
            <a:off x="6619875" y="3019425"/>
            <a:ext cx="885825" cy="752475"/>
          </a:xfrm>
          <a:prstGeom xmlns:a="http://schemas.openxmlformats.org/drawingml/2006/main" prst="rect">
            <a:avLst/>
          </a:prstGeom>
        </p:spPr>
      </p:pic>
      <p:sp>
        <p:nvSpPr>
          <p:cNvPr id="138" name="Q: Determine whether">
            <a:extLst xmlns:a="http://schemas.openxmlformats.org/drawingml/2006/main">
              <a:ext uri="{FF2B5EF4-FFF2-40B4-BE49-F238E27FC236}">
                <a16:creationId xmlns:a16="http://schemas.microsoft.com/office/drawing/2014/main" id="{F0D679EB-5521-49B1-81D5-8067D591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962275"/>
            <a:ext cx="1447800" cy="207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</a:t>
            </a:r>
          </a:p>
        </p:txBody>
      </p:sp>
      <p:sp>
        <p:nvSpPr>
          <p:cNvPr id="139" name="and     are from the">
            <a:extLst xmlns:a="http://schemas.openxmlformats.org/drawingml/2006/main">
              <a:ext uri="{FF2B5EF4-FFF2-40B4-BE49-F238E27FC236}">
                <a16:creationId xmlns:a16="http://schemas.microsoft.com/office/drawing/2014/main" id="{6A04EB6D-74B2-46CD-9F1C-7807C3C5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3152775"/>
            <a:ext cx="14382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    are from the</a:t>
            </a:r>
          </a:p>
        </p:txBody>
      </p:sp>
      <p:sp>
        <p:nvSpPr>
          <p:cNvPr id="140" name="same location.">
            <a:extLst xmlns:a="http://schemas.openxmlformats.org/drawingml/2006/main">
              <a:ext uri="{FF2B5EF4-FFF2-40B4-BE49-F238E27FC236}">
                <a16:creationId xmlns:a16="http://schemas.microsoft.com/office/drawing/2014/main" id="{BE600EA7-64CF-40DB-B2C0-F1CA65E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3333750"/>
            <a:ext cx="14382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location.</a:t>
            </a:r>
          </a:p>
        </p:txBody>
      </p:sp>
      <p:sp>
        <p:nvSpPr>
          <p:cNvPr id="141" name="A: = Same Location">
            <a:extLst xmlns:a="http://schemas.openxmlformats.org/drawingml/2006/main">
              <a:ext uri="{FF2B5EF4-FFF2-40B4-BE49-F238E27FC236}">
                <a16:creationId xmlns:a16="http://schemas.microsoft.com/office/drawing/2014/main" id="{A1D8349B-AF31-4BC6-90BF-A2E65B03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562350"/>
            <a:ext cx="1476375" cy="22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= Same Location</a:t>
            </a:r>
          </a:p>
        </p:txBody>
      </p:sp>
      <p:sp>
        <p:nvSpPr>
          <p:cNvPr id="14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6279FBE-DFFC-4382-9E8B-80E8373C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98E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3" name="Co-location Recognition(CR)">
            <a:extLst xmlns:a="http://schemas.openxmlformats.org/drawingml/2006/main">
              <a:ext uri="{FF2B5EF4-FFF2-40B4-BE49-F238E27FC236}">
                <a16:creationId xmlns:a16="http://schemas.microsoft.com/office/drawing/2014/main" id="{133F5FBB-2495-422D-8A9A-3B16E0D0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92430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8E59"/>
                </a:solidFill>
                <a:latin typeface="Arial"/>
                <a:ea typeface="Arial"/>
                <a:cs typeface="Arial"/>
              </a:rPr>
              <a:t>Co-location Recognition(CR)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BE4726-423A-474A-814E-8D5E13F08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a7a7b3224477f"/>
          <a:stretch xmlns:a="http://schemas.openxmlformats.org/drawingml/2006/main"/>
        </p:blipFill>
        <p:spPr>
          <a:xfrm xmlns:a="http://schemas.openxmlformats.org/drawingml/2006/main">
            <a:off x="5238750" y="4152900"/>
            <a:ext cx="1085850" cy="790575"/>
          </a:xfrm>
          <a:prstGeom xmlns:a="http://schemas.openxmlformats.org/drawingml/2006/main" prst="rect">
            <a:avLst/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B5CF9CB-531D-4A99-B0F3-AD7EB8780A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8ee8882344c5b"/>
          <a:stretch xmlns:a="http://schemas.openxmlformats.org/drawingml/2006/main"/>
        </p:blipFill>
        <p:spPr>
          <a:xfrm xmlns:a="http://schemas.openxmlformats.org/drawingml/2006/main">
            <a:off x="6343650" y="4152900"/>
            <a:ext cx="1095375" cy="790575"/>
          </a:xfrm>
          <a:prstGeom xmlns:a="http://schemas.openxmlformats.org/drawingml/2006/main" prst="rect">
            <a:avLst/>
          </a:prstGeom>
        </p:spPr>
      </p:pic>
      <p:sp>
        <p:nvSpPr>
          <p:cNvPr id="146" name="Q: Determine whether">
            <a:extLst xmlns:a="http://schemas.openxmlformats.org/drawingml/2006/main">
              <a:ext uri="{FF2B5EF4-FFF2-40B4-BE49-F238E27FC236}">
                <a16:creationId xmlns:a16="http://schemas.microsoft.com/office/drawing/2014/main" id="{1DAC01E7-C652-4D60-B854-CCB64DAC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4191000"/>
            <a:ext cx="1562100" cy="22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</a:t>
            </a:r>
          </a:p>
        </p:txBody>
      </p:sp>
      <p:sp>
        <p:nvSpPr>
          <p:cNvPr id="147" name="and     are from the same">
            <a:extLst xmlns:a="http://schemas.openxmlformats.org/drawingml/2006/main">
              <a:ext uri="{FF2B5EF4-FFF2-40B4-BE49-F238E27FC236}">
                <a16:creationId xmlns:a16="http://schemas.microsoft.com/office/drawing/2014/main" id="{8DD75154-88C5-4947-BC2E-FB2D5A2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4371975"/>
            <a:ext cx="1562100" cy="19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    are from the same</a:t>
            </a:r>
          </a:p>
        </p:txBody>
      </p:sp>
      <p:sp>
        <p:nvSpPr>
          <p:cNvPr id="148" name="street.">
            <a:extLst xmlns:a="http://schemas.openxmlformats.org/drawingml/2006/main">
              <a:ext uri="{FF2B5EF4-FFF2-40B4-BE49-F238E27FC236}">
                <a16:creationId xmlns:a16="http://schemas.microsoft.com/office/drawing/2014/main" id="{1A9A0836-0281-4C3D-A81F-BE7BA95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4552950"/>
            <a:ext cx="15621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street.</a:t>
            </a:r>
          </a:p>
        </p:txBody>
      </p:sp>
      <p:sp>
        <p:nvSpPr>
          <p:cNvPr id="149" name="A: ≠ Different Street">
            <a:extLst xmlns:a="http://schemas.openxmlformats.org/drawingml/2006/main">
              <a:ext uri="{FF2B5EF4-FFF2-40B4-BE49-F238E27FC236}">
                <a16:creationId xmlns:a16="http://schemas.microsoft.com/office/drawing/2014/main" id="{F2C1528B-78F7-4697-999A-60EF89AB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4772025"/>
            <a:ext cx="15716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≠ Different Street</a:t>
            </a:r>
          </a:p>
        </p:txBody>
      </p:sp>
      <p:sp>
        <p:nvSpPr>
          <p:cNvPr id="15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55C68D0-B192-483F-B1FC-28F93F1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91125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98E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1" name="Dominant Element Extraction(DEE)">
            <a:extLst xmlns:a="http://schemas.openxmlformats.org/drawingml/2006/main">
              <a:ext uri="{FF2B5EF4-FFF2-40B4-BE49-F238E27FC236}">
                <a16:creationId xmlns:a16="http://schemas.microsoft.com/office/drawing/2014/main" id="{B90F441B-8562-4280-B725-F0BAE03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5172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8E59"/>
                </a:solidFill>
                <a:latin typeface="Arial"/>
                <a:ea typeface="Arial"/>
                <a:cs typeface="Arial"/>
              </a:rPr>
              <a:t>Dominant Element Extraction(DEE)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A6427FC-2BE8-4EBD-95EA-3C78C7F29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dc91f171f438d"/>
          <a:stretch xmlns:a="http://schemas.openxmlformats.org/drawingml/2006/main"/>
        </p:blipFill>
        <p:spPr>
          <a:xfrm xmlns:a="http://schemas.openxmlformats.org/drawingml/2006/main">
            <a:off x="5248275" y="5410200"/>
            <a:ext cx="1533525" cy="781050"/>
          </a:xfrm>
          <a:prstGeom xmlns:a="http://schemas.openxmlformats.org/drawingml/2006/main" prst="rect">
            <a:avLst/>
          </a:prstGeom>
        </p:spPr>
      </p:pic>
      <p:sp>
        <p:nvSpPr>
          <p:cNvPr id="153" name="Q: Which element occupies the">
            <a:extLst xmlns:a="http://schemas.openxmlformats.org/drawingml/2006/main">
              <a:ext uri="{FF2B5EF4-FFF2-40B4-BE49-F238E27FC236}">
                <a16:creationId xmlns:a16="http://schemas.microsoft.com/office/drawing/2014/main" id="{420D812E-8AA8-4BF6-9301-D696462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5438775"/>
            <a:ext cx="2181225" cy="220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element occupies the</a:t>
            </a:r>
          </a:p>
        </p:txBody>
      </p:sp>
      <p:sp>
        <p:nvSpPr>
          <p:cNvPr id="154" name="most visible area in the image?">
            <a:extLst xmlns:a="http://schemas.openxmlformats.org/drawingml/2006/main">
              <a:ext uri="{FF2B5EF4-FFF2-40B4-BE49-F238E27FC236}">
                <a16:creationId xmlns:a16="http://schemas.microsoft.com/office/drawing/2014/main" id="{FD932C30-8601-44B2-A08C-767A5E0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5629275"/>
            <a:ext cx="2181225" cy="221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visible area in the image?</a:t>
            </a:r>
          </a:p>
        </p:txBody>
      </p:sp>
      <p:sp>
        <p:nvSpPr>
          <p:cNvPr id="15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9B0506E-71A4-4558-8C7B-95C1793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867400"/>
            <a:ext cx="723900" cy="219075"/>
          </a:xfrm>
          <a:custGeom xmlns:a="http://schemas.openxmlformats.org/drawingml/2006/main">
            <a:pathLst>
              <a:path w="723900" h="219075">
                <a:moveTo>
                  <a:pt x="109538" y="0"/>
                </a:moveTo>
                <a:lnTo>
                  <a:pt x="614363" y="0"/>
                </a:lnTo>
                <a:cubicBezTo>
                  <a:pt x="674858" y="0"/>
                  <a:pt x="723900" y="49042"/>
                  <a:pt x="723900" y="109538"/>
                </a:cubicBezTo>
                <a:lnTo>
                  <a:pt x="723900" y="109538"/>
                </a:lnTo>
                <a:cubicBezTo>
                  <a:pt x="723900" y="170033"/>
                  <a:pt x="674858" y="219075"/>
                  <a:pt x="6143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C46A92-7B0F-43C5-B30F-4B0BDF25A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0a1fe9ab14028"/>
          <a:stretch xmlns:a="http://schemas.openxmlformats.org/drawingml/2006/main"/>
        </p:blipFill>
        <p:spPr>
          <a:xfrm xmlns:a="http://schemas.openxmlformats.org/drawingml/2006/main">
            <a:off x="6890345" y="5886450"/>
            <a:ext cx="173434" cy="180975"/>
          </a:xfrm>
          <a:prstGeom xmlns:a="http://schemas.openxmlformats.org/drawingml/2006/main" prst="rect">
            <a:avLst/>
          </a:prstGeom>
        </p:spPr>
      </p:pic>
      <p:sp>
        <p:nvSpPr>
          <p:cNvPr id="157" name="Road">
            <a:extLst xmlns:a="http://schemas.openxmlformats.org/drawingml/2006/main">
              <a:ext uri="{FF2B5EF4-FFF2-40B4-BE49-F238E27FC236}">
                <a16:creationId xmlns:a16="http://schemas.microsoft.com/office/drawing/2014/main" id="{AD6BCED3-D7C3-49D6-8B73-49DB2E7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895975"/>
            <a:ext cx="4381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sp>
        <p:nvSpPr>
          <p:cNvPr id="1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B26A85B-DC14-492D-B594-6DA40B5A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67400"/>
            <a:ext cx="781050" cy="219075"/>
          </a:xfrm>
          <a:custGeom xmlns:a="http://schemas.openxmlformats.org/drawingml/2006/main">
            <a:pathLst>
              <a:path w="781050" h="219075">
                <a:moveTo>
                  <a:pt x="109538" y="0"/>
                </a:moveTo>
                <a:lnTo>
                  <a:pt x="671513" y="0"/>
                </a:lnTo>
                <a:cubicBezTo>
                  <a:pt x="732008" y="0"/>
                  <a:pt x="781050" y="49042"/>
                  <a:pt x="781050" y="109538"/>
                </a:cubicBezTo>
                <a:lnTo>
                  <a:pt x="781050" y="109538"/>
                </a:lnTo>
                <a:cubicBezTo>
                  <a:pt x="781050" y="170033"/>
                  <a:pt x="732008" y="219075"/>
                  <a:pt x="67151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BF0F73A-EDCB-4A85-A7A9-72E5B6E95E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53e206d244c9d"/>
          <a:stretch xmlns:a="http://schemas.openxmlformats.org/drawingml/2006/main"/>
        </p:blipFill>
        <p:spPr>
          <a:xfrm xmlns:a="http://schemas.openxmlformats.org/drawingml/2006/main">
            <a:off x="7639050" y="588645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60" name="Vehicle">
            <a:extLst xmlns:a="http://schemas.openxmlformats.org/drawingml/2006/main">
              <a:ext uri="{FF2B5EF4-FFF2-40B4-BE49-F238E27FC236}">
                <a16:creationId xmlns:a16="http://schemas.microsoft.com/office/drawing/2014/main" id="{C73D804B-D664-4A17-B127-296A31A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5895975"/>
            <a:ext cx="495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16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3495154-687E-4B38-90F7-F0B674F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67400"/>
            <a:ext cx="609600" cy="219075"/>
          </a:xfrm>
          <a:custGeom xmlns:a="http://schemas.openxmlformats.org/drawingml/2006/main">
            <a:pathLst>
              <a:path w="609600" h="219075">
                <a:moveTo>
                  <a:pt x="109538" y="0"/>
                </a:moveTo>
                <a:lnTo>
                  <a:pt x="500063" y="0"/>
                </a:lnTo>
                <a:cubicBezTo>
                  <a:pt x="560558" y="0"/>
                  <a:pt x="609600" y="49042"/>
                  <a:pt x="609600" y="109538"/>
                </a:cubicBezTo>
                <a:lnTo>
                  <a:pt x="609600" y="109538"/>
                </a:lnTo>
                <a:cubicBezTo>
                  <a:pt x="609600" y="170033"/>
                  <a:pt x="560558" y="219075"/>
                  <a:pt x="500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AFAB970-E06D-4E9C-82B5-B8A8E15C3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8d30550de46ca"/>
          <a:stretch xmlns:a="http://schemas.openxmlformats.org/drawingml/2006/main"/>
        </p:blipFill>
        <p:spPr>
          <a:xfrm xmlns:a="http://schemas.openxmlformats.org/drawingml/2006/main">
            <a:off x="8458200" y="5890070"/>
            <a:ext cx="180975" cy="173736"/>
          </a:xfrm>
          <a:prstGeom xmlns:a="http://schemas.openxmlformats.org/drawingml/2006/main" prst="rect">
            <a:avLst/>
          </a:prstGeom>
        </p:spPr>
      </p:pic>
      <p:sp>
        <p:nvSpPr>
          <p:cNvPr id="163" name="Sky">
            <a:extLst xmlns:a="http://schemas.openxmlformats.org/drawingml/2006/main">
              <a:ext uri="{FF2B5EF4-FFF2-40B4-BE49-F238E27FC236}">
                <a16:creationId xmlns:a16="http://schemas.microsoft.com/office/drawing/2014/main" id="{81DF2D40-8D9D-46F3-83C2-97EAB66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5895975"/>
            <a:ext cx="3238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sp>
        <p:nvSpPr>
          <p:cNvPr id="16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8B8A816-CB86-45BE-A70F-57C1E1E7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6134100"/>
            <a:ext cx="1057275" cy="219075"/>
          </a:xfrm>
          <a:custGeom xmlns:a="http://schemas.openxmlformats.org/drawingml/2006/main">
            <a:pathLst>
              <a:path w="1057275" h="219075">
                <a:moveTo>
                  <a:pt x="109538" y="0"/>
                </a:moveTo>
                <a:lnTo>
                  <a:pt x="947738" y="0"/>
                </a:lnTo>
                <a:cubicBezTo>
                  <a:pt x="1008233" y="0"/>
                  <a:pt x="1057275" y="49042"/>
                  <a:pt x="1057275" y="109538"/>
                </a:cubicBezTo>
                <a:lnTo>
                  <a:pt x="1057275" y="109538"/>
                </a:lnTo>
                <a:cubicBezTo>
                  <a:pt x="1057275" y="170033"/>
                  <a:pt x="1008233" y="219075"/>
                  <a:pt x="947738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2D7A954-FF9D-47F6-9161-7E9C933D6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7e6f919e44673"/>
          <a:stretch xmlns:a="http://schemas.openxmlformats.org/drawingml/2006/main"/>
        </p:blipFill>
        <p:spPr>
          <a:xfrm xmlns:a="http://schemas.openxmlformats.org/drawingml/2006/main">
            <a:off x="6886575" y="6160389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166" name="Vegetation">
            <a:extLst xmlns:a="http://schemas.openxmlformats.org/drawingml/2006/main">
              <a:ext uri="{FF2B5EF4-FFF2-40B4-BE49-F238E27FC236}">
                <a16:creationId xmlns:a16="http://schemas.microsoft.com/office/drawing/2014/main" id="{7AB3A272-266E-4E58-9804-5DBDF71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6162675"/>
            <a:ext cx="771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</a:t>
            </a:r>
          </a:p>
        </p:txBody>
      </p:sp>
      <p:sp>
        <p:nvSpPr>
          <p:cNvPr id="16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4EA3BCE-A8A2-4610-A7D5-8F95ACD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134100"/>
            <a:ext cx="1085850" cy="219075"/>
          </a:xfrm>
          <a:custGeom xmlns:a="http://schemas.openxmlformats.org/drawingml/2006/main">
            <a:pathLst>
              <a:path w="1085850" h="219075">
                <a:moveTo>
                  <a:pt x="109538" y="0"/>
                </a:moveTo>
                <a:lnTo>
                  <a:pt x="976313" y="0"/>
                </a:lnTo>
                <a:cubicBezTo>
                  <a:pt x="1036808" y="0"/>
                  <a:pt x="1085850" y="49042"/>
                  <a:pt x="1085850" y="109538"/>
                </a:cubicBezTo>
                <a:lnTo>
                  <a:pt x="1085850" y="109538"/>
                </a:lnTo>
                <a:cubicBezTo>
                  <a:pt x="1085850" y="170033"/>
                  <a:pt x="1036808" y="219075"/>
                  <a:pt x="97631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468B933-BEFA-44D3-9C91-3354B1421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b05b21b9c4848"/>
          <a:stretch xmlns:a="http://schemas.openxmlformats.org/drawingml/2006/main"/>
        </p:blipFill>
        <p:spPr>
          <a:xfrm xmlns:a="http://schemas.openxmlformats.org/drawingml/2006/main">
            <a:off x="7981950" y="6160389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169" name="Building">
            <a:extLst xmlns:a="http://schemas.openxmlformats.org/drawingml/2006/main">
              <a:ext uri="{FF2B5EF4-FFF2-40B4-BE49-F238E27FC236}">
                <a16:creationId xmlns:a16="http://schemas.microsoft.com/office/drawing/2014/main" id="{DB24E7DA-6619-43E6-9DF1-87FF0205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975" y="6162675"/>
            <a:ext cx="8001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5A6BECC-0187-4193-8487-4F27DD775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f21f38933442b"/>
          <a:stretch xmlns:a="http://schemas.openxmlformats.org/drawingml/2006/main"/>
        </p:blipFill>
        <p:spPr>
          <a:xfrm xmlns:a="http://schemas.openxmlformats.org/drawingml/2006/main">
            <a:off x="9267825" y="495300"/>
            <a:ext cx="1504950" cy="866775"/>
          </a:xfrm>
          <a:prstGeom xmlns:a="http://schemas.openxmlformats.org/drawingml/2006/main" prst="rect">
            <a:avLst/>
          </a:prstGeom>
        </p:spPr>
      </p:pic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C5A9E8E-D604-4844-8B7E-EC960ED13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fe21b18364e2b"/>
          <a:stretch xmlns:a="http://schemas.openxmlformats.org/drawingml/2006/main"/>
        </p:blipFill>
        <p:spPr>
          <a:xfrm xmlns:a="http://schemas.openxmlformats.org/drawingml/2006/main">
            <a:off x="10810875" y="495300"/>
            <a:ext cx="1476375" cy="866775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312D2FC-1D2C-41CD-81DC-6B1CC9DBE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9f9c8d0d6473f"/>
          <a:stretch xmlns:a="http://schemas.openxmlformats.org/drawingml/2006/main"/>
        </p:blipFill>
        <p:spPr>
          <a:xfrm xmlns:a="http://schemas.openxmlformats.org/drawingml/2006/main">
            <a:off x="12315825" y="495300"/>
            <a:ext cx="1543050" cy="866775"/>
          </a:xfrm>
          <a:prstGeom xmlns:a="http://schemas.openxmlformats.org/drawingml/2006/main" prst="rect">
            <a:avLst/>
          </a:prstGeom>
        </p:spPr>
      </p:pic>
      <p:sp>
        <p:nvSpPr>
          <p:cNvPr id="173" name="2008">
            <a:extLst xmlns:a="http://schemas.openxmlformats.org/drawingml/2006/main">
              <a:ext uri="{FF2B5EF4-FFF2-40B4-BE49-F238E27FC236}">
                <a16:creationId xmlns:a16="http://schemas.microsoft.com/office/drawing/2014/main" id="{E39C3332-2F64-4280-8B6B-4DA9C306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180975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7A493"/>
                </a:solidFill>
                <a:latin typeface="Arial"/>
                <a:ea typeface="Arial"/>
                <a:cs typeface="Arial"/>
              </a:rPr>
              <a:t>2008</a:t>
            </a:r>
          </a:p>
        </p:txBody>
      </p:sp>
      <p:sp>
        <p:nvSpPr>
          <p:cNvPr id="174" name="2017">
            <a:extLst xmlns:a="http://schemas.openxmlformats.org/drawingml/2006/main">
              <a:ext uri="{FF2B5EF4-FFF2-40B4-BE49-F238E27FC236}">
                <a16:creationId xmlns:a16="http://schemas.microsoft.com/office/drawing/2014/main" id="{B6DFB23B-C5F0-4B89-893C-2585B45F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4700" y="180975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7A493"/>
                </a:solidFill>
                <a:latin typeface="Arial"/>
                <a:ea typeface="Arial"/>
                <a:cs typeface="Arial"/>
              </a:rPr>
              <a:t>2017</a:t>
            </a:r>
          </a:p>
        </p:txBody>
      </p:sp>
      <p:sp>
        <p:nvSpPr>
          <p:cNvPr id="175" name="2024">
            <a:extLst xmlns:a="http://schemas.openxmlformats.org/drawingml/2006/main">
              <a:ext uri="{FF2B5EF4-FFF2-40B4-BE49-F238E27FC236}">
                <a16:creationId xmlns:a16="http://schemas.microsoft.com/office/drawing/2014/main" id="{D5CACCC2-D28D-4515-A34E-CC4B0492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180975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7A49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7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7B57F62-3E1D-4995-AD60-2C64606D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71600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7" name="Temporal Co-location Recognition(TCR)">
            <a:extLst xmlns:a="http://schemas.openxmlformats.org/drawingml/2006/main">
              <a:ext uri="{FF2B5EF4-FFF2-40B4-BE49-F238E27FC236}">
                <a16:creationId xmlns:a16="http://schemas.microsoft.com/office/drawing/2014/main" id="{4A1DE3CD-EC3F-440C-986C-4EC36CA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135255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225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Temporal Co-location Recognition(TCR)</a:t>
            </a:r>
          </a:p>
        </p:txBody>
      </p:sp>
      <p:sp>
        <p:nvSpPr>
          <p:cNvPr id="178" name="Q: Determine whether two images are from">
            <a:extLst xmlns:a="http://schemas.openxmlformats.org/drawingml/2006/main">
              <a:ext uri="{FF2B5EF4-FFF2-40B4-BE49-F238E27FC236}">
                <a16:creationId xmlns:a16="http://schemas.microsoft.com/office/drawing/2014/main" id="{F062FE0A-FA40-4839-AB10-0AC4548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1562100"/>
            <a:ext cx="3048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 two images are from</a:t>
            </a:r>
          </a:p>
        </p:txBody>
      </p:sp>
      <p:sp>
        <p:nvSpPr>
          <p:cNvPr id="179" name="the same location.">
            <a:extLst xmlns:a="http://schemas.openxmlformats.org/drawingml/2006/main">
              <a:ext uri="{FF2B5EF4-FFF2-40B4-BE49-F238E27FC236}">
                <a16:creationId xmlns:a16="http://schemas.microsoft.com/office/drawing/2014/main" id="{752A20D3-8B26-45A1-906F-7904B317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1743075"/>
            <a:ext cx="30670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location.</a:t>
            </a:r>
          </a:p>
        </p:txBody>
      </p:sp>
      <p:sp>
        <p:nvSpPr>
          <p:cNvPr id="180" name="A: = Same Location">
            <a:extLst xmlns:a="http://schemas.openxmlformats.org/drawingml/2006/main">
              <a:ext uri="{FF2B5EF4-FFF2-40B4-BE49-F238E27FC236}">
                <a16:creationId xmlns:a16="http://schemas.microsoft.com/office/drawing/2014/main" id="{4051A2FC-0A25-4984-8A87-9681E8CA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1943100"/>
            <a:ext cx="3048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= Same Location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BD77544-4AF6-405A-9496-B0A138C9F4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476d9b0574ce3"/>
          <a:stretch xmlns:a="http://schemas.openxmlformats.org/drawingml/2006/main"/>
        </p:blipFill>
        <p:spPr>
          <a:xfrm xmlns:a="http://schemas.openxmlformats.org/drawingml/2006/main">
            <a:off x="12382500" y="1266825"/>
            <a:ext cx="1504950" cy="800100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832E898-B657-42D1-8AD9-9479841C1A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80b03ab7c4c16"/>
          <a:stretch xmlns:a="http://schemas.openxmlformats.org/drawingml/2006/main"/>
        </p:blipFill>
        <p:spPr>
          <a:xfrm xmlns:a="http://schemas.openxmlformats.org/drawingml/2006/main">
            <a:off x="12382500" y="2133600"/>
            <a:ext cx="1504950" cy="762000"/>
          </a:xfrm>
          <a:prstGeom xmlns:a="http://schemas.openxmlformats.org/drawingml/2006/main" prst="rect">
            <a:avLst/>
          </a:prstGeom>
        </p:spPr>
      </p:pic>
      <p:sp>
        <p:nvSpPr>
          <p:cNvPr id="1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D450BA9-61C4-4C9A-A066-1E0D3CD5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4" name="Scene-Level Change Recognition(SCR)">
            <a:extLst xmlns:a="http://schemas.openxmlformats.org/drawingml/2006/main">
              <a:ext uri="{FF2B5EF4-FFF2-40B4-BE49-F238E27FC236}">
                <a16:creationId xmlns:a16="http://schemas.microsoft.com/office/drawing/2014/main" id="{7D340380-8BD4-4A17-AF21-84E40EE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2266950"/>
            <a:ext cx="2924175" cy="219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237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Scene-Level Change Recognition(SCR)</a:t>
            </a:r>
          </a:p>
        </p:txBody>
      </p:sp>
      <p:sp>
        <p:nvSpPr>
          <p:cNvPr id="185" name="Q: Which category best describes the">
            <a:extLst xmlns:a="http://schemas.openxmlformats.org/drawingml/2006/main">
              <a:ext uri="{FF2B5EF4-FFF2-40B4-BE49-F238E27FC236}">
                <a16:creationId xmlns:a16="http://schemas.microsoft.com/office/drawing/2014/main" id="{088F9D35-87EA-45CE-882F-5520872C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2457450"/>
            <a:ext cx="3057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category best describes the</a:t>
            </a:r>
          </a:p>
        </p:txBody>
      </p:sp>
      <p:sp>
        <p:nvSpPr>
          <p:cNvPr id="186" name="change between the two time periods?">
            <a:extLst xmlns:a="http://schemas.openxmlformats.org/drawingml/2006/main">
              <a:ext uri="{FF2B5EF4-FFF2-40B4-BE49-F238E27FC236}">
                <a16:creationId xmlns:a16="http://schemas.microsoft.com/office/drawing/2014/main" id="{0FE0398C-6405-4025-894C-2A067D4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2638425"/>
            <a:ext cx="31051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 between the two time periods?</a:t>
            </a:r>
          </a:p>
        </p:txBody>
      </p:sp>
      <p:sp>
        <p:nvSpPr>
          <p:cNvPr id="18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DF4451B-7252-4C76-A0FF-C6FFD1D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7ACE258-A088-4EB0-9B26-688CADEF6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db23fbc5c4f23"/>
          <a:stretch xmlns:a="http://schemas.openxmlformats.org/drawingml/2006/main"/>
        </p:blipFill>
        <p:spPr>
          <a:xfrm xmlns:a="http://schemas.openxmlformats.org/drawingml/2006/main">
            <a:off x="9323676" y="2876550"/>
            <a:ext cx="164523" cy="180975"/>
          </a:xfrm>
          <a:prstGeom xmlns:a="http://schemas.openxmlformats.org/drawingml/2006/main" prst="rect">
            <a:avLst/>
          </a:prstGeom>
        </p:spPr>
      </p:pic>
      <p:sp>
        <p:nvSpPr>
          <p:cNvPr id="189" name="Road Change">
            <a:extLst xmlns:a="http://schemas.openxmlformats.org/drawingml/2006/main">
              <a:ext uri="{FF2B5EF4-FFF2-40B4-BE49-F238E27FC236}">
                <a16:creationId xmlns:a16="http://schemas.microsoft.com/office/drawing/2014/main" id="{CB6E8181-1A4E-4E32-8152-FD120EC9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2886075"/>
            <a:ext cx="14668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 Change</a:t>
            </a:r>
          </a:p>
        </p:txBody>
      </p:sp>
      <p:sp>
        <p:nvSpPr>
          <p:cNvPr id="19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4B9D1EF-6ADF-41E9-A4F5-3C55B824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945C7C0-3BEC-4FAB-B4CE-687705945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b33ae86184f90"/>
          <a:stretch xmlns:a="http://schemas.openxmlformats.org/drawingml/2006/main"/>
        </p:blipFill>
        <p:spPr>
          <a:xfrm xmlns:a="http://schemas.openxmlformats.org/drawingml/2006/main">
            <a:off x="9315450" y="31242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92" name="Vegetation Change">
            <a:extLst xmlns:a="http://schemas.openxmlformats.org/drawingml/2006/main">
              <a:ext uri="{FF2B5EF4-FFF2-40B4-BE49-F238E27FC236}">
                <a16:creationId xmlns:a16="http://schemas.microsoft.com/office/drawing/2014/main" id="{7BFB0B71-5911-4B9F-AF69-89B12CA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3133725"/>
            <a:ext cx="14668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 Change</a:t>
            </a:r>
          </a:p>
        </p:txBody>
      </p:sp>
      <p:sp>
        <p:nvSpPr>
          <p:cNvPr id="19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C95F5C7-E63D-40BF-99B6-AC36A088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3952167-B4FB-4491-9F3D-2FD7B0C436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a5ba8d68f4304"/>
          <a:stretch xmlns:a="http://schemas.openxmlformats.org/drawingml/2006/main"/>
        </p:blipFill>
        <p:spPr>
          <a:xfrm xmlns:a="http://schemas.openxmlformats.org/drawingml/2006/main">
            <a:off x="9319759" y="3371850"/>
            <a:ext cx="172357" cy="180975"/>
          </a:xfrm>
          <a:prstGeom xmlns:a="http://schemas.openxmlformats.org/drawingml/2006/main" prst="rect">
            <a:avLst/>
          </a:prstGeom>
        </p:spPr>
      </p:pic>
      <p:sp>
        <p:nvSpPr>
          <p:cNvPr id="195" name="Building Façade Change">
            <a:extLst xmlns:a="http://schemas.openxmlformats.org/drawingml/2006/main">
              <a:ext uri="{FF2B5EF4-FFF2-40B4-BE49-F238E27FC236}">
                <a16:creationId xmlns:a16="http://schemas.microsoft.com/office/drawing/2014/main" id="{3E136C85-32EC-495E-ACD4-836B3A5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3381375"/>
            <a:ext cx="1466850" cy="187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Façade Change</a:t>
            </a:r>
          </a:p>
        </p:txBody>
      </p:sp>
      <p:sp>
        <p:nvSpPr>
          <p:cNvPr id="19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4035742-33F4-4071-BAD4-136CDD4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EC1D707-9074-4FCF-9771-3A9DE83921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b87d5d9724ee5"/>
          <a:stretch xmlns:a="http://schemas.openxmlformats.org/drawingml/2006/main"/>
        </p:blipFill>
        <p:spPr>
          <a:xfrm xmlns:a="http://schemas.openxmlformats.org/drawingml/2006/main">
            <a:off x="9323318" y="3619500"/>
            <a:ext cx="165238" cy="180975"/>
          </a:xfrm>
          <a:prstGeom xmlns:a="http://schemas.openxmlformats.org/drawingml/2006/main" prst="rect">
            <a:avLst/>
          </a:prstGeom>
        </p:spPr>
      </p:pic>
      <p:sp>
        <p:nvSpPr>
          <p:cNvPr id="198" name="Mobility-Related Change">
            <a:extLst xmlns:a="http://schemas.openxmlformats.org/drawingml/2006/main">
              <a:ext uri="{FF2B5EF4-FFF2-40B4-BE49-F238E27FC236}">
                <a16:creationId xmlns:a16="http://schemas.microsoft.com/office/drawing/2014/main" id="{38B714FA-83AA-4E16-BB48-2BBFB531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3629025"/>
            <a:ext cx="1466850" cy="18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Mobility-Related Change</a:t>
            </a:r>
          </a:p>
        </p:txBody>
      </p:sp>
      <p:sp>
        <p:nvSpPr>
          <p:cNvPr id="19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BCEBA25-9033-4633-B92F-B7E55358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48100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2F8A445-1466-4E10-9416-A6AAEE207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7e90e669342d1"/>
          <a:stretch xmlns:a="http://schemas.openxmlformats.org/drawingml/2006/main"/>
        </p:blipFill>
        <p:spPr>
          <a:xfrm xmlns:a="http://schemas.openxmlformats.org/drawingml/2006/main">
            <a:off x="9315450" y="3871459"/>
            <a:ext cx="180975" cy="172357"/>
          </a:xfrm>
          <a:prstGeom xmlns:a="http://schemas.openxmlformats.org/drawingml/2006/main" prst="rect">
            <a:avLst/>
          </a:prstGeom>
        </p:spPr>
      </p:pic>
      <p:sp>
        <p:nvSpPr>
          <p:cNvPr id="201" name="Building Presence Change">
            <a:extLst xmlns:a="http://schemas.openxmlformats.org/drawingml/2006/main">
              <a:ext uri="{FF2B5EF4-FFF2-40B4-BE49-F238E27FC236}">
                <a16:creationId xmlns:a16="http://schemas.microsoft.com/office/drawing/2014/main" id="{6CCA9CB2-6DC1-4075-B450-74D69DB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3876675"/>
            <a:ext cx="1466850" cy="17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Presence Change</a:t>
            </a:r>
          </a:p>
        </p:txBody>
      </p:sp>
      <p:sp>
        <p:nvSpPr>
          <p:cNvPr id="20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89DB78C-0078-4E6F-96B5-5B69FCAE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962275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3" name="Pixel-Level Change Recognition(PCR)">
            <a:extLst xmlns:a="http://schemas.openxmlformats.org/drawingml/2006/main">
              <a:ext uri="{FF2B5EF4-FFF2-40B4-BE49-F238E27FC236}">
                <a16:creationId xmlns:a16="http://schemas.microsoft.com/office/drawing/2014/main" id="{351E15CF-5FE9-4B11-901F-4E175518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175" y="2943225"/>
            <a:ext cx="2619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6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6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146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Pixel-Level Change Recognition(PCR)</a:t>
            </a:r>
          </a:p>
        </p:txBody>
      </p:sp>
      <p:sp>
        <p:nvSpPr>
          <p:cNvPr id="204" name="Q: Which urban element has changed">
            <a:extLst xmlns:a="http://schemas.openxmlformats.org/drawingml/2006/main">
              <a:ext uri="{FF2B5EF4-FFF2-40B4-BE49-F238E27FC236}">
                <a16:creationId xmlns:a16="http://schemas.microsoft.com/office/drawing/2014/main" id="{D3996C47-D6C4-4AED-93EB-A22F26E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1900" y="3181350"/>
            <a:ext cx="2514600" cy="209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urban element has changed</a:t>
            </a:r>
          </a:p>
        </p:txBody>
      </p:sp>
      <p:sp>
        <p:nvSpPr>
          <p:cNvPr id="205" name="the most in terms of city development?">
            <a:extLst xmlns:a="http://schemas.openxmlformats.org/drawingml/2006/main">
              <a:ext uri="{FF2B5EF4-FFF2-40B4-BE49-F238E27FC236}">
                <a16:creationId xmlns:a16="http://schemas.microsoft.com/office/drawing/2014/main" id="{A176E1C5-0E8B-47BF-831B-096128C3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362325"/>
            <a:ext cx="27622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most in terms of city development?</a:t>
            </a:r>
          </a:p>
        </p:txBody>
      </p:sp>
      <p:sp>
        <p:nvSpPr>
          <p:cNvPr id="20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B1E7D28-6F21-4E89-ADB0-3FD99C0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571875"/>
            <a:ext cx="619125" cy="228600"/>
          </a:xfrm>
          <a:custGeom xmlns:a="http://schemas.openxmlformats.org/drawingml/2006/main">
            <a:pathLst>
              <a:path w="619125" h="228600">
                <a:moveTo>
                  <a:pt x="114300" y="0"/>
                </a:moveTo>
                <a:lnTo>
                  <a:pt x="504825" y="0"/>
                </a:lnTo>
                <a:cubicBezTo>
                  <a:pt x="567951" y="0"/>
                  <a:pt x="619125" y="51174"/>
                  <a:pt x="619125" y="114300"/>
                </a:cubicBezTo>
                <a:lnTo>
                  <a:pt x="619125" y="114300"/>
                </a:lnTo>
                <a:cubicBezTo>
                  <a:pt x="619125" y="177426"/>
                  <a:pt x="567951" y="228600"/>
                  <a:pt x="50482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82E825D-8A73-4827-8E8C-371844A88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ed6dcd6b54bd0"/>
          <a:stretch xmlns:a="http://schemas.openxmlformats.org/drawingml/2006/main"/>
        </p:blipFill>
        <p:spPr>
          <a:xfrm xmlns:a="http://schemas.openxmlformats.org/drawingml/2006/main">
            <a:off x="12030075" y="3591753"/>
            <a:ext cx="180975" cy="188843"/>
          </a:xfrm>
          <a:prstGeom xmlns:a="http://schemas.openxmlformats.org/drawingml/2006/main" prst="rect">
            <a:avLst/>
          </a:prstGeom>
        </p:spPr>
      </p:pic>
      <p:sp>
        <p:nvSpPr>
          <p:cNvPr id="208" name="Road">
            <a:extLst xmlns:a="http://schemas.openxmlformats.org/drawingml/2006/main">
              <a:ext uri="{FF2B5EF4-FFF2-40B4-BE49-F238E27FC236}">
                <a16:creationId xmlns:a16="http://schemas.microsoft.com/office/drawing/2014/main" id="{7D06D922-4A85-4929-ACA7-8DF223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3600450"/>
            <a:ext cx="333375" cy="195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sp>
        <p:nvSpPr>
          <p:cNvPr id="20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C0BEC27-156F-426F-87D6-0BE7614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3571875"/>
            <a:ext cx="752475" cy="228600"/>
          </a:xfrm>
          <a:custGeom xmlns:a="http://schemas.openxmlformats.org/drawingml/2006/main">
            <a:pathLst>
              <a:path w="752475" h="228600">
                <a:moveTo>
                  <a:pt x="114300" y="0"/>
                </a:moveTo>
                <a:lnTo>
                  <a:pt x="638175" y="0"/>
                </a:lnTo>
                <a:cubicBezTo>
                  <a:pt x="701301" y="0"/>
                  <a:pt x="752475" y="51174"/>
                  <a:pt x="752475" y="114300"/>
                </a:cubicBezTo>
                <a:lnTo>
                  <a:pt x="752475" y="114300"/>
                </a:lnTo>
                <a:cubicBezTo>
                  <a:pt x="752475" y="177426"/>
                  <a:pt x="701301" y="228600"/>
                  <a:pt x="63817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67E3DED-AE05-4EEF-BD3C-18DC57095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74b20044d410a"/>
          <a:stretch xmlns:a="http://schemas.openxmlformats.org/drawingml/2006/main"/>
        </p:blipFill>
        <p:spPr>
          <a:xfrm xmlns:a="http://schemas.openxmlformats.org/drawingml/2006/main">
            <a:off x="12696825" y="3595688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211" name="Vehicle">
            <a:extLst xmlns:a="http://schemas.openxmlformats.org/drawingml/2006/main">
              <a:ext uri="{FF2B5EF4-FFF2-40B4-BE49-F238E27FC236}">
                <a16:creationId xmlns:a16="http://schemas.microsoft.com/office/drawing/2014/main" id="{423A335C-607C-40A3-B882-A9400BD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3600450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21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476511A-06FD-4E67-98F9-7A385A8D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3571875"/>
            <a:ext cx="495300" cy="228600"/>
          </a:xfrm>
          <a:custGeom xmlns:a="http://schemas.openxmlformats.org/drawingml/2006/main">
            <a:pathLst>
              <a:path w="495300" h="228600">
                <a:moveTo>
                  <a:pt x="114300" y="0"/>
                </a:moveTo>
                <a:lnTo>
                  <a:pt x="381000" y="0"/>
                </a:lnTo>
                <a:cubicBezTo>
                  <a:pt x="444126" y="0"/>
                  <a:pt x="495300" y="51174"/>
                  <a:pt x="495300" y="114300"/>
                </a:cubicBezTo>
                <a:lnTo>
                  <a:pt x="495300" y="114300"/>
                </a:lnTo>
                <a:cubicBezTo>
                  <a:pt x="495300" y="177426"/>
                  <a:pt x="444126" y="228600"/>
                  <a:pt x="3810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440DA2F-0A29-40C8-963C-274D609DC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cb6358cf54abf"/>
          <a:stretch xmlns:a="http://schemas.openxmlformats.org/drawingml/2006/main"/>
        </p:blipFill>
        <p:spPr>
          <a:xfrm xmlns:a="http://schemas.openxmlformats.org/drawingml/2006/main">
            <a:off x="13477875" y="3599307"/>
            <a:ext cx="180975" cy="173736"/>
          </a:xfrm>
          <a:prstGeom xmlns:a="http://schemas.openxmlformats.org/drawingml/2006/main" prst="rect">
            <a:avLst/>
          </a:prstGeom>
        </p:spPr>
      </p:pic>
      <p:sp>
        <p:nvSpPr>
          <p:cNvPr id="214" name="Sky">
            <a:extLst xmlns:a="http://schemas.openxmlformats.org/drawingml/2006/main">
              <a:ext uri="{FF2B5EF4-FFF2-40B4-BE49-F238E27FC236}">
                <a16:creationId xmlns:a16="http://schemas.microsoft.com/office/drawing/2014/main" id="{0A82D45A-8BE7-43F7-B92E-778DBDF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3600450"/>
            <a:ext cx="209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sp>
        <p:nvSpPr>
          <p:cNvPr id="21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4299DEC-9189-439E-9267-4A7FC80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838575"/>
            <a:ext cx="981075" cy="228600"/>
          </a:xfrm>
          <a:custGeom xmlns:a="http://schemas.openxmlformats.org/drawingml/2006/main">
            <a:pathLst>
              <a:path w="981075" h="228600">
                <a:moveTo>
                  <a:pt x="114300" y="0"/>
                </a:moveTo>
                <a:lnTo>
                  <a:pt x="866775" y="0"/>
                </a:lnTo>
                <a:cubicBezTo>
                  <a:pt x="929901" y="0"/>
                  <a:pt x="981075" y="51174"/>
                  <a:pt x="981075" y="114300"/>
                </a:cubicBezTo>
                <a:lnTo>
                  <a:pt x="981075" y="114300"/>
                </a:lnTo>
                <a:cubicBezTo>
                  <a:pt x="981075" y="177426"/>
                  <a:pt x="929901" y="228600"/>
                  <a:pt x="86677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3E7E732-F237-40C8-9C00-9D2A49C78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e34bbdad74163"/>
          <a:stretch xmlns:a="http://schemas.openxmlformats.org/drawingml/2006/main"/>
        </p:blipFill>
        <p:spPr>
          <a:xfrm xmlns:a="http://schemas.openxmlformats.org/drawingml/2006/main">
            <a:off x="12106275" y="3869627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217" name="Vegetation">
            <a:extLst xmlns:a="http://schemas.openxmlformats.org/drawingml/2006/main">
              <a:ext uri="{FF2B5EF4-FFF2-40B4-BE49-F238E27FC236}">
                <a16:creationId xmlns:a16="http://schemas.microsoft.com/office/drawing/2014/main" id="{72223354-BCD6-4440-881A-0A9DFA6D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00" y="3867150"/>
            <a:ext cx="695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</a:t>
            </a:r>
          </a:p>
        </p:txBody>
      </p:sp>
      <p:sp>
        <p:nvSpPr>
          <p:cNvPr id="21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4B728E2-9B31-480A-AA03-6CBD53FD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3838575"/>
            <a:ext cx="847725" cy="228600"/>
          </a:xfrm>
          <a:custGeom xmlns:a="http://schemas.openxmlformats.org/drawingml/2006/main">
            <a:pathLst>
              <a:path w="847725" h="228600">
                <a:moveTo>
                  <a:pt x="114300" y="0"/>
                </a:moveTo>
                <a:lnTo>
                  <a:pt x="733425" y="0"/>
                </a:lnTo>
                <a:cubicBezTo>
                  <a:pt x="796551" y="0"/>
                  <a:pt x="847725" y="51174"/>
                  <a:pt x="847725" y="114300"/>
                </a:cubicBezTo>
                <a:lnTo>
                  <a:pt x="847725" y="114300"/>
                </a:lnTo>
                <a:cubicBezTo>
                  <a:pt x="847725" y="177426"/>
                  <a:pt x="796551" y="228600"/>
                  <a:pt x="73342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E9FAF38-6FD8-4CAA-9533-E813FB57B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d11c034a44b90"/>
          <a:stretch xmlns:a="http://schemas.openxmlformats.org/drawingml/2006/main"/>
        </p:blipFill>
        <p:spPr>
          <a:xfrm xmlns:a="http://schemas.openxmlformats.org/drawingml/2006/main">
            <a:off x="13125450" y="3869627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220" name="Building">
            <a:extLst xmlns:a="http://schemas.openxmlformats.org/drawingml/2006/main">
              <a:ext uri="{FF2B5EF4-FFF2-40B4-BE49-F238E27FC236}">
                <a16:creationId xmlns:a16="http://schemas.microsoft.com/office/drawing/2014/main" id="{60DE5888-D525-459D-9E3F-AB2ADF54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5475" y="3867150"/>
            <a:ext cx="561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22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5A55AE7-2CEC-4B22-9852-9176786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162425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2" name="Future Scene Identification(FSI)">
            <a:extLst xmlns:a="http://schemas.openxmlformats.org/drawingml/2006/main">
              <a:ext uri="{FF2B5EF4-FFF2-40B4-BE49-F238E27FC236}">
                <a16:creationId xmlns:a16="http://schemas.microsoft.com/office/drawing/2014/main" id="{030035E4-0CC2-43EF-AEE3-909F1167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4143375"/>
            <a:ext cx="2124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1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1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111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Future Scene Identification(FSI)</a:t>
            </a:r>
          </a:p>
        </p:txBody>
      </p:sp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87EB56B-E9EC-491A-BE5B-540EB8289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819c739084e91"/>
          <a:stretch xmlns:a="http://schemas.openxmlformats.org/drawingml/2006/main"/>
        </p:blipFill>
        <p:spPr>
          <a:xfrm xmlns:a="http://schemas.openxmlformats.org/drawingml/2006/main">
            <a:off x="9467850" y="4371975"/>
            <a:ext cx="1409700" cy="1371600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D832B57-9731-4699-8B35-631DF15D4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2c42a51a94a96"/>
          <a:stretch xmlns:a="http://schemas.openxmlformats.org/drawingml/2006/main"/>
        </p:blipFill>
        <p:spPr>
          <a:xfrm xmlns:a="http://schemas.openxmlformats.org/drawingml/2006/main">
            <a:off x="11601450" y="4333875"/>
            <a:ext cx="2247900" cy="1181100"/>
          </a:xfrm>
          <a:prstGeom xmlns:a="http://schemas.openxmlformats.org/drawingml/2006/main" prst="rect">
            <a:avLst/>
          </a:prstGeom>
        </p:spPr>
      </p:pic>
      <p:sp>
        <p:nvSpPr>
          <p:cNvPr id="22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3794F47-5F3F-4E41-858C-0F3B51A2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81650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6" name="Temporal-Sequence Reasoning(TSR)">
            <a:extLst xmlns:a="http://schemas.openxmlformats.org/drawingml/2006/main">
              <a:ext uri="{FF2B5EF4-FFF2-40B4-BE49-F238E27FC236}">
                <a16:creationId xmlns:a16="http://schemas.microsoft.com/office/drawing/2014/main" id="{5D18F651-A1A5-4C65-A056-4EEA861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5562600"/>
            <a:ext cx="260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172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Temporal-Sequence Reasoning(TSR)</a:t>
            </a:r>
          </a:p>
        </p:txBody>
      </p:sp>
      <p:sp>
        <p:nvSpPr>
          <p:cNvPr id="227" name="Q: Which image most likely">
            <a:extLst xmlns:a="http://schemas.openxmlformats.org/drawingml/2006/main">
              <a:ext uri="{FF2B5EF4-FFF2-40B4-BE49-F238E27FC236}">
                <a16:creationId xmlns:a16="http://schemas.microsoft.com/office/drawing/2014/main" id="{2E43701A-E673-48A4-9E63-7C8CECF8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5791200"/>
            <a:ext cx="18764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image most likely</a:t>
            </a:r>
          </a:p>
        </p:txBody>
      </p:sp>
      <p:sp>
        <p:nvSpPr>
          <p:cNvPr id="228" name="shows the same location after">
            <a:extLst xmlns:a="http://schemas.openxmlformats.org/drawingml/2006/main">
              <a:ext uri="{FF2B5EF4-FFF2-40B4-BE49-F238E27FC236}">
                <a16:creationId xmlns:a16="http://schemas.microsoft.com/office/drawing/2014/main" id="{7BF29DEB-5639-49F8-9D27-113DA3E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5972175"/>
            <a:ext cx="1885950" cy="19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shows the same location after</a:t>
            </a:r>
          </a:p>
        </p:txBody>
      </p:sp>
      <p:sp>
        <p:nvSpPr>
          <p:cNvPr id="229" name="city development.">
            <a:extLst xmlns:a="http://schemas.openxmlformats.org/drawingml/2006/main">
              <a:ext uri="{FF2B5EF4-FFF2-40B4-BE49-F238E27FC236}">
                <a16:creationId xmlns:a16="http://schemas.microsoft.com/office/drawing/2014/main" id="{D67AAFFD-EB53-4352-B79D-0088E3F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6153150"/>
            <a:ext cx="18764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city development.</a:t>
            </a:r>
          </a:p>
        </p:txBody>
      </p:sp>
      <p:sp>
        <p:nvSpPr>
          <p:cNvPr id="230" name="A: Image C">
            <a:extLst xmlns:a="http://schemas.openxmlformats.org/drawingml/2006/main">
              <a:ext uri="{FF2B5EF4-FFF2-40B4-BE49-F238E27FC236}">
                <a16:creationId xmlns:a16="http://schemas.microsoft.com/office/drawing/2014/main" id="{1C44B0D9-4C24-4AEE-A431-B09DF72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6343650"/>
            <a:ext cx="9048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Image C</a:t>
            </a:r>
          </a:p>
        </p:txBody>
      </p:sp>
      <p:sp>
        <p:nvSpPr>
          <p:cNvPr id="231" name="Q: Please rank the four street-view">
            <a:extLst xmlns:a="http://schemas.openxmlformats.org/drawingml/2006/main">
              <a:ext uri="{FF2B5EF4-FFF2-40B4-BE49-F238E27FC236}">
                <a16:creationId xmlns:a16="http://schemas.microsoft.com/office/drawing/2014/main" id="{EB98D864-1E0F-46B4-AF16-70CFE9B9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5791200"/>
            <a:ext cx="25336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Please rank the four street-view</a:t>
            </a:r>
          </a:p>
        </p:txBody>
      </p:sp>
      <p:sp>
        <p:nvSpPr>
          <p:cNvPr id="232" name="images in chronological order from">
            <a:extLst xmlns:a="http://schemas.openxmlformats.org/drawingml/2006/main">
              <a:ext uri="{FF2B5EF4-FFF2-40B4-BE49-F238E27FC236}">
                <a16:creationId xmlns:a16="http://schemas.microsoft.com/office/drawing/2014/main" id="{51907C20-12F4-44F6-9750-C119979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5981700"/>
            <a:ext cx="25336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images in chronological order from</a:t>
            </a:r>
          </a:p>
        </p:txBody>
      </p:sp>
      <p:sp>
        <p:nvSpPr>
          <p:cNvPr id="233" name="least to most developed.">
            <a:extLst xmlns:a="http://schemas.openxmlformats.org/drawingml/2006/main">
              <a:ext uri="{FF2B5EF4-FFF2-40B4-BE49-F238E27FC236}">
                <a16:creationId xmlns:a16="http://schemas.microsoft.com/office/drawing/2014/main" id="{7FFF5235-4592-4112-BFC3-4295DAAA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6162675"/>
            <a:ext cx="25336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least to most developed.</a:t>
            </a:r>
          </a:p>
        </p:txBody>
      </p:sp>
      <p:sp>
        <p:nvSpPr>
          <p:cNvPr id="234" name="A: C → A → D → B">
            <a:extLst xmlns:a="http://schemas.openxmlformats.org/drawingml/2006/main">
              <a:ext uri="{FF2B5EF4-FFF2-40B4-BE49-F238E27FC236}">
                <a16:creationId xmlns:a16="http://schemas.microsoft.com/office/drawing/2014/main" id="{3E9C7206-7733-48F0-B80A-C8DF138F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9550" y="6362700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AA97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AA97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A9784"/>
                </a:solidFill>
                <a:latin typeface="Arial"/>
                <a:ea typeface="Arial"/>
                <a:cs typeface="Arial"/>
              </a:rPr>
              <a:t>A: C → A → D → B</a:t>
            </a:r>
          </a:p>
        </p:txBody>
      </p:sp>
      <p:sp>
        <p:nvSpPr>
          <p:cNvPr id="2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0105B8C-112F-4DDA-8048-5EE20B00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47650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Global Perception(GP)">
            <a:extLst xmlns:a="http://schemas.openxmlformats.org/drawingml/2006/main">
              <a:ext uri="{FF2B5EF4-FFF2-40B4-BE49-F238E27FC236}">
                <a16:creationId xmlns:a16="http://schemas.microsoft.com/office/drawing/2014/main" id="{3180347A-60FA-48A9-8184-D14FBA8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0" y="228600"/>
            <a:ext cx="26860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Global Perception(GP)</a:t>
            </a:r>
          </a:p>
        </p:txBody>
      </p:sp>
      <p:sp>
        <p:nvSpPr>
          <p:cNvPr id="23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DB227A0-6630-4F70-88F3-737FEFA7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514350"/>
            <a:ext cx="1743075" cy="1628775"/>
          </a:xfrm>
          <a:custGeom xmlns:a="http://schemas.openxmlformats.org/drawingml/2006/main">
            <a:pathLst>
              <a:path w="1743075" h="1628775">
                <a:moveTo>
                  <a:pt x="142875" y="0"/>
                </a:moveTo>
                <a:lnTo>
                  <a:pt x="1600200" y="0"/>
                </a:lnTo>
                <a:cubicBezTo>
                  <a:pt x="1679108" y="0"/>
                  <a:pt x="1743075" y="63967"/>
                  <a:pt x="1743075" y="142875"/>
                </a:cubicBezTo>
                <a:lnTo>
                  <a:pt x="1743075" y="1485900"/>
                </a:lnTo>
                <a:cubicBezTo>
                  <a:pt x="1743075" y="1564808"/>
                  <a:pt x="1679108" y="1628775"/>
                  <a:pt x="1600200" y="1628775"/>
                </a:cubicBezTo>
                <a:lnTo>
                  <a:pt x="142875" y="1628775"/>
                </a:lnTo>
                <a:cubicBezTo>
                  <a:pt x="63967" y="1628775"/>
                  <a:pt x="0" y="1564808"/>
                  <a:pt x="0" y="148590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D7C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8" name="Reasoning: in the">
            <a:extLst xmlns:a="http://schemas.openxmlformats.org/drawingml/2006/main">
              <a:ext uri="{FF2B5EF4-FFF2-40B4-BE49-F238E27FC236}">
                <a16:creationId xmlns:a16="http://schemas.microsoft.com/office/drawing/2014/main" id="{B1521F1F-994E-4913-9E3D-B1AD3B7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561975"/>
            <a:ext cx="16287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Reasoning: in the</a:t>
            </a:r>
          </a:p>
        </p:txBody>
      </p:sp>
      <p:sp>
        <p:nvSpPr>
          <p:cNvPr id="239" name="red region:">
            <a:extLst xmlns:a="http://schemas.openxmlformats.org/drawingml/2006/main">
              <a:ext uri="{FF2B5EF4-FFF2-40B4-BE49-F238E27FC236}">
                <a16:creationId xmlns:a16="http://schemas.microsoft.com/office/drawing/2014/main" id="{C90F6395-74BA-43FE-A873-229A21D5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762000"/>
            <a:ext cx="1581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ED27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D272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D2724"/>
                </a:solidFill>
                <a:latin typeface="Arial"/>
                <a:ea typeface="Arial"/>
                <a:cs typeface="Arial"/>
              </a:rPr>
              <a:t>red region:</a:t>
            </a:r>
          </a:p>
        </p:txBody>
      </p:sp>
      <p:sp>
        <p:nvSpPr>
          <p:cNvPr id="240" name="1. A high degree of">
            <a:extLst xmlns:a="http://schemas.openxmlformats.org/drawingml/2006/main">
              <a:ext uri="{FF2B5EF4-FFF2-40B4-BE49-F238E27FC236}">
                <a16:creationId xmlns:a16="http://schemas.microsoft.com/office/drawing/2014/main" id="{C9BA6FAC-8025-45B7-91F8-16DD7291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981075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A high degree of</a:t>
            </a:r>
          </a:p>
        </p:txBody>
      </p:sp>
      <p:sp>
        <p:nvSpPr>
          <p:cNvPr id="241" name="greenery and">
            <a:extLst xmlns:a="http://schemas.openxmlformats.org/drawingml/2006/main">
              <a:ext uri="{FF2B5EF4-FFF2-40B4-BE49-F238E27FC236}">
                <a16:creationId xmlns:a16="http://schemas.microsoft.com/office/drawing/2014/main" id="{0CCE57C7-23DE-4E5B-8524-3B68780C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1181100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greenery and</a:t>
            </a:r>
          </a:p>
        </p:txBody>
      </p:sp>
      <p:sp>
        <p:nvSpPr>
          <p:cNvPr id="242" name="vegetation coverage…">
            <a:extLst xmlns:a="http://schemas.openxmlformats.org/drawingml/2006/main">
              <a:ext uri="{FF2B5EF4-FFF2-40B4-BE49-F238E27FC236}">
                <a16:creationId xmlns:a16="http://schemas.microsoft.com/office/drawing/2014/main" id="{EA9A1A0B-A4E1-402F-8D97-2672E22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1381125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 coverage…</a:t>
            </a:r>
          </a:p>
        </p:txBody>
      </p:sp>
      <p:sp>
        <p:nvSpPr>
          <p:cNvPr id="243" name="2. The view is">
            <a:extLst xmlns:a="http://schemas.openxmlformats.org/drawingml/2006/main">
              <a:ext uri="{FF2B5EF4-FFF2-40B4-BE49-F238E27FC236}">
                <a16:creationId xmlns:a16="http://schemas.microsoft.com/office/drawing/2014/main" id="{F3540AEA-9B29-4416-9364-5A88D672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1581150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The view is</a:t>
            </a:r>
          </a:p>
        </p:txBody>
      </p:sp>
      <p:sp>
        <p:nvSpPr>
          <p:cNvPr id="244" name="unobstructed…">
            <a:extLst xmlns:a="http://schemas.openxmlformats.org/drawingml/2006/main">
              <a:ext uri="{FF2B5EF4-FFF2-40B4-BE49-F238E27FC236}">
                <a16:creationId xmlns:a16="http://schemas.microsoft.com/office/drawing/2014/main" id="{0B65A71A-96E5-4305-92D1-75C89AF2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1781175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unobstructed…</a:t>
            </a:r>
          </a:p>
        </p:txBody>
      </p:sp>
      <p:sp>
        <p:nvSpPr>
          <p:cNvPr id="245" name="3. The ground is clean…">
            <a:extLst xmlns:a="http://schemas.openxmlformats.org/drawingml/2006/main">
              <a:ext uri="{FF2B5EF4-FFF2-40B4-BE49-F238E27FC236}">
                <a16:creationId xmlns:a16="http://schemas.microsoft.com/office/drawing/2014/main" id="{2E87CEB1-060E-476C-91BD-120530FD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1981200"/>
            <a:ext cx="1609725" cy="207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The ground is clean…</a:t>
            </a:r>
          </a:p>
        </p:txBody>
      </p:sp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558E89F-9492-4D77-AE13-5206009BE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3c2627b6844cf"/>
          <a:stretch xmlns:a="http://schemas.openxmlformats.org/drawingml/2006/main"/>
        </p:blipFill>
        <p:spPr>
          <a:xfrm xmlns:a="http://schemas.openxmlformats.org/drawingml/2006/main">
            <a:off x="17135475" y="314325"/>
            <a:ext cx="1847850" cy="1581150"/>
          </a:xfrm>
          <a:prstGeom xmlns:a="http://schemas.openxmlformats.org/drawingml/2006/main" prst="rect">
            <a:avLst/>
          </a:prstGeom>
        </p:spPr>
      </p:pic>
      <p:sp>
        <p:nvSpPr>
          <p:cNvPr id="247" name="Local Perception(LP)">
            <a:extLst xmlns:a="http://schemas.openxmlformats.org/drawingml/2006/main">
              <a:ext uri="{FF2B5EF4-FFF2-40B4-BE49-F238E27FC236}">
                <a16:creationId xmlns:a16="http://schemas.microsoft.com/office/drawing/2014/main" id="{A80E4461-88A2-4FBB-AA33-D52093CE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2150" y="1895475"/>
            <a:ext cx="17716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Local Perception(LP)</a:t>
            </a:r>
          </a:p>
        </p:txBody>
      </p:sp>
      <p:sp>
        <p:nvSpPr>
          <p:cNvPr id="2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A88BC6A-6A22-4DDD-94A5-970E38CA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609600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A33AAE1-2EA7-4F00-B8B8-2C9701AC9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4d47a11054bf4"/>
          <a:stretch xmlns:a="http://schemas.openxmlformats.org/drawingml/2006/main"/>
        </p:blipFill>
        <p:spPr>
          <a:xfrm xmlns:a="http://schemas.openxmlformats.org/drawingml/2006/main">
            <a:off x="14163675" y="634773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50" name="Beauty">
            <a:extLst xmlns:a="http://schemas.openxmlformats.org/drawingml/2006/main">
              <a:ext uri="{FF2B5EF4-FFF2-40B4-BE49-F238E27FC236}">
                <a16:creationId xmlns:a16="http://schemas.microsoft.com/office/drawing/2014/main" id="{71692205-1372-427B-9CBB-7EA50C7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63817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25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337C83F-D3AD-4E08-9DD6-07E97631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63817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2" name="✓">
            <a:extLst xmlns:a="http://schemas.openxmlformats.org/drawingml/2006/main">
              <a:ext uri="{FF2B5EF4-FFF2-40B4-BE49-F238E27FC236}">
                <a16:creationId xmlns:a16="http://schemas.microsoft.com/office/drawing/2014/main" id="{A4769F50-2555-4F2C-9CBE-A8D2A8B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647700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5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EC18025-45F2-4061-AACD-F864FD33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009650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563A7DD-0607-4CA7-BBBF-C8D904B1C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ed3e837cd4772"/>
          <a:stretch xmlns:a="http://schemas.openxmlformats.org/drawingml/2006/main"/>
        </p:blipFill>
        <p:spPr>
          <a:xfrm xmlns:a="http://schemas.openxmlformats.org/drawingml/2006/main">
            <a:off x="14163675" y="1039132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55" name="Wealthy">
            <a:extLst xmlns:a="http://schemas.openxmlformats.org/drawingml/2006/main">
              <a:ext uri="{FF2B5EF4-FFF2-40B4-BE49-F238E27FC236}">
                <a16:creationId xmlns:a16="http://schemas.microsoft.com/office/drawing/2014/main" id="{D6F41D37-23D5-44E2-9C4A-AD2AB92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1038225"/>
            <a:ext cx="552450" cy="21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25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B929291-7CC1-4252-90AC-CD0CC8B0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103822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FA51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×">
            <a:extLst xmlns:a="http://schemas.openxmlformats.org/drawingml/2006/main">
              <a:ext uri="{FF2B5EF4-FFF2-40B4-BE49-F238E27FC236}">
                <a16:creationId xmlns:a16="http://schemas.microsoft.com/office/drawing/2014/main" id="{53D9F9AA-ED3F-47EB-AE6F-600B82B9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1047750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×</a:t>
            </a:r>
          </a:p>
        </p:txBody>
      </p:sp>
      <p:sp>
        <p:nvSpPr>
          <p:cNvPr id="2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DF6E858-90C1-4FB0-BDEC-C9B00A45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409700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EB3AF02-2CEB-42A5-B053-AF4F6ACE0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05518b0104881"/>
          <a:stretch xmlns:a="http://schemas.openxmlformats.org/drawingml/2006/main"/>
        </p:blipFill>
        <p:spPr>
          <a:xfrm xmlns:a="http://schemas.openxmlformats.org/drawingml/2006/main">
            <a:off x="14163675" y="1434873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60" name="Safety">
            <a:extLst xmlns:a="http://schemas.openxmlformats.org/drawingml/2006/main">
              <a:ext uri="{FF2B5EF4-FFF2-40B4-BE49-F238E27FC236}">
                <a16:creationId xmlns:a16="http://schemas.microsoft.com/office/drawing/2014/main" id="{3D3A799B-12BF-4C6A-83C6-CB7EF233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143827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6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A791C65-BF2B-41C3-B621-9821DE42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143827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2" name="✓">
            <a:extLst xmlns:a="http://schemas.openxmlformats.org/drawingml/2006/main">
              <a:ext uri="{FF2B5EF4-FFF2-40B4-BE49-F238E27FC236}">
                <a16:creationId xmlns:a16="http://schemas.microsoft.com/office/drawing/2014/main" id="{BBA21C1C-8FEE-498E-A711-6A1940AF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1447800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6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6BAAD5D-B186-4986-99B0-09EA97A5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809750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A614170-01F8-4679-9ACB-D33BD6B97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c694d3e2f4aad"/>
          <a:stretch xmlns:a="http://schemas.openxmlformats.org/drawingml/2006/main"/>
        </p:blipFill>
        <p:spPr>
          <a:xfrm xmlns:a="http://schemas.openxmlformats.org/drawingml/2006/main">
            <a:off x="14163675" y="1839232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65" name="Lively">
            <a:extLst xmlns:a="http://schemas.openxmlformats.org/drawingml/2006/main">
              <a:ext uri="{FF2B5EF4-FFF2-40B4-BE49-F238E27FC236}">
                <a16:creationId xmlns:a16="http://schemas.microsoft.com/office/drawing/2014/main" id="{4022053A-F50E-42CE-9421-29BF41D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1838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26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A1E34F9-2F5C-4C76-B70E-9855800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183832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FA51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7" name="×">
            <a:extLst xmlns:a="http://schemas.openxmlformats.org/drawingml/2006/main">
              <a:ext uri="{FF2B5EF4-FFF2-40B4-BE49-F238E27FC236}">
                <a16:creationId xmlns:a16="http://schemas.microsoft.com/office/drawing/2014/main" id="{3FBB55A0-A562-4865-9FB4-906832E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1847850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×</a:t>
            </a:r>
          </a:p>
        </p:txBody>
      </p:sp>
      <p:sp>
        <p:nvSpPr>
          <p:cNvPr id="26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A641099-A1E0-4326-A31D-19FEEDCD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324100"/>
            <a:ext cx="4914900" cy="2152650"/>
          </a:xfrm>
          <a:custGeom xmlns:a="http://schemas.openxmlformats.org/drawingml/2006/main">
            <a:pathLst>
              <a:path w="4914900" h="2152650">
                <a:moveTo>
                  <a:pt x="114300" y="0"/>
                </a:moveTo>
                <a:lnTo>
                  <a:pt x="4800600" y="0"/>
                </a:lnTo>
                <a:cubicBezTo>
                  <a:pt x="4863726" y="0"/>
                  <a:pt x="4914900" y="51174"/>
                  <a:pt x="4914900" y="114300"/>
                </a:cubicBezTo>
                <a:lnTo>
                  <a:pt x="4914900" y="2038350"/>
                </a:lnTo>
                <a:cubicBezTo>
                  <a:pt x="4914900" y="2101476"/>
                  <a:pt x="4863726" y="2152650"/>
                  <a:pt x="4800600" y="2152650"/>
                </a:cubicBezTo>
                <a:lnTo>
                  <a:pt x="114300" y="2152650"/>
                </a:lnTo>
                <a:cubicBezTo>
                  <a:pt x="51174" y="2152650"/>
                  <a:pt x="0" y="2101476"/>
                  <a:pt x="0" y="20383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E2DCD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D19A7C8-666E-430F-A761-79AD229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381250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0" name="Comparative Perceptual Analysis (CP)">
            <a:extLst xmlns:a="http://schemas.openxmlformats.org/drawingml/2006/main">
              <a:ext uri="{FF2B5EF4-FFF2-40B4-BE49-F238E27FC236}">
                <a16:creationId xmlns:a16="http://schemas.microsoft.com/office/drawing/2014/main" id="{F74B55C1-C274-4C79-A476-78A1FD3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0" y="2362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Comparative Perceptual Analysis (CP)</a:t>
            </a:r>
          </a:p>
        </p:txBody>
      </p:sp>
      <p:sp>
        <p:nvSpPr>
          <p:cNvPr id="271" name="Q: The two scenes show the same place, one from 2008 and one">
            <a:extLst xmlns:a="http://schemas.openxmlformats.org/drawingml/2006/main">
              <a:ext uri="{FF2B5EF4-FFF2-40B4-BE49-F238E27FC236}">
                <a16:creationId xmlns:a16="http://schemas.microsoft.com/office/drawing/2014/main" id="{522469F2-ED49-49C6-8DB6-6C41E45E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575" y="2667000"/>
            <a:ext cx="47815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The two scenes show the same place, one from 2008 and one</a:t>
            </a:r>
          </a:p>
        </p:txBody>
      </p:sp>
      <p:sp>
        <p:nvSpPr>
          <p:cNvPr id="272" name="from 2024. Please determine whether the scene has become more">
            <a:extLst xmlns:a="http://schemas.openxmlformats.org/drawingml/2006/main">
              <a:ext uri="{FF2B5EF4-FFF2-40B4-BE49-F238E27FC236}">
                <a16:creationId xmlns:a16="http://schemas.microsoft.com/office/drawing/2014/main" id="{20732B43-C5E5-42EA-9879-D59D0FF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575" y="2867025"/>
            <a:ext cx="4781550" cy="226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2024. Please determine whether the scene has become more</a:t>
            </a:r>
          </a:p>
        </p:txBody>
      </p:sp>
      <p:sp>
        <p:nvSpPr>
          <p:cNvPr id="273" name="{Beauty, Wealthy, Safety, Lively}, less, or no significant change.">
            <a:extLst xmlns:a="http://schemas.openxmlformats.org/drawingml/2006/main">
              <a:ext uri="{FF2B5EF4-FFF2-40B4-BE49-F238E27FC236}">
                <a16:creationId xmlns:a16="http://schemas.microsoft.com/office/drawing/2014/main" id="{CCF7F14C-C040-4FE9-8527-4D032C5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575" y="3067050"/>
            <a:ext cx="47815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{Beauty, Wealthy, Safety, Lively}, less, or no significant change.</a:t>
            </a:r>
          </a:p>
        </p:txBody>
      </p:sp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A0A0202-9966-402A-85E3-BED3D902B1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e95f0f8ea4cc7"/>
          <a:stretch xmlns:a="http://schemas.openxmlformats.org/drawingml/2006/main"/>
        </p:blipFill>
        <p:spPr>
          <a:xfrm xmlns:a="http://schemas.openxmlformats.org/drawingml/2006/main">
            <a:off x="14192250" y="3467100"/>
            <a:ext cx="619125" cy="971550"/>
          </a:xfrm>
          <a:prstGeom xmlns:a="http://schemas.openxmlformats.org/drawingml/2006/main" prst="rect">
            <a:avLst/>
          </a:prstGeom>
        </p:spPr>
      </p:pic>
      <p:sp>
        <p:nvSpPr>
          <p:cNvPr id="275" name="2004">
            <a:extLst xmlns:a="http://schemas.openxmlformats.org/drawingml/2006/main">
              <a:ext uri="{FF2B5EF4-FFF2-40B4-BE49-F238E27FC236}">
                <a16:creationId xmlns:a16="http://schemas.microsoft.com/office/drawing/2014/main" id="{35D9A140-1C3F-4A45-ABB6-1FFF0F4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92325" y="3514725"/>
            <a:ext cx="5905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18E7B"/>
                </a:solidFill>
                <a:latin typeface="Arial"/>
                <a:ea typeface="Arial"/>
                <a:cs typeface="Arial"/>
              </a:rPr>
              <a:t>2004</a:t>
            </a:r>
          </a:p>
        </p:txBody>
      </p:sp>
      <p:sp>
        <p:nvSpPr>
          <p:cNvPr id="276" name="2024">
            <a:extLst xmlns:a="http://schemas.openxmlformats.org/drawingml/2006/main">
              <a:ext uri="{FF2B5EF4-FFF2-40B4-BE49-F238E27FC236}">
                <a16:creationId xmlns:a16="http://schemas.microsoft.com/office/drawing/2014/main" id="{ADDFFB21-1E0B-467B-8C62-00997F8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92325" y="4229100"/>
            <a:ext cx="5905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18E7B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27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10D85BF-FDE0-4C04-A1EF-B28828D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348615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EB99032-021A-4B3B-ADB5-6EA46AD7A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f069b48404cdf"/>
          <a:stretch xmlns:a="http://schemas.openxmlformats.org/drawingml/2006/main"/>
        </p:blipFill>
        <p:spPr>
          <a:xfrm xmlns:a="http://schemas.openxmlformats.org/drawingml/2006/main">
            <a:off x="15411450" y="3520848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79" name="Beauty">
            <a:extLst xmlns:a="http://schemas.openxmlformats.org/drawingml/2006/main">
              <a:ext uri="{FF2B5EF4-FFF2-40B4-BE49-F238E27FC236}">
                <a16:creationId xmlns:a16="http://schemas.microsoft.com/office/drawing/2014/main" id="{1862DD5C-2FA9-4ADA-8292-230F9F63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1475" y="351472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28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11244C7-BF12-4CB9-9F63-6D2C8229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348615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8A2A870-99BB-4602-B7B6-9FB2AE542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6791ef2db42a5"/>
          <a:stretch xmlns:a="http://schemas.openxmlformats.org/drawingml/2006/main"/>
        </p:blipFill>
        <p:spPr>
          <a:xfrm xmlns:a="http://schemas.openxmlformats.org/drawingml/2006/main">
            <a:off x="16297275" y="3525157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82" name="Wealthy">
            <a:extLst xmlns:a="http://schemas.openxmlformats.org/drawingml/2006/main">
              <a:ext uri="{FF2B5EF4-FFF2-40B4-BE49-F238E27FC236}">
                <a16:creationId xmlns:a16="http://schemas.microsoft.com/office/drawing/2014/main" id="{49B5A7FA-C046-4B0A-AA81-B342BF3E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300" y="351472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2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2385D59-F22E-4E46-B5FB-8A25F2A4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48615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B6D8C463-62F4-4855-9B23-F3AEA584F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463c862264b29"/>
          <a:stretch xmlns:a="http://schemas.openxmlformats.org/drawingml/2006/main"/>
        </p:blipFill>
        <p:spPr>
          <a:xfrm xmlns:a="http://schemas.openxmlformats.org/drawingml/2006/main">
            <a:off x="17183100" y="3520848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85" name="Safety">
            <a:extLst xmlns:a="http://schemas.openxmlformats.org/drawingml/2006/main">
              <a:ext uri="{FF2B5EF4-FFF2-40B4-BE49-F238E27FC236}">
                <a16:creationId xmlns:a16="http://schemas.microsoft.com/office/drawing/2014/main" id="{63CE9A1D-2634-4F72-9D3A-FDE60D4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3125" y="351472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8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5558E93-FFE3-4ADF-8309-CD83D20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348615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7C0AE71-27EE-4B78-8E76-777F07FCA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45b481f44f8a"/>
          <a:stretch xmlns:a="http://schemas.openxmlformats.org/drawingml/2006/main"/>
        </p:blipFill>
        <p:spPr>
          <a:xfrm xmlns:a="http://schemas.openxmlformats.org/drawingml/2006/main">
            <a:off x="18068925" y="3525157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88" name="Lively">
            <a:extLst xmlns:a="http://schemas.openxmlformats.org/drawingml/2006/main">
              <a:ext uri="{FF2B5EF4-FFF2-40B4-BE49-F238E27FC236}">
                <a16:creationId xmlns:a16="http://schemas.microsoft.com/office/drawing/2014/main" id="{CF9B1382-02DA-46A7-B796-C775818C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8950" y="351472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2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4880767-E891-4148-987D-F79980CE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419100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79E0ED4-1244-415B-A4AB-D228594C8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b599f12f14caa"/>
          <a:stretch xmlns:a="http://schemas.openxmlformats.org/drawingml/2006/main"/>
        </p:blipFill>
        <p:spPr>
          <a:xfrm xmlns:a="http://schemas.openxmlformats.org/drawingml/2006/main">
            <a:off x="15411450" y="4225698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91" name="Beauty">
            <a:extLst xmlns:a="http://schemas.openxmlformats.org/drawingml/2006/main">
              <a:ext uri="{FF2B5EF4-FFF2-40B4-BE49-F238E27FC236}">
                <a16:creationId xmlns:a16="http://schemas.microsoft.com/office/drawing/2014/main" id="{03F9D414-9480-41D5-8082-28FF9B13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1475" y="421957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29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4006E06-A898-4E4C-B851-0112CC3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419100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7A1FAFE-7256-4B6C-93D7-05E31C5E1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b80c73aa249fb"/>
          <a:stretch xmlns:a="http://schemas.openxmlformats.org/drawingml/2006/main"/>
        </p:blipFill>
        <p:spPr>
          <a:xfrm xmlns:a="http://schemas.openxmlformats.org/drawingml/2006/main">
            <a:off x="16297275" y="4230007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94" name="Wealthy">
            <a:extLst xmlns:a="http://schemas.openxmlformats.org/drawingml/2006/main">
              <a:ext uri="{FF2B5EF4-FFF2-40B4-BE49-F238E27FC236}">
                <a16:creationId xmlns:a16="http://schemas.microsoft.com/office/drawing/2014/main" id="{8852B544-4841-477A-82A8-D452DB02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300" y="421957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29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52FE319-E2C8-4CBF-AD79-BE802D4D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419100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9E982BA-09BE-4374-A4AE-B63753A47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f3162ed044723"/>
          <a:stretch xmlns:a="http://schemas.openxmlformats.org/drawingml/2006/main"/>
        </p:blipFill>
        <p:spPr>
          <a:xfrm xmlns:a="http://schemas.openxmlformats.org/drawingml/2006/main">
            <a:off x="17183100" y="4225698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97" name="Safety">
            <a:extLst xmlns:a="http://schemas.openxmlformats.org/drawingml/2006/main">
              <a:ext uri="{FF2B5EF4-FFF2-40B4-BE49-F238E27FC236}">
                <a16:creationId xmlns:a16="http://schemas.microsoft.com/office/drawing/2014/main" id="{1A5152E9-0D75-4329-8327-F96B6B42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3125" y="421957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9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D1DDC79-9E7C-4027-A331-6C862EE7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4191000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33F0D12-8B36-44D0-B461-772C431A9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e28f0fa4447cf"/>
          <a:stretch xmlns:a="http://schemas.openxmlformats.org/drawingml/2006/main"/>
        </p:blipFill>
        <p:spPr>
          <a:xfrm xmlns:a="http://schemas.openxmlformats.org/drawingml/2006/main">
            <a:off x="18068925" y="4230007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300" name="Lively">
            <a:extLst xmlns:a="http://schemas.openxmlformats.org/drawingml/2006/main">
              <a:ext uri="{FF2B5EF4-FFF2-40B4-BE49-F238E27FC236}">
                <a16:creationId xmlns:a16="http://schemas.microsoft.com/office/drawing/2014/main" id="{18E5DB96-05FA-4549-A07B-B630F13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8950" y="4219575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301" name="∨">
            <a:extLst xmlns:a="http://schemas.openxmlformats.org/drawingml/2006/main">
              <a:ext uri="{FF2B5EF4-FFF2-40B4-BE49-F238E27FC236}">
                <a16:creationId xmlns:a16="http://schemas.microsoft.com/office/drawing/2014/main" id="{94DD239F-CDC3-4DC9-85E1-BCCBF46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6725" y="3857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∨</a:t>
            </a:r>
          </a:p>
        </p:txBody>
      </p:sp>
      <p:sp>
        <p:nvSpPr>
          <p:cNvPr id="302" name="∧">
            <a:extLst xmlns:a="http://schemas.openxmlformats.org/drawingml/2006/main">
              <a:ext uri="{FF2B5EF4-FFF2-40B4-BE49-F238E27FC236}">
                <a16:creationId xmlns:a16="http://schemas.microsoft.com/office/drawing/2014/main" id="{EF690B5D-E9F0-4937-BD1E-AB945ABE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2550" y="3857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∧</a:t>
            </a:r>
          </a:p>
        </p:txBody>
      </p:sp>
      <p:sp>
        <p:nvSpPr>
          <p:cNvPr id="303" name="=">
            <a:extLst xmlns:a="http://schemas.openxmlformats.org/drawingml/2006/main">
              <a:ext uri="{FF2B5EF4-FFF2-40B4-BE49-F238E27FC236}">
                <a16:creationId xmlns:a16="http://schemas.microsoft.com/office/drawing/2014/main" id="{627F22A3-C3AB-4C2C-BE04-591FF06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78375" y="3857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=</a:t>
            </a:r>
          </a:p>
        </p:txBody>
      </p:sp>
      <p:sp>
        <p:nvSpPr>
          <p:cNvPr id="304" name="∧">
            <a:extLst xmlns:a="http://schemas.openxmlformats.org/drawingml/2006/main">
              <a:ext uri="{FF2B5EF4-FFF2-40B4-BE49-F238E27FC236}">
                <a16:creationId xmlns:a16="http://schemas.microsoft.com/office/drawing/2014/main" id="{A5035CB0-2663-4F0A-BAD3-3A881BD7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4200" y="3857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∧</a:t>
            </a:r>
          </a:p>
        </p:txBody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3A7D455-0D3D-44FC-8FE1-7913517A3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86834fc1c41be"/>
          <a:stretch xmlns:a="http://schemas.openxmlformats.org/drawingml/2006/main"/>
        </p:blipFill>
        <p:spPr>
          <a:xfrm xmlns:a="http://schemas.openxmlformats.org/drawingml/2006/main">
            <a:off x="14077950" y="4714875"/>
            <a:ext cx="1866900" cy="1571625"/>
          </a:xfrm>
          <a:prstGeom xmlns:a="http://schemas.openxmlformats.org/drawingml/2006/main" prst="rect">
            <a:avLst/>
          </a:prstGeom>
        </p:spPr>
      </p:pic>
      <p:sp>
        <p:nvSpPr>
          <p:cNvPr id="306" name="Local Perception(LP)">
            <a:extLst xmlns:a="http://schemas.openxmlformats.org/drawingml/2006/main">
              <a:ext uri="{FF2B5EF4-FFF2-40B4-BE49-F238E27FC236}">
                <a16:creationId xmlns:a16="http://schemas.microsoft.com/office/drawing/2014/main" id="{847897E2-827E-4C2F-B211-D972D3B0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350" y="6276975"/>
            <a:ext cx="1647825" cy="230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297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Local Perception(LP)</a:t>
            </a:r>
          </a:p>
        </p:txBody>
      </p:sp>
      <p:sp>
        <p:nvSpPr>
          <p:cNvPr id="307" name="Global Perception(GP)">
            <a:extLst xmlns:a="http://schemas.openxmlformats.org/drawingml/2006/main">
              <a:ext uri="{FF2B5EF4-FFF2-40B4-BE49-F238E27FC236}">
                <a16:creationId xmlns:a16="http://schemas.microsoft.com/office/drawing/2014/main" id="{263E20E4-AA45-4637-B2D9-0BB629E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16425" y="4591050"/>
            <a:ext cx="18478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Global Perception(GP)</a:t>
            </a:r>
          </a:p>
        </p:txBody>
      </p:sp>
      <p:sp>
        <p:nvSpPr>
          <p:cNvPr id="30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5CCE43C-2494-4C56-BDCE-A7E80F3A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6275" y="4848225"/>
            <a:ext cx="1828800" cy="1647825"/>
          </a:xfrm>
          <a:custGeom xmlns:a="http://schemas.openxmlformats.org/drawingml/2006/main">
            <a:pathLst>
              <a:path w="1828800" h="1647825">
                <a:moveTo>
                  <a:pt x="133350" y="0"/>
                </a:moveTo>
                <a:lnTo>
                  <a:pt x="1695450" y="0"/>
                </a:lnTo>
                <a:cubicBezTo>
                  <a:pt x="1769097" y="0"/>
                  <a:pt x="1828800" y="59703"/>
                  <a:pt x="1828800" y="133350"/>
                </a:cubicBezTo>
                <a:lnTo>
                  <a:pt x="1828800" y="1514475"/>
                </a:lnTo>
                <a:cubicBezTo>
                  <a:pt x="1828800" y="1588122"/>
                  <a:pt x="1769097" y="1647825"/>
                  <a:pt x="1695450" y="1647825"/>
                </a:cubicBezTo>
                <a:lnTo>
                  <a:pt x="133350" y="1647825"/>
                </a:lnTo>
                <a:cubicBezTo>
                  <a:pt x="59703" y="1647825"/>
                  <a:pt x="0" y="1588122"/>
                  <a:pt x="0" y="15144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7C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9" name="Reasoning: in the">
            <a:extLst xmlns:a="http://schemas.openxmlformats.org/drawingml/2006/main">
              <a:ext uri="{FF2B5EF4-FFF2-40B4-BE49-F238E27FC236}">
                <a16:creationId xmlns:a16="http://schemas.microsoft.com/office/drawing/2014/main" id="{128BF102-17BD-468B-824E-74F5395A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4886325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Reasoning: in the</a:t>
            </a:r>
          </a:p>
        </p:txBody>
      </p:sp>
      <p:sp>
        <p:nvSpPr>
          <p:cNvPr id="310" name="yellow region:">
            <a:extLst xmlns:a="http://schemas.openxmlformats.org/drawingml/2006/main">
              <a:ext uri="{FF2B5EF4-FFF2-40B4-BE49-F238E27FC236}">
                <a16:creationId xmlns:a16="http://schemas.microsoft.com/office/drawing/2014/main" id="{E5F87D47-0EAA-4BDB-B70A-B9D1C910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5086350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yellow region:</a:t>
            </a:r>
          </a:p>
        </p:txBody>
      </p:sp>
      <p:sp>
        <p:nvSpPr>
          <p:cNvPr id="311" name="1. The road infrastruc-">
            <a:extLst xmlns:a="http://schemas.openxmlformats.org/drawingml/2006/main">
              <a:ext uri="{FF2B5EF4-FFF2-40B4-BE49-F238E27FC236}">
                <a16:creationId xmlns:a16="http://schemas.microsoft.com/office/drawing/2014/main" id="{1DCB12CB-0AE9-4C13-BBA1-1FDBC73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5286375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The road infrastruc-</a:t>
            </a:r>
          </a:p>
        </p:txBody>
      </p:sp>
      <p:sp>
        <p:nvSpPr>
          <p:cNvPr id="312" name="ture is well-developed.">
            <a:extLst xmlns:a="http://schemas.openxmlformats.org/drawingml/2006/main">
              <a:ext uri="{FF2B5EF4-FFF2-40B4-BE49-F238E27FC236}">
                <a16:creationId xmlns:a16="http://schemas.microsoft.com/office/drawing/2014/main" id="{689CF1A3-0CD9-4C05-9B4B-6AB93DA0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5486400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ture is well-developed.</a:t>
            </a:r>
          </a:p>
        </p:txBody>
      </p:sp>
      <p:sp>
        <p:nvSpPr>
          <p:cNvPr id="313" name="2. Modern buildings">
            <a:extLst xmlns:a="http://schemas.openxmlformats.org/drawingml/2006/main">
              <a:ext uri="{FF2B5EF4-FFF2-40B4-BE49-F238E27FC236}">
                <a16:creationId xmlns:a16="http://schemas.microsoft.com/office/drawing/2014/main" id="{BFFF4884-1D77-416B-BA1E-00D88108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5686425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Modern buildings</a:t>
            </a:r>
          </a:p>
        </p:txBody>
      </p:sp>
      <p:sp>
        <p:nvSpPr>
          <p:cNvPr id="314" name="are prevalent…">
            <a:extLst xmlns:a="http://schemas.openxmlformats.org/drawingml/2006/main">
              <a:ext uri="{FF2B5EF4-FFF2-40B4-BE49-F238E27FC236}">
                <a16:creationId xmlns:a16="http://schemas.microsoft.com/office/drawing/2014/main" id="{65B9E52B-1020-47C3-99E7-91B2CE2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5886450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prevalent…</a:t>
            </a:r>
          </a:p>
        </p:txBody>
      </p:sp>
      <p:sp>
        <p:nvSpPr>
          <p:cNvPr id="315" name="3. The degree of urba-">
            <a:extLst xmlns:a="http://schemas.openxmlformats.org/drawingml/2006/main">
              <a:ext uri="{FF2B5EF4-FFF2-40B4-BE49-F238E27FC236}">
                <a16:creationId xmlns:a16="http://schemas.microsoft.com/office/drawing/2014/main" id="{B3C68413-9F5B-47E4-A16A-3122BB94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6086475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The degree of urba-</a:t>
            </a:r>
          </a:p>
        </p:txBody>
      </p:sp>
      <p:sp>
        <p:nvSpPr>
          <p:cNvPr id="316" name="nization is high…">
            <a:extLst xmlns:a="http://schemas.openxmlformats.org/drawingml/2006/main">
              <a:ext uri="{FF2B5EF4-FFF2-40B4-BE49-F238E27FC236}">
                <a16:creationId xmlns:a16="http://schemas.microsoft.com/office/drawing/2014/main" id="{5B1EF8E5-93BA-480F-B228-6A296FA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6286500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nization is high…</a:t>
            </a:r>
          </a:p>
        </p:txBody>
      </p:sp>
      <p:sp>
        <p:nvSpPr>
          <p:cNvPr id="31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C804504-0040-4658-85DB-25EF84A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4953000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53446DF-E9CC-4A0A-A155-A305158F63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23c274c2b4ce3"/>
          <a:stretch xmlns:a="http://schemas.openxmlformats.org/drawingml/2006/main"/>
        </p:blipFill>
        <p:spPr>
          <a:xfrm xmlns:a="http://schemas.openxmlformats.org/drawingml/2006/main">
            <a:off x="17926050" y="4982936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319" name="Beauty">
            <a:extLst xmlns:a="http://schemas.openxmlformats.org/drawingml/2006/main">
              <a:ext uri="{FF2B5EF4-FFF2-40B4-BE49-F238E27FC236}">
                <a16:creationId xmlns:a16="http://schemas.microsoft.com/office/drawing/2014/main" id="{1C05384A-3085-4186-916D-448444D4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4981575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32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D469ADB-A517-41AA-BA5C-CEA0FA79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49720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FA51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1" name="×">
            <a:extLst xmlns:a="http://schemas.openxmlformats.org/drawingml/2006/main">
              <a:ext uri="{FF2B5EF4-FFF2-40B4-BE49-F238E27FC236}">
                <a16:creationId xmlns:a16="http://schemas.microsoft.com/office/drawing/2014/main" id="{6787B5A5-2917-46BE-85AB-7E5B6652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49815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×</a:t>
            </a:r>
          </a:p>
        </p:txBody>
      </p:sp>
      <p:sp>
        <p:nvSpPr>
          <p:cNvPr id="32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BC64097-3CF9-482A-9645-29D4929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5353050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A010754-07E4-4945-B3D3-FF1ED5F31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aac336dff4a60"/>
          <a:stretch xmlns:a="http://schemas.openxmlformats.org/drawingml/2006/main"/>
        </p:blipFill>
        <p:spPr>
          <a:xfrm xmlns:a="http://schemas.openxmlformats.org/drawingml/2006/main">
            <a:off x="17926050" y="5387295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324" name="Wealthy">
            <a:extLst xmlns:a="http://schemas.openxmlformats.org/drawingml/2006/main">
              <a:ext uri="{FF2B5EF4-FFF2-40B4-BE49-F238E27FC236}">
                <a16:creationId xmlns:a16="http://schemas.microsoft.com/office/drawing/2014/main" id="{353E0ED2-CC29-491B-A29A-3DFCF26C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5381625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32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31C5A0E-250A-445E-A507-04AE65E9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537210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6" name="✓">
            <a:extLst xmlns:a="http://schemas.openxmlformats.org/drawingml/2006/main">
              <a:ext uri="{FF2B5EF4-FFF2-40B4-BE49-F238E27FC236}">
                <a16:creationId xmlns:a16="http://schemas.microsoft.com/office/drawing/2014/main" id="{D1B8B157-7825-427E-91A6-362897D5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53816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2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4EEA4ED-A07F-4CDD-AA3D-E4D4A97A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5753100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5D3B9717-B978-4673-9F2C-F2529F3E12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d2d321ce646e3"/>
          <a:stretch xmlns:a="http://schemas.openxmlformats.org/drawingml/2006/main"/>
        </p:blipFill>
        <p:spPr>
          <a:xfrm xmlns:a="http://schemas.openxmlformats.org/drawingml/2006/main">
            <a:off x="17926050" y="5783036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329" name="Safety">
            <a:extLst xmlns:a="http://schemas.openxmlformats.org/drawingml/2006/main">
              <a:ext uri="{FF2B5EF4-FFF2-40B4-BE49-F238E27FC236}">
                <a16:creationId xmlns:a16="http://schemas.microsoft.com/office/drawing/2014/main" id="{FED6AD35-F90B-4964-9E4A-9EA1E576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5781675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D55B378-D6EC-48DA-BBDA-0C895AA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57721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1" name="✓">
            <a:extLst xmlns:a="http://schemas.openxmlformats.org/drawingml/2006/main">
              <a:ext uri="{FF2B5EF4-FFF2-40B4-BE49-F238E27FC236}">
                <a16:creationId xmlns:a16="http://schemas.microsoft.com/office/drawing/2014/main" id="{3DFBCF75-9D09-4093-A8F4-D53C2F7D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5781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3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04160E9-BFAC-489C-A633-2E94A08E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6153150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65E0979E-5BFA-49DB-9E0D-D12A347AF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00be43ae549f2"/>
          <a:stretch xmlns:a="http://schemas.openxmlformats.org/drawingml/2006/main"/>
        </p:blipFill>
        <p:spPr>
          <a:xfrm xmlns:a="http://schemas.openxmlformats.org/drawingml/2006/main">
            <a:off x="17926050" y="6187395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334" name="Lively">
            <a:extLst xmlns:a="http://schemas.openxmlformats.org/drawingml/2006/main">
              <a:ext uri="{FF2B5EF4-FFF2-40B4-BE49-F238E27FC236}">
                <a16:creationId xmlns:a16="http://schemas.microsoft.com/office/drawing/2014/main" id="{5DB8EE54-B39E-4A14-BB97-9592734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6181725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3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346E620-517D-467F-9CA3-96CEBB1B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617220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6" name="✓">
            <a:extLst xmlns:a="http://schemas.openxmlformats.org/drawingml/2006/main">
              <a:ext uri="{FF2B5EF4-FFF2-40B4-BE49-F238E27FC236}">
                <a16:creationId xmlns:a16="http://schemas.microsoft.com/office/drawing/2014/main" id="{16A6E1C0-78EC-4E74-A1E6-6F9D8CC7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61817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37" name="(a) UrbanFeel Data Statistics">
            <a:extLst xmlns:a="http://schemas.openxmlformats.org/drawingml/2006/main">
              <a:ext uri="{FF2B5EF4-FFF2-40B4-BE49-F238E27FC236}">
                <a16:creationId xmlns:a16="http://schemas.microsoft.com/office/drawing/2014/main" id="{9C3636A7-2631-456B-AA6F-FF789C1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7143750"/>
            <a:ext cx="463867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UrbanFeel Data Statistics</a:t>
            </a:r>
          </a:p>
        </p:txBody>
      </p:sp>
      <p:sp>
        <p:nvSpPr>
          <p:cNvPr id="338" name="(b) Overview of the 11 Types of Tasks in UrbanFeel">
            <a:extLst xmlns:a="http://schemas.openxmlformats.org/drawingml/2006/main">
              <a:ext uri="{FF2B5EF4-FFF2-40B4-BE49-F238E27FC236}">
                <a16:creationId xmlns:a16="http://schemas.microsoft.com/office/drawing/2014/main" id="{FD259105-A7E5-479F-985F-FA4EC43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7143750"/>
            <a:ext cx="1104900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Overview of the 11 Types of Tasks in UrbanFeel</a:t>
            </a:r>
          </a:p>
        </p:txBody>
      </p:sp>
    </p:spTree>
    <p:extLst>
      <p:ext uri="{BB962C8B-B14F-4D97-AF65-F5344CB8AC3E}">
        <p14:creationId xmlns:p14="http://schemas.microsoft.com/office/powerpoint/2010/main" val="1658848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2026-10-18T16:40:37.3230000Z</dcterms:created>
  <dcterms:modified xsi:type="dcterms:W3CDTF">2026-10-18T16:40:37.3230000Z</dcterms:modified>
</coreProperties>
</file>