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260e6f777f4973" /><Relationship Type="http://schemas.openxmlformats.org/officeDocument/2006/relationships/extended-properties" Target="/docProps/app.xml" Id="R43f9cb9c40ee400d" /><Relationship Type="http://schemas.openxmlformats.org/officeDocument/2006/relationships/officeDocument" Target="/ppt/presentation.xml" Id="R457e4dda7c2e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7e917f06a9421e"/>
  </p:sldMasterIdLst>
  <p:notesMasterIdLst>
    <p:notesMasterId xmlns:r="http://schemas.openxmlformats.org/officeDocument/2006/relationships" r:id="Re170f69303f84ab6"/>
  </p:notesMasterIdLst>
  <p:sldIdLst>
    <p:sldId xmlns:r="http://schemas.openxmlformats.org/officeDocument/2006/relationships" id="256" r:id="R8074cf5ef2d24ad3"/>
  </p:sldIdLst>
  <p:sldSz cx="19050000" cy="9496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c5fc61b2245b4" /><Relationship Type="http://schemas.openxmlformats.org/officeDocument/2006/relationships/slideMaster" Target="/ppt/slideMasters/slideMaster1.xml" Id="R8f7e917f06a9421e" /><Relationship Type="http://schemas.openxmlformats.org/officeDocument/2006/relationships/notesMaster" Target="/ppt/notesMasters/notesMaster1.xml" Id="Re170f69303f84ab6" /><Relationship Type="http://schemas.openxmlformats.org/officeDocument/2006/relationships/presProps" Target="/ppt/presProps.xml" Id="Rb6230cd00e284baa" /><Relationship Type="http://schemas.openxmlformats.org/officeDocument/2006/relationships/tableStyles" Target="/ppt/tableStyles.xml" Id="Redc2189fbf2d4f44" /><Relationship Type="http://schemas.openxmlformats.org/officeDocument/2006/relationships/slide" Target="/ppt/slides/slide1.xml" Id="R8074cf5ef2d2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d539f466a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52b1d0c194f87" /><Relationship Type="http://schemas.openxmlformats.org/officeDocument/2006/relationships/notesMaster" Target="/ppt/notesMasters/notesMaster1.xml" Id="R223265d1e8af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3: fig3 benchmark construction pipeline</a:t>
            </a:r>
          </a:p>
          <a:p xmlns:a="http://schemas.openxmlformats.org/drawingml/2006/main">
            <a:r>
              <a:t>Source: https://arxiv.org/abs/2509.22228v1</a:t>
            </a:r>
          </a:p>
          <a:p xmlns:a="http://schemas.openxmlformats.org/drawingml/2006/main">
            <a:r>
              <a:t>Approved image: fig3_benchmark_construction_pipeline.png; SHA-256: 4d9b64f6f03530092c44c35585c2de1678b5dcb3442a3f4835568f9ea36d76c8</a:t>
            </a:r>
          </a:p>
          <a:p xmlns:a="http://schemas.openxmlformats.org/drawingml/2006/main">
            <a:r>
              <a:t>The reference PDF artwork is raster-only. Primary readable captions, stage/module labels, panels, category badges, statistical-sector geometry, bars and arrow paths are reconstructed native editable PowerPoint objects. Arrow paths are freeforms, not endpoint-bound connectors; sectors/bars are not data-bound charts. Original street-view photographs and panorama stacks, 3D city illustrations, maps, source logos, small pictograms and photograph-embedded annotations remain named independent raster objects (59);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Arial, Segoe UI Symbol approximate the source typefaces. Fine typography, statistical-sector geometry, small pictograms, decorative effects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3c43f90f54a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b7b63321340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57a6c6db04e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0d8fabcde4d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aed781a7b45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7e26a78b2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AE49C-A93F-4721-B32C-4EAA83E9F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3587538"/>
            <a:ext cx="15240000" cy="1371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6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923FD2-7A80-44D6-9016-7B921AD9F2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57500" y="5223034"/>
            <a:ext cx="13335000" cy="1055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E3DFED-077B-4DD2-B604-E7E740BA40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3956844"/>
            <a:ext cx="15240000" cy="1582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81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F3B7FE-4583-404E-B1BA-E5F01ED6CE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738611"/>
            <a:ext cx="16906875" cy="1160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5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1853A5-4857-45EC-BAF2-216A75604E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2637896"/>
            <a:ext cx="16906875" cy="590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54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1pPr>
            <a:lvl2pPr marL="73861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2pPr>
            <a:lvl3pPr marL="116067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3pPr>
            <a:lvl4pPr marL="158273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4pPr>
            <a:lvl5pPr marL="200480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5pPr>
            <a:lvl6pPr marL="242686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6pPr>
            <a:lvl7pPr marL="2848927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7pPr>
            <a:lvl8pPr marL="327099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8pPr>
            <a:lvl9pPr marL="369305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FA78C6-09F4-48A6-9E7A-CE7616F09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738611"/>
            <a:ext cx="16906875" cy="1160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5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E0DC04-284C-4C5A-BDAE-F2924EAA3D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2637896"/>
            <a:ext cx="7858125" cy="590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54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1pPr>
            <a:lvl2pPr marL="73861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2pPr>
            <a:lvl3pPr marL="116067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3pPr>
            <a:lvl4pPr marL="158273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4pPr>
            <a:lvl5pPr marL="200480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5pPr>
            <a:lvl6pPr marL="242686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6pPr>
            <a:lvl7pPr marL="2848927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7pPr>
            <a:lvl8pPr marL="327099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8pPr>
            <a:lvl9pPr marL="369305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56678A-6982-4B9B-A35E-58C37C413A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120313" y="2637896"/>
            <a:ext cx="7858125" cy="590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54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1pPr>
            <a:lvl2pPr marL="73861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2pPr>
            <a:lvl3pPr marL="116067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3pPr>
            <a:lvl4pPr marL="158273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4pPr>
            <a:lvl5pPr marL="200480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5pPr>
            <a:lvl6pPr marL="242686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6pPr>
            <a:lvl7pPr marL="2848927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7pPr>
            <a:lvl8pPr marL="327099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8pPr>
            <a:lvl9pPr marL="369305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01AFD4-71FB-4720-B15A-BAFCA2344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738611"/>
            <a:ext cx="16906875" cy="1160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5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832119-92B8-47D8-85B5-56A29EE35B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2637896"/>
            <a:ext cx="7858125" cy="590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1654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1pPr>
            <a:lvl2pPr marL="73861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2pPr>
            <a:lvl3pPr marL="116067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3pPr>
            <a:lvl4pPr marL="1582738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4pPr>
            <a:lvl5pPr marL="200480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5pPr>
            <a:lvl6pPr marL="242686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6pPr>
            <a:lvl7pPr marL="2848927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7pPr>
            <a:lvl8pPr marL="3270991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8pPr>
            <a:lvl9pPr marL="3693054" indent="-316547">
              <a:lnSpc>
                <a:spcPct val="110000"/>
              </a:lnSpc>
              <a:spcBef>
                <a:spcPts val="0"/>
              </a:spcBef>
              <a:spcAft>
                <a:spcPts val="166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0b34612ed441af" /><Relationship Type="http://schemas.openxmlformats.org/officeDocument/2006/relationships/slideLayout" Target="/ppt/slideLayouts/slideLayout1.xml" Id="Rae1d6d4e228d4fb5" /><Relationship Type="http://schemas.openxmlformats.org/officeDocument/2006/relationships/slideLayout" Target="/ppt/slideLayouts/slideLayout2.xml" Id="Ra07fa3ed565b44ff" /><Relationship Type="http://schemas.openxmlformats.org/officeDocument/2006/relationships/slideLayout" Target="/ppt/slideLayouts/slideLayout3.xml" Id="Rc130965decbc4ff2" /><Relationship Type="http://schemas.openxmlformats.org/officeDocument/2006/relationships/slideLayout" Target="/ppt/slideLayouts/slideLayout4.xml" Id="Rb4e491cf4fa2472a" /><Relationship Type="http://schemas.openxmlformats.org/officeDocument/2006/relationships/slideLayout" Target="/ppt/slideLayouts/slideLayout5.xml" Id="R20cb6309e2644735" /><Relationship Type="http://schemas.openxmlformats.org/officeDocument/2006/relationships/slideLayout" Target="/ppt/slideLayouts/slideLayout6.xml" Id="Rc3daea91eb8b44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1d6d4e228d4fb5"/>
    <p:sldLayoutId xmlns:r="http://schemas.openxmlformats.org/officeDocument/2006/relationships" id="2147483650" r:id="Ra07fa3ed565b44ff"/>
    <p:sldLayoutId xmlns:r="http://schemas.openxmlformats.org/officeDocument/2006/relationships" id="2147483651" r:id="Rc130965decbc4ff2"/>
    <p:sldLayoutId xmlns:r="http://schemas.openxmlformats.org/officeDocument/2006/relationships" id="2147483652" r:id="Rb4e491cf4fa2472a"/>
    <p:sldLayoutId xmlns:r="http://schemas.openxmlformats.org/officeDocument/2006/relationships" id="2147483653" r:id="R20cb6309e2644735"/>
    <p:sldLayoutId xmlns:r="http://schemas.openxmlformats.org/officeDocument/2006/relationships" id="2147483654" r:id="Rc3daea91eb8b44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b7ebac0214761" /><Relationship Type="http://schemas.openxmlformats.org/officeDocument/2006/relationships/image" Target="/ppt/media/image.png" Id="Rb445c69241e94cfc" /><Relationship Type="http://schemas.openxmlformats.org/officeDocument/2006/relationships/image" Target="/ppt/media/image2.png" Id="R50af4ec52c5c433f" /><Relationship Type="http://schemas.openxmlformats.org/officeDocument/2006/relationships/image" Target="/ppt/media/image3.png" Id="Ra44b3b2bd862456d" /><Relationship Type="http://schemas.openxmlformats.org/officeDocument/2006/relationships/image" Target="/ppt/media/image4.png" Id="R1eef233de10e45e0" /><Relationship Type="http://schemas.openxmlformats.org/officeDocument/2006/relationships/image" Target="/ppt/media/image5.png" Id="Rfe2893188e914f82" /><Relationship Type="http://schemas.openxmlformats.org/officeDocument/2006/relationships/image" Target="/ppt/media/image6.png" Id="R75f40691ee524fcf" /><Relationship Type="http://schemas.openxmlformats.org/officeDocument/2006/relationships/image" Target="/ppt/media/image7.png" Id="R3cd76944a6c1493c" /><Relationship Type="http://schemas.openxmlformats.org/officeDocument/2006/relationships/image" Target="/ppt/media/image8.png" Id="R62dc2659f91249df" /><Relationship Type="http://schemas.openxmlformats.org/officeDocument/2006/relationships/image" Target="/ppt/media/image9.png" Id="R8b2db5df37d142a6" /><Relationship Type="http://schemas.openxmlformats.org/officeDocument/2006/relationships/image" Target="/ppt/media/image10.png" Id="Ra044e9ebe60a445e" /><Relationship Type="http://schemas.openxmlformats.org/officeDocument/2006/relationships/image" Target="/ppt/media/image11.png" Id="Rca0dd7eb50594f5c" /><Relationship Type="http://schemas.openxmlformats.org/officeDocument/2006/relationships/image" Target="/ppt/media/image12.png" Id="R429594b6fb81469d" /><Relationship Type="http://schemas.openxmlformats.org/officeDocument/2006/relationships/image" Target="/ppt/media/image13.png" Id="R1d5f00e7c3914582" /><Relationship Type="http://schemas.openxmlformats.org/officeDocument/2006/relationships/image" Target="/ppt/media/image14.png" Id="R5627f6b2b87c4dbe" /><Relationship Type="http://schemas.openxmlformats.org/officeDocument/2006/relationships/image" Target="/ppt/media/image15.png" Id="R8cb3f12d3426476d" /><Relationship Type="http://schemas.openxmlformats.org/officeDocument/2006/relationships/image" Target="/ppt/media/image16.png" Id="R0bddf0cbaeca49c8" /><Relationship Type="http://schemas.openxmlformats.org/officeDocument/2006/relationships/image" Target="/ppt/media/image17.png" Id="R29b24bb275174e32" /><Relationship Type="http://schemas.openxmlformats.org/officeDocument/2006/relationships/image" Target="/ppt/media/image18.png" Id="R9e1ac9f4d62940a4" /><Relationship Type="http://schemas.openxmlformats.org/officeDocument/2006/relationships/image" Target="/ppt/media/image19.png" Id="Rbf5dfd12baf9451b" /><Relationship Type="http://schemas.openxmlformats.org/officeDocument/2006/relationships/image" Target="/ppt/media/image20.png" Id="R3c682da8ec5d46f9" /><Relationship Type="http://schemas.openxmlformats.org/officeDocument/2006/relationships/image" Target="/ppt/media/image21.png" Id="R82f84502a5204ade" /><Relationship Type="http://schemas.openxmlformats.org/officeDocument/2006/relationships/image" Target="/ppt/media/image22.png" Id="R8a1194ae358c4c77" /><Relationship Type="http://schemas.openxmlformats.org/officeDocument/2006/relationships/image" Target="/ppt/media/image23.png" Id="Rff13500cbef14d1f" /><Relationship Type="http://schemas.openxmlformats.org/officeDocument/2006/relationships/image" Target="/ppt/media/image24.png" Id="R591de919c93345ca" /><Relationship Type="http://schemas.openxmlformats.org/officeDocument/2006/relationships/image" Target="/ppt/media/image25.png" Id="R4dc31475a26c4193" /><Relationship Type="http://schemas.openxmlformats.org/officeDocument/2006/relationships/image" Target="/ppt/media/image26.png" Id="Refb232b377534b30" /><Relationship Type="http://schemas.openxmlformats.org/officeDocument/2006/relationships/image" Target="/ppt/media/image27.png" Id="R4eb763293b594571" /><Relationship Type="http://schemas.openxmlformats.org/officeDocument/2006/relationships/image" Target="/ppt/media/image28.png" Id="Rb2fe60f08de44857" /><Relationship Type="http://schemas.openxmlformats.org/officeDocument/2006/relationships/image" Target="/ppt/media/image29.png" Id="Rf8b3867714ee4eb0" /><Relationship Type="http://schemas.openxmlformats.org/officeDocument/2006/relationships/image" Target="/ppt/media/image30.png" Id="Rf618bd27c0384825" /><Relationship Type="http://schemas.openxmlformats.org/officeDocument/2006/relationships/image" Target="/ppt/media/image31.png" Id="R7209f625ef78400a" /><Relationship Type="http://schemas.openxmlformats.org/officeDocument/2006/relationships/image" Target="/ppt/media/image32.png" Id="R14a1ecbc43584a26" /><Relationship Type="http://schemas.openxmlformats.org/officeDocument/2006/relationships/image" Target="/ppt/media/image33.png" Id="R7368dfd19b7445aa" /><Relationship Type="http://schemas.openxmlformats.org/officeDocument/2006/relationships/image" Target="/ppt/media/image34.png" Id="Re68bd1e461ec4527" /><Relationship Type="http://schemas.openxmlformats.org/officeDocument/2006/relationships/image" Target="/ppt/media/image35.png" Id="R9a10fc9826c84e6b" /><Relationship Type="http://schemas.openxmlformats.org/officeDocument/2006/relationships/image" Target="/ppt/media/image36.png" Id="R4b23aa1d0a874925" /><Relationship Type="http://schemas.openxmlformats.org/officeDocument/2006/relationships/image" Target="/ppt/media/image37.png" Id="R21d4e33aa2044a62" /><Relationship Type="http://schemas.openxmlformats.org/officeDocument/2006/relationships/image" Target="/ppt/media/image38.png" Id="R5932a2e32afe4976" /><Relationship Type="http://schemas.openxmlformats.org/officeDocument/2006/relationships/image" Target="/ppt/media/image39.png" Id="Rb0377802d6c14fb4" /><Relationship Type="http://schemas.openxmlformats.org/officeDocument/2006/relationships/image" Target="/ppt/media/image40.png" Id="R134591faec934ec4" /><Relationship Type="http://schemas.openxmlformats.org/officeDocument/2006/relationships/image" Target="/ppt/media/image41.png" Id="Raf3b887f4bac4918" /><Relationship Type="http://schemas.openxmlformats.org/officeDocument/2006/relationships/image" Target="/ppt/media/image42.png" Id="R5efd9468d9e44338" /><Relationship Type="http://schemas.openxmlformats.org/officeDocument/2006/relationships/image" Target="/ppt/media/image43.png" Id="Rc5a9c9dd00814098" /><Relationship Type="http://schemas.openxmlformats.org/officeDocument/2006/relationships/image" Target="/ppt/media/image44.png" Id="Rf064659b9b06403c" /><Relationship Type="http://schemas.openxmlformats.org/officeDocument/2006/relationships/image" Target="/ppt/media/image45.png" Id="R8e01898aaf104258" /><Relationship Type="http://schemas.openxmlformats.org/officeDocument/2006/relationships/image" Target="/ppt/media/image46.png" Id="R2a058aa8db6f41ce" /><Relationship Type="http://schemas.openxmlformats.org/officeDocument/2006/relationships/image" Target="/ppt/media/image47.png" Id="R39dd01a445d549db" /><Relationship Type="http://schemas.openxmlformats.org/officeDocument/2006/relationships/image" Target="/ppt/media/image48.png" Id="R4c0ad228838e4e4b" /><Relationship Type="http://schemas.openxmlformats.org/officeDocument/2006/relationships/image" Target="/ppt/media/image49.png" Id="R4cd1268c76164bd4" /><Relationship Type="http://schemas.openxmlformats.org/officeDocument/2006/relationships/image" Target="/ppt/media/image50.png" Id="R78d6aadeedd64515" /><Relationship Type="http://schemas.openxmlformats.org/officeDocument/2006/relationships/image" Target="/ppt/media/image51.png" Id="Rbb0e98defe704086" /><Relationship Type="http://schemas.openxmlformats.org/officeDocument/2006/relationships/image" Target="/ppt/media/image52.png" Id="R8d320579234c4c9c" /><Relationship Type="http://schemas.openxmlformats.org/officeDocument/2006/relationships/image" Target="/ppt/media/image53.png" Id="Rbc172191bd474c16" /><Relationship Type="http://schemas.openxmlformats.org/officeDocument/2006/relationships/image" Target="/ppt/media/image54.png" Id="Rc667956f5326474d" /><Relationship Type="http://schemas.openxmlformats.org/officeDocument/2006/relationships/image" Target="/ppt/media/image55.png" Id="Rf22637018b094e61" /><Relationship Type="http://schemas.openxmlformats.org/officeDocument/2006/relationships/image" Target="/ppt/media/image56.png" Id="Rb3bc905788e4460a" /><Relationship Type="http://schemas.openxmlformats.org/officeDocument/2006/relationships/image" Target="/ppt/media/image57.png" Id="R18032503cdd34c0c" /><Relationship Type="http://schemas.openxmlformats.org/officeDocument/2006/relationships/image" Target="/ppt/media/image58.png" Id="Rbf17d3172a0b4f74" /><Relationship Type="http://schemas.openxmlformats.org/officeDocument/2006/relationships/image" Target="/ppt/media/image59.png" Id="Rf8493bc8de58435a" /><Relationship Type="http://schemas.openxmlformats.org/officeDocument/2006/relationships/notesSlide" Target="/ppt/notesSlides/notesSlide1.xml" Id="Rb51abd6e641a47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240886B-658F-4097-93D1-B09268C0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038850" cy="657225"/>
          </a:xfrm>
          <a:custGeom xmlns:a="http://schemas.openxmlformats.org/drawingml/2006/main">
            <a:pathLst>
              <a:path w="6038850" h="657225">
                <a:moveTo>
                  <a:pt x="0" y="0"/>
                </a:moveTo>
                <a:lnTo>
                  <a:pt x="5753100" y="0"/>
                </a:lnTo>
                <a:lnTo>
                  <a:pt x="6038850" y="328613"/>
                </a:lnTo>
                <a:lnTo>
                  <a:pt x="5753100" y="657225"/>
                </a:lnTo>
                <a:lnTo>
                  <a:pt x="0" y="657225"/>
                </a:lnTo>
                <a:lnTo>
                  <a:pt x="285750" y="328613"/>
                </a:ln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Data Collection &amp; Pre-processing">
            <a:extLst xmlns:a="http://schemas.openxmlformats.org/drawingml/2006/main">
              <a:ext uri="{FF2B5EF4-FFF2-40B4-BE49-F238E27FC236}">
                <a16:creationId xmlns:a16="http://schemas.microsoft.com/office/drawing/2014/main" id="{396B422A-2611-4A29-9BF8-3696C53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295275"/>
            <a:ext cx="54197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Collection &amp; Pre-processing</a:t>
            </a:r>
          </a:p>
        </p:txBody>
      </p:sp>
      <p:sp>
        <p:nvSpPr>
          <p:cNvPr id="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022BCC1-B714-46F4-BC26-5F76E4D9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95250"/>
            <a:ext cx="7553325" cy="657225"/>
          </a:xfrm>
          <a:custGeom xmlns:a="http://schemas.openxmlformats.org/drawingml/2006/main">
            <a:pathLst>
              <a:path w="7553325" h="657225">
                <a:moveTo>
                  <a:pt x="0" y="0"/>
                </a:moveTo>
                <a:lnTo>
                  <a:pt x="7267575" y="0"/>
                </a:lnTo>
                <a:lnTo>
                  <a:pt x="7553325" y="328613"/>
                </a:lnTo>
                <a:lnTo>
                  <a:pt x="7267575" y="657225"/>
                </a:lnTo>
                <a:lnTo>
                  <a:pt x="0" y="657225"/>
                </a:lnTo>
                <a:lnTo>
                  <a:pt x="285750" y="328613"/>
                </a:lnTo>
                <a:close/>
              </a:path>
            </a:pathLst>
          </a:custGeom>
          <a:solidFill xmlns:a="http://schemas.openxmlformats.org/drawingml/2006/main">
            <a:srgbClr val="EEDC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Question Generation">
            <a:extLst xmlns:a="http://schemas.openxmlformats.org/drawingml/2006/main">
              <a:ext uri="{FF2B5EF4-FFF2-40B4-BE49-F238E27FC236}">
                <a16:creationId xmlns:a16="http://schemas.microsoft.com/office/drawing/2014/main" id="{CBC824E4-96D1-4B4A-BF8A-6DB05ACE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95275"/>
            <a:ext cx="69342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Generation</a:t>
            </a:r>
          </a:p>
        </p:txBody>
      </p:sp>
      <p:sp>
        <p:nvSpPr>
          <p:cNvPr id="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61B9A04-026F-4396-A0F0-CC8487FC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95250"/>
            <a:ext cx="5638800" cy="657225"/>
          </a:xfrm>
          <a:custGeom xmlns:a="http://schemas.openxmlformats.org/drawingml/2006/main">
            <a:pathLst>
              <a:path w="5638800" h="657225">
                <a:moveTo>
                  <a:pt x="0" y="0"/>
                </a:moveTo>
                <a:lnTo>
                  <a:pt x="5353050" y="0"/>
                </a:lnTo>
                <a:lnTo>
                  <a:pt x="5638800" y="328613"/>
                </a:lnTo>
                <a:lnTo>
                  <a:pt x="5353050" y="657225"/>
                </a:lnTo>
                <a:lnTo>
                  <a:pt x="0" y="657225"/>
                </a:lnTo>
                <a:lnTo>
                  <a:pt x="285750" y="328613"/>
                </a:lnTo>
                <a:close/>
              </a:path>
            </a:pathLst>
          </a:custGeom>
          <a:solidFill xmlns:a="http://schemas.openxmlformats.org/drawingml/2006/main">
            <a:srgbClr val="EEDAD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MLLMs Inference &amp; Quality Control">
            <a:extLst xmlns:a="http://schemas.openxmlformats.org/drawingml/2006/main">
              <a:ext uri="{FF2B5EF4-FFF2-40B4-BE49-F238E27FC236}">
                <a16:creationId xmlns:a16="http://schemas.microsoft.com/office/drawing/2014/main" id="{4EB9D346-EDCF-4263-9A95-AA5C247F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9325" y="295275"/>
            <a:ext cx="5019675" cy="42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MLLMs Inference &amp; Quality Control</a:t>
            </a:r>
          </a:p>
        </p:txBody>
      </p:sp>
      <p:sp>
        <p:nvSpPr>
          <p:cNvPr id="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2768B59-7650-4C57-9EEE-69B2E3B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838200"/>
            <a:ext cx="5819775" cy="2733675"/>
          </a:xfrm>
          <a:custGeom xmlns:a="http://schemas.openxmlformats.org/drawingml/2006/main">
            <a:pathLst>
              <a:path w="5819775" h="2733675">
                <a:moveTo>
                  <a:pt x="133350" y="0"/>
                </a:moveTo>
                <a:lnTo>
                  <a:pt x="5686425" y="0"/>
                </a:lnTo>
                <a:cubicBezTo>
                  <a:pt x="5760072" y="0"/>
                  <a:pt x="5819775" y="59703"/>
                  <a:pt x="5819775" y="133350"/>
                </a:cubicBezTo>
                <a:lnTo>
                  <a:pt x="5819775" y="2600325"/>
                </a:lnTo>
                <a:cubicBezTo>
                  <a:pt x="5819775" y="2673972"/>
                  <a:pt x="5760072" y="2733675"/>
                  <a:pt x="5686425" y="2733675"/>
                </a:cubicBezTo>
                <a:lnTo>
                  <a:pt x="133350" y="2733675"/>
                </a:lnTo>
                <a:cubicBezTo>
                  <a:pt x="59703" y="2733675"/>
                  <a:pt x="0" y="2673972"/>
                  <a:pt x="0" y="26003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949264F-A689-4B10-A39C-6C09E4D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57600"/>
            <a:ext cx="5819775" cy="2771775"/>
          </a:xfrm>
          <a:custGeom xmlns:a="http://schemas.openxmlformats.org/drawingml/2006/main">
            <a:pathLst>
              <a:path w="5819775" h="2771775">
                <a:moveTo>
                  <a:pt x="133350" y="0"/>
                </a:moveTo>
                <a:lnTo>
                  <a:pt x="5686425" y="0"/>
                </a:lnTo>
                <a:cubicBezTo>
                  <a:pt x="5760072" y="0"/>
                  <a:pt x="5819775" y="59703"/>
                  <a:pt x="5819775" y="133350"/>
                </a:cubicBezTo>
                <a:lnTo>
                  <a:pt x="5819775" y="2638425"/>
                </a:lnTo>
                <a:cubicBezTo>
                  <a:pt x="5819775" y="2712072"/>
                  <a:pt x="5760072" y="2771775"/>
                  <a:pt x="5686425" y="2771775"/>
                </a:cubicBezTo>
                <a:lnTo>
                  <a:pt x="133350" y="2771775"/>
                </a:lnTo>
                <a:cubicBezTo>
                  <a:pt x="59703" y="2771775"/>
                  <a:pt x="0" y="2712072"/>
                  <a:pt x="0" y="26384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C55A4E2-24E0-4AFD-82F2-564570BC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534150"/>
            <a:ext cx="5819775" cy="2876550"/>
          </a:xfrm>
          <a:custGeom xmlns:a="http://schemas.openxmlformats.org/drawingml/2006/main">
            <a:pathLst>
              <a:path w="5819775" h="2876550">
                <a:moveTo>
                  <a:pt x="133350" y="0"/>
                </a:moveTo>
                <a:lnTo>
                  <a:pt x="5686425" y="0"/>
                </a:lnTo>
                <a:cubicBezTo>
                  <a:pt x="5760072" y="0"/>
                  <a:pt x="5819775" y="59703"/>
                  <a:pt x="5819775" y="133350"/>
                </a:cubicBezTo>
                <a:lnTo>
                  <a:pt x="5819775" y="2743200"/>
                </a:lnTo>
                <a:cubicBezTo>
                  <a:pt x="5819775" y="2816847"/>
                  <a:pt x="5760072" y="2876550"/>
                  <a:pt x="5686425" y="2876550"/>
                </a:cubicBezTo>
                <a:lnTo>
                  <a:pt x="133350" y="2876550"/>
                </a:lnTo>
                <a:cubicBezTo>
                  <a:pt x="59703" y="2876550"/>
                  <a:pt x="0" y="2816847"/>
                  <a:pt x="0" y="2743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5B0815D-5178-4860-8A8A-B64C26F8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38200"/>
            <a:ext cx="7248525" cy="2438400"/>
          </a:xfrm>
          <a:custGeom xmlns:a="http://schemas.openxmlformats.org/drawingml/2006/main">
            <a:pathLst>
              <a:path w="7248525" h="2438400">
                <a:moveTo>
                  <a:pt x="133350" y="0"/>
                </a:moveTo>
                <a:lnTo>
                  <a:pt x="7115175" y="0"/>
                </a:lnTo>
                <a:cubicBezTo>
                  <a:pt x="7188822" y="0"/>
                  <a:pt x="7248525" y="59703"/>
                  <a:pt x="7248525" y="133350"/>
                </a:cubicBezTo>
                <a:lnTo>
                  <a:pt x="7248525" y="2305050"/>
                </a:lnTo>
                <a:cubicBezTo>
                  <a:pt x="7248525" y="2378697"/>
                  <a:pt x="7188822" y="2438400"/>
                  <a:pt x="7115175" y="2438400"/>
                </a:cubicBezTo>
                <a:lnTo>
                  <a:pt x="133350" y="2438400"/>
                </a:lnTo>
                <a:cubicBezTo>
                  <a:pt x="59703" y="2438400"/>
                  <a:pt x="0" y="2378697"/>
                  <a:pt x="0" y="2305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3E3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0C9065E-6B01-40AB-84EE-D601C59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7248525" cy="6057900"/>
          </a:xfrm>
          <a:custGeom xmlns:a="http://schemas.openxmlformats.org/drawingml/2006/main">
            <a:pathLst>
              <a:path w="7248525" h="6057900">
                <a:moveTo>
                  <a:pt x="133350" y="0"/>
                </a:moveTo>
                <a:lnTo>
                  <a:pt x="7115175" y="0"/>
                </a:lnTo>
                <a:cubicBezTo>
                  <a:pt x="7188822" y="0"/>
                  <a:pt x="7248525" y="59703"/>
                  <a:pt x="7248525" y="133350"/>
                </a:cubicBezTo>
                <a:lnTo>
                  <a:pt x="7248525" y="5924550"/>
                </a:lnTo>
                <a:cubicBezTo>
                  <a:pt x="7248525" y="5998197"/>
                  <a:pt x="7188822" y="6057900"/>
                  <a:pt x="7115175" y="6057900"/>
                </a:cubicBezTo>
                <a:lnTo>
                  <a:pt x="133350" y="6057900"/>
                </a:lnTo>
                <a:cubicBezTo>
                  <a:pt x="59703" y="6057900"/>
                  <a:pt x="0" y="5998197"/>
                  <a:pt x="0" y="5924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3E3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0DFB792-4C6D-4C96-8E9C-78365D8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838200"/>
            <a:ext cx="5553075" cy="1819275"/>
          </a:xfrm>
          <a:custGeom xmlns:a="http://schemas.openxmlformats.org/drawingml/2006/main">
            <a:pathLst>
              <a:path w="5553075" h="1819275">
                <a:moveTo>
                  <a:pt x="133350" y="0"/>
                </a:moveTo>
                <a:lnTo>
                  <a:pt x="5419725" y="0"/>
                </a:lnTo>
                <a:cubicBezTo>
                  <a:pt x="5493372" y="0"/>
                  <a:pt x="5553075" y="59703"/>
                  <a:pt x="5553075" y="133350"/>
                </a:cubicBezTo>
                <a:lnTo>
                  <a:pt x="5553075" y="1685925"/>
                </a:lnTo>
                <a:cubicBezTo>
                  <a:pt x="5553075" y="1759572"/>
                  <a:pt x="5493372" y="1819275"/>
                  <a:pt x="5419725" y="1819275"/>
                </a:cubicBezTo>
                <a:lnTo>
                  <a:pt x="133350" y="1819275"/>
                </a:lnTo>
                <a:cubicBezTo>
                  <a:pt x="59703" y="1819275"/>
                  <a:pt x="0" y="1759572"/>
                  <a:pt x="0" y="16859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1DD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F14E1D1-E356-47C5-8EB5-C36AA196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752725"/>
            <a:ext cx="5553075" cy="6657975"/>
          </a:xfrm>
          <a:custGeom xmlns:a="http://schemas.openxmlformats.org/drawingml/2006/main">
            <a:pathLst>
              <a:path w="5553075" h="6657975">
                <a:moveTo>
                  <a:pt x="133350" y="0"/>
                </a:moveTo>
                <a:lnTo>
                  <a:pt x="5419725" y="0"/>
                </a:lnTo>
                <a:cubicBezTo>
                  <a:pt x="5493372" y="0"/>
                  <a:pt x="5553075" y="59703"/>
                  <a:pt x="5553075" y="133350"/>
                </a:cubicBezTo>
                <a:lnTo>
                  <a:pt x="5553075" y="6524625"/>
                </a:lnTo>
                <a:cubicBezTo>
                  <a:pt x="5553075" y="6598272"/>
                  <a:pt x="5493372" y="6657975"/>
                  <a:pt x="5419725" y="6657975"/>
                </a:cubicBezTo>
                <a:lnTo>
                  <a:pt x="133350" y="6657975"/>
                </a:lnTo>
                <a:cubicBezTo>
                  <a:pt x="59703" y="6657975"/>
                  <a:pt x="0" y="6598272"/>
                  <a:pt x="0" y="6524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1DD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Download-source">
            <a:extLst xmlns:a="http://schemas.openxmlformats.org/drawingml/2006/main">
              <a:ext uri="{FF2B5EF4-FFF2-40B4-BE49-F238E27FC236}">
                <a16:creationId xmlns:a16="http://schemas.microsoft.com/office/drawing/2014/main" id="{8C4B5499-AC4D-4FA5-963F-E81E3F5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952500"/>
            <a:ext cx="3257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Download-source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3C763-795C-48E5-BE84-1C8DE118B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5c69241e94cfc"/>
          <a:stretch xmlns:a="http://schemas.openxmlformats.org/drawingml/2006/main"/>
        </p:blipFill>
        <p:spPr>
          <a:xfrm xmlns:a="http://schemas.openxmlformats.org/drawingml/2006/main">
            <a:off x="381000" y="1304925"/>
            <a:ext cx="942975" cy="97155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EBB5E-5EE0-407B-8C84-10083510E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f4ec52c5c433f"/>
          <a:stretch xmlns:a="http://schemas.openxmlformats.org/drawingml/2006/main"/>
        </p:blipFill>
        <p:spPr>
          <a:xfrm xmlns:a="http://schemas.openxmlformats.org/drawingml/2006/main">
            <a:off x="381000" y="2400300"/>
            <a:ext cx="942975" cy="942975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8C6F8-F0CF-4561-AAC6-0DF4E7B59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b3b2bd862456d"/>
          <a:stretch xmlns:a="http://schemas.openxmlformats.org/drawingml/2006/main"/>
        </p:blipFill>
        <p:spPr>
          <a:xfrm xmlns:a="http://schemas.openxmlformats.org/drawingml/2006/main">
            <a:off x="1628775" y="1304925"/>
            <a:ext cx="1876425" cy="97155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56D0A-2A2B-488B-AC24-A292B04D7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f233de10e45e0"/>
          <a:stretch xmlns:a="http://schemas.openxmlformats.org/drawingml/2006/main"/>
        </p:blipFill>
        <p:spPr>
          <a:xfrm xmlns:a="http://schemas.openxmlformats.org/drawingml/2006/main">
            <a:off x="3733800" y="1304925"/>
            <a:ext cx="1895475" cy="97155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2D46B-1DF0-437A-99D6-1650354639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893188e914f82"/>
          <a:stretch xmlns:a="http://schemas.openxmlformats.org/drawingml/2006/main"/>
        </p:blipFill>
        <p:spPr>
          <a:xfrm xmlns:a="http://schemas.openxmlformats.org/drawingml/2006/main">
            <a:off x="1638300" y="2390775"/>
            <a:ext cx="1343025" cy="95250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E54A1-0B40-44E7-8FE8-EB78F56503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40691ee524fcf"/>
          <a:stretch xmlns:a="http://schemas.openxmlformats.org/drawingml/2006/main"/>
        </p:blipFill>
        <p:spPr>
          <a:xfrm xmlns:a="http://schemas.openxmlformats.org/drawingml/2006/main">
            <a:off x="3000375" y="2390775"/>
            <a:ext cx="1323975" cy="95250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311F7-5DA7-4D11-8370-48A64D3A7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76944a6c1493c"/>
          <a:stretch xmlns:a="http://schemas.openxmlformats.org/drawingml/2006/main"/>
        </p:blipFill>
        <p:spPr>
          <a:xfrm xmlns:a="http://schemas.openxmlformats.org/drawingml/2006/main">
            <a:off x="4362450" y="2390775"/>
            <a:ext cx="1276350" cy="952500"/>
          </a:xfrm>
          <a:prstGeom xmlns:a="http://schemas.openxmlformats.org/drawingml/2006/main" prst="rect">
            <a:avLst/>
          </a:prstGeom>
        </p:spPr>
      </p:pic>
      <p:sp>
        <p:nvSpPr>
          <p:cNvPr id="2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E6F45CF-3912-4AFE-9422-B423275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04925"/>
            <a:ext cx="66675" cy="2038350"/>
          </a:xfrm>
          <a:custGeom xmlns:a="http://schemas.openxmlformats.org/drawingml/2006/main">
            <a:pathLst>
              <a:path w="66675" h="2038350">
                <a:moveTo>
                  <a:pt x="0" y="0"/>
                </a:moveTo>
                <a:lnTo>
                  <a:pt x="66675" y="0"/>
                </a:lnTo>
                <a:lnTo>
                  <a:pt x="66675" y="2038350"/>
                </a:lnTo>
                <a:lnTo>
                  <a:pt x="0" y="2038350"/>
                </a:lnTo>
                <a:close/>
              </a:path>
            </a:pathLst>
          </a:custGeom>
          <a:solidFill xmlns:a="http://schemas.openxmlformats.org/drawingml/2006/main">
            <a:srgbClr val="BAAAA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Image Grouping">
            <a:extLst xmlns:a="http://schemas.openxmlformats.org/drawingml/2006/main">
              <a:ext uri="{FF2B5EF4-FFF2-40B4-BE49-F238E27FC236}">
                <a16:creationId xmlns:a16="http://schemas.microsoft.com/office/drawing/2014/main" id="{2B5F9515-A1F9-4834-B4A3-D4C29DEE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781425"/>
            <a:ext cx="263842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Grouping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A08F1-DDA4-49A2-91B9-96C940026A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c2659f91249df"/>
          <a:stretch xmlns:a="http://schemas.openxmlformats.org/drawingml/2006/main"/>
        </p:blipFill>
        <p:spPr>
          <a:xfrm xmlns:a="http://schemas.openxmlformats.org/drawingml/2006/main">
            <a:off x="266700" y="4143375"/>
            <a:ext cx="3152775" cy="1838325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838FD-1963-40D1-BD97-D6836A414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db5df37d142a6"/>
          <a:stretch xmlns:a="http://schemas.openxmlformats.org/drawingml/2006/main"/>
        </p:blipFill>
        <p:spPr>
          <a:xfrm xmlns:a="http://schemas.openxmlformats.org/drawingml/2006/main">
            <a:off x="3514725" y="4143375"/>
            <a:ext cx="904875" cy="666750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6BB90-8574-4713-B69A-287B76821F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4e9ebe60a445e"/>
          <a:stretch xmlns:a="http://schemas.openxmlformats.org/drawingml/2006/main"/>
        </p:blipFill>
        <p:spPr>
          <a:xfrm xmlns:a="http://schemas.openxmlformats.org/drawingml/2006/main">
            <a:off x="4467225" y="4143375"/>
            <a:ext cx="1333500" cy="66675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41731-2DDB-4FA1-A0CA-B82A0819B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dd7eb50594f5c"/>
          <a:stretch xmlns:a="http://schemas.openxmlformats.org/drawingml/2006/main"/>
        </p:blipFill>
        <p:spPr>
          <a:xfrm xmlns:a="http://schemas.openxmlformats.org/drawingml/2006/main">
            <a:off x="3514725" y="4876800"/>
            <a:ext cx="904875" cy="66675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ABEEE-717D-48DB-9FBA-59CA2AA53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594b6fb81469d"/>
          <a:stretch xmlns:a="http://schemas.openxmlformats.org/drawingml/2006/main"/>
        </p:blipFill>
        <p:spPr>
          <a:xfrm xmlns:a="http://schemas.openxmlformats.org/drawingml/2006/main">
            <a:off x="4467225" y="4876800"/>
            <a:ext cx="1333500" cy="666750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C9F5E-DBE8-417E-A0F2-D1AEC07C7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f00e7c3914582"/>
          <a:stretch xmlns:a="http://schemas.openxmlformats.org/drawingml/2006/main"/>
        </p:blipFill>
        <p:spPr>
          <a:xfrm xmlns:a="http://schemas.openxmlformats.org/drawingml/2006/main">
            <a:off x="3514725" y="5610225"/>
            <a:ext cx="904875" cy="666750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B230D-441D-4377-AEA0-09E290577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7f6b2b87c4dbe"/>
          <a:stretch xmlns:a="http://schemas.openxmlformats.org/drawingml/2006/main"/>
        </p:blipFill>
        <p:spPr>
          <a:xfrm xmlns:a="http://schemas.openxmlformats.org/drawingml/2006/main">
            <a:off x="4467225" y="5610225"/>
            <a:ext cx="1333500" cy="666750"/>
          </a:xfrm>
          <a:prstGeom xmlns:a="http://schemas.openxmlformats.org/drawingml/2006/main" prst="rect">
            <a:avLst/>
          </a:prstGeom>
        </p:spPr>
      </p:pic>
      <p:sp>
        <p:nvSpPr>
          <p:cNvPr id="31" name="○ Group the image in 50m">
            <a:extLst xmlns:a="http://schemas.openxmlformats.org/drawingml/2006/main">
              <a:ext uri="{FF2B5EF4-FFF2-40B4-BE49-F238E27FC236}">
                <a16:creationId xmlns:a16="http://schemas.microsoft.com/office/drawing/2014/main" id="{89980CAE-0133-4F69-BD88-A6AB7B98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096000"/>
            <a:ext cx="551497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○ Group the image in 50m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C79B8-18CE-4E7B-A1BA-EC678802DA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3f12d3426476d"/>
          <a:stretch xmlns:a="http://schemas.openxmlformats.org/drawingml/2006/main"/>
        </p:blipFill>
        <p:spPr>
          <a:xfrm xmlns:a="http://schemas.openxmlformats.org/drawingml/2006/main">
            <a:off x="762000" y="6610350"/>
            <a:ext cx="5086350" cy="2724150"/>
          </a:xfrm>
          <a:prstGeom xmlns:a="http://schemas.openxmlformats.org/drawingml/2006/main" prst="rect">
            <a:avLst/>
          </a:prstGeom>
        </p:spPr>
      </p:pic>
      <p:sp>
        <p:nvSpPr>
          <p:cNvPr id="33" name="City Number">
            <a:extLst xmlns:a="http://schemas.openxmlformats.org/drawingml/2006/main">
              <a:ext uri="{FF2B5EF4-FFF2-40B4-BE49-F238E27FC236}">
                <a16:creationId xmlns:a16="http://schemas.microsoft.com/office/drawing/2014/main" id="{ACBD476C-D767-4C72-8AAC-186417CE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7953375"/>
            <a:ext cx="22764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City Number</a:t>
            </a:r>
          </a:p>
        </p:txBody>
      </p:sp>
      <p:sp>
        <p:nvSpPr>
          <p:cNvPr id="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17E13A5-2D56-432C-8049-73CC7709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334375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5C6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0">
            <a:extLst xmlns:a="http://schemas.openxmlformats.org/drawingml/2006/main">
              <a:ext uri="{FF2B5EF4-FFF2-40B4-BE49-F238E27FC236}">
                <a16:creationId xmlns:a16="http://schemas.microsoft.com/office/drawing/2014/main" id="{6AF9AB47-DD2E-4DEC-9E13-B64FEB59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8315325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85C4019-4C3A-4210-AA25-BCDD811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591550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AD9B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1-2">
            <a:extLst xmlns:a="http://schemas.openxmlformats.org/drawingml/2006/main">
              <a:ext uri="{FF2B5EF4-FFF2-40B4-BE49-F238E27FC236}">
                <a16:creationId xmlns:a16="http://schemas.microsoft.com/office/drawing/2014/main" id="{5720A18F-65E4-4987-AB75-FA59E478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8572500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1-2</a:t>
            </a:r>
          </a:p>
        </p:txBody>
      </p:sp>
      <p:sp>
        <p:nvSpPr>
          <p:cNvPr id="3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DF91DC9-A3F6-4F58-B8C7-A142103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848725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8B7A6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3-4">
            <a:extLst xmlns:a="http://schemas.openxmlformats.org/drawingml/2006/main">
              <a:ext uri="{FF2B5EF4-FFF2-40B4-BE49-F238E27FC236}">
                <a16:creationId xmlns:a16="http://schemas.microsoft.com/office/drawing/2014/main" id="{8F8A6C2A-01CB-46B4-861F-F9589DA8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8829675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3-4</a:t>
            </a:r>
          </a:p>
        </p:txBody>
      </p:sp>
      <p:sp>
        <p:nvSpPr>
          <p:cNvPr id="4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6556425-31DE-46FC-930E-632D3D1A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105900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5F534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5-6">
            <a:extLst xmlns:a="http://schemas.openxmlformats.org/drawingml/2006/main">
              <a:ext uri="{FF2B5EF4-FFF2-40B4-BE49-F238E27FC236}">
                <a16:creationId xmlns:a16="http://schemas.microsoft.com/office/drawing/2014/main" id="{361FE67E-AF66-478C-88BB-40F7C8D8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9086850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5-6</a:t>
            </a:r>
          </a:p>
        </p:txBody>
      </p:sp>
      <p:sp>
        <p:nvSpPr>
          <p:cNvPr id="42" name="Question Types">
            <a:extLst xmlns:a="http://schemas.openxmlformats.org/drawingml/2006/main">
              <a:ext uri="{FF2B5EF4-FFF2-40B4-BE49-F238E27FC236}">
                <a16:creationId xmlns:a16="http://schemas.microsoft.com/office/drawing/2014/main" id="{15667E4D-E714-4550-AE1A-06DE29C3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962025"/>
            <a:ext cx="34861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Types</a:t>
            </a:r>
          </a:p>
        </p:txBody>
      </p:sp>
      <p:sp>
        <p:nvSpPr>
          <p:cNvPr id="4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4DE800E-D988-4AAA-81E6-A212A6C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3476625" cy="942975"/>
          </a:xfrm>
          <a:custGeom xmlns:a="http://schemas.openxmlformats.org/drawingml/2006/main">
            <a:pathLst>
              <a:path w="3476625" h="942975">
                <a:moveTo>
                  <a:pt x="133350" y="0"/>
                </a:moveTo>
                <a:lnTo>
                  <a:pt x="3343275" y="0"/>
                </a:lnTo>
                <a:cubicBezTo>
                  <a:pt x="3416922" y="0"/>
                  <a:pt x="3476625" y="59703"/>
                  <a:pt x="3476625" y="133350"/>
                </a:cubicBezTo>
                <a:lnTo>
                  <a:pt x="3476625" y="809625"/>
                </a:lnTo>
                <a:cubicBezTo>
                  <a:pt x="3476625" y="883272"/>
                  <a:pt x="3416922" y="942975"/>
                  <a:pt x="3343275" y="942975"/>
                </a:cubicBezTo>
                <a:lnTo>
                  <a:pt x="133350" y="942975"/>
                </a:lnTo>
                <a:cubicBezTo>
                  <a:pt x="59703" y="942975"/>
                  <a:pt x="0" y="883272"/>
                  <a:pt x="0" y="809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28D5897-F036-49CF-B3C8-10BE234B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257300"/>
            <a:ext cx="3495675" cy="942975"/>
          </a:xfrm>
          <a:custGeom xmlns:a="http://schemas.openxmlformats.org/drawingml/2006/main">
            <a:pathLst>
              <a:path w="3495675" h="942975">
                <a:moveTo>
                  <a:pt x="133350" y="0"/>
                </a:moveTo>
                <a:lnTo>
                  <a:pt x="3362325" y="0"/>
                </a:lnTo>
                <a:cubicBezTo>
                  <a:pt x="3435972" y="0"/>
                  <a:pt x="3495675" y="59703"/>
                  <a:pt x="3495675" y="133350"/>
                </a:cubicBezTo>
                <a:lnTo>
                  <a:pt x="3495675" y="809625"/>
                </a:lnTo>
                <a:cubicBezTo>
                  <a:pt x="3495675" y="883272"/>
                  <a:pt x="3435972" y="942975"/>
                  <a:pt x="3362325" y="942975"/>
                </a:cubicBezTo>
                <a:lnTo>
                  <a:pt x="133350" y="942975"/>
                </a:lnTo>
                <a:cubicBezTo>
                  <a:pt x="59703" y="942975"/>
                  <a:pt x="0" y="883272"/>
                  <a:pt x="0" y="809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B9EA3AD-DA73-4638-88B9-4A7199A8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76475"/>
            <a:ext cx="3476625" cy="914400"/>
          </a:xfrm>
          <a:custGeom xmlns:a="http://schemas.openxmlformats.org/drawingml/2006/main">
            <a:pathLst>
              <a:path w="3476625" h="914400">
                <a:moveTo>
                  <a:pt x="133350" y="0"/>
                </a:moveTo>
                <a:lnTo>
                  <a:pt x="3343275" y="0"/>
                </a:lnTo>
                <a:cubicBezTo>
                  <a:pt x="3416922" y="0"/>
                  <a:pt x="3476625" y="59703"/>
                  <a:pt x="3476625" y="133350"/>
                </a:cubicBezTo>
                <a:lnTo>
                  <a:pt x="3476625" y="781050"/>
                </a:lnTo>
                <a:cubicBezTo>
                  <a:pt x="3476625" y="854697"/>
                  <a:pt x="3416922" y="914400"/>
                  <a:pt x="3343275" y="914400"/>
                </a:cubicBezTo>
                <a:lnTo>
                  <a:pt x="133350" y="914400"/>
                </a:lnTo>
                <a:cubicBezTo>
                  <a:pt x="59703" y="914400"/>
                  <a:pt x="0" y="854697"/>
                  <a:pt x="0" y="781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5D8CDF4-9927-4EA5-AB9E-8B2C02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76475"/>
            <a:ext cx="3495675" cy="914400"/>
          </a:xfrm>
          <a:custGeom xmlns:a="http://schemas.openxmlformats.org/drawingml/2006/main">
            <a:pathLst>
              <a:path w="3495675" h="914400">
                <a:moveTo>
                  <a:pt x="133350" y="0"/>
                </a:moveTo>
                <a:lnTo>
                  <a:pt x="3362325" y="0"/>
                </a:lnTo>
                <a:cubicBezTo>
                  <a:pt x="3435972" y="0"/>
                  <a:pt x="3495675" y="59703"/>
                  <a:pt x="3495675" y="133350"/>
                </a:cubicBezTo>
                <a:lnTo>
                  <a:pt x="3495675" y="781050"/>
                </a:lnTo>
                <a:cubicBezTo>
                  <a:pt x="3495675" y="854697"/>
                  <a:pt x="3435972" y="914400"/>
                  <a:pt x="3362325" y="914400"/>
                </a:cubicBezTo>
                <a:lnTo>
                  <a:pt x="133350" y="914400"/>
                </a:lnTo>
                <a:cubicBezTo>
                  <a:pt x="59703" y="914400"/>
                  <a:pt x="0" y="854697"/>
                  <a:pt x="0" y="781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Q: Determine whether image A and image B">
            <a:extLst xmlns:a="http://schemas.openxmlformats.org/drawingml/2006/main">
              <a:ext uri="{FF2B5EF4-FFF2-40B4-BE49-F238E27FC236}">
                <a16:creationId xmlns:a16="http://schemas.microsoft.com/office/drawing/2014/main" id="{06B4E176-7890-4023-A084-D49D3F9D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352550"/>
            <a:ext cx="3343275" cy="239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 image A and image B</a:t>
            </a:r>
          </a:p>
        </p:txBody>
      </p:sp>
      <p:sp>
        <p:nvSpPr>
          <p:cNvPr id="48" name="are from the same location.">
            <a:extLst xmlns:a="http://schemas.openxmlformats.org/drawingml/2006/main">
              <a:ext uri="{FF2B5EF4-FFF2-40B4-BE49-F238E27FC236}">
                <a16:creationId xmlns:a16="http://schemas.microsoft.com/office/drawing/2014/main" id="{963178F7-BA0A-4149-8D53-A2887D1F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562100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from the same location.</a:t>
            </a:r>
          </a:p>
        </p:txBody>
      </p:sp>
      <p:sp>
        <p:nvSpPr>
          <p:cNvPr id="49" name="⊕ Yes, same location.">
            <a:extLst xmlns:a="http://schemas.openxmlformats.org/drawingml/2006/main">
              <a:ext uri="{FF2B5EF4-FFF2-40B4-BE49-F238E27FC236}">
                <a16:creationId xmlns:a16="http://schemas.microsoft.com/office/drawing/2014/main" id="{5423EF3D-9923-4E94-9641-A3DAF8F5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771650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⊕ Yes, same location.</a:t>
            </a:r>
          </a:p>
        </p:txBody>
      </p:sp>
      <p:sp>
        <p:nvSpPr>
          <p:cNvPr id="50" name="⊗ No, different location.">
            <a:extLst xmlns:a="http://schemas.openxmlformats.org/drawingml/2006/main">
              <a:ext uri="{FF2B5EF4-FFF2-40B4-BE49-F238E27FC236}">
                <a16:creationId xmlns:a16="http://schemas.microsoft.com/office/drawing/2014/main" id="{3B12FC3C-7EC2-4CC3-8B7E-08FC2B3F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981200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⊗ No, different location.</a:t>
            </a:r>
          </a:p>
        </p:txBody>
      </p:sp>
      <p:sp>
        <p:nvSpPr>
          <p:cNvPr id="51" name="Judgement">
            <a:extLst xmlns:a="http://schemas.openxmlformats.org/drawingml/2006/main">
              <a:ext uri="{FF2B5EF4-FFF2-40B4-BE49-F238E27FC236}">
                <a16:creationId xmlns:a16="http://schemas.microsoft.com/office/drawing/2014/main" id="{5773AC7A-2182-4FF0-B8F1-0DBDEB1E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075" y="1847850"/>
            <a:ext cx="1343025" cy="304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712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52" name="Q: Which urban element has changed the most">
            <a:extLst xmlns:a="http://schemas.openxmlformats.org/drawingml/2006/main">
              <a:ext uri="{FF2B5EF4-FFF2-40B4-BE49-F238E27FC236}">
                <a16:creationId xmlns:a16="http://schemas.microsoft.com/office/drawing/2014/main" id="{12E02D0D-CFAD-4CF5-A933-3FC84E7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75" y="1333500"/>
            <a:ext cx="3362325" cy="225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urban element has changed the most</a:t>
            </a:r>
          </a:p>
        </p:txBody>
      </p:sp>
      <p:sp>
        <p:nvSpPr>
          <p:cNvPr id="53" name="in terms of city development or renewal?">
            <a:extLst xmlns:a="http://schemas.openxmlformats.org/drawingml/2006/main">
              <a:ext uri="{FF2B5EF4-FFF2-40B4-BE49-F238E27FC236}">
                <a16:creationId xmlns:a16="http://schemas.microsoft.com/office/drawing/2014/main" id="{FDF77ADE-8B7B-452C-8A86-E454F4DB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524000"/>
            <a:ext cx="3238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terms of city development or renewal?</a:t>
            </a:r>
          </a:p>
        </p:txBody>
      </p:sp>
      <p:sp>
        <p:nvSpPr>
          <p:cNvPr id="54" name="Multiple">
            <a:extLst xmlns:a="http://schemas.openxmlformats.org/drawingml/2006/main">
              <a:ext uri="{FF2B5EF4-FFF2-40B4-BE49-F238E27FC236}">
                <a16:creationId xmlns:a16="http://schemas.microsoft.com/office/drawing/2014/main" id="{2B3C8DAF-00C3-4583-9933-08CE60C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1752600"/>
            <a:ext cx="1171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Multiple</a:t>
            </a:r>
          </a:p>
        </p:txBody>
      </p:sp>
      <p:sp>
        <p:nvSpPr>
          <p:cNvPr id="55" name="Choice">
            <a:extLst xmlns:a="http://schemas.openxmlformats.org/drawingml/2006/main">
              <a:ext uri="{FF2B5EF4-FFF2-40B4-BE49-F238E27FC236}">
                <a16:creationId xmlns:a16="http://schemas.microsoft.com/office/drawing/2014/main" id="{58642537-87DE-4E34-968E-28AA3CF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1981200"/>
            <a:ext cx="1171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D5358D-940E-49BD-B2B2-7C5497674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df0cbaeca49c8"/>
          <a:stretch xmlns:a="http://schemas.openxmlformats.org/drawingml/2006/main"/>
        </p:blipFill>
        <p:spPr>
          <a:xfrm xmlns:a="http://schemas.openxmlformats.org/drawingml/2006/main">
            <a:off x="10801350" y="1724025"/>
            <a:ext cx="238125" cy="219075"/>
          </a:xfrm>
          <a:prstGeom xmlns:a="http://schemas.openxmlformats.org/drawingml/2006/main" prst="rect">
            <a:avLst/>
          </a:prstGeom>
        </p:spPr>
      </p:pic>
      <p:sp>
        <p:nvSpPr>
          <p:cNvPr id="57" name="Road">
            <a:extLst xmlns:a="http://schemas.openxmlformats.org/drawingml/2006/main">
              <a:ext uri="{FF2B5EF4-FFF2-40B4-BE49-F238E27FC236}">
                <a16:creationId xmlns:a16="http://schemas.microsoft.com/office/drawing/2014/main" id="{1DC4F0BF-FC7F-41E0-84DA-B638AF43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1752600"/>
            <a:ext cx="6381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50D204-836F-486E-990D-B9F90FE25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24bb275174e32"/>
          <a:stretch xmlns:a="http://schemas.openxmlformats.org/drawingml/2006/main"/>
        </p:blipFill>
        <p:spPr>
          <a:xfrm xmlns:a="http://schemas.openxmlformats.org/drawingml/2006/main">
            <a:off x="11582400" y="1724025"/>
            <a:ext cx="2476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Vehicle">
            <a:extLst xmlns:a="http://schemas.openxmlformats.org/drawingml/2006/main">
              <a:ext uri="{FF2B5EF4-FFF2-40B4-BE49-F238E27FC236}">
                <a16:creationId xmlns:a16="http://schemas.microsoft.com/office/drawing/2014/main" id="{E3F66590-FEE2-4D44-B339-073166A8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625" y="1752600"/>
            <a:ext cx="7143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78DBF2-20DC-443B-9191-2885DF0FB1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ac9f4d62940a4"/>
          <a:stretch xmlns:a="http://schemas.openxmlformats.org/drawingml/2006/main"/>
        </p:blipFill>
        <p:spPr>
          <a:xfrm xmlns:a="http://schemas.openxmlformats.org/drawingml/2006/main">
            <a:off x="12449175" y="1724025"/>
            <a:ext cx="304800" cy="219075"/>
          </a:xfrm>
          <a:prstGeom xmlns:a="http://schemas.openxmlformats.org/drawingml/2006/main" prst="rect">
            <a:avLst/>
          </a:prstGeom>
        </p:spPr>
      </p:pic>
      <p:sp>
        <p:nvSpPr>
          <p:cNvPr id="61" name="Sky">
            <a:extLst xmlns:a="http://schemas.openxmlformats.org/drawingml/2006/main">
              <a:ext uri="{FF2B5EF4-FFF2-40B4-BE49-F238E27FC236}">
                <a16:creationId xmlns:a16="http://schemas.microsoft.com/office/drawing/2014/main" id="{165AED51-B488-4AA0-B07A-16F3C58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2075" y="1752600"/>
            <a:ext cx="3714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62BB9E-70EB-44EC-8E2F-688856A4D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dfd12baf9451b"/>
          <a:stretch xmlns:a="http://schemas.openxmlformats.org/drawingml/2006/main"/>
        </p:blipFill>
        <p:spPr>
          <a:xfrm xmlns:a="http://schemas.openxmlformats.org/drawingml/2006/main">
            <a:off x="10829925" y="1952625"/>
            <a:ext cx="276225" cy="257175"/>
          </a:xfrm>
          <a:prstGeom xmlns:a="http://schemas.openxmlformats.org/drawingml/2006/main" prst="rect">
            <a:avLst/>
          </a:prstGeom>
        </p:spPr>
      </p:pic>
      <p:sp>
        <p:nvSpPr>
          <p:cNvPr id="63" name="Vegetation">
            <a:extLst xmlns:a="http://schemas.openxmlformats.org/drawingml/2006/main">
              <a:ext uri="{FF2B5EF4-FFF2-40B4-BE49-F238E27FC236}">
                <a16:creationId xmlns:a16="http://schemas.microsoft.com/office/drawing/2014/main" id="{227FB79B-20B7-454B-B938-EF961D09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2000250"/>
            <a:ext cx="10763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0190ED-5E99-4557-8FFC-AA5394E31C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82da8ec5d46f9"/>
          <a:stretch xmlns:a="http://schemas.openxmlformats.org/drawingml/2006/main"/>
        </p:blipFill>
        <p:spPr>
          <a:xfrm xmlns:a="http://schemas.openxmlformats.org/drawingml/2006/main">
            <a:off x="12020550" y="1962150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65" name="Building">
            <a:extLst xmlns:a="http://schemas.openxmlformats.org/drawingml/2006/main">
              <a:ext uri="{FF2B5EF4-FFF2-40B4-BE49-F238E27FC236}">
                <a16:creationId xmlns:a16="http://schemas.microsoft.com/office/drawing/2014/main" id="{52124A65-3934-4A9F-9120-96EB0DA4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2975" y="2000250"/>
            <a:ext cx="7905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66" name="Q: Judge if the image appears {Beautiful,">
            <a:extLst xmlns:a="http://schemas.openxmlformats.org/drawingml/2006/main">
              <a:ext uri="{FF2B5EF4-FFF2-40B4-BE49-F238E27FC236}">
                <a16:creationId xmlns:a16="http://schemas.microsoft.com/office/drawing/2014/main" id="{79BD5D38-2768-4C9B-BF25-56E015E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343150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Judge if the image appears {Beautiful,</a:t>
            </a:r>
          </a:p>
        </p:txBody>
      </p:sp>
      <p:sp>
        <p:nvSpPr>
          <p:cNvPr id="67" name="Wealthy, Safety, Lively} and explain why.">
            <a:extLst xmlns:a="http://schemas.openxmlformats.org/drawingml/2006/main">
              <a:ext uri="{FF2B5EF4-FFF2-40B4-BE49-F238E27FC236}">
                <a16:creationId xmlns:a16="http://schemas.microsoft.com/office/drawing/2014/main" id="{7F2A00C5-4ADA-4756-AC53-4BDE0321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562225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Wealthy, Safety, Lively} and explain why.</a:t>
            </a:r>
          </a:p>
        </p:txBody>
      </p:sp>
      <p:sp>
        <p:nvSpPr>
          <p:cNvPr id="68" name="A: The image is wealthy.">
            <a:extLst xmlns:a="http://schemas.openxmlformats.org/drawingml/2006/main">
              <a:ext uri="{FF2B5EF4-FFF2-40B4-BE49-F238E27FC236}">
                <a16:creationId xmlns:a16="http://schemas.microsoft.com/office/drawing/2014/main" id="{A164F76F-96C2-4F08-867B-571B02CF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781300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The image is wealthy.</a:t>
            </a:r>
          </a:p>
        </p:txBody>
      </p:sp>
      <p:sp>
        <p:nvSpPr>
          <p:cNvPr id="69" name="Because the building… the vegetation…">
            <a:extLst xmlns:a="http://schemas.openxmlformats.org/drawingml/2006/main">
              <a:ext uri="{FF2B5EF4-FFF2-40B4-BE49-F238E27FC236}">
                <a16:creationId xmlns:a16="http://schemas.microsoft.com/office/drawing/2014/main" id="{E3BC90F1-7E0C-4170-A8A9-AEA89298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000375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Because the building… the vegetation…</a:t>
            </a:r>
          </a:p>
        </p:txBody>
      </p:sp>
      <p:sp>
        <p:nvSpPr>
          <p:cNvPr id="70" name="Open">
            <a:extLst xmlns:a="http://schemas.openxmlformats.org/drawingml/2006/main">
              <a:ext uri="{FF2B5EF4-FFF2-40B4-BE49-F238E27FC236}">
                <a16:creationId xmlns:a16="http://schemas.microsoft.com/office/drawing/2014/main" id="{FD391C22-1DC1-47FA-A616-A8DF00D9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2800350"/>
            <a:ext cx="571500" cy="31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761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71" name="Q: Determine the chronological order of the">
            <a:extLst xmlns:a="http://schemas.openxmlformats.org/drawingml/2006/main">
              <a:ext uri="{FF2B5EF4-FFF2-40B4-BE49-F238E27FC236}">
                <a16:creationId xmlns:a16="http://schemas.microsoft.com/office/drawing/2014/main" id="{B3F0E910-D43F-40B3-B539-F4BA5223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352675"/>
            <a:ext cx="3238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the chronological order of the</a:t>
            </a:r>
          </a:p>
        </p:txBody>
      </p:sp>
      <p:sp>
        <p:nvSpPr>
          <p:cNvPr id="72" name="images from least to most developed.">
            <a:extLst xmlns:a="http://schemas.openxmlformats.org/drawingml/2006/main">
              <a:ext uri="{FF2B5EF4-FFF2-40B4-BE49-F238E27FC236}">
                <a16:creationId xmlns:a16="http://schemas.microsoft.com/office/drawing/2014/main" id="{872879B7-F2AF-4C71-8D17-7ABD1ECF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2533650"/>
            <a:ext cx="2990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images from least to most developed.</a:t>
            </a:r>
          </a:p>
        </p:txBody>
      </p:sp>
      <p:sp>
        <p:nvSpPr>
          <p:cNvPr id="73" name="Sorting">
            <a:extLst xmlns:a="http://schemas.openxmlformats.org/drawingml/2006/main">
              <a:ext uri="{FF2B5EF4-FFF2-40B4-BE49-F238E27FC236}">
                <a16:creationId xmlns:a16="http://schemas.microsoft.com/office/drawing/2014/main" id="{81294CCE-BB5B-4B39-89D7-A07B264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8194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Sorting</a:t>
            </a:r>
          </a:p>
        </p:txBody>
      </p:sp>
      <p:sp>
        <p:nvSpPr>
          <p:cNvPr id="7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307E947-F47B-41EB-BA46-02DD1F8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8289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?">
            <a:extLst xmlns:a="http://schemas.openxmlformats.org/drawingml/2006/main">
              <a:ext uri="{FF2B5EF4-FFF2-40B4-BE49-F238E27FC236}">
                <a16:creationId xmlns:a16="http://schemas.microsoft.com/office/drawing/2014/main" id="{4D62034F-7D70-4ABC-8842-739F3B93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2847975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6141446-8960-4622-84F7-A6B4E01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28289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?">
            <a:extLst xmlns:a="http://schemas.openxmlformats.org/drawingml/2006/main">
              <a:ext uri="{FF2B5EF4-FFF2-40B4-BE49-F238E27FC236}">
                <a16:creationId xmlns:a16="http://schemas.microsoft.com/office/drawing/2014/main" id="{D4D4F218-07EC-410D-AA69-D660AB43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0" y="2847975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AA17454-48BC-45E0-BE2C-08FBC987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8289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?">
            <a:extLst xmlns:a="http://schemas.openxmlformats.org/drawingml/2006/main">
              <a:ext uri="{FF2B5EF4-FFF2-40B4-BE49-F238E27FC236}">
                <a16:creationId xmlns:a16="http://schemas.microsoft.com/office/drawing/2014/main" id="{30D88E66-2F88-4B66-A274-91A387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5800" y="2847975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804344D-4FD4-4141-BB54-DE90B7E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28289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?">
            <a:extLst xmlns:a="http://schemas.openxmlformats.org/drawingml/2006/main">
              <a:ext uri="{FF2B5EF4-FFF2-40B4-BE49-F238E27FC236}">
                <a16:creationId xmlns:a16="http://schemas.microsoft.com/office/drawing/2014/main" id="{D55F292E-37E2-4488-B57A-FD5392F8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450" y="2847975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2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36BB7604-36DA-4195-A7A1-E55D2ED0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962275"/>
            <a:ext cx="314325" cy="191"/>
          </a:xfrm>
          <a:custGeom xmlns:a="http://schemas.openxmlformats.org/drawingml/2006/main">
            <a:pathLst>
              <a:path w="314325" h="191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8340"/>
            </a:solidFill>
            <a:prstDash val="solid"/>
          </a:ln>
        </p:spPr>
      </p:sp>
      <p:sp>
        <p:nvSpPr>
          <p:cNvPr id="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6595826-F7D0-415F-8B89-669FD0B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8479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61886901-CC72-4A36-9BED-88BA25CD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962275"/>
            <a:ext cx="314325" cy="191"/>
          </a:xfrm>
          <a:custGeom xmlns:a="http://schemas.openxmlformats.org/drawingml/2006/main">
            <a:pathLst>
              <a:path w="314325" h="191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8340"/>
            </a:solidFill>
            <a:prstDash val="solid"/>
          </a:ln>
        </p:spPr>
      </p:sp>
      <p:sp>
        <p:nvSpPr>
          <p:cNvPr id="8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5DB5AB7-3107-43B2-A675-C5543D8B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8479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973AB976-8F9C-4ADC-A328-6DE4D269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962275"/>
            <a:ext cx="314325" cy="191"/>
          </a:xfrm>
          <a:custGeom xmlns:a="http://schemas.openxmlformats.org/drawingml/2006/main">
            <a:pathLst>
              <a:path w="314325" h="191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8340"/>
            </a:solidFill>
            <a:prstDash val="solid"/>
          </a:ln>
        </p:spPr>
      </p:sp>
      <p:sp>
        <p:nvSpPr>
          <p:cNvPr id="8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401FF81-70D5-471B-B82A-3CA14F03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8479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Generate Question">
            <a:extLst xmlns:a="http://schemas.openxmlformats.org/drawingml/2006/main">
              <a:ext uri="{FF2B5EF4-FFF2-40B4-BE49-F238E27FC236}">
                <a16:creationId xmlns:a16="http://schemas.microsoft.com/office/drawing/2014/main" id="{0F9CE3FE-9DEA-4D25-A358-2280622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3457575"/>
            <a:ext cx="35528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 Question</a:t>
            </a:r>
          </a:p>
        </p:txBody>
      </p:sp>
      <p:sp>
        <p:nvSpPr>
          <p:cNvPr id="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FA0F6B1-18AE-4CAE-A0D6-BC143A1A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62375"/>
            <a:ext cx="76200" cy="266700"/>
          </a:xfrm>
          <a:custGeom xmlns:a="http://schemas.openxmlformats.org/drawingml/2006/main">
            <a:pathLst>
              <a:path w="76200" h="2667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47650"/>
                </a:lnTo>
                <a:cubicBezTo>
                  <a:pt x="76200" y="258171"/>
                  <a:pt x="67671" y="266700"/>
                  <a:pt x="57150" y="266700"/>
                </a:cubicBezTo>
                <a:lnTo>
                  <a:pt x="19050" y="266700"/>
                </a:lnTo>
                <a:cubicBezTo>
                  <a:pt x="8529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D7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F9D1C84-855D-4580-A0B7-ADFB7DE5E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84502a5204ade"/>
          <a:stretch xmlns:a="http://schemas.openxmlformats.org/drawingml/2006/main"/>
        </p:blipFill>
        <p:spPr>
          <a:xfrm xmlns:a="http://schemas.openxmlformats.org/drawingml/2006/main">
            <a:off x="6257925" y="3676650"/>
            <a:ext cx="314325" cy="304800"/>
          </a:xfrm>
          <a:prstGeom xmlns:a="http://schemas.openxmlformats.org/drawingml/2006/main" prst="rect">
            <a:avLst/>
          </a:prstGeom>
        </p:spPr>
      </p:pic>
      <p:sp>
        <p:nvSpPr>
          <p:cNvPr id="91" name="Ruled Based">
            <a:extLst xmlns:a="http://schemas.openxmlformats.org/drawingml/2006/main">
              <a:ext uri="{FF2B5EF4-FFF2-40B4-BE49-F238E27FC236}">
                <a16:creationId xmlns:a16="http://schemas.microsoft.com/office/drawing/2014/main" id="{50A1A89A-E93D-47E4-BE65-21F6640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3743325"/>
            <a:ext cx="61531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Ruled Based</a:t>
            </a:r>
          </a:p>
        </p:txBody>
      </p:sp>
      <p:sp>
        <p:nvSpPr>
          <p:cNvPr id="9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B19F10E-C978-45CA-880B-D8F975C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90975"/>
            <a:ext cx="6991350" cy="1257300"/>
          </a:xfrm>
          <a:custGeom xmlns:a="http://schemas.openxmlformats.org/drawingml/2006/main">
            <a:pathLst>
              <a:path w="6991350" h="1257300">
                <a:moveTo>
                  <a:pt x="142875" y="0"/>
                </a:moveTo>
                <a:lnTo>
                  <a:pt x="6848475" y="0"/>
                </a:lnTo>
                <a:cubicBezTo>
                  <a:pt x="6927383" y="0"/>
                  <a:pt x="6991350" y="63967"/>
                  <a:pt x="6991350" y="142875"/>
                </a:cubicBezTo>
                <a:lnTo>
                  <a:pt x="6991350" y="1114425"/>
                </a:lnTo>
                <a:cubicBezTo>
                  <a:pt x="6991350" y="1193333"/>
                  <a:pt x="6927383" y="1257300"/>
                  <a:pt x="6848475" y="1257300"/>
                </a:cubicBezTo>
                <a:lnTo>
                  <a:pt x="142875" y="1257300"/>
                </a:lnTo>
                <a:cubicBezTo>
                  <a:pt x="63967" y="1257300"/>
                  <a:pt x="0" y="1193333"/>
                  <a:pt x="0" y="11144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630758-89B9-4B81-90D6-E35D2E640D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194ae358c4c77"/>
          <a:stretch xmlns:a="http://schemas.openxmlformats.org/drawingml/2006/main"/>
        </p:blipFill>
        <p:spPr>
          <a:xfrm xmlns:a="http://schemas.openxmlformats.org/drawingml/2006/main">
            <a:off x="6400800" y="4095750"/>
            <a:ext cx="1781175" cy="447675"/>
          </a:xfrm>
          <a:prstGeom xmlns:a="http://schemas.openxmlformats.org/drawingml/2006/main" prst="rect">
            <a:avLst/>
          </a:prstGeom>
        </p:spPr>
      </p:pic>
      <p:sp>
        <p:nvSpPr>
          <p:cNvPr id="94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11AD6243-2AB2-4C06-860C-9C9D7B6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62475"/>
            <a:ext cx="191" cy="323850"/>
          </a:xfrm>
          <a:custGeom xmlns:a="http://schemas.openxmlformats.org/drawingml/2006/main">
            <a:pathLst>
              <a:path w="191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5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A5C103F9-93CF-45A0-B6AC-CF83ACD5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562475"/>
            <a:ext cx="191" cy="323850"/>
          </a:xfrm>
          <a:custGeom xmlns:a="http://schemas.openxmlformats.org/drawingml/2006/main">
            <a:pathLst>
              <a:path w="191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6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DCCB05F3-070A-436E-9CAE-DFBE95B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86325"/>
            <a:ext cx="438150" cy="191"/>
          </a:xfrm>
          <a:custGeom xmlns:a="http://schemas.openxmlformats.org/drawingml/2006/main">
            <a:pathLst>
              <a:path w="438150" h="191">
                <a:moveTo>
                  <a:pt x="4381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3539DD8-FE63-4934-B95D-F3F9A00D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720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8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8E62D5C6-1C27-43DD-A82B-CFD4D471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8632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722CAA5-1F61-4420-B2ED-C7F0E7E7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720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0" name="Distance=D₁₂">
            <a:extLst xmlns:a="http://schemas.openxmlformats.org/drawingml/2006/main">
              <a:ext uri="{FF2B5EF4-FFF2-40B4-BE49-F238E27FC236}">
                <a16:creationId xmlns:a16="http://schemas.microsoft.com/office/drawing/2014/main" id="{FAD52070-0216-4A35-909F-0956640B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4591050"/>
            <a:ext cx="12001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Distance=D₁₂</a:t>
            </a:r>
          </a:p>
        </p:txBody>
      </p:sp>
      <p:sp>
        <p:nvSpPr>
          <p:cNvPr id="101" name="(lat₁,lon₁)  (lat₂,lon₂)">
            <a:extLst xmlns:a="http://schemas.openxmlformats.org/drawingml/2006/main">
              <a:ext uri="{FF2B5EF4-FFF2-40B4-BE49-F238E27FC236}">
                <a16:creationId xmlns:a16="http://schemas.microsoft.com/office/drawing/2014/main" id="{9106CEBF-5E29-42EC-B0C5-812409B7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5019675"/>
            <a:ext cx="1724025" cy="236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8" b="0" i="0">
                <a:solidFill>
                  <a:srgbClr val="C085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8" b="0" i="0">
                <a:solidFill>
                  <a:srgbClr val="C08547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C08547"/>
                </a:solidFill>
                <a:latin typeface="Arial"/>
                <a:ea typeface="Arial"/>
                <a:cs typeface="Arial"/>
              </a:rPr>
              <a:t>(lat₁,lon₁)  (lat₂,lon₂)</a:t>
            </a:r>
          </a:p>
        </p:txBody>
      </p:sp>
      <p:sp>
        <p:nvSpPr>
          <p:cNvPr id="102" name="If D₁₂ &lt; 50m:">
            <a:extLst xmlns:a="http://schemas.openxmlformats.org/drawingml/2006/main">
              <a:ext uri="{FF2B5EF4-FFF2-40B4-BE49-F238E27FC236}">
                <a16:creationId xmlns:a16="http://schemas.microsoft.com/office/drawing/2014/main" id="{46AD41DE-E339-4D6D-916D-6A5836BE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191000"/>
            <a:ext cx="15335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If D₁₂ &lt; 50m:</a:t>
            </a:r>
          </a:p>
        </p:txBody>
      </p:sp>
      <p:sp>
        <p:nvSpPr>
          <p:cNvPr id="103" name="= same location">
            <a:extLst xmlns:a="http://schemas.openxmlformats.org/drawingml/2006/main">
              <a:ext uri="{FF2B5EF4-FFF2-40B4-BE49-F238E27FC236}">
                <a16:creationId xmlns:a16="http://schemas.microsoft.com/office/drawing/2014/main" id="{6F9CFC55-5358-435D-ADC1-3713DBCF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419600"/>
            <a:ext cx="15335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same location</a:t>
            </a:r>
          </a:p>
        </p:txBody>
      </p:sp>
      <p:sp>
        <p:nvSpPr>
          <p:cNvPr id="104" name="Else:">
            <a:extLst xmlns:a="http://schemas.openxmlformats.org/drawingml/2006/main">
              <a:ext uri="{FF2B5EF4-FFF2-40B4-BE49-F238E27FC236}">
                <a16:creationId xmlns:a16="http://schemas.microsoft.com/office/drawing/2014/main" id="{640F7A93-6626-4ACE-AB1D-A6DEE34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648200"/>
            <a:ext cx="15335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Else:</a:t>
            </a:r>
          </a:p>
        </p:txBody>
      </p:sp>
      <p:sp>
        <p:nvSpPr>
          <p:cNvPr id="105" name="≠ different location">
            <a:extLst xmlns:a="http://schemas.openxmlformats.org/drawingml/2006/main">
              <a:ext uri="{FF2B5EF4-FFF2-40B4-BE49-F238E27FC236}">
                <a16:creationId xmlns:a16="http://schemas.microsoft.com/office/drawing/2014/main" id="{B6E620EE-9EB7-49A5-ACA0-C0CAB44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876800"/>
            <a:ext cx="1533525" cy="26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≠ different location</a:t>
            </a:r>
          </a:p>
        </p:txBody>
      </p:sp>
      <p:sp>
        <p:nvSpPr>
          <p:cNvPr id="106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EC7A73E0-3867-468C-BDC7-1D5C444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86225"/>
            <a:ext cx="191" cy="1085850"/>
          </a:xfrm>
          <a:custGeom xmlns:a="http://schemas.openxmlformats.org/drawingml/2006/main">
            <a:pathLst>
              <a:path w="191" h="1085850">
                <a:moveTo>
                  <a:pt x="0" y="0"/>
                </a:moveTo>
                <a:lnTo>
                  <a:pt x="0" y="1085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B7C3B"/>
            </a:solidFill>
            <a:prstDash val="dash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AF0A623-151F-4B4C-9DE1-DD4CC2F324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3500cbef14d1f"/>
          <a:stretch xmlns:a="http://schemas.openxmlformats.org/drawingml/2006/main"/>
        </p:blipFill>
        <p:spPr>
          <a:xfrm xmlns:a="http://schemas.openxmlformats.org/drawingml/2006/main">
            <a:off x="10153650" y="4200525"/>
            <a:ext cx="1200150" cy="857250"/>
          </a:xfrm>
          <a:prstGeom xmlns:a="http://schemas.openxmlformats.org/drawingml/2006/main" prst="rect">
            <a:avLst/>
          </a:prstGeom>
        </p:spPr>
      </p:pic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9F2155E-EB7F-43E2-B32D-80DD1CBB59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de919c93345ca"/>
          <a:stretch xmlns:a="http://schemas.openxmlformats.org/drawingml/2006/main"/>
        </p:blipFill>
        <p:spPr>
          <a:xfrm xmlns:a="http://schemas.openxmlformats.org/drawingml/2006/main">
            <a:off x="11868150" y="4200525"/>
            <a:ext cx="1162050" cy="857250"/>
          </a:xfrm>
          <a:prstGeom xmlns:a="http://schemas.openxmlformats.org/drawingml/2006/main" prst="rect">
            <a:avLst/>
          </a:prstGeom>
        </p:spPr>
      </p:pic>
      <p:sp>
        <p:nvSpPr>
          <p:cNvPr id="109" name="Reordering">
            <a:extLst xmlns:a="http://schemas.openxmlformats.org/drawingml/2006/main">
              <a:ext uri="{FF2B5EF4-FFF2-40B4-BE49-F238E27FC236}">
                <a16:creationId xmlns:a16="http://schemas.microsoft.com/office/drawing/2014/main" id="{C7139A93-EB8D-4A81-810E-31D606C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4419600"/>
            <a:ext cx="8858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Reordering</a:t>
            </a:r>
          </a:p>
        </p:txBody>
      </p:sp>
      <p:sp>
        <p:nvSpPr>
          <p:cNvPr id="110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AD1183BF-D9B7-4833-A5A1-28D0064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571500" cy="191"/>
          </a:xfrm>
          <a:custGeom xmlns:a="http://schemas.openxmlformats.org/drawingml/2006/main">
            <a:pathLst>
              <a:path w="571500" h="191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77633"/>
            </a:solidFill>
            <a:prstDash val="solid"/>
          </a:ln>
        </p:spPr>
      </p:sp>
      <p:sp>
        <p:nvSpPr>
          <p:cNvPr id="11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11935DA-6F08-403E-9EB9-7A5100C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5529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2" name="Time">
            <a:extLst xmlns:a="http://schemas.openxmlformats.org/drawingml/2006/main">
              <a:ext uri="{FF2B5EF4-FFF2-40B4-BE49-F238E27FC236}">
                <a16:creationId xmlns:a16="http://schemas.microsoft.com/office/drawing/2014/main" id="{DF5195C1-6500-4DB4-8867-68D3584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4925" y="42576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B776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B776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76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13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4E70BA0F-7EAC-4A1B-814F-C2CCD94B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181475"/>
            <a:ext cx="247650" cy="476250"/>
          </a:xfrm>
          <a:custGeom xmlns:a="http://schemas.openxmlformats.org/drawingml/2006/main">
            <a:pathLst>
              <a:path w="247650" h="476250">
                <a:moveTo>
                  <a:pt x="0" y="0"/>
                </a:moveTo>
                <a:lnTo>
                  <a:pt x="2476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77633"/>
            </a:solidFill>
            <a:prstDash val="solid"/>
          </a:ln>
        </p:spPr>
      </p:sp>
      <p:sp>
        <p:nvSpPr>
          <p:cNvPr id="11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96454D4-41E0-4EA7-8F41-111E72F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5434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339" y="55409"/>
                </a:lnTo>
                <a:lnTo>
                  <a:pt x="122349" y="284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12943E1-2107-4E3C-9A09-5814874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91150"/>
            <a:ext cx="76200" cy="266700"/>
          </a:xfrm>
          <a:custGeom xmlns:a="http://schemas.openxmlformats.org/drawingml/2006/main">
            <a:pathLst>
              <a:path w="76200" h="2667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47650"/>
                </a:lnTo>
                <a:cubicBezTo>
                  <a:pt x="76200" y="258171"/>
                  <a:pt x="67671" y="266700"/>
                  <a:pt x="57150" y="266700"/>
                </a:cubicBezTo>
                <a:lnTo>
                  <a:pt x="19050" y="266700"/>
                </a:lnTo>
                <a:cubicBezTo>
                  <a:pt x="8529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D7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CA55DE-32A1-4DAE-8A14-E35AF190CE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31475a26c4193"/>
          <a:stretch xmlns:a="http://schemas.openxmlformats.org/drawingml/2006/main"/>
        </p:blipFill>
        <p:spPr>
          <a:xfrm xmlns:a="http://schemas.openxmlformats.org/drawingml/2006/main">
            <a:off x="6257925" y="5334000"/>
            <a:ext cx="323850" cy="304800"/>
          </a:xfrm>
          <a:prstGeom xmlns:a="http://schemas.openxmlformats.org/drawingml/2006/main" prst="rect">
            <a:avLst/>
          </a:prstGeom>
        </p:spPr>
      </p:pic>
      <p:sp>
        <p:nvSpPr>
          <p:cNvPr id="117" name="Model Assistance &amp; Manual Quality Inspection">
            <a:extLst xmlns:a="http://schemas.openxmlformats.org/drawingml/2006/main">
              <a:ext uri="{FF2B5EF4-FFF2-40B4-BE49-F238E27FC236}">
                <a16:creationId xmlns:a16="http://schemas.microsoft.com/office/drawing/2014/main" id="{93426DA8-D14D-454E-8C88-DF36189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5372100"/>
            <a:ext cx="64103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Assistance &amp; Manual Quality Inspection</a:t>
            </a:r>
          </a:p>
        </p:txBody>
      </p:sp>
      <p:sp>
        <p:nvSpPr>
          <p:cNvPr id="11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A0C5699-9F93-43FC-B109-33410D66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686425"/>
            <a:ext cx="6991350" cy="1247775"/>
          </a:xfrm>
          <a:custGeom xmlns:a="http://schemas.openxmlformats.org/drawingml/2006/main">
            <a:pathLst>
              <a:path w="6991350" h="1247775">
                <a:moveTo>
                  <a:pt x="133350" y="0"/>
                </a:moveTo>
                <a:lnTo>
                  <a:pt x="6858000" y="0"/>
                </a:lnTo>
                <a:cubicBezTo>
                  <a:pt x="6931647" y="0"/>
                  <a:pt x="6991350" y="59703"/>
                  <a:pt x="6991350" y="133350"/>
                </a:cubicBezTo>
                <a:lnTo>
                  <a:pt x="6991350" y="1114425"/>
                </a:lnTo>
                <a:cubicBezTo>
                  <a:pt x="6991350" y="1188072"/>
                  <a:pt x="6931647" y="1247775"/>
                  <a:pt x="6858000" y="1247775"/>
                </a:cubicBezTo>
                <a:lnTo>
                  <a:pt x="133350" y="1247775"/>
                </a:lnTo>
                <a:cubicBezTo>
                  <a:pt x="59703" y="1247775"/>
                  <a:pt x="0" y="1188072"/>
                  <a:pt x="0" y="11144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F542743-8D21-43BF-9E28-D214D10550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232b377534b30"/>
          <a:stretch xmlns:a="http://schemas.openxmlformats.org/drawingml/2006/main"/>
        </p:blipFill>
        <p:spPr>
          <a:xfrm xmlns:a="http://schemas.openxmlformats.org/drawingml/2006/main">
            <a:off x="6267450" y="5848350"/>
            <a:ext cx="1895475" cy="981075"/>
          </a:xfrm>
          <a:prstGeom xmlns:a="http://schemas.openxmlformats.org/drawingml/2006/main" prst="rect">
            <a:avLst/>
          </a:prstGeom>
        </p:spPr>
      </p:pic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9667871-3E4B-492F-BC62-82B591B38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763293b594571"/>
          <a:stretch xmlns:a="http://schemas.openxmlformats.org/drawingml/2006/main"/>
        </p:blipFill>
        <p:spPr>
          <a:xfrm xmlns:a="http://schemas.openxmlformats.org/drawingml/2006/main">
            <a:off x="9906000" y="5848350"/>
            <a:ext cx="1895475" cy="981075"/>
          </a:xfrm>
          <a:prstGeom xmlns:a="http://schemas.openxmlformats.org/drawingml/2006/main" prst="rect">
            <a:avLst/>
          </a:prstGeom>
        </p:spPr>
      </p:pic>
      <p:sp>
        <p:nvSpPr>
          <p:cNvPr id="12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C78EFD7-D55F-4B49-A890-FDC792B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72150"/>
            <a:ext cx="901065" cy="180975"/>
          </a:xfrm>
          <a:custGeom xmlns:a="http://schemas.openxmlformats.org/drawingml/2006/main">
            <a:pathLst>
              <a:path w="901065" h="180975">
                <a:moveTo>
                  <a:pt x="38100" y="0"/>
                </a:moveTo>
                <a:lnTo>
                  <a:pt x="862965" y="0"/>
                </a:lnTo>
                <a:cubicBezTo>
                  <a:pt x="884007" y="0"/>
                  <a:pt x="901065" y="17058"/>
                  <a:pt x="901065" y="38100"/>
                </a:cubicBezTo>
                <a:lnTo>
                  <a:pt x="901065" y="142875"/>
                </a:lnTo>
                <a:cubicBezTo>
                  <a:pt x="901065" y="163917"/>
                  <a:pt x="884007" y="180975"/>
                  <a:pt x="862965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7D7EF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22" name="43%">
            <a:extLst xmlns:a="http://schemas.openxmlformats.org/drawingml/2006/main">
              <a:ext uri="{FF2B5EF4-FFF2-40B4-BE49-F238E27FC236}">
                <a16:creationId xmlns:a16="http://schemas.microsoft.com/office/drawing/2014/main" id="{3FF8E5DD-E115-4385-9BA1-F21A495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577215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3D578E4-0DB6-4545-9067-A56714F8B6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e60f08de44857"/>
          <a:stretch xmlns:a="http://schemas.openxmlformats.org/drawingml/2006/main"/>
        </p:blipFill>
        <p:spPr>
          <a:xfrm xmlns:a="http://schemas.openxmlformats.org/drawingml/2006/main">
            <a:off x="8248650" y="577215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2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0643ABE-360A-4FBE-B8C8-3C3CA33C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81700"/>
            <a:ext cx="880110" cy="180975"/>
          </a:xfrm>
          <a:custGeom xmlns:a="http://schemas.openxmlformats.org/drawingml/2006/main">
            <a:pathLst>
              <a:path w="880110" h="180975">
                <a:moveTo>
                  <a:pt x="38100" y="0"/>
                </a:moveTo>
                <a:lnTo>
                  <a:pt x="842010" y="0"/>
                </a:lnTo>
                <a:cubicBezTo>
                  <a:pt x="863052" y="0"/>
                  <a:pt x="880110" y="17058"/>
                  <a:pt x="880110" y="38100"/>
                </a:cubicBezTo>
                <a:lnTo>
                  <a:pt x="880110" y="142875"/>
                </a:lnTo>
                <a:cubicBezTo>
                  <a:pt x="880110" y="163917"/>
                  <a:pt x="863052" y="180975"/>
                  <a:pt x="84201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E91B6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25" name="42%">
            <a:extLst xmlns:a="http://schemas.openxmlformats.org/drawingml/2006/main">
              <a:ext uri="{FF2B5EF4-FFF2-40B4-BE49-F238E27FC236}">
                <a16:creationId xmlns:a16="http://schemas.microsoft.com/office/drawing/2014/main" id="{3FCF5538-93AC-4595-B68E-15AB6A7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598170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42%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5147B97-D7A1-4C46-A1DF-F0B8283CD6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3867714ee4eb0"/>
          <a:stretch xmlns:a="http://schemas.openxmlformats.org/drawingml/2006/main"/>
        </p:blipFill>
        <p:spPr>
          <a:xfrm xmlns:a="http://schemas.openxmlformats.org/drawingml/2006/main">
            <a:off x="8248650" y="598170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2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8FCB5C5-AAFC-4C28-97F0-477DC10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91250"/>
            <a:ext cx="83820" cy="180975"/>
          </a:xfrm>
          <a:custGeom xmlns:a="http://schemas.openxmlformats.org/drawingml/2006/main">
            <a:pathLst>
              <a:path w="83820" h="180975">
                <a:moveTo>
                  <a:pt x="38100" y="0"/>
                </a:moveTo>
                <a:lnTo>
                  <a:pt x="45720" y="0"/>
                </a:lnTo>
                <a:cubicBezTo>
                  <a:pt x="66762" y="0"/>
                  <a:pt x="83820" y="17058"/>
                  <a:pt x="83820" y="38100"/>
                </a:cubicBezTo>
                <a:lnTo>
                  <a:pt x="83820" y="142875"/>
                </a:lnTo>
                <a:cubicBezTo>
                  <a:pt x="83820" y="163917"/>
                  <a:pt x="66762" y="180975"/>
                  <a:pt x="4572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E06B67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28" name="4%">
            <a:extLst xmlns:a="http://schemas.openxmlformats.org/drawingml/2006/main">
              <a:ext uri="{FF2B5EF4-FFF2-40B4-BE49-F238E27FC236}">
                <a16:creationId xmlns:a16="http://schemas.microsoft.com/office/drawing/2014/main" id="{9975A8B2-57D7-42C1-9B21-FE81C6E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619125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87B8F73-F5C5-4759-89F0-08E2C1955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8bd27c0384825"/>
          <a:stretch xmlns:a="http://schemas.openxmlformats.org/drawingml/2006/main"/>
        </p:blipFill>
        <p:spPr>
          <a:xfrm xmlns:a="http://schemas.openxmlformats.org/drawingml/2006/main">
            <a:off x="8248650" y="619125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BB56968-7D2E-42E1-B8E3-2FF5F103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400800"/>
            <a:ext cx="62865" cy="180975"/>
          </a:xfrm>
          <a:custGeom xmlns:a="http://schemas.openxmlformats.org/drawingml/2006/main">
            <a:pathLst>
              <a:path w="62865" h="180975">
                <a:moveTo>
                  <a:pt x="31432" y="0"/>
                </a:moveTo>
                <a:lnTo>
                  <a:pt x="31432" y="0"/>
                </a:lnTo>
                <a:cubicBezTo>
                  <a:pt x="48792" y="0"/>
                  <a:pt x="62865" y="14073"/>
                  <a:pt x="62865" y="31432"/>
                </a:cubicBezTo>
                <a:lnTo>
                  <a:pt x="62865" y="149543"/>
                </a:lnTo>
                <a:cubicBezTo>
                  <a:pt x="62865" y="166902"/>
                  <a:pt x="48792" y="180975"/>
                  <a:pt x="31432" y="180975"/>
                </a:cubicBezTo>
                <a:lnTo>
                  <a:pt x="31432" y="180975"/>
                </a:lnTo>
                <a:cubicBezTo>
                  <a:pt x="14073" y="180975"/>
                  <a:pt x="0" y="166902"/>
                  <a:pt x="0" y="149543"/>
                </a:cubicBezTo>
                <a:lnTo>
                  <a:pt x="0" y="31432"/>
                </a:lnTo>
                <a:cubicBezTo>
                  <a:pt x="0" y="14073"/>
                  <a:pt x="14073" y="0"/>
                  <a:pt x="31432" y="0"/>
                </a:cubicBezTo>
                <a:close/>
              </a:path>
            </a:pathLst>
          </a:custGeom>
          <a:solidFill xmlns:a="http://schemas.openxmlformats.org/drawingml/2006/main">
            <a:srgbClr val="E6BC6A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31" name="3%">
            <a:extLst xmlns:a="http://schemas.openxmlformats.org/drawingml/2006/main">
              <a:ext uri="{FF2B5EF4-FFF2-40B4-BE49-F238E27FC236}">
                <a16:creationId xmlns:a16="http://schemas.microsoft.com/office/drawing/2014/main" id="{F7C331BA-D1E0-4117-BA32-48F8BEC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640080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3%</a:t>
            </a: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F6B558F-9A4C-4010-986D-C214B5C0C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9f625ef78400a"/>
          <a:stretch xmlns:a="http://schemas.openxmlformats.org/drawingml/2006/main"/>
        </p:blipFill>
        <p:spPr>
          <a:xfrm xmlns:a="http://schemas.openxmlformats.org/drawingml/2006/main">
            <a:off x="8248650" y="640080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59E8EA1-390A-48CC-9A65-1C2F489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610350"/>
            <a:ext cx="191" cy="180975"/>
          </a:xfrm>
          <a:custGeom xmlns:a="http://schemas.openxmlformats.org/drawingml/2006/main">
            <a:pathLst>
              <a:path w="191" h="180975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180975"/>
                </a:lnTo>
                <a:cubicBezTo>
                  <a:pt x="0" y="180975"/>
                  <a:pt x="0" y="180975"/>
                  <a:pt x="0" y="180975"/>
                </a:cubicBezTo>
                <a:lnTo>
                  <a:pt x="0" y="180975"/>
                </a:lnTo>
                <a:cubicBezTo>
                  <a:pt x="0" y="180975"/>
                  <a:pt x="0" y="180975"/>
                  <a:pt x="0" y="1809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BAA71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34" name="0%">
            <a:extLst xmlns:a="http://schemas.openxmlformats.org/drawingml/2006/main">
              <a:ext uri="{FF2B5EF4-FFF2-40B4-BE49-F238E27FC236}">
                <a16:creationId xmlns:a16="http://schemas.microsoft.com/office/drawing/2014/main" id="{FDED6E81-476C-4F73-B043-8921C17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661035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FD8AC23-D00D-4F44-BD31-BF8EC86C7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1ecbc43584a26"/>
          <a:stretch xmlns:a="http://schemas.openxmlformats.org/drawingml/2006/main"/>
        </p:blipFill>
        <p:spPr>
          <a:xfrm xmlns:a="http://schemas.openxmlformats.org/drawingml/2006/main">
            <a:off x="8248650" y="661035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1B76BB7-B05C-4762-BBA8-159513FE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772150"/>
            <a:ext cx="838200" cy="180975"/>
          </a:xfrm>
          <a:custGeom xmlns:a="http://schemas.openxmlformats.org/drawingml/2006/main">
            <a:pathLst>
              <a:path w="838200" h="180975">
                <a:moveTo>
                  <a:pt x="38100" y="0"/>
                </a:moveTo>
                <a:lnTo>
                  <a:pt x="800100" y="0"/>
                </a:lnTo>
                <a:cubicBezTo>
                  <a:pt x="821142" y="0"/>
                  <a:pt x="838200" y="17058"/>
                  <a:pt x="838200" y="38100"/>
                </a:cubicBezTo>
                <a:lnTo>
                  <a:pt x="838200" y="142875"/>
                </a:lnTo>
                <a:cubicBezTo>
                  <a:pt x="838200" y="163917"/>
                  <a:pt x="821142" y="180975"/>
                  <a:pt x="80010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E91B6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37" name="40%">
            <a:extLst xmlns:a="http://schemas.openxmlformats.org/drawingml/2006/main">
              <a:ext uri="{FF2B5EF4-FFF2-40B4-BE49-F238E27FC236}">
                <a16:creationId xmlns:a16="http://schemas.microsoft.com/office/drawing/2014/main" id="{9832D97B-1651-448B-BEE3-B8EFDB4B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577215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D745A50-3177-4BD4-A262-923B661C3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8dfd19b7445aa"/>
          <a:stretch xmlns:a="http://schemas.openxmlformats.org/drawingml/2006/main"/>
        </p:blipFill>
        <p:spPr>
          <a:xfrm xmlns:a="http://schemas.openxmlformats.org/drawingml/2006/main">
            <a:off x="11887200" y="577215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C17E3DA-044E-46AF-AA7B-633BD28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981700"/>
            <a:ext cx="628650" cy="180975"/>
          </a:xfrm>
          <a:custGeom xmlns:a="http://schemas.openxmlformats.org/drawingml/2006/main">
            <a:pathLst>
              <a:path w="628650" h="180975">
                <a:moveTo>
                  <a:pt x="38100" y="0"/>
                </a:moveTo>
                <a:lnTo>
                  <a:pt x="590550" y="0"/>
                </a:lnTo>
                <a:cubicBezTo>
                  <a:pt x="611592" y="0"/>
                  <a:pt x="628650" y="17058"/>
                  <a:pt x="628650" y="38100"/>
                </a:cubicBezTo>
                <a:lnTo>
                  <a:pt x="628650" y="142875"/>
                </a:lnTo>
                <a:cubicBezTo>
                  <a:pt x="628650" y="163917"/>
                  <a:pt x="611592" y="180975"/>
                  <a:pt x="59055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7D7EF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0" name="30%">
            <a:extLst xmlns:a="http://schemas.openxmlformats.org/drawingml/2006/main">
              <a:ext uri="{FF2B5EF4-FFF2-40B4-BE49-F238E27FC236}">
                <a16:creationId xmlns:a16="http://schemas.microsoft.com/office/drawing/2014/main" id="{35A5E3F3-F071-440B-B63A-A7A96BA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598170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D8F4402-6D4A-4591-9ACF-2B510F9C84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bd1e461ec4527"/>
          <a:stretch xmlns:a="http://schemas.openxmlformats.org/drawingml/2006/main"/>
        </p:blipFill>
        <p:spPr>
          <a:xfrm xmlns:a="http://schemas.openxmlformats.org/drawingml/2006/main">
            <a:off x="11887200" y="598170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4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D9A3EC2-2D9F-4D0F-84E4-165F252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191250"/>
            <a:ext cx="398145" cy="180975"/>
          </a:xfrm>
          <a:custGeom xmlns:a="http://schemas.openxmlformats.org/drawingml/2006/main">
            <a:pathLst>
              <a:path w="398145" h="180975">
                <a:moveTo>
                  <a:pt x="38100" y="0"/>
                </a:moveTo>
                <a:lnTo>
                  <a:pt x="360045" y="0"/>
                </a:lnTo>
                <a:cubicBezTo>
                  <a:pt x="381087" y="0"/>
                  <a:pt x="398145" y="17058"/>
                  <a:pt x="398145" y="38100"/>
                </a:cubicBezTo>
                <a:lnTo>
                  <a:pt x="398145" y="142875"/>
                </a:lnTo>
                <a:cubicBezTo>
                  <a:pt x="398145" y="163917"/>
                  <a:pt x="381087" y="180975"/>
                  <a:pt x="360045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BAA71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3" name="19%">
            <a:extLst xmlns:a="http://schemas.openxmlformats.org/drawingml/2006/main">
              <a:ext uri="{FF2B5EF4-FFF2-40B4-BE49-F238E27FC236}">
                <a16:creationId xmlns:a16="http://schemas.microsoft.com/office/drawing/2014/main" id="{6E4BF19F-6824-4F4E-ADF0-1C46B68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19125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45B7823-6949-48A0-8CF1-E6EFD8D76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0fc9826c84e6b"/>
          <a:stretch xmlns:a="http://schemas.openxmlformats.org/drawingml/2006/main"/>
        </p:blipFill>
        <p:spPr>
          <a:xfrm xmlns:a="http://schemas.openxmlformats.org/drawingml/2006/main">
            <a:off x="11887200" y="619125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4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B731632-134A-45C4-8608-A98F218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00800"/>
            <a:ext cx="83820" cy="180975"/>
          </a:xfrm>
          <a:custGeom xmlns:a="http://schemas.openxmlformats.org/drawingml/2006/main">
            <a:pathLst>
              <a:path w="83820" h="180975">
                <a:moveTo>
                  <a:pt x="38100" y="0"/>
                </a:moveTo>
                <a:lnTo>
                  <a:pt x="45720" y="0"/>
                </a:lnTo>
                <a:cubicBezTo>
                  <a:pt x="66762" y="0"/>
                  <a:pt x="83820" y="17058"/>
                  <a:pt x="83820" y="38100"/>
                </a:cubicBezTo>
                <a:lnTo>
                  <a:pt x="83820" y="142875"/>
                </a:lnTo>
                <a:cubicBezTo>
                  <a:pt x="83820" y="163917"/>
                  <a:pt x="66762" y="180975"/>
                  <a:pt x="4572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E06B67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6" name="4%">
            <a:extLst xmlns:a="http://schemas.openxmlformats.org/drawingml/2006/main">
              <a:ext uri="{FF2B5EF4-FFF2-40B4-BE49-F238E27FC236}">
                <a16:creationId xmlns:a16="http://schemas.microsoft.com/office/drawing/2014/main" id="{7DA17D6F-37FB-4660-9C05-4AAB3DE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40080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1CAEF2E-0E59-4AA8-BAB9-2509FBE8F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3aa1d0a874925"/>
          <a:stretch xmlns:a="http://schemas.openxmlformats.org/drawingml/2006/main"/>
        </p:blipFill>
        <p:spPr>
          <a:xfrm xmlns:a="http://schemas.openxmlformats.org/drawingml/2006/main">
            <a:off x="11887200" y="6400800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F829727-E1DD-4F6E-A361-308DFFA7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10350"/>
            <a:ext cx="62865" cy="180975"/>
          </a:xfrm>
          <a:custGeom xmlns:a="http://schemas.openxmlformats.org/drawingml/2006/main">
            <a:pathLst>
              <a:path w="62865" h="180975">
                <a:moveTo>
                  <a:pt x="31432" y="0"/>
                </a:moveTo>
                <a:lnTo>
                  <a:pt x="31432" y="0"/>
                </a:lnTo>
                <a:cubicBezTo>
                  <a:pt x="48792" y="0"/>
                  <a:pt x="62865" y="14073"/>
                  <a:pt x="62865" y="31432"/>
                </a:cubicBezTo>
                <a:lnTo>
                  <a:pt x="62865" y="149543"/>
                </a:lnTo>
                <a:cubicBezTo>
                  <a:pt x="62865" y="166902"/>
                  <a:pt x="48792" y="180975"/>
                  <a:pt x="31432" y="180975"/>
                </a:cubicBezTo>
                <a:lnTo>
                  <a:pt x="31432" y="180975"/>
                </a:lnTo>
                <a:cubicBezTo>
                  <a:pt x="14073" y="180975"/>
                  <a:pt x="0" y="166902"/>
                  <a:pt x="0" y="149543"/>
                </a:cubicBezTo>
                <a:lnTo>
                  <a:pt x="0" y="31432"/>
                </a:lnTo>
                <a:cubicBezTo>
                  <a:pt x="0" y="14073"/>
                  <a:pt x="14073" y="0"/>
                  <a:pt x="31432" y="0"/>
                </a:cubicBezTo>
                <a:close/>
              </a:path>
            </a:pathLst>
          </a:custGeom>
          <a:solidFill xmlns:a="http://schemas.openxmlformats.org/drawingml/2006/main">
            <a:srgbClr val="E6BC6A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9" name="3%">
            <a:extLst xmlns:a="http://schemas.openxmlformats.org/drawingml/2006/main">
              <a:ext uri="{FF2B5EF4-FFF2-40B4-BE49-F238E27FC236}">
                <a16:creationId xmlns:a16="http://schemas.microsoft.com/office/drawing/2014/main" id="{CF927876-5812-4279-B107-231EEAF6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6610350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3%</a:t>
            </a:r>
          </a:p>
        </p:txBody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54BEE1-500A-47B3-8B45-61C4C93FB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4e33aa2044a62"/>
          <a:stretch xmlns:a="http://schemas.openxmlformats.org/drawingml/2006/main"/>
        </p:blipFill>
        <p:spPr>
          <a:xfrm xmlns:a="http://schemas.openxmlformats.org/drawingml/2006/main">
            <a:off x="11887200" y="6610350"/>
            <a:ext cx="209550" cy="190500"/>
          </a:xfrm>
          <a:prstGeom xmlns:a="http://schemas.openxmlformats.org/drawingml/2006/main" prst="rect">
            <a:avLst/>
          </a:prstGeom>
        </p:spPr>
      </p:pic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C6ECCEF-A229-423A-A655-CA5E57031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2a2e32afe4976"/>
          <a:stretch xmlns:a="http://schemas.openxmlformats.org/drawingml/2006/main"/>
        </p:blipFill>
        <p:spPr>
          <a:xfrm xmlns:a="http://schemas.openxmlformats.org/drawingml/2006/main">
            <a:off x="9401175" y="6000750"/>
            <a:ext cx="276225" cy="285750"/>
          </a:xfrm>
          <a:prstGeom xmlns:a="http://schemas.openxmlformats.org/drawingml/2006/main" prst="rect">
            <a:avLst/>
          </a:prstGeom>
        </p:spPr>
      </p:pic>
      <p:sp>
        <p:nvSpPr>
          <p:cNvPr id="152" name="Repair">
            <a:extLst xmlns:a="http://schemas.openxmlformats.org/drawingml/2006/main">
              <a:ext uri="{FF2B5EF4-FFF2-40B4-BE49-F238E27FC236}">
                <a16:creationId xmlns:a16="http://schemas.microsoft.com/office/drawing/2014/main" id="{5525DDD7-CEA8-499A-A567-4EDEBC55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6438900"/>
            <a:ext cx="438150" cy="19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53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E5B75131-E458-463D-ACFD-ABD298CA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334125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15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2DB40AD-2F55-4634-8DBC-9411B360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2198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81FFB00-2093-41AE-B962-B87643C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134225"/>
            <a:ext cx="76200" cy="266700"/>
          </a:xfrm>
          <a:custGeom xmlns:a="http://schemas.openxmlformats.org/drawingml/2006/main">
            <a:pathLst>
              <a:path w="76200" h="2667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47650"/>
                </a:lnTo>
                <a:cubicBezTo>
                  <a:pt x="76200" y="258171"/>
                  <a:pt x="67671" y="266700"/>
                  <a:pt x="57150" y="266700"/>
                </a:cubicBezTo>
                <a:lnTo>
                  <a:pt x="19050" y="266700"/>
                </a:lnTo>
                <a:cubicBezTo>
                  <a:pt x="8529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D7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BC53BE7-E1A3-4FAF-914B-A8126E6EBC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77802d6c14fb4"/>
          <a:stretch xmlns:a="http://schemas.openxmlformats.org/drawingml/2006/main"/>
        </p:blipFill>
        <p:spPr>
          <a:xfrm xmlns:a="http://schemas.openxmlformats.org/drawingml/2006/main">
            <a:off x="6248400" y="7086600"/>
            <a:ext cx="333375" cy="314325"/>
          </a:xfrm>
          <a:prstGeom xmlns:a="http://schemas.openxmlformats.org/drawingml/2006/main" prst="rect">
            <a:avLst/>
          </a:prstGeom>
        </p:spPr>
      </p:pic>
      <p:sp>
        <p:nvSpPr>
          <p:cNvPr id="157" name="Manual Annotation">
            <a:extLst xmlns:a="http://schemas.openxmlformats.org/drawingml/2006/main">
              <a:ext uri="{FF2B5EF4-FFF2-40B4-BE49-F238E27FC236}">
                <a16:creationId xmlns:a16="http://schemas.microsoft.com/office/drawing/2014/main" id="{8C2CBDFD-DF29-4826-95FA-D8E4EFC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7115175"/>
            <a:ext cx="64103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Annotation</a:t>
            </a:r>
          </a:p>
        </p:txBody>
      </p:sp>
      <p:sp>
        <p:nvSpPr>
          <p:cNvPr id="1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66DACDA-CC5E-4119-B642-48D911C6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410450"/>
            <a:ext cx="6991350" cy="1885950"/>
          </a:xfrm>
          <a:custGeom xmlns:a="http://schemas.openxmlformats.org/drawingml/2006/main">
            <a:pathLst>
              <a:path w="6991350" h="1885950">
                <a:moveTo>
                  <a:pt x="133350" y="0"/>
                </a:moveTo>
                <a:lnTo>
                  <a:pt x="6858000" y="0"/>
                </a:lnTo>
                <a:cubicBezTo>
                  <a:pt x="6931647" y="0"/>
                  <a:pt x="6991350" y="59703"/>
                  <a:pt x="6991350" y="133350"/>
                </a:cubicBezTo>
                <a:lnTo>
                  <a:pt x="6991350" y="1752600"/>
                </a:lnTo>
                <a:cubicBezTo>
                  <a:pt x="6991350" y="1826247"/>
                  <a:pt x="6931647" y="1885950"/>
                  <a:pt x="6858000" y="1885950"/>
                </a:cubicBezTo>
                <a:lnTo>
                  <a:pt x="133350" y="1885950"/>
                </a:lnTo>
                <a:cubicBezTo>
                  <a:pt x="59703" y="1885950"/>
                  <a:pt x="0" y="1826247"/>
                  <a:pt x="0" y="17526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DEB198D-288A-410D-B4F7-D69FB7B39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591faec934ec4"/>
          <a:stretch xmlns:a="http://schemas.openxmlformats.org/drawingml/2006/main"/>
        </p:blipFill>
        <p:spPr>
          <a:xfrm xmlns:a="http://schemas.openxmlformats.org/drawingml/2006/main">
            <a:off x="6296025" y="7600950"/>
            <a:ext cx="2095500" cy="1609725"/>
          </a:xfrm>
          <a:prstGeom xmlns:a="http://schemas.openxmlformats.org/drawingml/2006/main" prst="rect">
            <a:avLst/>
          </a:prstGeom>
        </p:spPr>
      </p:pic>
      <p:sp>
        <p:nvSpPr>
          <p:cNvPr id="16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1D2092D-C4C2-4F76-9FA9-918977DB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534275"/>
            <a:ext cx="1933575" cy="552450"/>
          </a:xfrm>
          <a:custGeom xmlns:a="http://schemas.openxmlformats.org/drawingml/2006/main">
            <a:pathLst>
              <a:path w="1933575" h="552450">
                <a:moveTo>
                  <a:pt x="57150" y="0"/>
                </a:moveTo>
                <a:lnTo>
                  <a:pt x="1876425" y="0"/>
                </a:lnTo>
                <a:cubicBezTo>
                  <a:pt x="1907988" y="0"/>
                  <a:pt x="1933575" y="25587"/>
                  <a:pt x="1933575" y="57150"/>
                </a:cubicBezTo>
                <a:lnTo>
                  <a:pt x="1933575" y="495300"/>
                </a:lnTo>
                <a:cubicBezTo>
                  <a:pt x="1933575" y="526863"/>
                  <a:pt x="1907988" y="552450"/>
                  <a:pt x="18764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FBEDA32-DBD1-4559-B3CE-E2A2156D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534275"/>
            <a:ext cx="1276350" cy="190500"/>
          </a:xfrm>
          <a:custGeom xmlns:a="http://schemas.openxmlformats.org/drawingml/2006/main">
            <a:pathLst>
              <a:path w="1276350" h="190500">
                <a:moveTo>
                  <a:pt x="28575" y="0"/>
                </a:moveTo>
                <a:lnTo>
                  <a:pt x="1247775" y="0"/>
                </a:lnTo>
                <a:cubicBezTo>
                  <a:pt x="1263557" y="0"/>
                  <a:pt x="1276350" y="12793"/>
                  <a:pt x="1276350" y="28575"/>
                </a:cubicBezTo>
                <a:lnTo>
                  <a:pt x="1276350" y="161925"/>
                </a:lnTo>
                <a:cubicBezTo>
                  <a:pt x="1276350" y="177707"/>
                  <a:pt x="1263557" y="190500"/>
                  <a:pt x="12477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2" name="Local Reason 1">
            <a:extLst xmlns:a="http://schemas.openxmlformats.org/drawingml/2006/main">
              <a:ext uri="{FF2B5EF4-FFF2-40B4-BE49-F238E27FC236}">
                <a16:creationId xmlns:a16="http://schemas.microsoft.com/office/drawing/2014/main" id="{79ED3FCF-F785-45F4-A50A-997347D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7553325"/>
            <a:ext cx="1228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Reason 1</a:t>
            </a:r>
          </a:p>
        </p:txBody>
      </p:sp>
      <p:sp>
        <p:nvSpPr>
          <p:cNvPr id="163" name="The sky has a lot of&#10;intersecting power lines…">
            <a:extLst xmlns:a="http://schemas.openxmlformats.org/drawingml/2006/main">
              <a:ext uri="{FF2B5EF4-FFF2-40B4-BE49-F238E27FC236}">
                <a16:creationId xmlns:a16="http://schemas.microsoft.com/office/drawing/2014/main" id="{BB46E890-7E93-478B-945B-FEF07E9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7724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sky has a lot of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intersecting power lines…</a:t>
            </a:r>
          </a:p>
        </p:txBody>
      </p:sp>
      <p:sp>
        <p:nvSpPr>
          <p:cNvPr id="16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0FB85FB-77C4-4DDA-97BA-22A03E6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124825"/>
            <a:ext cx="1933575" cy="552450"/>
          </a:xfrm>
          <a:custGeom xmlns:a="http://schemas.openxmlformats.org/drawingml/2006/main">
            <a:pathLst>
              <a:path w="1933575" h="552450">
                <a:moveTo>
                  <a:pt x="57150" y="0"/>
                </a:moveTo>
                <a:lnTo>
                  <a:pt x="1876425" y="0"/>
                </a:lnTo>
                <a:cubicBezTo>
                  <a:pt x="1907988" y="0"/>
                  <a:pt x="1933575" y="25587"/>
                  <a:pt x="1933575" y="57150"/>
                </a:cubicBezTo>
                <a:lnTo>
                  <a:pt x="1933575" y="495300"/>
                </a:lnTo>
                <a:cubicBezTo>
                  <a:pt x="1933575" y="526863"/>
                  <a:pt x="1907988" y="552450"/>
                  <a:pt x="18764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A023CE4-6304-4203-87BE-C1F4C84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124825"/>
            <a:ext cx="1276350" cy="190500"/>
          </a:xfrm>
          <a:custGeom xmlns:a="http://schemas.openxmlformats.org/drawingml/2006/main">
            <a:pathLst>
              <a:path w="1276350" h="190500">
                <a:moveTo>
                  <a:pt x="28575" y="0"/>
                </a:moveTo>
                <a:lnTo>
                  <a:pt x="1247775" y="0"/>
                </a:lnTo>
                <a:cubicBezTo>
                  <a:pt x="1263557" y="0"/>
                  <a:pt x="1276350" y="12793"/>
                  <a:pt x="1276350" y="28575"/>
                </a:cubicBezTo>
                <a:lnTo>
                  <a:pt x="1276350" y="161925"/>
                </a:lnTo>
                <a:cubicBezTo>
                  <a:pt x="1276350" y="177707"/>
                  <a:pt x="1263557" y="190500"/>
                  <a:pt x="12477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6" name="Local Reason 2">
            <a:extLst xmlns:a="http://schemas.openxmlformats.org/drawingml/2006/main">
              <a:ext uri="{FF2B5EF4-FFF2-40B4-BE49-F238E27FC236}">
                <a16:creationId xmlns:a16="http://schemas.microsoft.com/office/drawing/2014/main" id="{E1CD3E3A-C452-4EA8-8F64-9328B30C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8143875"/>
            <a:ext cx="1228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Reason 2</a:t>
            </a:r>
          </a:p>
        </p:txBody>
      </p:sp>
      <p:sp>
        <p:nvSpPr>
          <p:cNvPr id="167" name="The traffic light poles are&#10;covered with posters…">
            <a:extLst xmlns:a="http://schemas.openxmlformats.org/drawingml/2006/main">
              <a:ext uri="{FF2B5EF4-FFF2-40B4-BE49-F238E27FC236}">
                <a16:creationId xmlns:a16="http://schemas.microsoft.com/office/drawing/2014/main" id="{81982CC9-475D-47B5-B448-9511268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831532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traffic light poles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with posters…</a:t>
            </a:r>
          </a:p>
        </p:txBody>
      </p:sp>
      <p:sp>
        <p:nvSpPr>
          <p:cNvPr id="16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7607CA4-E06F-421C-8E68-43EC803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15375"/>
            <a:ext cx="1933575" cy="552450"/>
          </a:xfrm>
          <a:custGeom xmlns:a="http://schemas.openxmlformats.org/drawingml/2006/main">
            <a:pathLst>
              <a:path w="1933575" h="552450">
                <a:moveTo>
                  <a:pt x="57150" y="0"/>
                </a:moveTo>
                <a:lnTo>
                  <a:pt x="1876425" y="0"/>
                </a:lnTo>
                <a:cubicBezTo>
                  <a:pt x="1907988" y="0"/>
                  <a:pt x="1933575" y="25587"/>
                  <a:pt x="1933575" y="57150"/>
                </a:cubicBezTo>
                <a:lnTo>
                  <a:pt x="1933575" y="495300"/>
                </a:lnTo>
                <a:cubicBezTo>
                  <a:pt x="1933575" y="526863"/>
                  <a:pt x="1907988" y="552450"/>
                  <a:pt x="18764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C571750-4F6B-444E-97E3-AFCDBA2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15375"/>
            <a:ext cx="1276350" cy="190500"/>
          </a:xfrm>
          <a:custGeom xmlns:a="http://schemas.openxmlformats.org/drawingml/2006/main">
            <a:pathLst>
              <a:path w="1276350" h="190500">
                <a:moveTo>
                  <a:pt x="28575" y="0"/>
                </a:moveTo>
                <a:lnTo>
                  <a:pt x="1247775" y="0"/>
                </a:lnTo>
                <a:cubicBezTo>
                  <a:pt x="1263557" y="0"/>
                  <a:pt x="1276350" y="12793"/>
                  <a:pt x="1276350" y="28575"/>
                </a:cubicBezTo>
                <a:lnTo>
                  <a:pt x="1276350" y="161925"/>
                </a:lnTo>
                <a:cubicBezTo>
                  <a:pt x="1276350" y="177707"/>
                  <a:pt x="1263557" y="190500"/>
                  <a:pt x="12477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0" name="Local Reason 3">
            <a:extLst xmlns:a="http://schemas.openxmlformats.org/drawingml/2006/main">
              <a:ext uri="{FF2B5EF4-FFF2-40B4-BE49-F238E27FC236}">
                <a16:creationId xmlns:a16="http://schemas.microsoft.com/office/drawing/2014/main" id="{E3EDF916-0C7B-445F-9D12-31557FB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8734425"/>
            <a:ext cx="1228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Reason 3</a:t>
            </a:r>
          </a:p>
        </p:txBody>
      </p:sp>
      <p:sp>
        <p:nvSpPr>
          <p:cNvPr id="171" name="The road traffic markings&#10;are heavily worn…">
            <a:extLst xmlns:a="http://schemas.openxmlformats.org/drawingml/2006/main">
              <a:ext uri="{FF2B5EF4-FFF2-40B4-BE49-F238E27FC236}">
                <a16:creationId xmlns:a16="http://schemas.microsoft.com/office/drawing/2014/main" id="{A1BB0474-D3FE-4DF1-A5C1-BBAD6F8E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89058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road traffic markings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heavily worn…</a:t>
            </a:r>
          </a:p>
        </p:txBody>
      </p:sp>
      <p:sp>
        <p:nvSpPr>
          <p:cNvPr id="17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B2726C2-904D-4A7C-B0D3-9E01FFB3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534275"/>
            <a:ext cx="1800225" cy="1685925"/>
          </a:xfrm>
          <a:custGeom xmlns:a="http://schemas.openxmlformats.org/drawingml/2006/main">
            <a:pathLst>
              <a:path w="1800225" h="1685925">
                <a:moveTo>
                  <a:pt x="57150" y="0"/>
                </a:moveTo>
                <a:lnTo>
                  <a:pt x="1743075" y="0"/>
                </a:lnTo>
                <a:cubicBezTo>
                  <a:pt x="1774638" y="0"/>
                  <a:pt x="1800225" y="25587"/>
                  <a:pt x="1800225" y="57150"/>
                </a:cubicBezTo>
                <a:lnTo>
                  <a:pt x="1800225" y="1628775"/>
                </a:lnTo>
                <a:cubicBezTo>
                  <a:pt x="1800225" y="1660338"/>
                  <a:pt x="1774638" y="1685925"/>
                  <a:pt x="1743075" y="1685925"/>
                </a:cubicBezTo>
                <a:lnTo>
                  <a:pt x="57150" y="1685925"/>
                </a:lnTo>
                <a:cubicBezTo>
                  <a:pt x="25587" y="1685925"/>
                  <a:pt x="0" y="1660338"/>
                  <a:pt x="0" y="16287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9D4494A-D7A4-4D0F-80A3-00A61496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534275"/>
            <a:ext cx="1171575" cy="190500"/>
          </a:xfrm>
          <a:custGeom xmlns:a="http://schemas.openxmlformats.org/drawingml/2006/main">
            <a:pathLst>
              <a:path w="1171575" h="190500">
                <a:moveTo>
                  <a:pt x="28575" y="0"/>
                </a:moveTo>
                <a:lnTo>
                  <a:pt x="1143000" y="0"/>
                </a:lnTo>
                <a:cubicBezTo>
                  <a:pt x="1158782" y="0"/>
                  <a:pt x="1171575" y="12793"/>
                  <a:pt x="1171575" y="28575"/>
                </a:cubicBezTo>
                <a:lnTo>
                  <a:pt x="1171575" y="161925"/>
                </a:lnTo>
                <a:cubicBezTo>
                  <a:pt x="1171575" y="177707"/>
                  <a:pt x="1158782" y="190500"/>
                  <a:pt x="1143000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4" name="Global Comment">
            <a:extLst xmlns:a="http://schemas.openxmlformats.org/drawingml/2006/main">
              <a:ext uri="{FF2B5EF4-FFF2-40B4-BE49-F238E27FC236}">
                <a16:creationId xmlns:a16="http://schemas.microsoft.com/office/drawing/2014/main" id="{69F2ADEE-9153-4C31-8D20-DF2C29C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7553325"/>
            <a:ext cx="1114425" cy="19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Comment</a:t>
            </a:r>
          </a:p>
        </p:txBody>
      </p:sp>
      <p:sp>
        <p:nvSpPr>
          <p:cNvPr id="175" name="This scene is not&#10;beautiful. The sky has&#10;many cables obstructing&#10;the view, traffic lights ">
            <a:extLst xmlns:a="http://schemas.openxmlformats.org/drawingml/2006/main">
              <a:ext uri="{FF2B5EF4-FFF2-40B4-BE49-F238E27FC236}">
                <a16:creationId xmlns:a16="http://schemas.microsoft.com/office/drawing/2014/main" id="{015518A5-9005-4972-87AD-C36FA6AA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7772400"/>
            <a:ext cx="1695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scene is not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beautiful. The sky has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many cables obstructing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view, traffic lights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with posters,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the road markings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unclear. The greenery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poorly developed.</a:t>
            </a: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B602557-812A-4E69-AB65-724B6A83DD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b887f4bac4918"/>
          <a:stretch xmlns:a="http://schemas.openxmlformats.org/drawingml/2006/main"/>
        </p:blipFill>
        <p:spPr>
          <a:xfrm xmlns:a="http://schemas.openxmlformats.org/drawingml/2006/main">
            <a:off x="12372975" y="7581900"/>
            <a:ext cx="742950" cy="1733550"/>
          </a:xfrm>
          <a:prstGeom xmlns:a="http://schemas.openxmlformats.org/drawingml/2006/main" prst="rect">
            <a:avLst/>
          </a:prstGeom>
        </p:spPr>
      </p:pic>
      <p:sp>
        <p:nvSpPr>
          <p:cNvPr id="17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BA38297-DD7D-4B32-8FE0-60F60852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923925"/>
            <a:ext cx="4800600" cy="447675"/>
          </a:xfrm>
          <a:custGeom xmlns:a="http://schemas.openxmlformats.org/drawingml/2006/main">
            <a:pathLst>
              <a:path w="4800600" h="447675">
                <a:moveTo>
                  <a:pt x="85725" y="0"/>
                </a:moveTo>
                <a:lnTo>
                  <a:pt x="4714875" y="0"/>
                </a:lnTo>
                <a:cubicBezTo>
                  <a:pt x="4762220" y="0"/>
                  <a:pt x="4800600" y="38380"/>
                  <a:pt x="4800600" y="85725"/>
                </a:cubicBezTo>
                <a:lnTo>
                  <a:pt x="4800600" y="361950"/>
                </a:lnTo>
                <a:cubicBezTo>
                  <a:pt x="4800600" y="409295"/>
                  <a:pt x="4762220" y="447675"/>
                  <a:pt x="4714875" y="447675"/>
                </a:cubicBezTo>
                <a:lnTo>
                  <a:pt x="85725" y="447675"/>
                </a:lnTo>
                <a:cubicBezTo>
                  <a:pt x="38380" y="447675"/>
                  <a:pt x="0" y="409295"/>
                  <a:pt x="0" y="3619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8" name="Input:">
            <a:extLst xmlns:a="http://schemas.openxmlformats.org/drawingml/2006/main">
              <a:ext uri="{FF2B5EF4-FFF2-40B4-BE49-F238E27FC236}">
                <a16:creationId xmlns:a16="http://schemas.microsoft.com/office/drawing/2014/main" id="{F607FBDF-8066-43FF-816F-0C6D1060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5150" y="1038225"/>
            <a:ext cx="7143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179" name="Image &amp;">
            <a:extLst xmlns:a="http://schemas.openxmlformats.org/drawingml/2006/main">
              <a:ext uri="{FF2B5EF4-FFF2-40B4-BE49-F238E27FC236}">
                <a16:creationId xmlns:a16="http://schemas.microsoft.com/office/drawing/2014/main" id="{F5DBF60F-DB94-4570-BEC4-0B9FFF99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0525" y="1038225"/>
            <a:ext cx="9429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&amp;</a:t>
            </a:r>
          </a:p>
        </p:txBody>
      </p:sp>
      <p:sp>
        <p:nvSpPr>
          <p:cNvPr id="180" name="Question">
            <a:extLst xmlns:a="http://schemas.openxmlformats.org/drawingml/2006/main">
              <a:ext uri="{FF2B5EF4-FFF2-40B4-BE49-F238E27FC236}">
                <a16:creationId xmlns:a16="http://schemas.microsoft.com/office/drawing/2014/main" id="{712EAC61-759C-4A23-B594-C851D21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25" y="1038225"/>
            <a:ext cx="14382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320EA41-C55B-473E-9820-1ACB898F9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d9468d9e44338"/>
          <a:stretch xmlns:a="http://schemas.openxmlformats.org/drawingml/2006/main"/>
        </p:blipFill>
        <p:spPr>
          <a:xfrm xmlns:a="http://schemas.openxmlformats.org/drawingml/2006/main">
            <a:off x="15306675" y="1019175"/>
            <a:ext cx="295275" cy="238125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3B10968-95DE-4568-A322-46D2E9B99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9c9dd00814098"/>
          <a:stretch xmlns:a="http://schemas.openxmlformats.org/drawingml/2006/main"/>
        </p:blipFill>
        <p:spPr>
          <a:xfrm xmlns:a="http://schemas.openxmlformats.org/drawingml/2006/main">
            <a:off x="16649700" y="1019175"/>
            <a:ext cx="285750" cy="238125"/>
          </a:xfrm>
          <a:prstGeom xmlns:a="http://schemas.openxmlformats.org/drawingml/2006/main" prst="rect">
            <a:avLst/>
          </a:prstGeom>
        </p:spPr>
      </p:pic>
      <p:sp>
        <p:nvSpPr>
          <p:cNvPr id="183" name="LLMs">
            <a:extLst xmlns:a="http://schemas.openxmlformats.org/drawingml/2006/main">
              <a:ext uri="{FF2B5EF4-FFF2-40B4-BE49-F238E27FC236}">
                <a16:creationId xmlns:a16="http://schemas.microsoft.com/office/drawing/2014/main" id="{C6133EFA-9131-4AB0-AF69-4167D105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1657350"/>
            <a:ext cx="9810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LLMs</a:t>
            </a:r>
          </a:p>
        </p:txBody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6DDABBD-490E-4E85-9029-E611875C8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4659b9b06403c"/>
          <a:stretch xmlns:a="http://schemas.openxmlformats.org/drawingml/2006/main"/>
        </p:blipFill>
        <p:spPr>
          <a:xfrm xmlns:a="http://schemas.openxmlformats.org/drawingml/2006/main">
            <a:off x="15049500" y="1419225"/>
            <a:ext cx="2438400" cy="695325"/>
          </a:xfrm>
          <a:prstGeom xmlns:a="http://schemas.openxmlformats.org/drawingml/2006/main" prst="rect">
            <a:avLst/>
          </a:prstGeom>
        </p:spPr>
      </p:pic>
      <p:sp>
        <p:nvSpPr>
          <p:cNvPr id="18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F557F93-8706-4EFE-8FCB-19CB4A47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124075"/>
            <a:ext cx="4800600" cy="457200"/>
          </a:xfrm>
          <a:custGeom xmlns:a="http://schemas.openxmlformats.org/drawingml/2006/main">
            <a:pathLst>
              <a:path w="4800600" h="457200">
                <a:moveTo>
                  <a:pt x="85725" y="0"/>
                </a:moveTo>
                <a:lnTo>
                  <a:pt x="4714875" y="0"/>
                </a:lnTo>
                <a:cubicBezTo>
                  <a:pt x="4762220" y="0"/>
                  <a:pt x="4800600" y="38380"/>
                  <a:pt x="4800600" y="85725"/>
                </a:cubicBezTo>
                <a:lnTo>
                  <a:pt x="4800600" y="371475"/>
                </a:lnTo>
                <a:cubicBezTo>
                  <a:pt x="4800600" y="418820"/>
                  <a:pt x="4762220" y="457200"/>
                  <a:pt x="4714875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6" name="Output:">
            <a:extLst xmlns:a="http://schemas.openxmlformats.org/drawingml/2006/main">
              <a:ext uri="{FF2B5EF4-FFF2-40B4-BE49-F238E27FC236}">
                <a16:creationId xmlns:a16="http://schemas.microsoft.com/office/drawing/2014/main" id="{E2061769-A72E-4409-BF9E-D39A4E41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3225" y="2247900"/>
            <a:ext cx="9048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</a:t>
            </a:r>
          </a:p>
        </p:txBody>
      </p:sp>
      <p:sp>
        <p:nvSpPr>
          <p:cNvPr id="187" name="Answer &amp;">
            <a:extLst xmlns:a="http://schemas.openxmlformats.org/drawingml/2006/main">
              <a:ext uri="{FF2B5EF4-FFF2-40B4-BE49-F238E27FC236}">
                <a16:creationId xmlns:a16="http://schemas.microsoft.com/office/drawing/2014/main" id="{DA1207A0-8D38-4A20-A17F-69061E1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9575" y="2247900"/>
            <a:ext cx="1019175" cy="33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 &amp;</a:t>
            </a:r>
          </a:p>
        </p:txBody>
      </p:sp>
      <p:sp>
        <p:nvSpPr>
          <p:cNvPr id="188" name="Analysis">
            <a:extLst xmlns:a="http://schemas.openxmlformats.org/drawingml/2006/main">
              <a:ext uri="{FF2B5EF4-FFF2-40B4-BE49-F238E27FC236}">
                <a16:creationId xmlns:a16="http://schemas.microsoft.com/office/drawing/2014/main" id="{162DCA94-8837-4563-8A4D-24D9D45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1175" y="2247900"/>
            <a:ext cx="1362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A040DD5-AFAC-462E-881B-87066495B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1898aaf104258"/>
          <a:stretch xmlns:a="http://schemas.openxmlformats.org/drawingml/2006/main"/>
        </p:blipFill>
        <p:spPr>
          <a:xfrm xmlns:a="http://schemas.openxmlformats.org/drawingml/2006/main">
            <a:off x="15325725" y="22098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50241EC-1AD8-4FD8-8EB0-6CA022B03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58aa8db6f41ce"/>
          <a:stretch xmlns:a="http://schemas.openxmlformats.org/drawingml/2006/main"/>
        </p:blipFill>
        <p:spPr>
          <a:xfrm xmlns:a="http://schemas.openxmlformats.org/drawingml/2006/main">
            <a:off x="16697325" y="2209800"/>
            <a:ext cx="295275" cy="304800"/>
          </a:xfrm>
          <a:prstGeom xmlns:a="http://schemas.openxmlformats.org/drawingml/2006/main" prst="rect">
            <a:avLst/>
          </a:prstGeom>
        </p:spPr>
      </p:pic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9AD24FE-5AB6-4B4D-A1D1-C47204698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d01a445d549db"/>
          <a:stretch xmlns:a="http://schemas.openxmlformats.org/drawingml/2006/main"/>
        </p:blipFill>
        <p:spPr>
          <a:xfrm xmlns:a="http://schemas.openxmlformats.org/drawingml/2006/main">
            <a:off x="13449300" y="2886075"/>
            <a:ext cx="2724150" cy="1333500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1BED8A9-DA60-43D1-9321-33EA30C74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ad228838e4e4b"/>
          <a:stretch xmlns:a="http://schemas.openxmlformats.org/drawingml/2006/main"/>
        </p:blipFill>
        <p:spPr>
          <a:xfrm xmlns:a="http://schemas.openxmlformats.org/drawingml/2006/main">
            <a:off x="16325850" y="2886075"/>
            <a:ext cx="2438400" cy="1333500"/>
          </a:xfrm>
          <a:prstGeom xmlns:a="http://schemas.openxmlformats.org/drawingml/2006/main" prst="rect">
            <a:avLst/>
          </a:prstGeom>
        </p:spPr>
      </p:pic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FF8D380-9806-4F6F-9C89-378EFFCA0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1268c76164bd4"/>
          <a:stretch xmlns:a="http://schemas.openxmlformats.org/drawingml/2006/main"/>
        </p:blipFill>
        <p:spPr>
          <a:xfrm xmlns:a="http://schemas.openxmlformats.org/drawingml/2006/main">
            <a:off x="13458825" y="5772150"/>
            <a:ext cx="2343150" cy="1247775"/>
          </a:xfrm>
          <a:prstGeom xmlns:a="http://schemas.openxmlformats.org/drawingml/2006/main" prst="rect">
            <a:avLst/>
          </a:prstGeom>
        </p:spPr>
      </p:pic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7B14143-06BD-482A-ABF9-18D0B181F0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6aadeedd64515"/>
          <a:stretch xmlns:a="http://schemas.openxmlformats.org/drawingml/2006/main"/>
        </p:blipFill>
        <p:spPr>
          <a:xfrm xmlns:a="http://schemas.openxmlformats.org/drawingml/2006/main">
            <a:off x="16002000" y="5772150"/>
            <a:ext cx="2762250" cy="1247775"/>
          </a:xfrm>
          <a:prstGeom xmlns:a="http://schemas.openxmlformats.org/drawingml/2006/main" prst="rect">
            <a:avLst/>
          </a:prstGeom>
        </p:spPr>
      </p:pic>
      <p:sp>
        <p:nvSpPr>
          <p:cNvPr id="19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824BC1E-23BC-49CA-A23F-D27E385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333875"/>
            <a:ext cx="5305425" cy="800100"/>
          </a:xfrm>
          <a:custGeom xmlns:a="http://schemas.openxmlformats.org/drawingml/2006/main">
            <a:pathLst>
              <a:path w="5305425" h="800100">
                <a:moveTo>
                  <a:pt x="95250" y="0"/>
                </a:moveTo>
                <a:lnTo>
                  <a:pt x="5210175" y="0"/>
                </a:lnTo>
                <a:cubicBezTo>
                  <a:pt x="5262780" y="0"/>
                  <a:pt x="5305425" y="42645"/>
                  <a:pt x="5305425" y="95250"/>
                </a:cubicBezTo>
                <a:lnTo>
                  <a:pt x="5305425" y="704850"/>
                </a:lnTo>
                <a:cubicBezTo>
                  <a:pt x="5305425" y="757455"/>
                  <a:pt x="5262780" y="800100"/>
                  <a:pt x="5210175" y="800100"/>
                </a:cubicBezTo>
                <a:lnTo>
                  <a:pt x="95250" y="800100"/>
                </a:lnTo>
                <a:cubicBezTo>
                  <a:pt x="42645" y="800100"/>
                  <a:pt x="0" y="757455"/>
                  <a:pt x="0" y="704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6" name="Question: Determine whether two images are from the">
            <a:extLst xmlns:a="http://schemas.openxmlformats.org/drawingml/2006/main">
              <a:ext uri="{FF2B5EF4-FFF2-40B4-BE49-F238E27FC236}">
                <a16:creationId xmlns:a16="http://schemas.microsoft.com/office/drawing/2014/main" id="{F1E52A44-315D-456A-9388-3756C33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4438650"/>
            <a:ext cx="5029200" cy="293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Question: Determine whether two images are from the</a:t>
            </a:r>
          </a:p>
        </p:txBody>
      </p:sp>
      <p:sp>
        <p:nvSpPr>
          <p:cNvPr id="197" name="same location.">
            <a:extLst xmlns:a="http://schemas.openxmlformats.org/drawingml/2006/main">
              <a:ext uri="{FF2B5EF4-FFF2-40B4-BE49-F238E27FC236}">
                <a16:creationId xmlns:a16="http://schemas.microsoft.com/office/drawing/2014/main" id="{19B6FF18-4A8C-4EE0-80EB-C4C3EC0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4667250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location.</a:t>
            </a:r>
          </a:p>
        </p:txBody>
      </p:sp>
      <p:sp>
        <p:nvSpPr>
          <p:cNvPr id="198" name="(A) Yes (B) No">
            <a:extLst xmlns:a="http://schemas.openxmlformats.org/drawingml/2006/main">
              <a:ext uri="{FF2B5EF4-FFF2-40B4-BE49-F238E27FC236}">
                <a16:creationId xmlns:a16="http://schemas.microsoft.com/office/drawing/2014/main" id="{7BE0D4D0-ABF5-4E0A-9262-43C0F82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4895850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Yes (B) No</a:t>
            </a:r>
          </a:p>
        </p:txBody>
      </p:sp>
      <p:sp>
        <p:nvSpPr>
          <p:cNvPr id="19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59D7CC1-F94E-4DE9-A1E3-149100A3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229225"/>
            <a:ext cx="1552575" cy="381000"/>
          </a:xfrm>
          <a:custGeom xmlns:a="http://schemas.openxmlformats.org/drawingml/2006/main">
            <a:pathLst>
              <a:path w="1552575" h="381000">
                <a:moveTo>
                  <a:pt x="190500" y="0"/>
                </a:moveTo>
                <a:lnTo>
                  <a:pt x="1362075" y="0"/>
                </a:lnTo>
                <a:cubicBezTo>
                  <a:pt x="1467285" y="0"/>
                  <a:pt x="1552575" y="85290"/>
                  <a:pt x="1552575" y="190500"/>
                </a:cubicBezTo>
                <a:lnTo>
                  <a:pt x="1552575" y="190500"/>
                </a:lnTo>
                <a:cubicBezTo>
                  <a:pt x="1552575" y="295710"/>
                  <a:pt x="1467285" y="381000"/>
                  <a:pt x="1362075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9E063D9-07D7-4ED0-87E8-884B9919B1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e98defe704086"/>
          <a:stretch xmlns:a="http://schemas.openxmlformats.org/drawingml/2006/main"/>
        </p:blipFill>
        <p:spPr>
          <a:xfrm xmlns:a="http://schemas.openxmlformats.org/drawingml/2006/main">
            <a:off x="13458825" y="5229225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01" name="Answer: A">
            <a:extLst xmlns:a="http://schemas.openxmlformats.org/drawingml/2006/main">
              <a:ext uri="{FF2B5EF4-FFF2-40B4-BE49-F238E27FC236}">
                <a16:creationId xmlns:a16="http://schemas.microsoft.com/office/drawing/2014/main" id="{A703536D-9565-48B1-B074-49D2CB48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5305425"/>
            <a:ext cx="1057275" cy="301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Answer: A</a:t>
            </a:r>
          </a:p>
        </p:txBody>
      </p:sp>
      <p:sp>
        <p:nvSpPr>
          <p:cNvPr id="20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679F9CF-164F-4FA8-8F0D-586D6F08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5229225"/>
            <a:ext cx="1962150" cy="381000"/>
          </a:xfrm>
          <a:custGeom xmlns:a="http://schemas.openxmlformats.org/drawingml/2006/main">
            <a:pathLst>
              <a:path w="1962150" h="381000">
                <a:moveTo>
                  <a:pt x="190500" y="0"/>
                </a:moveTo>
                <a:lnTo>
                  <a:pt x="1771650" y="0"/>
                </a:lnTo>
                <a:cubicBezTo>
                  <a:pt x="1876860" y="0"/>
                  <a:pt x="1962150" y="85290"/>
                  <a:pt x="1962150" y="190500"/>
                </a:cubicBezTo>
                <a:lnTo>
                  <a:pt x="1962150" y="190500"/>
                </a:lnTo>
                <a:cubicBezTo>
                  <a:pt x="1962150" y="295710"/>
                  <a:pt x="1876860" y="381000"/>
                  <a:pt x="177165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2C76302-2094-4C5E-B9C7-DAF9FD543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20579234c4c9c"/>
          <a:stretch xmlns:a="http://schemas.openxmlformats.org/drawingml/2006/main"/>
        </p:blipFill>
        <p:spPr>
          <a:xfrm xmlns:a="http://schemas.openxmlformats.org/drawingml/2006/main">
            <a:off x="15106650" y="5229225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04" name="Ground Truth: B">
            <a:extLst xmlns:a="http://schemas.openxmlformats.org/drawingml/2006/main">
              <a:ext uri="{FF2B5EF4-FFF2-40B4-BE49-F238E27FC236}">
                <a16:creationId xmlns:a16="http://schemas.microsoft.com/office/drawing/2014/main" id="{65C9CF41-FA45-4CBE-9F98-B0D6139F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7175" y="5305425"/>
            <a:ext cx="1466850" cy="26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 Truth: B</a:t>
            </a:r>
          </a:p>
        </p:txBody>
      </p:sp>
      <p:sp>
        <p:nvSpPr>
          <p:cNvPr id="20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20046D0-AD82-49E8-90C6-1E2F7DEE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5229225"/>
            <a:ext cx="1066800" cy="381000"/>
          </a:xfrm>
          <a:custGeom xmlns:a="http://schemas.openxmlformats.org/drawingml/2006/main">
            <a:pathLst>
              <a:path w="1066800" h="381000">
                <a:moveTo>
                  <a:pt x="190500" y="0"/>
                </a:moveTo>
                <a:lnTo>
                  <a:pt x="876300" y="0"/>
                </a:lnTo>
                <a:cubicBezTo>
                  <a:pt x="981510" y="0"/>
                  <a:pt x="1066800" y="85290"/>
                  <a:pt x="1066800" y="190500"/>
                </a:cubicBezTo>
                <a:lnTo>
                  <a:pt x="1066800" y="190500"/>
                </a:lnTo>
                <a:cubicBezTo>
                  <a:pt x="1066800" y="295710"/>
                  <a:pt x="981510" y="381000"/>
                  <a:pt x="8763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FF595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6" name="Error">
            <a:extLst xmlns:a="http://schemas.openxmlformats.org/drawingml/2006/main">
              <a:ext uri="{FF2B5EF4-FFF2-40B4-BE49-F238E27FC236}">
                <a16:creationId xmlns:a16="http://schemas.microsoft.com/office/drawing/2014/main" id="{2767B6CE-BA1B-4CE3-AD5B-D75ED83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2700" y="5305425"/>
            <a:ext cx="885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20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3190834-E76C-48C6-A7F2-27E4F562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5229225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190500"/>
                </a:move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lose/>
              </a:path>
            </a:pathLst>
          </a:custGeom>
          <a:solidFill xmlns:a="http://schemas.openxmlformats.org/drawingml/2006/main">
            <a:srgbClr val="FF595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8" name="×">
            <a:extLst xmlns:a="http://schemas.openxmlformats.org/drawingml/2006/main">
              <a:ext uri="{FF2B5EF4-FFF2-40B4-BE49-F238E27FC236}">
                <a16:creationId xmlns:a16="http://schemas.microsoft.com/office/drawing/2014/main" id="{C9258042-3448-4E96-AF42-934EA4CF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5238750"/>
            <a:ext cx="2762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0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D0049CD-BD8D-4B27-9608-E3F8FEF8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7115175"/>
            <a:ext cx="5305425" cy="1733550"/>
          </a:xfrm>
          <a:custGeom xmlns:a="http://schemas.openxmlformats.org/drawingml/2006/main">
            <a:pathLst>
              <a:path w="5305425" h="1733550">
                <a:moveTo>
                  <a:pt x="95250" y="0"/>
                </a:moveTo>
                <a:lnTo>
                  <a:pt x="5210175" y="0"/>
                </a:lnTo>
                <a:cubicBezTo>
                  <a:pt x="5262780" y="0"/>
                  <a:pt x="5305425" y="42645"/>
                  <a:pt x="5305425" y="95250"/>
                </a:cubicBezTo>
                <a:lnTo>
                  <a:pt x="5305425" y="1638300"/>
                </a:lnTo>
                <a:cubicBezTo>
                  <a:pt x="5305425" y="1690905"/>
                  <a:pt x="5262780" y="1733550"/>
                  <a:pt x="5210175" y="1733550"/>
                </a:cubicBezTo>
                <a:lnTo>
                  <a:pt x="95250" y="1733550"/>
                </a:lnTo>
                <a:cubicBezTo>
                  <a:pt x="42645" y="1733550"/>
                  <a:pt x="0" y="1690905"/>
                  <a:pt x="0" y="16383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0" name="Question: Which category best describes the change">
            <a:extLst xmlns:a="http://schemas.openxmlformats.org/drawingml/2006/main">
              <a:ext uri="{FF2B5EF4-FFF2-40B4-BE49-F238E27FC236}">
                <a16:creationId xmlns:a16="http://schemas.microsoft.com/office/drawing/2014/main" id="{78F60232-9CDB-404B-8413-5339D948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7210425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Question: Which category best describes the change</a:t>
            </a:r>
          </a:p>
        </p:txBody>
      </p:sp>
      <p:sp>
        <p:nvSpPr>
          <p:cNvPr id="211" name="between the two time periods?">
            <a:extLst xmlns:a="http://schemas.openxmlformats.org/drawingml/2006/main">
              <a:ext uri="{FF2B5EF4-FFF2-40B4-BE49-F238E27FC236}">
                <a16:creationId xmlns:a16="http://schemas.microsoft.com/office/drawing/2014/main" id="{B38B3E87-5DD2-46AE-BEA2-D0DA7D3D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7439025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between the two time periods?</a:t>
            </a:r>
          </a:p>
        </p:txBody>
      </p:sp>
      <p:sp>
        <p:nvSpPr>
          <p:cNvPr id="212" name="(A)">
            <a:extLst xmlns:a="http://schemas.openxmlformats.org/drawingml/2006/main">
              <a:ext uri="{FF2B5EF4-FFF2-40B4-BE49-F238E27FC236}">
                <a16:creationId xmlns:a16="http://schemas.microsoft.com/office/drawing/2014/main" id="{75A6A330-83E1-462F-B1A4-3719AA4C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7667625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</a:t>
            </a:r>
          </a:p>
        </p:txBody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B7FE790-AE15-4891-81A8-B377782B5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2191bd474c16"/>
          <a:stretch xmlns:a="http://schemas.openxmlformats.org/drawingml/2006/main"/>
        </p:blipFill>
        <p:spPr>
          <a:xfrm xmlns:a="http://schemas.openxmlformats.org/drawingml/2006/main">
            <a:off x="13963650" y="762000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14" name="Road Change">
            <a:extLst xmlns:a="http://schemas.openxmlformats.org/drawingml/2006/main">
              <a:ext uri="{FF2B5EF4-FFF2-40B4-BE49-F238E27FC236}">
                <a16:creationId xmlns:a16="http://schemas.microsoft.com/office/drawing/2014/main" id="{1000A21A-21D8-4445-BC54-F5883389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7667625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 Change</a:t>
            </a:r>
          </a:p>
        </p:txBody>
      </p:sp>
      <p:sp>
        <p:nvSpPr>
          <p:cNvPr id="215" name="(B)">
            <a:extLst xmlns:a="http://schemas.openxmlformats.org/drawingml/2006/main">
              <a:ext uri="{FF2B5EF4-FFF2-40B4-BE49-F238E27FC236}">
                <a16:creationId xmlns:a16="http://schemas.microsoft.com/office/drawing/2014/main" id="{B3C11C4F-F44A-43DC-9ED2-FF463AC5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7896225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</a:t>
            </a:r>
          </a:p>
        </p:txBody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1BB45D1-C5BB-43BA-9A2B-ED5775BC7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7956f5326474d"/>
          <a:stretch xmlns:a="http://schemas.openxmlformats.org/drawingml/2006/main"/>
        </p:blipFill>
        <p:spPr>
          <a:xfrm xmlns:a="http://schemas.openxmlformats.org/drawingml/2006/main">
            <a:off x="13963650" y="784860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17" name="Building Façade Change">
            <a:extLst xmlns:a="http://schemas.openxmlformats.org/drawingml/2006/main">
              <a:ext uri="{FF2B5EF4-FFF2-40B4-BE49-F238E27FC236}">
                <a16:creationId xmlns:a16="http://schemas.microsoft.com/office/drawing/2014/main" id="{ADA6FD8F-CD6C-4E62-AECD-074BD795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7896225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Façade Change</a:t>
            </a:r>
          </a:p>
        </p:txBody>
      </p:sp>
      <p:sp>
        <p:nvSpPr>
          <p:cNvPr id="218" name="(C)">
            <a:extLst xmlns:a="http://schemas.openxmlformats.org/drawingml/2006/main">
              <a:ext uri="{FF2B5EF4-FFF2-40B4-BE49-F238E27FC236}">
                <a16:creationId xmlns:a16="http://schemas.microsoft.com/office/drawing/2014/main" id="{6ABB3665-EA91-4EB0-9A87-C60037A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8124825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(C)</a:t>
            </a:r>
          </a:p>
        </p:txBody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72D1292-451D-4450-9943-C01D674463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637018b094e61"/>
          <a:stretch xmlns:a="http://schemas.openxmlformats.org/drawingml/2006/main"/>
        </p:blipFill>
        <p:spPr>
          <a:xfrm xmlns:a="http://schemas.openxmlformats.org/drawingml/2006/main">
            <a:off x="13963650" y="807720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20" name="Building Presence Change">
            <a:extLst xmlns:a="http://schemas.openxmlformats.org/drawingml/2006/main">
              <a:ext uri="{FF2B5EF4-FFF2-40B4-BE49-F238E27FC236}">
                <a16:creationId xmlns:a16="http://schemas.microsoft.com/office/drawing/2014/main" id="{F3BF14D2-315C-4E5F-B767-1432BBA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8124825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Presence Change</a:t>
            </a:r>
          </a:p>
        </p:txBody>
      </p:sp>
      <p:sp>
        <p:nvSpPr>
          <p:cNvPr id="221" name="(D)">
            <a:extLst xmlns:a="http://schemas.openxmlformats.org/drawingml/2006/main">
              <a:ext uri="{FF2B5EF4-FFF2-40B4-BE49-F238E27FC236}">
                <a16:creationId xmlns:a16="http://schemas.microsoft.com/office/drawing/2014/main" id="{D7964AB3-3DFF-4950-8CBC-FEC122A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8353425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(D)</a:t>
            </a:r>
          </a:p>
        </p:txBody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04E90D-5EF4-4F61-8099-6D52FBFD3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c905788e4460a"/>
          <a:stretch xmlns:a="http://schemas.openxmlformats.org/drawingml/2006/main"/>
        </p:blipFill>
        <p:spPr>
          <a:xfrm xmlns:a="http://schemas.openxmlformats.org/drawingml/2006/main">
            <a:off x="13963650" y="830580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23" name="Vegetation Change">
            <a:extLst xmlns:a="http://schemas.openxmlformats.org/drawingml/2006/main">
              <a:ext uri="{FF2B5EF4-FFF2-40B4-BE49-F238E27FC236}">
                <a16:creationId xmlns:a16="http://schemas.microsoft.com/office/drawing/2014/main" id="{DC1FBCB6-A6D1-4984-B54F-2B9CC30A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8353425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 Change</a:t>
            </a:r>
          </a:p>
        </p:txBody>
      </p:sp>
      <p:sp>
        <p:nvSpPr>
          <p:cNvPr id="224" name="(E)">
            <a:extLst xmlns:a="http://schemas.openxmlformats.org/drawingml/2006/main">
              <a:ext uri="{FF2B5EF4-FFF2-40B4-BE49-F238E27FC236}">
                <a16:creationId xmlns:a16="http://schemas.microsoft.com/office/drawing/2014/main" id="{76F46616-7F12-4E68-8448-3B48712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8582025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(E)</a:t>
            </a:r>
          </a:p>
        </p:txBody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C1ABD91-5A61-4296-AD5F-85DAD75C0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32503cdd34c0c"/>
          <a:stretch xmlns:a="http://schemas.openxmlformats.org/drawingml/2006/main"/>
        </p:blipFill>
        <p:spPr>
          <a:xfrm xmlns:a="http://schemas.openxmlformats.org/drawingml/2006/main">
            <a:off x="13963650" y="853440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26" name="Mobility-Related Change">
            <a:extLst xmlns:a="http://schemas.openxmlformats.org/drawingml/2006/main">
              <a:ext uri="{FF2B5EF4-FFF2-40B4-BE49-F238E27FC236}">
                <a16:creationId xmlns:a16="http://schemas.microsoft.com/office/drawing/2014/main" id="{D1E09AFF-B490-40D1-A671-63E049C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8582025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Mobility-Related Change</a:t>
            </a:r>
          </a:p>
        </p:txBody>
      </p:sp>
      <p:sp>
        <p:nvSpPr>
          <p:cNvPr id="22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4D9D293-424E-43B6-BEF4-94A9368C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8953500"/>
            <a:ext cx="1552575" cy="381000"/>
          </a:xfrm>
          <a:custGeom xmlns:a="http://schemas.openxmlformats.org/drawingml/2006/main">
            <a:pathLst>
              <a:path w="1552575" h="381000">
                <a:moveTo>
                  <a:pt x="190500" y="0"/>
                </a:moveTo>
                <a:lnTo>
                  <a:pt x="1362075" y="0"/>
                </a:lnTo>
                <a:cubicBezTo>
                  <a:pt x="1467285" y="0"/>
                  <a:pt x="1552575" y="85290"/>
                  <a:pt x="1552575" y="190500"/>
                </a:cubicBezTo>
                <a:lnTo>
                  <a:pt x="1552575" y="190500"/>
                </a:lnTo>
                <a:cubicBezTo>
                  <a:pt x="1552575" y="295710"/>
                  <a:pt x="1467285" y="381000"/>
                  <a:pt x="1362075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EE354795-69EC-4C0B-BD80-78CB88634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7d3172a0b4f74"/>
          <a:stretch xmlns:a="http://schemas.openxmlformats.org/drawingml/2006/main"/>
        </p:blipFill>
        <p:spPr>
          <a:xfrm xmlns:a="http://schemas.openxmlformats.org/drawingml/2006/main">
            <a:off x="13458825" y="8953500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29" name="Answer: B">
            <a:extLst xmlns:a="http://schemas.openxmlformats.org/drawingml/2006/main">
              <a:ext uri="{FF2B5EF4-FFF2-40B4-BE49-F238E27FC236}">
                <a16:creationId xmlns:a16="http://schemas.microsoft.com/office/drawing/2014/main" id="{AE74B981-1AC9-4AC1-A0D3-880B159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9029700"/>
            <a:ext cx="1057275" cy="299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Answer: B</a:t>
            </a:r>
          </a:p>
        </p:txBody>
      </p:sp>
      <p:sp>
        <p:nvSpPr>
          <p:cNvPr id="2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2674AC4-732F-4CC0-A174-76600158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8953500"/>
            <a:ext cx="1962150" cy="381000"/>
          </a:xfrm>
          <a:custGeom xmlns:a="http://schemas.openxmlformats.org/drawingml/2006/main">
            <a:pathLst>
              <a:path w="1962150" h="381000">
                <a:moveTo>
                  <a:pt x="190500" y="0"/>
                </a:moveTo>
                <a:lnTo>
                  <a:pt x="1771650" y="0"/>
                </a:lnTo>
                <a:cubicBezTo>
                  <a:pt x="1876860" y="0"/>
                  <a:pt x="1962150" y="85290"/>
                  <a:pt x="1962150" y="190500"/>
                </a:cubicBezTo>
                <a:lnTo>
                  <a:pt x="1962150" y="190500"/>
                </a:lnTo>
                <a:cubicBezTo>
                  <a:pt x="1962150" y="295710"/>
                  <a:pt x="1876860" y="381000"/>
                  <a:pt x="177165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C268BA8-B317-48DB-8BC6-45E56DFB7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93bc8de58435a"/>
          <a:stretch xmlns:a="http://schemas.openxmlformats.org/drawingml/2006/main"/>
        </p:blipFill>
        <p:spPr>
          <a:xfrm xmlns:a="http://schemas.openxmlformats.org/drawingml/2006/main">
            <a:off x="15106650" y="8953500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32" name="Ground Truth: B">
            <a:extLst xmlns:a="http://schemas.openxmlformats.org/drawingml/2006/main">
              <a:ext uri="{FF2B5EF4-FFF2-40B4-BE49-F238E27FC236}">
                <a16:creationId xmlns:a16="http://schemas.microsoft.com/office/drawing/2014/main" id="{DDCA7691-32AF-4523-AFA8-73D4D13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7175" y="9029700"/>
            <a:ext cx="1466850" cy="26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 Truth: B</a:t>
            </a:r>
          </a:p>
        </p:txBody>
      </p:sp>
      <p:sp>
        <p:nvSpPr>
          <p:cNvPr id="23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0BA6147-1CD1-4375-9FC8-8540047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8953500"/>
            <a:ext cx="1066800" cy="381000"/>
          </a:xfrm>
          <a:custGeom xmlns:a="http://schemas.openxmlformats.org/drawingml/2006/main">
            <a:pathLst>
              <a:path w="1066800" h="381000">
                <a:moveTo>
                  <a:pt x="190500" y="0"/>
                </a:moveTo>
                <a:lnTo>
                  <a:pt x="876300" y="0"/>
                </a:lnTo>
                <a:cubicBezTo>
                  <a:pt x="981510" y="0"/>
                  <a:pt x="1066800" y="85290"/>
                  <a:pt x="1066800" y="190500"/>
                </a:cubicBezTo>
                <a:lnTo>
                  <a:pt x="1066800" y="190500"/>
                </a:lnTo>
                <a:cubicBezTo>
                  <a:pt x="1066800" y="295710"/>
                  <a:pt x="981510" y="381000"/>
                  <a:pt x="8763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FB68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4" name="Correct">
            <a:extLst xmlns:a="http://schemas.openxmlformats.org/drawingml/2006/main">
              <a:ext uri="{FF2B5EF4-FFF2-40B4-BE49-F238E27FC236}">
                <a16:creationId xmlns:a16="http://schemas.microsoft.com/office/drawing/2014/main" id="{23AC6FD7-7A29-4171-8D42-446089B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2700" y="9029700"/>
            <a:ext cx="885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2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BDE48C1-5010-470B-975B-9AFFE7E0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8953500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190500"/>
                </a:move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lose/>
              </a:path>
            </a:pathLst>
          </a:custGeom>
          <a:solidFill xmlns:a="http://schemas.openxmlformats.org/drawingml/2006/main">
            <a:srgbClr val="2FB68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✓">
            <a:extLst xmlns:a="http://schemas.openxmlformats.org/drawingml/2006/main">
              <a:ext uri="{FF2B5EF4-FFF2-40B4-BE49-F238E27FC236}">
                <a16:creationId xmlns:a16="http://schemas.microsoft.com/office/drawing/2014/main" id="{A38FD4B7-B729-43C7-A425-7F179F00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8972550"/>
            <a:ext cx="2857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4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498360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2026-10-18T16:40:46.2290000Z</dcterms:created>
  <dcterms:modified xsi:type="dcterms:W3CDTF">2026-10-18T16:40:46.2290000Z</dcterms:modified>
</coreProperties>
</file>