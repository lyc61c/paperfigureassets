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920006a014955" /><Relationship Type="http://schemas.openxmlformats.org/officeDocument/2006/relationships/extended-properties" Target="/docProps/app.xml" Id="Rc00b1337453e4d02" /><Relationship Type="http://schemas.openxmlformats.org/officeDocument/2006/relationships/officeDocument" Target="/ppt/presentation.xml" Id="Rd733db84cfac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d239df4cb54eae"/>
  </p:sldMasterIdLst>
  <p:notesMasterIdLst>
    <p:notesMasterId xmlns:r="http://schemas.openxmlformats.org/officeDocument/2006/relationships" r:id="R83685a7156c74c77"/>
  </p:notesMasterIdLst>
  <p:sldIdLst>
    <p:sldId xmlns:r="http://schemas.openxmlformats.org/officeDocument/2006/relationships" id="256" r:id="R31f49eba77384e4d"/>
    <p:sldId xmlns:r="http://schemas.openxmlformats.org/officeDocument/2006/relationships" id="257" r:id="Rc152c7d16f804e57"/>
    <p:sldId xmlns:r="http://schemas.openxmlformats.org/officeDocument/2006/relationships" id="258" r:id="R9662cb6e5bd141ed"/>
  </p:sldIdLst>
  <p:sldSz cx="19050000" cy="12268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9ccdc7d1f14adc" /><Relationship Type="http://schemas.openxmlformats.org/officeDocument/2006/relationships/slideMaster" Target="/ppt/slideMasters/slideMaster1.xml" Id="R72d239df4cb54eae" /><Relationship Type="http://schemas.openxmlformats.org/officeDocument/2006/relationships/notesMaster" Target="/ppt/notesMasters/notesMaster1.xml" Id="R83685a7156c74c77" /><Relationship Type="http://schemas.openxmlformats.org/officeDocument/2006/relationships/presProps" Target="/ppt/presProps.xml" Id="Rca63fb0537f34514" /><Relationship Type="http://schemas.openxmlformats.org/officeDocument/2006/relationships/tableStyles" Target="/ppt/tableStyles.xml" Id="Rd4cde5793f974946" /><Relationship Type="http://schemas.openxmlformats.org/officeDocument/2006/relationships/slide" Target="/ppt/slides/slide1.xml" Id="R31f49eba77384e4d" /><Relationship Type="http://schemas.openxmlformats.org/officeDocument/2006/relationships/slide" Target="/ppt/slides/slide2.xml" Id="Rc152c7d16f804e57" /><Relationship Type="http://schemas.openxmlformats.org/officeDocument/2006/relationships/slide" Target="/ppt/slides/slide3.xml" Id="R9662cb6e5bd1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b7b492205b47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2da3f4977840c0" /><Relationship Type="http://schemas.openxmlformats.org/officeDocument/2006/relationships/notesMaster" Target="/ppt/notesMasters/notesMaster1.xml" Id="Rcb8bbb19b3eb45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f81875b11d4adb" /><Relationship Type="http://schemas.openxmlformats.org/officeDocument/2006/relationships/notesMaster" Target="/ppt/notesMasters/notesMaster1.xml" Id="R913a7fe305c1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de7f0d6984e92" /><Relationship Type="http://schemas.openxmlformats.org/officeDocument/2006/relationships/notesMaster" Target="/ppt/notesMasters/notesMaster1.xml" Id="Rad3b02574b5f47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1: fig1 urban benchmark comparison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fig1_urban_benchmark_comparison.png; SHA-256: 4bae6094128a075df1b749d9bd69281dae341111e242a8089b803b3017ace329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(36);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2: fig2 urbanfeel task taxonomy and statistics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fig2_urbanfeel_task_taxonomy_and_statistics.png; SHA-256: 24c1016a570ee055d31f77df880b21c963aa9cd0882da13e4c947a854bdd1922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(58);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Comic Sans MS, Times New Roman, Arial, Segoe UI Symbol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Figure 3: fig3 benchmark construction pipeline</a:t>
            </a:r>
          </a:p>
          <a:p xmlns:a="http://schemas.openxmlformats.org/drawingml/2006/main">
            <a:r>
              <a:t>Source: https://arxiv.org/abs/2509.22228v1</a:t>
            </a:r>
          </a:p>
          <a:p xmlns:a="http://schemas.openxmlformats.org/drawingml/2006/main">
            <a:r>
              <a:t>Approved image: fig3_benchmark_construction_pipeline.png; SHA-256: 4d9b64f6f03530092c44c35585c2de1678b5dcb3442a3f4835568f9ea36d76c8</a:t>
            </a:r>
          </a:p>
          <a:p xmlns:a="http://schemas.openxmlformats.org/drawingml/2006/main">
            <a:r>
              <a:t>The reference PDF artwork is raster-only. Primary readable captions, stage/module labels, panels, category badges, statistical-sector geometry, bars and arrow paths are reconstructed native editable PowerPoint objects. Arrow paths are freeforms, not endpoint-bound connectors; sectors/bars are not data-bound charts. Original street-view photographs and panorama stacks, 3D city illustrations, maps, source logos, small pictograms and photograph-embedded annotations remain named independent raster objects (59); their internal pixels are not editable. No whole-figure screenshot or full-slide backdrop is used.</a:t>
            </a:r>
          </a:p>
          <a:p xmlns:a="http://schemas.openxmlformats.org/drawingml/2006/main">
            <a:r>
              <a:t>Source font identities are unavailable from flattened artwork. Installed Arial, Segoe UI Symbol approximate the source typefaces. Fine typography, statistical-sector geometry, small pictograms, decorative effects and antialiasing differ; this is not pixel-identical author source. Source crop boundaries and original evidence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7a688806a41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2acf2c13a45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8b14b1c4b4f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bbe0a510b43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4021f9cac4a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ae76d7ecb42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3E2C9E-80C2-4C95-BC56-74411E2F7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4634653"/>
            <a:ext cx="15240000" cy="1772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0D7F72-D0EF-4021-8BBF-F207B7F917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57500" y="6747510"/>
            <a:ext cx="13335000" cy="136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A0FE77-D028-4F81-84E7-1359BE194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05000" y="5111750"/>
            <a:ext cx="15240000" cy="20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5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9F6D13-5EFD-44E6-BF1F-1D352C2591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FBEEEE-F37C-42F2-A42E-9902A328BE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1690687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FE8C3-0ED4-4E32-B105-4BDFE5DC4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A95A4-789A-4921-AAB1-0585A4206C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C040CE-7985-4C71-A35D-5FF006062D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12031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2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05E7BF-4D22-4471-8D55-8BA9B3839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71563" y="954193"/>
            <a:ext cx="16906875" cy="1499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1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38FE2D-1496-4521-93A4-9FF2E8A12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71563" y="3407833"/>
            <a:ext cx="7858125" cy="7633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5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1pPr>
            <a:lvl2pPr marL="833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2pPr>
            <a:lvl3pPr marL="1309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3pPr>
            <a:lvl4pPr marL="1785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4pPr>
            <a:lvl5pPr marL="2262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5pPr>
            <a:lvl6pPr marL="27384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6pPr>
            <a:lvl7pPr marL="32146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7pPr>
            <a:lvl8pPr marL="369093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8pPr>
            <a:lvl9pPr marL="4167188" indent="-357187">
              <a:lnSpc>
                <a:spcPct val="110000"/>
              </a:lnSpc>
              <a:spcBef>
                <a:spcPts val="0"/>
              </a:spcBef>
              <a:spcAft>
                <a:spcPts val="187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63eb1e026345b5" /><Relationship Type="http://schemas.openxmlformats.org/officeDocument/2006/relationships/slideLayout" Target="/ppt/slideLayouts/slideLayout1.xml" Id="Re368808de2e14aa9" /><Relationship Type="http://schemas.openxmlformats.org/officeDocument/2006/relationships/slideLayout" Target="/ppt/slideLayouts/slideLayout2.xml" Id="R34ce4040432f49a0" /><Relationship Type="http://schemas.openxmlformats.org/officeDocument/2006/relationships/slideLayout" Target="/ppt/slideLayouts/slideLayout3.xml" Id="R28caf948da7b4563" /><Relationship Type="http://schemas.openxmlformats.org/officeDocument/2006/relationships/slideLayout" Target="/ppt/slideLayouts/slideLayout4.xml" Id="R7e2f71ed2eaf4969" /><Relationship Type="http://schemas.openxmlformats.org/officeDocument/2006/relationships/slideLayout" Target="/ppt/slideLayouts/slideLayout5.xml" Id="R6c1d4771b25e4117" /><Relationship Type="http://schemas.openxmlformats.org/officeDocument/2006/relationships/slideLayout" Target="/ppt/slideLayouts/slideLayout6.xml" Id="R001fc975d0fa43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68808de2e14aa9"/>
    <p:sldLayoutId xmlns:r="http://schemas.openxmlformats.org/officeDocument/2006/relationships" id="2147483650" r:id="R34ce4040432f49a0"/>
    <p:sldLayoutId xmlns:r="http://schemas.openxmlformats.org/officeDocument/2006/relationships" id="2147483651" r:id="R28caf948da7b4563"/>
    <p:sldLayoutId xmlns:r="http://schemas.openxmlformats.org/officeDocument/2006/relationships" id="2147483652" r:id="R7e2f71ed2eaf4969"/>
    <p:sldLayoutId xmlns:r="http://schemas.openxmlformats.org/officeDocument/2006/relationships" id="2147483653" r:id="R6c1d4771b25e4117"/>
    <p:sldLayoutId xmlns:r="http://schemas.openxmlformats.org/officeDocument/2006/relationships" id="2147483654" r:id="R001fc975d0fa43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758751a7f483b" /><Relationship Type="http://schemas.openxmlformats.org/officeDocument/2006/relationships/image" Target="/ppt/media/image.png" Id="R27ad3cecdec64624" /><Relationship Type="http://schemas.openxmlformats.org/officeDocument/2006/relationships/image" Target="/ppt/media/image2.png" Id="R2e1f874da3cf46ae" /><Relationship Type="http://schemas.openxmlformats.org/officeDocument/2006/relationships/image" Target="/ppt/media/image3.png" Id="Rc6ccc16f3ace4973" /><Relationship Type="http://schemas.openxmlformats.org/officeDocument/2006/relationships/image" Target="/ppt/media/image4.png" Id="R49d608044a694a92" /><Relationship Type="http://schemas.openxmlformats.org/officeDocument/2006/relationships/image" Target="/ppt/media/image5.png" Id="R63615f3cc1ae4181" /><Relationship Type="http://schemas.openxmlformats.org/officeDocument/2006/relationships/image" Target="/ppt/media/image6.png" Id="Rd14a1673d88546e6" /><Relationship Type="http://schemas.openxmlformats.org/officeDocument/2006/relationships/image" Target="/ppt/media/image7.png" Id="Rbf1448d418d84490" /><Relationship Type="http://schemas.openxmlformats.org/officeDocument/2006/relationships/image" Target="/ppt/media/image8.png" Id="Raf33118cb5174d87" /><Relationship Type="http://schemas.openxmlformats.org/officeDocument/2006/relationships/image" Target="/ppt/media/image9.png" Id="R860b816b7c70420e" /><Relationship Type="http://schemas.openxmlformats.org/officeDocument/2006/relationships/image" Target="/ppt/media/image10.png" Id="Ra061eabef93c4a14" /><Relationship Type="http://schemas.openxmlformats.org/officeDocument/2006/relationships/image" Target="/ppt/media/image11.png" Id="Re1c1af29e7e74335" /><Relationship Type="http://schemas.openxmlformats.org/officeDocument/2006/relationships/image" Target="/ppt/media/image12.png" Id="R9af24745c59d4d09" /><Relationship Type="http://schemas.openxmlformats.org/officeDocument/2006/relationships/image" Target="/ppt/media/image13.png" Id="Re0eefaa1a0524f59" /><Relationship Type="http://schemas.openxmlformats.org/officeDocument/2006/relationships/image" Target="/ppt/media/image14.png" Id="R3c89abde2f9c4c43" /><Relationship Type="http://schemas.openxmlformats.org/officeDocument/2006/relationships/image" Target="/ppt/media/image15.png" Id="Rd917e71fb66b4152" /><Relationship Type="http://schemas.openxmlformats.org/officeDocument/2006/relationships/image" Target="/ppt/media/image16.png" Id="Re4f133f0a32a4ee8" /><Relationship Type="http://schemas.openxmlformats.org/officeDocument/2006/relationships/image" Target="/ppt/media/image17.png" Id="Ra05577bb011249fa" /><Relationship Type="http://schemas.openxmlformats.org/officeDocument/2006/relationships/image" Target="/ppt/media/image18.png" Id="R7bf01369f1c04b89" /><Relationship Type="http://schemas.openxmlformats.org/officeDocument/2006/relationships/image" Target="/ppt/media/image19.png" Id="R24f6a8f99958443f" /><Relationship Type="http://schemas.openxmlformats.org/officeDocument/2006/relationships/image" Target="/ppt/media/image20.png" Id="Rc8c31b2e3a01498b" /><Relationship Type="http://schemas.openxmlformats.org/officeDocument/2006/relationships/image" Target="/ppt/media/image21.png" Id="R586579cb5d114ed8" /><Relationship Type="http://schemas.openxmlformats.org/officeDocument/2006/relationships/image" Target="/ppt/media/image22.png" Id="R1bcc5eacb74f44ec" /><Relationship Type="http://schemas.openxmlformats.org/officeDocument/2006/relationships/image" Target="/ppt/media/image23.png" Id="R042769b749cc4ecf" /><Relationship Type="http://schemas.openxmlformats.org/officeDocument/2006/relationships/image" Target="/ppt/media/image24.png" Id="R9f4b2f346d4040b0" /><Relationship Type="http://schemas.openxmlformats.org/officeDocument/2006/relationships/image" Target="/ppt/media/image25.png" Id="R49fd077bf3124601" /><Relationship Type="http://schemas.openxmlformats.org/officeDocument/2006/relationships/image" Target="/ppt/media/image26.png" Id="Rb26080b63eba4705" /><Relationship Type="http://schemas.openxmlformats.org/officeDocument/2006/relationships/image" Target="/ppt/media/image27.png" Id="R6bbd3d4754b94f9d" /><Relationship Type="http://schemas.openxmlformats.org/officeDocument/2006/relationships/image" Target="/ppt/media/image28.png" Id="R3c6ec8aa4374467a" /><Relationship Type="http://schemas.openxmlformats.org/officeDocument/2006/relationships/image" Target="/ppt/media/image29.png" Id="R744becae8ebd4a53" /><Relationship Type="http://schemas.openxmlformats.org/officeDocument/2006/relationships/image" Target="/ppt/media/image30.png" Id="Rb910ef490c234e09" /><Relationship Type="http://schemas.openxmlformats.org/officeDocument/2006/relationships/image" Target="/ppt/media/image31.png" Id="R09743c4c1c904134" /><Relationship Type="http://schemas.openxmlformats.org/officeDocument/2006/relationships/image" Target="/ppt/media/image32.png" Id="Raaa83276901649cf" /><Relationship Type="http://schemas.openxmlformats.org/officeDocument/2006/relationships/image" Target="/ppt/media/image33.png" Id="Rd9016d06f49a4b04" /><Relationship Type="http://schemas.openxmlformats.org/officeDocument/2006/relationships/image" Target="/ppt/media/image34.png" Id="R2e741254771b43ea" /><Relationship Type="http://schemas.openxmlformats.org/officeDocument/2006/relationships/image" Target="/ppt/media/image35.png" Id="R0a7dd4d5d61345b5" /><Relationship Type="http://schemas.openxmlformats.org/officeDocument/2006/relationships/image" Target="/ppt/media/image36.png" Id="Re15f100f92b94612" /><Relationship Type="http://schemas.openxmlformats.org/officeDocument/2006/relationships/notesSlide" Target="/ppt/notesSlides/notesSlide1.xml" Id="R6d72fd510178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09da9406f4b26" /><Relationship Type="http://schemas.openxmlformats.org/officeDocument/2006/relationships/image" Target="/ppt/media/image37.png" Id="Rd4d09d59896646e3" /><Relationship Type="http://schemas.openxmlformats.org/officeDocument/2006/relationships/image" Target="/ppt/media/image38.png" Id="Ra471285d534f44a5" /><Relationship Type="http://schemas.openxmlformats.org/officeDocument/2006/relationships/image" Target="/ppt/media/image39.png" Id="R7fe5faefc0fc4d0c" /><Relationship Type="http://schemas.openxmlformats.org/officeDocument/2006/relationships/image" Target="/ppt/media/image40.png" Id="R81d39ffa416547b5" /><Relationship Type="http://schemas.openxmlformats.org/officeDocument/2006/relationships/image" Target="/ppt/media/image41.png" Id="R73987be27b1c41fa" /><Relationship Type="http://schemas.openxmlformats.org/officeDocument/2006/relationships/image" Target="/ppt/media/image42.png" Id="Rb0d83a3e18684e92" /><Relationship Type="http://schemas.openxmlformats.org/officeDocument/2006/relationships/image" Target="/ppt/media/image43.png" Id="Rf26af4f370f04506" /><Relationship Type="http://schemas.openxmlformats.org/officeDocument/2006/relationships/image" Target="/ppt/media/image44.png" Id="Rd52bb48fbf864e82" /><Relationship Type="http://schemas.openxmlformats.org/officeDocument/2006/relationships/image" Target="/ppt/media/image45.png" Id="Rfbcf541bf8b04733" /><Relationship Type="http://schemas.openxmlformats.org/officeDocument/2006/relationships/image" Target="/ppt/media/image46.png" Id="R32a63a2c97a14d8b" /><Relationship Type="http://schemas.openxmlformats.org/officeDocument/2006/relationships/image" Target="/ppt/media/image47.png" Id="R67aa17fa75924c7b" /><Relationship Type="http://schemas.openxmlformats.org/officeDocument/2006/relationships/image" Target="/ppt/media/image48.png" Id="R7175664df9754b5c" /><Relationship Type="http://schemas.openxmlformats.org/officeDocument/2006/relationships/image" Target="/ppt/media/image49.png" Id="R68f0128640a542f2" /><Relationship Type="http://schemas.openxmlformats.org/officeDocument/2006/relationships/image" Target="/ppt/media/image50.png" Id="R2dcf3cc1f8a34da3" /><Relationship Type="http://schemas.openxmlformats.org/officeDocument/2006/relationships/image" Target="/ppt/media/image51.png" Id="R28f6bdf11acb4b30" /><Relationship Type="http://schemas.openxmlformats.org/officeDocument/2006/relationships/image" Target="/ppt/media/image52.png" Id="Rccd24b290e524f8d" /><Relationship Type="http://schemas.openxmlformats.org/officeDocument/2006/relationships/image" Target="/ppt/media/image53.png" Id="Rd42df35bdb2a49e6" /><Relationship Type="http://schemas.openxmlformats.org/officeDocument/2006/relationships/image" Target="/ppt/media/image54.png" Id="R400b9901df724b3e" /><Relationship Type="http://schemas.openxmlformats.org/officeDocument/2006/relationships/image" Target="/ppt/media/image55.png" Id="R664d750e86724c0b" /><Relationship Type="http://schemas.openxmlformats.org/officeDocument/2006/relationships/image" Target="/ppt/media/image56.png" Id="Rcb731076c4bb4b02" /><Relationship Type="http://schemas.openxmlformats.org/officeDocument/2006/relationships/image" Target="/ppt/media/image57.png" Id="R013891a3da66413c" /><Relationship Type="http://schemas.openxmlformats.org/officeDocument/2006/relationships/image" Target="/ppt/media/image58.png" Id="R869f99cf8fc8469d" /><Relationship Type="http://schemas.openxmlformats.org/officeDocument/2006/relationships/image" Target="/ppt/media/image59.png" Id="Re5fa2ae5dc794a99" /><Relationship Type="http://schemas.openxmlformats.org/officeDocument/2006/relationships/image" Target="/ppt/media/image60.png" Id="R5860f8c315f14b6d" /><Relationship Type="http://schemas.openxmlformats.org/officeDocument/2006/relationships/image" Target="/ppt/media/image61.png" Id="R45b0cec3b14841f2" /><Relationship Type="http://schemas.openxmlformats.org/officeDocument/2006/relationships/image" Target="/ppt/media/image62.png" Id="Rb07002d1d3a54938" /><Relationship Type="http://schemas.openxmlformats.org/officeDocument/2006/relationships/image" Target="/ppt/media/image63.png" Id="Rf7946f7b356b42c7" /><Relationship Type="http://schemas.openxmlformats.org/officeDocument/2006/relationships/image" Target="/ppt/media/image64.png" Id="R5abe2de2f718455f" /><Relationship Type="http://schemas.openxmlformats.org/officeDocument/2006/relationships/image" Target="/ppt/media/image65.png" Id="R09bf12d1075e439e" /><Relationship Type="http://schemas.openxmlformats.org/officeDocument/2006/relationships/image" Target="/ppt/media/image66.png" Id="R660b030758f14b65" /><Relationship Type="http://schemas.openxmlformats.org/officeDocument/2006/relationships/image" Target="/ppt/media/image67.png" Id="R745ed0f392214ba0" /><Relationship Type="http://schemas.openxmlformats.org/officeDocument/2006/relationships/image" Target="/ppt/media/image68.png" Id="R98b2335f1dee4a43" /><Relationship Type="http://schemas.openxmlformats.org/officeDocument/2006/relationships/image" Target="/ppt/media/image69.png" Id="Rde3570c520734a4d" /><Relationship Type="http://schemas.openxmlformats.org/officeDocument/2006/relationships/image" Target="/ppt/media/image70.png" Id="Rfa83fd64a5d5462c" /><Relationship Type="http://schemas.openxmlformats.org/officeDocument/2006/relationships/image" Target="/ppt/media/image71.png" Id="R595f12e9ca664dad" /><Relationship Type="http://schemas.openxmlformats.org/officeDocument/2006/relationships/image" Target="/ppt/media/image72.png" Id="R7f2758f6c6c4446c" /><Relationship Type="http://schemas.openxmlformats.org/officeDocument/2006/relationships/image" Target="/ppt/media/image73.png" Id="Rc6e4209419d140f4" /><Relationship Type="http://schemas.openxmlformats.org/officeDocument/2006/relationships/image" Target="/ppt/media/image74.png" Id="R7ce9f5cc6bcb414c" /><Relationship Type="http://schemas.openxmlformats.org/officeDocument/2006/relationships/image" Target="/ppt/media/image75.png" Id="R5259dcbd0a7e45cc" /><Relationship Type="http://schemas.openxmlformats.org/officeDocument/2006/relationships/image" Target="/ppt/media/image76.png" Id="R55f02bff3dd34822" /><Relationship Type="http://schemas.openxmlformats.org/officeDocument/2006/relationships/image" Target="/ppt/media/image77.png" Id="Rfb45aafd1026407e" /><Relationship Type="http://schemas.openxmlformats.org/officeDocument/2006/relationships/image" Target="/ppt/media/image78.png" Id="R748b1439ffe241de" /><Relationship Type="http://schemas.openxmlformats.org/officeDocument/2006/relationships/image" Target="/ppt/media/image79.png" Id="R36a1f3f3d7724428" /><Relationship Type="http://schemas.openxmlformats.org/officeDocument/2006/relationships/image" Target="/ppt/media/image80.png" Id="Rdd32b57f399c4667" /><Relationship Type="http://schemas.openxmlformats.org/officeDocument/2006/relationships/image" Target="/ppt/media/image81.png" Id="R210dd08047a3401d" /><Relationship Type="http://schemas.openxmlformats.org/officeDocument/2006/relationships/image" Target="/ppt/media/image82.png" Id="R6064e5c3183d49f3" /><Relationship Type="http://schemas.openxmlformats.org/officeDocument/2006/relationships/image" Target="/ppt/media/image83.png" Id="R8571b87191f2461d" /><Relationship Type="http://schemas.openxmlformats.org/officeDocument/2006/relationships/image" Target="/ppt/media/image84.png" Id="R7c55239d46854e27" /><Relationship Type="http://schemas.openxmlformats.org/officeDocument/2006/relationships/image" Target="/ppt/media/image85.png" Id="R419503ce33444b08" /><Relationship Type="http://schemas.openxmlformats.org/officeDocument/2006/relationships/image" Target="/ppt/media/image86.png" Id="Rd03e0732be86456e" /><Relationship Type="http://schemas.openxmlformats.org/officeDocument/2006/relationships/image" Target="/ppt/media/image87.png" Id="Rb8e39f6e83314b00" /><Relationship Type="http://schemas.openxmlformats.org/officeDocument/2006/relationships/image" Target="/ppt/media/image88.png" Id="Ra119d8dde5db4816" /><Relationship Type="http://schemas.openxmlformats.org/officeDocument/2006/relationships/image" Target="/ppt/media/image89.png" Id="R06b33146fda445f4" /><Relationship Type="http://schemas.openxmlformats.org/officeDocument/2006/relationships/image" Target="/ppt/media/image90.png" Id="R4e9dba2370b74a40" /><Relationship Type="http://schemas.openxmlformats.org/officeDocument/2006/relationships/image" Target="/ppt/media/image91.png" Id="R6cad98fef894448c" /><Relationship Type="http://schemas.openxmlformats.org/officeDocument/2006/relationships/image" Target="/ppt/media/image92.png" Id="Rd194f5bf315d410d" /><Relationship Type="http://schemas.openxmlformats.org/officeDocument/2006/relationships/image" Target="/ppt/media/image93.png" Id="Ra5b1e0c39acb4653" /><Relationship Type="http://schemas.openxmlformats.org/officeDocument/2006/relationships/image" Target="/ppt/media/image94.png" Id="R23e1f2c5a00f4d12" /><Relationship Type="http://schemas.openxmlformats.org/officeDocument/2006/relationships/notesSlide" Target="/ppt/notesSlides/notesSlide2.xml" Id="R2625f20ec7a9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069cc86104326" /><Relationship Type="http://schemas.openxmlformats.org/officeDocument/2006/relationships/image" Target="/ppt/media/image95.png" Id="R4d2aac8146a646ee" /><Relationship Type="http://schemas.openxmlformats.org/officeDocument/2006/relationships/image" Target="/ppt/media/image96.png" Id="R5db53c091e47451d" /><Relationship Type="http://schemas.openxmlformats.org/officeDocument/2006/relationships/image" Target="/ppt/media/image97.png" Id="Re9aa622a108c4ac0" /><Relationship Type="http://schemas.openxmlformats.org/officeDocument/2006/relationships/image" Target="/ppt/media/image98.png" Id="Rd4628a8f8b8248b2" /><Relationship Type="http://schemas.openxmlformats.org/officeDocument/2006/relationships/image" Target="/ppt/media/image99.png" Id="Ra9834cffb98c4b2b" /><Relationship Type="http://schemas.openxmlformats.org/officeDocument/2006/relationships/image" Target="/ppt/media/image100.png" Id="R26206bb59f2d4543" /><Relationship Type="http://schemas.openxmlformats.org/officeDocument/2006/relationships/image" Target="/ppt/media/image101.png" Id="R092eee141ec74466" /><Relationship Type="http://schemas.openxmlformats.org/officeDocument/2006/relationships/image" Target="/ppt/media/image102.png" Id="R23d9859460b7476c" /><Relationship Type="http://schemas.openxmlformats.org/officeDocument/2006/relationships/image" Target="/ppt/media/image103.png" Id="R8c96895c6f584077" /><Relationship Type="http://schemas.openxmlformats.org/officeDocument/2006/relationships/image" Target="/ppt/media/image104.png" Id="R93445cdbae0041bf" /><Relationship Type="http://schemas.openxmlformats.org/officeDocument/2006/relationships/image" Target="/ppt/media/image105.png" Id="Rc90e51774f8849d0" /><Relationship Type="http://schemas.openxmlformats.org/officeDocument/2006/relationships/image" Target="/ppt/media/image106.png" Id="R680ee187a10546e7" /><Relationship Type="http://schemas.openxmlformats.org/officeDocument/2006/relationships/image" Target="/ppt/media/image107.png" Id="Ra4797d20975840f2" /><Relationship Type="http://schemas.openxmlformats.org/officeDocument/2006/relationships/image" Target="/ppt/media/image108.png" Id="R9a907624508b47ed" /><Relationship Type="http://schemas.openxmlformats.org/officeDocument/2006/relationships/image" Target="/ppt/media/image109.png" Id="Rb2722a69262948bf" /><Relationship Type="http://schemas.openxmlformats.org/officeDocument/2006/relationships/image" Target="/ppt/media/image110.png" Id="R0279cfff946d41ac" /><Relationship Type="http://schemas.openxmlformats.org/officeDocument/2006/relationships/image" Target="/ppt/media/image111.png" Id="R2627ec38364e493a" /><Relationship Type="http://schemas.openxmlformats.org/officeDocument/2006/relationships/image" Target="/ppt/media/image112.png" Id="R36c0ec4a190d4f32" /><Relationship Type="http://schemas.openxmlformats.org/officeDocument/2006/relationships/image" Target="/ppt/media/image113.png" Id="R2c08ac854876413c" /><Relationship Type="http://schemas.openxmlformats.org/officeDocument/2006/relationships/image" Target="/ppt/media/image114.png" Id="R2d4fca69c7374e9c" /><Relationship Type="http://schemas.openxmlformats.org/officeDocument/2006/relationships/image" Target="/ppt/media/image115.png" Id="Rc567fab274034874" /><Relationship Type="http://schemas.openxmlformats.org/officeDocument/2006/relationships/image" Target="/ppt/media/image116.png" Id="R78a0de4141c44ea5" /><Relationship Type="http://schemas.openxmlformats.org/officeDocument/2006/relationships/image" Target="/ppt/media/image117.png" Id="R98abc4030c714573" /><Relationship Type="http://schemas.openxmlformats.org/officeDocument/2006/relationships/image" Target="/ppt/media/image118.png" Id="R759ca83cec684ed1" /><Relationship Type="http://schemas.openxmlformats.org/officeDocument/2006/relationships/image" Target="/ppt/media/image119.png" Id="R03145fca3b724d67" /><Relationship Type="http://schemas.openxmlformats.org/officeDocument/2006/relationships/image" Target="/ppt/media/image120.png" Id="R674937dd0c4f436f" /><Relationship Type="http://schemas.openxmlformats.org/officeDocument/2006/relationships/image" Target="/ppt/media/image121.png" Id="R2a9d32b9f8554abc" /><Relationship Type="http://schemas.openxmlformats.org/officeDocument/2006/relationships/image" Target="/ppt/media/image122.png" Id="R79103ddbf34d4028" /><Relationship Type="http://schemas.openxmlformats.org/officeDocument/2006/relationships/image" Target="/ppt/media/image123.png" Id="Rafc0aa30e45f4dc2" /><Relationship Type="http://schemas.openxmlformats.org/officeDocument/2006/relationships/image" Target="/ppt/media/image124.png" Id="Rf366be0d0ad94e95" /><Relationship Type="http://schemas.openxmlformats.org/officeDocument/2006/relationships/image" Target="/ppt/media/image125.png" Id="Rd7d23025c2094bf4" /><Relationship Type="http://schemas.openxmlformats.org/officeDocument/2006/relationships/image" Target="/ppt/media/image126.png" Id="Re60dffd3ba244212" /><Relationship Type="http://schemas.openxmlformats.org/officeDocument/2006/relationships/image" Target="/ppt/media/image127.png" Id="R89c1c01c48074b24" /><Relationship Type="http://schemas.openxmlformats.org/officeDocument/2006/relationships/image" Target="/ppt/media/image128.png" Id="R95fa282221854fde" /><Relationship Type="http://schemas.openxmlformats.org/officeDocument/2006/relationships/image" Target="/ppt/media/image129.png" Id="Rf159277918bf4455" /><Relationship Type="http://schemas.openxmlformats.org/officeDocument/2006/relationships/image" Target="/ppt/media/image130.png" Id="Rd532714789084d78" /><Relationship Type="http://schemas.openxmlformats.org/officeDocument/2006/relationships/image" Target="/ppt/media/image131.png" Id="Rcc667e5683a146f4" /><Relationship Type="http://schemas.openxmlformats.org/officeDocument/2006/relationships/image" Target="/ppt/media/image132.png" Id="R35f5a872bc8443bd" /><Relationship Type="http://schemas.openxmlformats.org/officeDocument/2006/relationships/image" Target="/ppt/media/image133.png" Id="R963108815f4f448e" /><Relationship Type="http://schemas.openxmlformats.org/officeDocument/2006/relationships/image" Target="/ppt/media/image134.png" Id="R6841e18a13654e43" /><Relationship Type="http://schemas.openxmlformats.org/officeDocument/2006/relationships/image" Target="/ppt/media/image135.png" Id="R59288acba7db439d" /><Relationship Type="http://schemas.openxmlformats.org/officeDocument/2006/relationships/image" Target="/ppt/media/image136.png" Id="Rfe73f7ff1c74488d" /><Relationship Type="http://schemas.openxmlformats.org/officeDocument/2006/relationships/image" Target="/ppt/media/image137.png" Id="R6fff91d9b00b458e" /><Relationship Type="http://schemas.openxmlformats.org/officeDocument/2006/relationships/image" Target="/ppt/media/image138.png" Id="R94d07b3d12b54062" /><Relationship Type="http://schemas.openxmlformats.org/officeDocument/2006/relationships/image" Target="/ppt/media/image139.png" Id="Rd8dfe2cdbc404c85" /><Relationship Type="http://schemas.openxmlformats.org/officeDocument/2006/relationships/image" Target="/ppt/media/image140.png" Id="R31a2019332b143b9" /><Relationship Type="http://schemas.openxmlformats.org/officeDocument/2006/relationships/image" Target="/ppt/media/image141.png" Id="Rdd544ec3ea58455d" /><Relationship Type="http://schemas.openxmlformats.org/officeDocument/2006/relationships/image" Target="/ppt/media/image142.png" Id="Rb2558a09020a4b1d" /><Relationship Type="http://schemas.openxmlformats.org/officeDocument/2006/relationships/image" Target="/ppt/media/image143.png" Id="R4e9f8009b4d9465d" /><Relationship Type="http://schemas.openxmlformats.org/officeDocument/2006/relationships/image" Target="/ppt/media/image144.png" Id="R9dcd3daf776e416e" /><Relationship Type="http://schemas.openxmlformats.org/officeDocument/2006/relationships/image" Target="/ppt/media/image145.png" Id="Rd4540f8d86364ee7" /><Relationship Type="http://schemas.openxmlformats.org/officeDocument/2006/relationships/image" Target="/ppt/media/image146.png" Id="R76f564dcd1fc45df" /><Relationship Type="http://schemas.openxmlformats.org/officeDocument/2006/relationships/image" Target="/ppt/media/image147.png" Id="R7074beb8c9a64d64" /><Relationship Type="http://schemas.openxmlformats.org/officeDocument/2006/relationships/image" Target="/ppt/media/image148.png" Id="R4575e1234c0e4028" /><Relationship Type="http://schemas.openxmlformats.org/officeDocument/2006/relationships/image" Target="/ppt/media/image149.png" Id="Rbeaf1c1610e747c6" /><Relationship Type="http://schemas.openxmlformats.org/officeDocument/2006/relationships/image" Target="/ppt/media/image150.png" Id="Reebe6b07a43c4964" /><Relationship Type="http://schemas.openxmlformats.org/officeDocument/2006/relationships/image" Target="/ppt/media/image151.png" Id="R957ba54a16c74411" /><Relationship Type="http://schemas.openxmlformats.org/officeDocument/2006/relationships/image" Target="/ppt/media/image152.png" Id="Rb6cda96e70684503" /><Relationship Type="http://schemas.openxmlformats.org/officeDocument/2006/relationships/image" Target="/ppt/media/image153.png" Id="R104fc09626804a39" /><Relationship Type="http://schemas.openxmlformats.org/officeDocument/2006/relationships/notesSlide" Target="/ppt/notesSlides/notesSlide3.xml" Id="Rb5fe0bc4f89a48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AD140B8-3BB0-4924-B817-B7AFF34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5725"/>
            <a:ext cx="18802350" cy="4162425"/>
          </a:xfrm>
          <a:custGeom xmlns:a="http://schemas.openxmlformats.org/drawingml/2006/main">
            <a:pathLst>
              <a:path w="18802350" h="416242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3924300"/>
                </a:lnTo>
                <a:cubicBezTo>
                  <a:pt x="18802350" y="4055813"/>
                  <a:pt x="18695738" y="4162425"/>
                  <a:pt x="18564225" y="4162425"/>
                </a:cubicBezTo>
                <a:lnTo>
                  <a:pt x="238125" y="4162425"/>
                </a:lnTo>
                <a:cubicBezTo>
                  <a:pt x="106612" y="4162425"/>
                  <a:pt x="0" y="4055813"/>
                  <a:pt x="0" y="3924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FE6D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43353FA-14A4-48B0-84A8-98F9C88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5725"/>
            <a:ext cx="18802350" cy="733425"/>
          </a:xfrm>
          <a:custGeom xmlns:a="http://schemas.openxmlformats.org/drawingml/2006/main">
            <a:pathLst>
              <a:path w="18802350" h="73342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495300"/>
                </a:lnTo>
                <a:cubicBezTo>
                  <a:pt x="18802350" y="626813"/>
                  <a:pt x="18695738" y="733425"/>
                  <a:pt x="18564225" y="733425"/>
                </a:cubicBezTo>
                <a:lnTo>
                  <a:pt x="238125" y="733425"/>
                </a:lnTo>
                <a:cubicBezTo>
                  <a:pt x="106612" y="733425"/>
                  <a:pt x="0" y="626813"/>
                  <a:pt x="0" y="49530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CBB09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B3D8047-3817-4695-A1F6-79589AA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14350"/>
            <a:ext cx="18783300" cy="304800"/>
          </a:xfrm>
          <a:custGeom xmlns:a="http://schemas.openxmlformats.org/drawingml/2006/main">
            <a:pathLst>
              <a:path w="18783300" h="304800">
                <a:moveTo>
                  <a:pt x="0" y="0"/>
                </a:moveTo>
                <a:lnTo>
                  <a:pt x="18783300" y="0"/>
                </a:lnTo>
                <a:lnTo>
                  <a:pt x="18783300" y="304800"/>
                </a:lnTo>
                <a:lnTo>
                  <a:pt x="0" y="304800"/>
                </a:lnTo>
                <a:close/>
              </a:path>
            </a:pathLst>
          </a:custGeom>
          <a:solidFill xmlns:a="http://schemas.openxmlformats.org/drawingml/2006/main">
            <a:srgbClr val="CBB09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7834093-AE90-46C3-A5BC-F94EF97F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333875"/>
            <a:ext cx="18802350" cy="7839075"/>
          </a:xfrm>
          <a:custGeom xmlns:a="http://schemas.openxmlformats.org/drawingml/2006/main">
            <a:pathLst>
              <a:path w="18802350" h="7839075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7600950"/>
                </a:lnTo>
                <a:cubicBezTo>
                  <a:pt x="18802350" y="7732463"/>
                  <a:pt x="18695738" y="7839075"/>
                  <a:pt x="18564225" y="7839075"/>
                </a:cubicBezTo>
                <a:lnTo>
                  <a:pt x="238125" y="7839075"/>
                </a:lnTo>
                <a:cubicBezTo>
                  <a:pt x="106612" y="7839075"/>
                  <a:pt x="0" y="7732463"/>
                  <a:pt x="0" y="7600950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EDEAE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554F054-5B0C-49F0-8D0D-CDA79F1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333875"/>
            <a:ext cx="18802350" cy="723900"/>
          </a:xfrm>
          <a:custGeom xmlns:a="http://schemas.openxmlformats.org/drawingml/2006/main">
            <a:pathLst>
              <a:path w="18802350" h="723900">
                <a:moveTo>
                  <a:pt x="238125" y="0"/>
                </a:moveTo>
                <a:lnTo>
                  <a:pt x="18564225" y="0"/>
                </a:lnTo>
                <a:cubicBezTo>
                  <a:pt x="18695738" y="0"/>
                  <a:pt x="18802350" y="106612"/>
                  <a:pt x="18802350" y="238125"/>
                </a:cubicBezTo>
                <a:lnTo>
                  <a:pt x="18802350" y="485775"/>
                </a:lnTo>
                <a:cubicBezTo>
                  <a:pt x="18802350" y="617288"/>
                  <a:pt x="18695738" y="723900"/>
                  <a:pt x="18564225" y="723900"/>
                </a:cubicBezTo>
                <a:lnTo>
                  <a:pt x="238125" y="723900"/>
                </a:lnTo>
                <a:cubicBezTo>
                  <a:pt x="106612" y="723900"/>
                  <a:pt x="0" y="617288"/>
                  <a:pt x="0" y="485775"/>
                </a:cubicBezTo>
                <a:lnTo>
                  <a:pt x="0" y="238125"/>
                </a:lnTo>
                <a:cubicBezTo>
                  <a:pt x="0" y="106612"/>
                  <a:pt x="106612" y="0"/>
                  <a:pt x="238125" y="0"/>
                </a:cubicBezTo>
                <a:close/>
              </a:path>
            </a:pathLst>
          </a:custGeom>
          <a:solidFill xmlns:a="http://schemas.openxmlformats.org/drawingml/2006/main">
            <a:srgbClr val="C4B6A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90321AD-EED2-4547-94B8-65FB10BD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762500"/>
            <a:ext cx="18783300" cy="295275"/>
          </a:xfrm>
          <a:custGeom xmlns:a="http://schemas.openxmlformats.org/drawingml/2006/main">
            <a:pathLst>
              <a:path w="18783300" h="295275">
                <a:moveTo>
                  <a:pt x="0" y="0"/>
                </a:moveTo>
                <a:lnTo>
                  <a:pt x="18783300" y="0"/>
                </a:lnTo>
                <a:lnTo>
                  <a:pt x="18783300" y="295275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C4B6AA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56380-25BF-4296-A12A-760AACB32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d3cecdec64624"/>
          <a:stretch xmlns:a="http://schemas.openxmlformats.org/drawingml/2006/main"/>
        </p:blipFill>
        <p:spPr>
          <a:xfrm xmlns:a="http://schemas.openxmlformats.org/drawingml/2006/main">
            <a:off x="4953000" y="114300"/>
            <a:ext cx="695325" cy="63817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E151B-9490-4CE2-A8C1-3F7A8F378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f874da3cf46ae"/>
          <a:stretch xmlns:a="http://schemas.openxmlformats.org/drawingml/2006/main"/>
        </p:blipFill>
        <p:spPr>
          <a:xfrm xmlns:a="http://schemas.openxmlformats.org/drawingml/2006/main">
            <a:off x="4438650" y="847725"/>
            <a:ext cx="1457325" cy="14192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AC65D-86DF-4336-9DCF-902E0F8B4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cc16f3ace4973"/>
          <a:stretch xmlns:a="http://schemas.openxmlformats.org/drawingml/2006/main"/>
        </p:blipFill>
        <p:spPr>
          <a:xfrm xmlns:a="http://schemas.openxmlformats.org/drawingml/2006/main">
            <a:off x="11125200" y="809625"/>
            <a:ext cx="857250" cy="14478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FC43C-00A9-472B-9FED-7F69B02F8C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608044a694a92"/>
          <a:stretch xmlns:a="http://schemas.openxmlformats.org/drawingml/2006/main"/>
        </p:blipFill>
        <p:spPr>
          <a:xfrm xmlns:a="http://schemas.openxmlformats.org/drawingml/2006/main">
            <a:off x="17097375" y="819150"/>
            <a:ext cx="1533525" cy="14668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50E79-CAF3-4A58-BDEB-3CBDA9EC7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5f3cc1ae4181"/>
          <a:stretch xmlns:a="http://schemas.openxmlformats.org/drawingml/2006/main"/>
        </p:blipFill>
        <p:spPr>
          <a:xfrm xmlns:a="http://schemas.openxmlformats.org/drawingml/2006/main">
            <a:off x="4829175" y="5153025"/>
            <a:ext cx="1609725" cy="15049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ED0E3-E0EA-44D4-804B-AEC63585A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a1673d88546e6"/>
          <a:stretch xmlns:a="http://schemas.openxmlformats.org/drawingml/2006/main"/>
        </p:blipFill>
        <p:spPr>
          <a:xfrm xmlns:a="http://schemas.openxmlformats.org/drawingml/2006/main">
            <a:off x="16487775" y="5143500"/>
            <a:ext cx="1876425" cy="17621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F1E55-C1A5-43E5-8EA6-025C0995C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448d418d84490"/>
          <a:stretch xmlns:a="http://schemas.openxmlformats.org/drawingml/2006/main"/>
        </p:blipFill>
        <p:spPr>
          <a:xfrm xmlns:a="http://schemas.openxmlformats.org/drawingml/2006/main">
            <a:off x="16697325" y="8648700"/>
            <a:ext cx="1704975" cy="1495425"/>
          </a:xfrm>
          <a:prstGeom xmlns:a="http://schemas.openxmlformats.org/drawingml/2006/main" prst="rect">
            <a:avLst/>
          </a:prstGeom>
        </p:spPr>
      </p:pic>
      <p:sp>
        <p:nvSpPr>
          <p:cNvPr id="14" name="Existing Urban Scene Benchmark">
            <a:extLst xmlns:a="http://schemas.openxmlformats.org/drawingml/2006/main">
              <a:ext uri="{FF2B5EF4-FFF2-40B4-BE49-F238E27FC236}">
                <a16:creationId xmlns:a16="http://schemas.microsoft.com/office/drawing/2014/main" id="{30EC3648-7DC5-4B84-8D16-F76D8A9E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00025"/>
            <a:ext cx="9334500" cy="62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98" b="1" i="0">
                <a:solidFill>
                  <a:srgbClr val="795E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98" b="1" i="0">
                <a:solidFill>
                  <a:srgbClr val="795E42"/>
                </a:solidFill>
                <a:latin typeface="Arial"/>
                <a:ea typeface="Arial"/>
                <a:cs typeface="Arial"/>
              </a:defRPr>
            </a:pPr>
            <a:r>
              <a:rPr sz="3498" b="1" i="0">
                <a:solidFill>
                  <a:srgbClr val="795E42"/>
                </a:solidFill>
                <a:latin typeface="Arial"/>
                <a:ea typeface="Arial"/>
                <a:cs typeface="Arial"/>
              </a:rPr>
              <a:t>Existing Urban Scene Benchmark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A46D6-0FCE-4469-BD57-6FA1C98F2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3118cb5174d87"/>
          <a:stretch xmlns:a="http://schemas.openxmlformats.org/drawingml/2006/main"/>
        </p:blipFill>
        <p:spPr>
          <a:xfrm xmlns:a="http://schemas.openxmlformats.org/drawingml/2006/main">
            <a:off x="6619875" y="4400550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6" name="UrbanFeel (Ours)">
            <a:extLst xmlns:a="http://schemas.openxmlformats.org/drawingml/2006/main">
              <a:ext uri="{FF2B5EF4-FFF2-40B4-BE49-F238E27FC236}">
                <a16:creationId xmlns:a16="http://schemas.microsoft.com/office/drawing/2014/main" id="{1CBEE604-05E3-445D-A195-7753FD3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4467225"/>
            <a:ext cx="5248275" cy="706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 i="0">
                <a:solidFill>
                  <a:srgbClr val="806C5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5" b="1" i="0">
                <a:solidFill>
                  <a:srgbClr val="806C5A"/>
                </a:solidFill>
                <a:latin typeface="Arial"/>
                <a:ea typeface="Arial"/>
                <a:cs typeface="Arial"/>
              </a:defRPr>
            </a:pPr>
            <a:r>
              <a:rPr sz="3975" b="1" i="0">
                <a:solidFill>
                  <a:srgbClr val="806C5A"/>
                </a:solidFill>
                <a:latin typeface="Arial"/>
                <a:ea typeface="Arial"/>
                <a:cs typeface="Arial"/>
              </a:rPr>
              <a:t>UrbanFeel (Ours)</a:t>
            </a:r>
          </a:p>
        </p:txBody>
      </p:sp>
      <p:sp>
        <p:nvSpPr>
          <p:cNvPr id="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A129556-E189-4A19-A136-104E89B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Spatial Discontinuity">
            <a:extLst xmlns:a="http://schemas.openxmlformats.org/drawingml/2006/main">
              <a:ext uri="{FF2B5EF4-FFF2-40B4-BE49-F238E27FC236}">
                <a16:creationId xmlns:a16="http://schemas.microsoft.com/office/drawing/2014/main" id="{D18829CF-4CAA-43BD-B788-4D9181B5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885825"/>
            <a:ext cx="570547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Spatial Discontinuity</a:t>
            </a:r>
          </a:p>
        </p:txBody>
      </p:sp>
      <p:sp>
        <p:nvSpPr>
          <p:cNvPr id="1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D29D82A-0906-469C-B7AA-ECB08EB0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Short Time Span">
            <a:extLst xmlns:a="http://schemas.openxmlformats.org/drawingml/2006/main">
              <a:ext uri="{FF2B5EF4-FFF2-40B4-BE49-F238E27FC236}">
                <a16:creationId xmlns:a16="http://schemas.microsoft.com/office/drawing/2014/main" id="{1A4E20C4-D647-4B26-A26A-F379076E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885825"/>
            <a:ext cx="558165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Short Time Span</a:t>
            </a:r>
          </a:p>
        </p:txBody>
      </p:sp>
      <p:sp>
        <p:nvSpPr>
          <p:cNvPr id="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8D366D9-E81A-411A-BF16-0F0CE79E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90487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E877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Focus on Spatial Understanding">
            <a:extLst xmlns:a="http://schemas.openxmlformats.org/drawingml/2006/main">
              <a:ext uri="{FF2B5EF4-FFF2-40B4-BE49-F238E27FC236}">
                <a16:creationId xmlns:a16="http://schemas.microsoft.com/office/drawing/2014/main" id="{AD134F31-AA9F-43A9-BDE2-38CD4355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885825"/>
            <a:ext cx="59055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9E8774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9E8774"/>
                </a:solidFill>
                <a:latin typeface="Arial"/>
                <a:ea typeface="Arial"/>
                <a:cs typeface="Arial"/>
              </a:rPr>
              <a:t>Focus on Spatial Understanding</a:t>
            </a:r>
          </a:p>
        </p:txBody>
      </p:sp>
      <p:sp>
        <p:nvSpPr>
          <p:cNvPr id="23" name="The images from the same area">
            <a:extLst xmlns:a="http://schemas.openxmlformats.org/drawingml/2006/main">
              <a:ext uri="{FF2B5EF4-FFF2-40B4-BE49-F238E27FC236}">
                <a16:creationId xmlns:a16="http://schemas.microsoft.com/office/drawing/2014/main" id="{1C4C5A73-69FB-4668-976E-334F608A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409700"/>
            <a:ext cx="55054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images from the same area</a:t>
            </a:r>
          </a:p>
        </p:txBody>
      </p:sp>
      <p:sp>
        <p:nvSpPr>
          <p:cNvPr id="24" name="are far apart.">
            <a:extLst xmlns:a="http://schemas.openxmlformats.org/drawingml/2006/main">
              <a:ext uri="{FF2B5EF4-FFF2-40B4-BE49-F238E27FC236}">
                <a16:creationId xmlns:a16="http://schemas.microsoft.com/office/drawing/2014/main" id="{E7DA4C6D-F0FF-4D48-BB34-F1D155E2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1809750"/>
            <a:ext cx="39243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far apart.</a:t>
            </a:r>
          </a:p>
        </p:txBody>
      </p:sp>
      <p:sp>
        <p:nvSpPr>
          <p:cNvPr id="25" name="The time span between images from">
            <a:extLst xmlns:a="http://schemas.openxmlformats.org/drawingml/2006/main">
              <a:ext uri="{FF2B5EF4-FFF2-40B4-BE49-F238E27FC236}">
                <a16:creationId xmlns:a16="http://schemas.microsoft.com/office/drawing/2014/main" id="{AEAA225A-4595-43E1-9B35-77C1A94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1409700"/>
            <a:ext cx="56388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time span between images from</a:t>
            </a:r>
          </a:p>
        </p:txBody>
      </p:sp>
      <p:sp>
        <p:nvSpPr>
          <p:cNvPr id="26" name="the same area is short.">
            <a:extLst xmlns:a="http://schemas.openxmlformats.org/drawingml/2006/main">
              <a:ext uri="{FF2B5EF4-FFF2-40B4-BE49-F238E27FC236}">
                <a16:creationId xmlns:a16="http://schemas.microsoft.com/office/drawing/2014/main" id="{CA1A984A-BF0E-47A6-BB7E-16213E47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1771650"/>
            <a:ext cx="53625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area is short.</a:t>
            </a:r>
          </a:p>
        </p:txBody>
      </p:sp>
      <p:sp>
        <p:nvSpPr>
          <p:cNvPr id="27" name="Q:">
            <a:extLst xmlns:a="http://schemas.openxmlformats.org/drawingml/2006/main">
              <a:ext uri="{FF2B5EF4-FFF2-40B4-BE49-F238E27FC236}">
                <a16:creationId xmlns:a16="http://schemas.microsoft.com/office/drawing/2014/main" id="{0C2C3E92-FCB6-4550-9F69-6E45B408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5400" y="1381125"/>
            <a:ext cx="3714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C4A3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C4A383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C4A383"/>
                </a:solidFill>
                <a:latin typeface="Arial"/>
                <a:ea typeface="Arial"/>
                <a:cs typeface="Arial"/>
              </a:rPr>
              <a:t>Q:</a:t>
            </a:r>
          </a:p>
        </p:txBody>
      </p:sp>
      <p:sp>
        <p:nvSpPr>
          <p:cNvPr id="28" name="Where is this picture possibly taken?">
            <a:extLst xmlns:a="http://schemas.openxmlformats.org/drawingml/2006/main">
              <a:ext uri="{FF2B5EF4-FFF2-40B4-BE49-F238E27FC236}">
                <a16:creationId xmlns:a16="http://schemas.microsoft.com/office/drawing/2014/main" id="{D911BAF4-A1D2-4EA6-9C73-C4CF3D2C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7825" y="1371600"/>
            <a:ext cx="56673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is this picture possibly taken?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6464D4-0BB8-432E-BF74-45A6BD4960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b816b7c70420e"/>
          <a:stretch xmlns:a="http://schemas.openxmlformats.org/drawingml/2006/main"/>
        </p:blipFill>
        <p:spPr>
          <a:xfrm xmlns:a="http://schemas.openxmlformats.org/drawingml/2006/main">
            <a:off x="600075" y="2171700"/>
            <a:ext cx="1924050" cy="962025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A5CFE-D214-4FD7-BA00-FB6977C1F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1eabef93c4a14"/>
          <a:stretch xmlns:a="http://schemas.openxmlformats.org/drawingml/2006/main"/>
        </p:blipFill>
        <p:spPr>
          <a:xfrm xmlns:a="http://schemas.openxmlformats.org/drawingml/2006/main">
            <a:off x="600075" y="3219450"/>
            <a:ext cx="1924050" cy="962025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DFC979-53F4-4180-86F4-EF3A94BF8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1af29e7e74335"/>
          <a:stretch xmlns:a="http://schemas.openxmlformats.org/drawingml/2006/main"/>
        </p:blipFill>
        <p:spPr>
          <a:xfrm xmlns:a="http://schemas.openxmlformats.org/drawingml/2006/main">
            <a:off x="2905125" y="2143125"/>
            <a:ext cx="2952750" cy="1971675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3A8F01-6A5F-4077-AB30-D65DBBE1F0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24745c59d4d09"/>
          <a:stretch xmlns:a="http://schemas.openxmlformats.org/drawingml/2006/main"/>
        </p:blipFill>
        <p:spPr>
          <a:xfrm xmlns:a="http://schemas.openxmlformats.org/drawingml/2006/main">
            <a:off x="6696075" y="2676525"/>
            <a:ext cx="942975" cy="942975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C60590-D2D7-488E-8606-B94C29353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efaa1a0524f59"/>
          <a:stretch xmlns:a="http://schemas.openxmlformats.org/drawingml/2006/main"/>
        </p:blipFill>
        <p:spPr>
          <a:xfrm xmlns:a="http://schemas.openxmlformats.org/drawingml/2006/main">
            <a:off x="15992475" y="1952625"/>
            <a:ext cx="1885950" cy="2114550"/>
          </a:xfrm>
          <a:prstGeom xmlns:a="http://schemas.openxmlformats.org/drawingml/2006/main" prst="rect">
            <a:avLst/>
          </a:prstGeom>
        </p:spPr>
      </p:pic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D98AF5D-AC47-4BD7-993B-970BE999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4257675" cy="1628775"/>
          </a:xfrm>
          <a:custGeom xmlns:a="http://schemas.openxmlformats.org/drawingml/2006/main">
            <a:pathLst>
              <a:path w="4257675" h="1628775">
                <a:moveTo>
                  <a:pt x="0" y="638175"/>
                </a:moveTo>
                <a:lnTo>
                  <a:pt x="3800475" y="0"/>
                </a:lnTo>
                <a:lnTo>
                  <a:pt x="4257675" y="1628775"/>
                </a:lnTo>
                <a:close/>
              </a:path>
            </a:pathLst>
          </a:custGeom>
          <a:solidFill xmlns:a="http://schemas.openxmlformats.org/drawingml/2006/main">
            <a:srgbClr val="F49CA5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AD2FB3-A2A8-4714-BB0D-BAC387D2BB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9abde2f9c4c43"/>
          <a:stretch xmlns:a="http://schemas.openxmlformats.org/drawingml/2006/main"/>
        </p:blipFill>
        <p:spPr>
          <a:xfrm xmlns:a="http://schemas.openxmlformats.org/drawingml/2006/main">
            <a:off x="8791575" y="31908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D1002E-077A-4963-BBE8-E5647F6A7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7e71fb66b4152"/>
          <a:stretch xmlns:a="http://schemas.openxmlformats.org/drawingml/2006/main"/>
        </p:blipFill>
        <p:spPr>
          <a:xfrm xmlns:a="http://schemas.openxmlformats.org/drawingml/2006/main">
            <a:off x="8915400" y="30956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E0FA4C-217D-4834-93C2-21B597074A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133f0a32a4ee8"/>
          <a:stretch xmlns:a="http://schemas.openxmlformats.org/drawingml/2006/main"/>
        </p:blipFill>
        <p:spPr>
          <a:xfrm xmlns:a="http://schemas.openxmlformats.org/drawingml/2006/main">
            <a:off x="9039225" y="30003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B31683-3A56-4660-A401-1F8718742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577bb011249fa"/>
          <a:stretch xmlns:a="http://schemas.openxmlformats.org/drawingml/2006/main"/>
        </p:blipFill>
        <p:spPr>
          <a:xfrm xmlns:a="http://schemas.openxmlformats.org/drawingml/2006/main">
            <a:off x="9163050" y="29051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136069-5AEE-4418-AF98-2F3EDCCAE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01369f1c04b89"/>
          <a:stretch xmlns:a="http://schemas.openxmlformats.org/drawingml/2006/main"/>
        </p:blipFill>
        <p:spPr>
          <a:xfrm xmlns:a="http://schemas.openxmlformats.org/drawingml/2006/main">
            <a:off x="9286875" y="28098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C5509E-931E-4209-B279-6EECCE45A9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6a8f99958443f"/>
          <a:stretch xmlns:a="http://schemas.openxmlformats.org/drawingml/2006/main"/>
        </p:blipFill>
        <p:spPr>
          <a:xfrm xmlns:a="http://schemas.openxmlformats.org/drawingml/2006/main">
            <a:off x="9410700" y="27146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C72F82-0354-45D8-814C-301514D525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31b2e3a01498b"/>
          <a:stretch xmlns:a="http://schemas.openxmlformats.org/drawingml/2006/main"/>
        </p:blipFill>
        <p:spPr>
          <a:xfrm xmlns:a="http://schemas.openxmlformats.org/drawingml/2006/main">
            <a:off x="9534525" y="261937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8DE798-C437-4ED1-BBCF-E2B38DCB7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579cb5d114ed8"/>
          <a:stretch xmlns:a="http://schemas.openxmlformats.org/drawingml/2006/main"/>
        </p:blipFill>
        <p:spPr>
          <a:xfrm xmlns:a="http://schemas.openxmlformats.org/drawingml/2006/main">
            <a:off x="9658350" y="2524125"/>
            <a:ext cx="1828800" cy="933450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A6F0D1-2F05-452C-96D7-BE524ECAB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c5eacb74f44ec"/>
          <a:stretch xmlns:a="http://schemas.openxmlformats.org/drawingml/2006/main"/>
        </p:blipFill>
        <p:spPr>
          <a:xfrm xmlns:a="http://schemas.openxmlformats.org/drawingml/2006/main">
            <a:off x="9782175" y="2428875"/>
            <a:ext cx="1828800" cy="933450"/>
          </a:xfrm>
          <a:prstGeom xmlns:a="http://schemas.openxmlformats.org/drawingml/2006/main" prst="rect">
            <a:avLst/>
          </a:prstGeom>
        </p:spPr>
      </p:pic>
      <p:sp>
        <p:nvSpPr>
          <p:cNvPr id="44" name="2023">
            <a:extLst xmlns:a="http://schemas.openxmlformats.org/drawingml/2006/main">
              <a:ext uri="{FF2B5EF4-FFF2-40B4-BE49-F238E27FC236}">
                <a16:creationId xmlns:a16="http://schemas.microsoft.com/office/drawing/2014/main" id="{A75FC2EB-33DB-47D6-8B4B-098F883C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0">
            <a:off x="11449050" y="3562350"/>
            <a:ext cx="847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0A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00A6D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A6DB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45" name="2022">
            <a:extLst xmlns:a="http://schemas.openxmlformats.org/drawingml/2006/main">
              <a:ext uri="{FF2B5EF4-FFF2-40B4-BE49-F238E27FC236}">
                <a16:creationId xmlns:a16="http://schemas.microsoft.com/office/drawing/2014/main" id="{D5783A4D-8660-450A-9524-8326C62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0000">
            <a:off x="10953750" y="3971925"/>
            <a:ext cx="847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FDC3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FDC30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DC300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41C551F-B225-4FC8-98C4-0BF865F7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1895475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47" name="A   Málaga">
            <a:extLst xmlns:a="http://schemas.openxmlformats.org/drawingml/2006/main">
              <a:ext uri="{FF2B5EF4-FFF2-40B4-BE49-F238E27FC236}">
                <a16:creationId xmlns:a16="http://schemas.microsoft.com/office/drawing/2014/main" id="{ECCF04C7-07CB-4125-BFA5-F0211FB7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1924050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  Málaga</a:t>
            </a:r>
          </a:p>
        </p:txBody>
      </p:sp>
      <p:sp>
        <p:nvSpPr>
          <p:cNvPr id="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6F81E2D-8D27-48CE-A219-5523BB52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2476500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49" name="B   Vancouver">
            <a:extLst xmlns:a="http://schemas.openxmlformats.org/drawingml/2006/main">
              <a:ext uri="{FF2B5EF4-FFF2-40B4-BE49-F238E27FC236}">
                <a16:creationId xmlns:a16="http://schemas.microsoft.com/office/drawing/2014/main" id="{F5D10662-B4BD-4813-A53E-CDA7FEDB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2505075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0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   Vancouver</a:t>
            </a:r>
          </a:p>
        </p:txBody>
      </p:sp>
      <p:sp>
        <p:nvSpPr>
          <p:cNvPr id="5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B8296C7-6F5C-4635-A842-58E3E5A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3057525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51" name="C   Córdoba">
            <a:extLst xmlns:a="http://schemas.openxmlformats.org/drawingml/2006/main">
              <a:ext uri="{FF2B5EF4-FFF2-40B4-BE49-F238E27FC236}">
                <a16:creationId xmlns:a16="http://schemas.microsoft.com/office/drawing/2014/main" id="{7AEBB621-33DC-48F3-87A3-30EE2E05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3086100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  Córdoba</a:t>
            </a:r>
          </a:p>
        </p:txBody>
      </p:sp>
      <p:sp>
        <p:nvSpPr>
          <p:cNvPr id="5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6E7BE1E-330C-4C6A-969F-55BE3708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975" y="3638550"/>
            <a:ext cx="1943100" cy="485775"/>
          </a:xfrm>
          <a:custGeom xmlns:a="http://schemas.openxmlformats.org/drawingml/2006/main">
            <a:pathLst>
              <a:path w="1943100" h="485775">
                <a:moveTo>
                  <a:pt x="190500" y="0"/>
                </a:moveTo>
                <a:lnTo>
                  <a:pt x="1752600" y="0"/>
                </a:lnTo>
                <a:cubicBezTo>
                  <a:pt x="1857810" y="0"/>
                  <a:pt x="1943100" y="85290"/>
                  <a:pt x="1943100" y="190500"/>
                </a:cubicBezTo>
                <a:lnTo>
                  <a:pt x="1943100" y="295275"/>
                </a:lnTo>
                <a:cubicBezTo>
                  <a:pt x="1943100" y="400485"/>
                  <a:pt x="1857810" y="485775"/>
                  <a:pt x="1752600" y="485775"/>
                </a:cubicBezTo>
                <a:lnTo>
                  <a:pt x="190500" y="485775"/>
                </a:lnTo>
                <a:cubicBezTo>
                  <a:pt x="85290" y="485775"/>
                  <a:pt x="0" y="400485"/>
                  <a:pt x="0" y="2952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5DED8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sp>
        <p:nvSpPr>
          <p:cNvPr id="53" name="D   Granada">
            <a:extLst xmlns:a="http://schemas.openxmlformats.org/drawingml/2006/main">
              <a:ext uri="{FF2B5EF4-FFF2-40B4-BE49-F238E27FC236}">
                <a16:creationId xmlns:a16="http://schemas.microsoft.com/office/drawing/2014/main" id="{9952CCBC-02B1-4914-957C-667930E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1175" y="3667125"/>
            <a:ext cx="181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  Granada</a:t>
            </a:r>
          </a:p>
        </p:txBody>
      </p:sp>
      <p:sp>
        <p:nvSpPr>
          <p:cNvPr id="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8DDCCF6-5ECA-489D-A368-DD0B3EC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22922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Spatial Continuity">
            <a:extLst xmlns:a="http://schemas.openxmlformats.org/drawingml/2006/main">
              <a:ext uri="{FF2B5EF4-FFF2-40B4-BE49-F238E27FC236}">
                <a16:creationId xmlns:a16="http://schemas.microsoft.com/office/drawing/2014/main" id="{96506350-4D91-4D38-A51A-FCE39FB7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210175"/>
            <a:ext cx="64008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Spatial Continuity</a:t>
            </a:r>
          </a:p>
        </p:txBody>
      </p:sp>
      <p:sp>
        <p:nvSpPr>
          <p:cNvPr id="5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D4397A4-501A-41A9-9C5B-D717B83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229225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7" name="Long Time Span">
            <a:extLst xmlns:a="http://schemas.openxmlformats.org/drawingml/2006/main">
              <a:ext uri="{FF2B5EF4-FFF2-40B4-BE49-F238E27FC236}">
                <a16:creationId xmlns:a16="http://schemas.microsoft.com/office/drawing/2014/main" id="{7CF74D22-3EE9-4532-8212-801F72B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0475" y="5210175"/>
            <a:ext cx="7248525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Long Time Span</a:t>
            </a:r>
          </a:p>
        </p:txBody>
      </p:sp>
      <p:sp>
        <p:nvSpPr>
          <p:cNvPr id="58" name="The images from the same area show">
            <a:extLst xmlns:a="http://schemas.openxmlformats.org/drawingml/2006/main">
              <a:ext uri="{FF2B5EF4-FFF2-40B4-BE49-F238E27FC236}">
                <a16:creationId xmlns:a16="http://schemas.microsoft.com/office/drawing/2014/main" id="{EF2BA0BA-E4D8-4F4E-BDBE-1FEC8156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5686425"/>
            <a:ext cx="66960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images from the same area show</a:t>
            </a:r>
          </a:p>
        </p:txBody>
      </p:sp>
      <p:sp>
        <p:nvSpPr>
          <p:cNvPr id="59" name="sequential changes over time.">
            <a:extLst xmlns:a="http://schemas.openxmlformats.org/drawingml/2006/main">
              <a:ext uri="{FF2B5EF4-FFF2-40B4-BE49-F238E27FC236}">
                <a16:creationId xmlns:a16="http://schemas.microsoft.com/office/drawing/2014/main" id="{BD459424-4F8F-43F8-B896-7DAF6A70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6067425"/>
            <a:ext cx="650557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 changes over time.</a:t>
            </a:r>
          </a:p>
        </p:txBody>
      </p:sp>
      <p:sp>
        <p:nvSpPr>
          <p:cNvPr id="60" name="The time span between images from the same area is long.">
            <a:extLst xmlns:a="http://schemas.openxmlformats.org/drawingml/2006/main">
              <a:ext uri="{FF2B5EF4-FFF2-40B4-BE49-F238E27FC236}">
                <a16:creationId xmlns:a16="http://schemas.microsoft.com/office/drawing/2014/main" id="{5DD90162-4150-41F7-8C6D-CCBE495B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5686425"/>
            <a:ext cx="11325225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time span between images from the same area is long.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06E299-28C1-4C1E-8969-3C0BE70BA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769b749cc4ecf"/>
          <a:stretch xmlns:a="http://schemas.openxmlformats.org/drawingml/2006/main"/>
        </p:blipFill>
        <p:spPr>
          <a:xfrm xmlns:a="http://schemas.openxmlformats.org/drawingml/2006/main">
            <a:off x="409575" y="6419850"/>
            <a:ext cx="3200400" cy="2143125"/>
          </a:xfrm>
          <a:prstGeom xmlns:a="http://schemas.openxmlformats.org/drawingml/2006/main" prst="rect">
            <a:avLst/>
          </a:prstGeom>
        </p:spPr>
      </p:pic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05F455-8405-4F39-846C-203CF9C55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b2f346d4040b0"/>
          <a:stretch xmlns:a="http://schemas.openxmlformats.org/drawingml/2006/main"/>
        </p:blipFill>
        <p:spPr>
          <a:xfrm xmlns:a="http://schemas.openxmlformats.org/drawingml/2006/main">
            <a:off x="3886200" y="6477000"/>
            <a:ext cx="2333625" cy="2085975"/>
          </a:xfrm>
          <a:prstGeom xmlns:a="http://schemas.openxmlformats.org/drawingml/2006/main" prst="rect">
            <a:avLst/>
          </a:prstGeom>
        </p:spPr>
      </p:pic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660482-71EF-4848-8B4A-492A49435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d077bf3124601"/>
          <a:stretch xmlns:a="http://schemas.openxmlformats.org/drawingml/2006/main"/>
        </p:blipFill>
        <p:spPr>
          <a:xfrm xmlns:a="http://schemas.openxmlformats.org/drawingml/2006/main">
            <a:off x="7543800" y="6086475"/>
            <a:ext cx="2438400" cy="1219200"/>
          </a:xfrm>
          <a:prstGeom xmlns:a="http://schemas.openxmlformats.org/drawingml/2006/main" prst="rect">
            <a:avLst/>
          </a:prstGeom>
        </p:spPr>
      </p:pic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0812A1-C6E4-4BA6-AF61-60866DD0D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080b63eba4705"/>
          <a:stretch xmlns:a="http://schemas.openxmlformats.org/drawingml/2006/main"/>
        </p:blipFill>
        <p:spPr>
          <a:xfrm xmlns:a="http://schemas.openxmlformats.org/drawingml/2006/main">
            <a:off x="9982200" y="6086475"/>
            <a:ext cx="2409825" cy="1219200"/>
          </a:xfrm>
          <a:prstGeom xmlns:a="http://schemas.openxmlformats.org/drawingml/2006/main" prst="rect">
            <a:avLst/>
          </a:prstGeom>
        </p:spPr>
      </p:pic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AEC452-8386-462A-AE77-9CF81E145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d3d4754b94f9d"/>
          <a:stretch xmlns:a="http://schemas.openxmlformats.org/drawingml/2006/main"/>
        </p:blipFill>
        <p:spPr>
          <a:xfrm xmlns:a="http://schemas.openxmlformats.org/drawingml/2006/main">
            <a:off x="7543800" y="7305675"/>
            <a:ext cx="2438400" cy="1219200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22DB52-818C-4CF9-B804-92B9C757D8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ec8aa4374467a"/>
          <a:stretch xmlns:a="http://schemas.openxmlformats.org/drawingml/2006/main"/>
        </p:blipFill>
        <p:spPr>
          <a:xfrm xmlns:a="http://schemas.openxmlformats.org/drawingml/2006/main">
            <a:off x="9982200" y="7305675"/>
            <a:ext cx="2409825" cy="1219200"/>
          </a:xfrm>
          <a:prstGeom xmlns:a="http://schemas.openxmlformats.org/drawingml/2006/main" prst="rect">
            <a:avLst/>
          </a:prstGeom>
        </p:spPr>
      </p:pic>
      <p:sp>
        <p:nvSpPr>
          <p:cNvPr id="67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307FB54B-A779-4363-A2D2-D620457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6477000"/>
            <a:ext cx="191" cy="1543050"/>
          </a:xfrm>
          <a:custGeom xmlns:a="http://schemas.openxmlformats.org/drawingml/2006/main">
            <a:pathLst>
              <a:path w="191" h="1543050">
                <a:moveTo>
                  <a:pt x="0" y="1543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99671"/>
            </a:solidFill>
            <a:prstDash val="solid"/>
          </a:ln>
        </p:spPr>
      </p:sp>
      <p:sp>
        <p:nvSpPr>
          <p:cNvPr id="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89BC859-56AF-4032-B5D3-EF513B96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3627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74043" y="211744"/>
                </a:lnTo>
                <a:lnTo>
                  <a:pt x="54557" y="211744"/>
                </a:lnTo>
                <a:close/>
              </a:path>
            </a:pathLst>
          </a:custGeom>
          <a:solidFill xmlns:a="http://schemas.openxmlformats.org/drawingml/2006/main">
            <a:srgbClr val="B9967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B1FEFF40-D17E-4259-94C3-7F9DC15C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8020050"/>
            <a:ext cx="4591050" cy="191"/>
          </a:xfrm>
          <a:custGeom xmlns:a="http://schemas.openxmlformats.org/drawingml/2006/main">
            <a:pathLst>
              <a:path w="4591050" h="191">
                <a:moveTo>
                  <a:pt x="0" y="0"/>
                </a:moveTo>
                <a:lnTo>
                  <a:pt x="459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99671"/>
            </a:solidFill>
            <a:prstDash val="solid"/>
          </a:ln>
        </p:spPr>
      </p:sp>
      <p:sp>
        <p:nvSpPr>
          <p:cNvPr id="7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9BC81AD-FDAD-4DC4-A9A5-6C80DA7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425" y="79057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9967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Image Number">
            <a:extLst xmlns:a="http://schemas.openxmlformats.org/drawingml/2006/main">
              <a:ext uri="{FF2B5EF4-FFF2-40B4-BE49-F238E27FC236}">
                <a16:creationId xmlns:a16="http://schemas.microsoft.com/office/drawing/2014/main" id="{2A9016C7-F7A4-4068-BBF1-3E8C1A15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6457950"/>
            <a:ext cx="29813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Image Number</a:t>
            </a:r>
          </a:p>
        </p:txBody>
      </p:sp>
      <p:sp>
        <p:nvSpPr>
          <p:cNvPr id="72" name="800">
            <a:extLst xmlns:a="http://schemas.openxmlformats.org/drawingml/2006/main">
              <a:ext uri="{FF2B5EF4-FFF2-40B4-BE49-F238E27FC236}">
                <a16:creationId xmlns:a16="http://schemas.microsoft.com/office/drawing/2014/main" id="{E16BE2A2-EC2C-4543-9F84-1AED4BEF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6600825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800</a:t>
            </a:r>
          </a:p>
        </p:txBody>
      </p:sp>
      <p:sp>
        <p:nvSpPr>
          <p:cNvPr id="73" name="400">
            <a:extLst xmlns:a="http://schemas.openxmlformats.org/drawingml/2006/main">
              <a:ext uri="{FF2B5EF4-FFF2-40B4-BE49-F238E27FC236}">
                <a16:creationId xmlns:a16="http://schemas.microsoft.com/office/drawing/2014/main" id="{68640152-00CD-4FAF-997D-27267E31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7258050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4" name="0">
            <a:extLst xmlns:a="http://schemas.openxmlformats.org/drawingml/2006/main">
              <a:ext uri="{FF2B5EF4-FFF2-40B4-BE49-F238E27FC236}">
                <a16:creationId xmlns:a16="http://schemas.microsoft.com/office/drawing/2014/main" id="{1F4BD340-4850-4537-9229-5A42B349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7858125"/>
            <a:ext cx="4000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2007">
            <a:extLst xmlns:a="http://schemas.openxmlformats.org/drawingml/2006/main">
              <a:ext uri="{FF2B5EF4-FFF2-40B4-BE49-F238E27FC236}">
                <a16:creationId xmlns:a16="http://schemas.microsoft.com/office/drawing/2014/main" id="{74D31B99-6E64-4E80-92E6-3BCF418E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8124825"/>
            <a:ext cx="7905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2007</a:t>
            </a:r>
          </a:p>
        </p:txBody>
      </p:sp>
      <p:sp>
        <p:nvSpPr>
          <p:cNvPr id="76" name="2024">
            <a:extLst xmlns:a="http://schemas.openxmlformats.org/drawingml/2006/main">
              <a:ext uri="{FF2B5EF4-FFF2-40B4-BE49-F238E27FC236}">
                <a16:creationId xmlns:a16="http://schemas.microsoft.com/office/drawing/2014/main" id="{A0001E15-E30C-45EE-8FA6-1F956BEF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6400" y="8124825"/>
            <a:ext cx="800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77" name="Year">
            <a:extLst xmlns:a="http://schemas.openxmlformats.org/drawingml/2006/main">
              <a:ext uri="{FF2B5EF4-FFF2-40B4-BE49-F238E27FC236}">
                <a16:creationId xmlns:a16="http://schemas.microsoft.com/office/drawing/2014/main" id="{4D0A1372-1D52-48CC-9BE9-8336100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26025" y="7753350"/>
            <a:ext cx="81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B9967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B99671"/>
                </a:solidFill>
                <a:latin typeface="Arial"/>
                <a:ea typeface="Arial"/>
                <a:cs typeface="Arial"/>
              </a:rPr>
              <a:t>Year</a:t>
            </a:r>
          </a:p>
        </p:txBody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98127E1-6BE1-4D02-8FF1-27D2D36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7896225"/>
            <a:ext cx="200025" cy="123825"/>
          </a:xfrm>
          <a:custGeom xmlns:a="http://schemas.openxmlformats.org/drawingml/2006/main">
            <a:pathLst>
              <a:path w="200025" h="1238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04775"/>
                </a:lnTo>
                <a:cubicBezTo>
                  <a:pt x="200025" y="115296"/>
                  <a:pt x="191496" y="123825"/>
                  <a:pt x="180975" y="123825"/>
                </a:cubicBezTo>
                <a:lnTo>
                  <a:pt x="19050" y="123825"/>
                </a:lnTo>
                <a:cubicBezTo>
                  <a:pt x="8529" y="123825"/>
                  <a:pt x="0" y="115296"/>
                  <a:pt x="0" y="1047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D65B8D4-CACD-4181-8B4A-EDE772F5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524750"/>
            <a:ext cx="200025" cy="495300"/>
          </a:xfrm>
          <a:custGeom xmlns:a="http://schemas.openxmlformats.org/drawingml/2006/main">
            <a:pathLst>
              <a:path w="200025" h="4953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76250"/>
                </a:lnTo>
                <a:cubicBezTo>
                  <a:pt x="200025" y="486771"/>
                  <a:pt x="191496" y="495300"/>
                  <a:pt x="180975" y="495300"/>
                </a:cubicBezTo>
                <a:lnTo>
                  <a:pt x="19050" y="495300"/>
                </a:lnTo>
                <a:cubicBezTo>
                  <a:pt x="8529" y="495300"/>
                  <a:pt x="0" y="486771"/>
                  <a:pt x="0" y="4762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FBECC82-A377-493B-94A4-01DBC5E5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7581900"/>
            <a:ext cx="200025" cy="438150"/>
          </a:xfrm>
          <a:custGeom xmlns:a="http://schemas.openxmlformats.org/drawingml/2006/main">
            <a:pathLst>
              <a:path w="200025" h="4381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19100"/>
                </a:lnTo>
                <a:cubicBezTo>
                  <a:pt x="200025" y="429621"/>
                  <a:pt x="191496" y="438150"/>
                  <a:pt x="180975" y="438150"/>
                </a:cubicBezTo>
                <a:lnTo>
                  <a:pt x="19050" y="438150"/>
                </a:lnTo>
                <a:cubicBezTo>
                  <a:pt x="8529" y="438150"/>
                  <a:pt x="0" y="429621"/>
                  <a:pt x="0" y="4191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7A479CE-1EEF-4F15-92FA-33CB352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7867650"/>
            <a:ext cx="200025" cy="152400"/>
          </a:xfrm>
          <a:custGeom xmlns:a="http://schemas.openxmlformats.org/drawingml/2006/main">
            <a:pathLst>
              <a:path w="200025" h="1524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33350"/>
                </a:lnTo>
                <a:cubicBezTo>
                  <a:pt x="200025" y="143871"/>
                  <a:pt x="191496" y="152400"/>
                  <a:pt x="180975" y="152400"/>
                </a:cubicBezTo>
                <a:lnTo>
                  <a:pt x="19050" y="152400"/>
                </a:lnTo>
                <a:cubicBezTo>
                  <a:pt x="8529" y="152400"/>
                  <a:pt x="0" y="143871"/>
                  <a:pt x="0" y="133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BDDAA33-36A2-4C22-B8A7-51AC4BEA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7915275"/>
            <a:ext cx="200025" cy="104775"/>
          </a:xfrm>
          <a:custGeom xmlns:a="http://schemas.openxmlformats.org/drawingml/2006/main">
            <a:pathLst>
              <a:path w="200025" h="1047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85725"/>
                </a:lnTo>
                <a:cubicBezTo>
                  <a:pt x="200025" y="96246"/>
                  <a:pt x="191496" y="104775"/>
                  <a:pt x="180975" y="104775"/>
                </a:cubicBezTo>
                <a:lnTo>
                  <a:pt x="19050" y="104775"/>
                </a:lnTo>
                <a:cubicBezTo>
                  <a:pt x="8529" y="104775"/>
                  <a:pt x="0" y="96246"/>
                  <a:pt x="0" y="857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43B3353-C005-445F-9879-5CB039E3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7715250"/>
            <a:ext cx="200025" cy="304800"/>
          </a:xfrm>
          <a:custGeom xmlns:a="http://schemas.openxmlformats.org/drawingml/2006/main">
            <a:pathLst>
              <a:path w="200025" h="3048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285750"/>
                </a:lnTo>
                <a:cubicBezTo>
                  <a:pt x="200025" y="296271"/>
                  <a:pt x="191496" y="304800"/>
                  <a:pt x="180975" y="304800"/>
                </a:cubicBezTo>
                <a:lnTo>
                  <a:pt x="19050" y="304800"/>
                </a:lnTo>
                <a:cubicBezTo>
                  <a:pt x="8529" y="304800"/>
                  <a:pt x="0" y="296271"/>
                  <a:pt x="0" y="2857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7ACDFCA-6024-470F-B8DB-0930544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7829550"/>
            <a:ext cx="200025" cy="190500"/>
          </a:xfrm>
          <a:custGeom xmlns:a="http://schemas.openxmlformats.org/drawingml/2006/main">
            <a:pathLst>
              <a:path w="200025" h="1905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71450"/>
                </a:lnTo>
                <a:cubicBezTo>
                  <a:pt x="200025" y="181971"/>
                  <a:pt x="191496" y="190500"/>
                  <a:pt x="180975" y="190500"/>
                </a:cubicBezTo>
                <a:lnTo>
                  <a:pt x="19050" y="190500"/>
                </a:lnTo>
                <a:cubicBezTo>
                  <a:pt x="8529" y="190500"/>
                  <a:pt x="0" y="181971"/>
                  <a:pt x="0" y="171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3327A38-4AA7-42E3-B5E4-84AE63B9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7810500"/>
            <a:ext cx="200025" cy="209550"/>
          </a:xfrm>
          <a:custGeom xmlns:a="http://schemas.openxmlformats.org/drawingml/2006/main">
            <a:pathLst>
              <a:path w="200025" h="2095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90500"/>
                </a:lnTo>
                <a:cubicBezTo>
                  <a:pt x="200025" y="201021"/>
                  <a:pt x="191496" y="209550"/>
                  <a:pt x="180975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060667F-3832-4FBE-95F8-1568EB6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D667EF0-F94B-4EF2-85F7-5249467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7915275"/>
            <a:ext cx="200025" cy="104775"/>
          </a:xfrm>
          <a:custGeom xmlns:a="http://schemas.openxmlformats.org/drawingml/2006/main">
            <a:pathLst>
              <a:path w="200025" h="1047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85725"/>
                </a:lnTo>
                <a:cubicBezTo>
                  <a:pt x="200025" y="96246"/>
                  <a:pt x="191496" y="104775"/>
                  <a:pt x="180975" y="104775"/>
                </a:cubicBezTo>
                <a:lnTo>
                  <a:pt x="19050" y="104775"/>
                </a:lnTo>
                <a:cubicBezTo>
                  <a:pt x="8529" y="104775"/>
                  <a:pt x="0" y="96246"/>
                  <a:pt x="0" y="857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BA3D3BB-7724-48EA-87FD-4BF869F4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87939EB-7306-4EBB-AB77-1A9B2AC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7353300"/>
            <a:ext cx="200025" cy="666750"/>
          </a:xfrm>
          <a:custGeom xmlns:a="http://schemas.openxmlformats.org/drawingml/2006/main">
            <a:pathLst>
              <a:path w="200025" h="6667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647700"/>
                </a:lnTo>
                <a:cubicBezTo>
                  <a:pt x="200025" y="658221"/>
                  <a:pt x="191496" y="666750"/>
                  <a:pt x="180975" y="666750"/>
                </a:cubicBezTo>
                <a:lnTo>
                  <a:pt x="19050" y="666750"/>
                </a:lnTo>
                <a:cubicBezTo>
                  <a:pt x="8529" y="666750"/>
                  <a:pt x="0" y="658221"/>
                  <a:pt x="0" y="6477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D774D02-7AAE-4438-BE69-F6BB4809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1550" y="7219950"/>
            <a:ext cx="200025" cy="800100"/>
          </a:xfrm>
          <a:custGeom xmlns:a="http://schemas.openxmlformats.org/drawingml/2006/main">
            <a:pathLst>
              <a:path w="200025" h="8001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781050"/>
                </a:lnTo>
                <a:cubicBezTo>
                  <a:pt x="200025" y="791571"/>
                  <a:pt x="191496" y="800100"/>
                  <a:pt x="180975" y="800100"/>
                </a:cubicBezTo>
                <a:lnTo>
                  <a:pt x="19050" y="800100"/>
                </a:lnTo>
                <a:cubicBezTo>
                  <a:pt x="8529" y="800100"/>
                  <a:pt x="0" y="791571"/>
                  <a:pt x="0" y="781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E86B330-5A48-48ED-8564-76079A6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7829550"/>
            <a:ext cx="200025" cy="190500"/>
          </a:xfrm>
          <a:custGeom xmlns:a="http://schemas.openxmlformats.org/drawingml/2006/main">
            <a:pathLst>
              <a:path w="200025" h="19050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71450"/>
                </a:lnTo>
                <a:cubicBezTo>
                  <a:pt x="200025" y="181971"/>
                  <a:pt x="191496" y="190500"/>
                  <a:pt x="180975" y="190500"/>
                </a:cubicBezTo>
                <a:lnTo>
                  <a:pt x="19050" y="190500"/>
                </a:lnTo>
                <a:cubicBezTo>
                  <a:pt x="8529" y="190500"/>
                  <a:pt x="0" y="181971"/>
                  <a:pt x="0" y="171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09D5D93-973A-4003-9836-4FDBA3A4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7886700"/>
            <a:ext cx="200025" cy="133350"/>
          </a:xfrm>
          <a:custGeom xmlns:a="http://schemas.openxmlformats.org/drawingml/2006/main">
            <a:pathLst>
              <a:path w="200025" h="133350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14300"/>
                </a:lnTo>
                <a:cubicBezTo>
                  <a:pt x="200025" y="124821"/>
                  <a:pt x="191496" y="133350"/>
                  <a:pt x="180975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04F475B-A1B2-4CBC-8917-C1B29770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7591425"/>
            <a:ext cx="200025" cy="428625"/>
          </a:xfrm>
          <a:custGeom xmlns:a="http://schemas.openxmlformats.org/drawingml/2006/main">
            <a:pathLst>
              <a:path w="200025" h="4286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409575"/>
                </a:lnTo>
                <a:cubicBezTo>
                  <a:pt x="200025" y="420096"/>
                  <a:pt x="191496" y="428625"/>
                  <a:pt x="180975" y="428625"/>
                </a:cubicBezTo>
                <a:lnTo>
                  <a:pt x="19050" y="428625"/>
                </a:lnTo>
                <a:cubicBezTo>
                  <a:pt x="8529" y="428625"/>
                  <a:pt x="0" y="420096"/>
                  <a:pt x="0" y="4095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EFDADA3-FC98-4825-9758-DFA22532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7648575"/>
            <a:ext cx="200025" cy="371475"/>
          </a:xfrm>
          <a:custGeom xmlns:a="http://schemas.openxmlformats.org/drawingml/2006/main">
            <a:pathLst>
              <a:path w="200025" h="37147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352425"/>
                </a:lnTo>
                <a:cubicBezTo>
                  <a:pt x="200025" y="362946"/>
                  <a:pt x="191496" y="371475"/>
                  <a:pt x="180975" y="371475"/>
                </a:cubicBezTo>
                <a:lnTo>
                  <a:pt x="19050" y="371475"/>
                </a:lnTo>
                <a:cubicBezTo>
                  <a:pt x="8529" y="371475"/>
                  <a:pt x="0" y="362946"/>
                  <a:pt x="0" y="3524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D8E5CB9-BB90-4AC1-8809-6CBED680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6925" y="6638925"/>
            <a:ext cx="200025" cy="1381125"/>
          </a:xfrm>
          <a:custGeom xmlns:a="http://schemas.openxmlformats.org/drawingml/2006/main">
            <a:pathLst>
              <a:path w="200025" h="1381125">
                <a:moveTo>
                  <a:pt x="19050" y="0"/>
                </a:moveTo>
                <a:lnTo>
                  <a:pt x="180975" y="0"/>
                </a:lnTo>
                <a:cubicBezTo>
                  <a:pt x="191496" y="0"/>
                  <a:pt x="200025" y="8529"/>
                  <a:pt x="200025" y="19050"/>
                </a:cubicBezTo>
                <a:lnTo>
                  <a:pt x="200025" y="1362075"/>
                </a:lnTo>
                <a:cubicBezTo>
                  <a:pt x="200025" y="1372596"/>
                  <a:pt x="191496" y="1381125"/>
                  <a:pt x="180975" y="1381125"/>
                </a:cubicBezTo>
                <a:lnTo>
                  <a:pt x="19050" y="1381125"/>
                </a:lnTo>
                <a:cubicBezTo>
                  <a:pt x="8529" y="1381125"/>
                  <a:pt x="0" y="1372596"/>
                  <a:pt x="0" y="13620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BAE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48D48AB-515C-4CD3-AD6B-6896DE34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591550"/>
            <a:ext cx="76200" cy="409575"/>
          </a:xfrm>
          <a:custGeom xmlns:a="http://schemas.openxmlformats.org/drawingml/2006/main">
            <a:pathLst>
              <a:path w="76200" h="409575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390525"/>
                </a:lnTo>
                <a:cubicBezTo>
                  <a:pt x="76200" y="401046"/>
                  <a:pt x="67671" y="409575"/>
                  <a:pt x="57150" y="409575"/>
                </a:cubicBezTo>
                <a:lnTo>
                  <a:pt x="19050" y="409575"/>
                </a:lnTo>
                <a:cubicBezTo>
                  <a:pt x="8529" y="409575"/>
                  <a:pt x="0" y="401046"/>
                  <a:pt x="0" y="3905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B9977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7" name="Perceptual Domain">
            <a:extLst xmlns:a="http://schemas.openxmlformats.org/drawingml/2006/main">
              <a:ext uri="{FF2B5EF4-FFF2-40B4-BE49-F238E27FC236}">
                <a16:creationId xmlns:a16="http://schemas.microsoft.com/office/drawing/2014/main" id="{817C6515-39E4-4D66-BEF2-D347613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8572500"/>
            <a:ext cx="64389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B9977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99776"/>
                </a:solidFill>
                <a:latin typeface="Arial"/>
                <a:ea typeface="Arial"/>
                <a:cs typeface="Arial"/>
              </a:rPr>
              <a:t>Perceptual Domain</a:t>
            </a:r>
          </a:p>
        </p:txBody>
      </p:sp>
      <p:sp>
        <p:nvSpPr>
          <p:cNvPr id="98" name="Q: Please judge whether the city appears     Beauty or not from a hu-">
            <a:extLst xmlns:a="http://schemas.openxmlformats.org/drawingml/2006/main">
              <a:ext uri="{FF2B5EF4-FFF2-40B4-BE49-F238E27FC236}">
                <a16:creationId xmlns:a16="http://schemas.microsoft.com/office/drawing/2014/main" id="{AB9431F0-855A-4884-8608-4E169F00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9067800"/>
            <a:ext cx="922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Please judge whether the city appears     Beauty or not from a hu-</a:t>
            </a:r>
          </a:p>
        </p:txBody>
      </p:sp>
      <p:sp>
        <p:nvSpPr>
          <p:cNvPr id="99" name="man perspective and find some VisualFactors(VF) that contribute to it.">
            <a:extLst xmlns:a="http://schemas.openxmlformats.org/drawingml/2006/main">
              <a:ext uri="{FF2B5EF4-FFF2-40B4-BE49-F238E27FC236}">
                <a16:creationId xmlns:a16="http://schemas.microsoft.com/office/drawing/2014/main" id="{683762A3-77E8-4AE0-BDC2-C9D609B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9458325"/>
            <a:ext cx="922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 perspective and find some VisualFactors(VF) that contribute to it.</a:t>
            </a:r>
          </a:p>
        </p:txBody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9618AB9-51AE-4330-90E9-33DDD3F790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becae8ebd4a53"/>
          <a:stretch xmlns:a="http://schemas.openxmlformats.org/drawingml/2006/main"/>
        </p:blipFill>
        <p:spPr>
          <a:xfrm xmlns:a="http://schemas.openxmlformats.org/drawingml/2006/main">
            <a:off x="5619750" y="8982075"/>
            <a:ext cx="495300" cy="495300"/>
          </a:xfrm>
          <a:prstGeom xmlns:a="http://schemas.openxmlformats.org/drawingml/2006/main" prst="rect">
            <a:avLst/>
          </a:prstGeom>
        </p:spPr>
      </p:pic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B08AC7-F6A8-47CE-94F6-4ADEFCEC74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ef490c234e09"/>
          <a:stretch xmlns:a="http://schemas.openxmlformats.org/drawingml/2006/main"/>
        </p:blipFill>
        <p:spPr>
          <a:xfrm xmlns:a="http://schemas.openxmlformats.org/drawingml/2006/main">
            <a:off x="628650" y="9810750"/>
            <a:ext cx="3286125" cy="2162175"/>
          </a:xfrm>
          <a:prstGeom xmlns:a="http://schemas.openxmlformats.org/drawingml/2006/main" prst="rect">
            <a:avLst/>
          </a:prstGeom>
        </p:spPr>
      </p:pic>
      <p:sp>
        <p:nvSpPr>
          <p:cNvPr id="102" name="A: The city is      beautiful, because:">
            <a:extLst xmlns:a="http://schemas.openxmlformats.org/drawingml/2006/main">
              <a:ext uri="{FF2B5EF4-FFF2-40B4-BE49-F238E27FC236}">
                <a16:creationId xmlns:a16="http://schemas.microsoft.com/office/drawing/2014/main" id="{85E55A88-ADFC-4CDA-8AFB-84DEDCD2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9972675"/>
            <a:ext cx="550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The city is      beautiful, because:</a:t>
            </a:r>
          </a:p>
        </p:txBody>
      </p:sp>
      <p:pic>
        <p:nvPic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2A53433-D3A4-4F3B-8DEB-3DEBCDC63B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43c4c1c904134"/>
          <a:stretch xmlns:a="http://schemas.openxmlformats.org/drawingml/2006/main"/>
        </p:blipFill>
        <p:spPr>
          <a:xfrm xmlns:a="http://schemas.openxmlformats.org/drawingml/2006/main">
            <a:off x="5895975" y="9906000"/>
            <a:ext cx="438150" cy="457200"/>
          </a:xfrm>
          <a:prstGeom xmlns:a="http://schemas.openxmlformats.org/drawingml/2006/main" prst="rect">
            <a:avLst/>
          </a:prstGeom>
        </p:spPr>
      </p:pic>
      <p:sp>
        <p:nvSpPr>
          <p:cNvPr id="104" name="&lt;VF1&gt;: The road is clean and tidy…">
            <a:extLst xmlns:a="http://schemas.openxmlformats.org/drawingml/2006/main">
              <a:ext uri="{FF2B5EF4-FFF2-40B4-BE49-F238E27FC236}">
                <a16:creationId xmlns:a16="http://schemas.microsoft.com/office/drawing/2014/main" id="{D68BC13C-B1BB-4C71-AB30-2EE37414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0401300"/>
            <a:ext cx="53625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&lt;VF1&gt;: The road is clean and tidy…</a:t>
            </a:r>
          </a:p>
        </p:txBody>
      </p:sp>
      <p:sp>
        <p:nvSpPr>
          <p:cNvPr id="105" name="&lt;VF2&gt;: The buildings are diverse and">
            <a:extLst xmlns:a="http://schemas.openxmlformats.org/drawingml/2006/main">
              <a:ext uri="{FF2B5EF4-FFF2-40B4-BE49-F238E27FC236}">
                <a16:creationId xmlns:a16="http://schemas.microsoft.com/office/drawing/2014/main" id="{FD1C460F-14FB-4E64-B60F-DEF15E61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0782300"/>
            <a:ext cx="54102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&lt;VF2&gt;: The buildings are diverse and</a:t>
            </a:r>
          </a:p>
        </p:txBody>
      </p:sp>
      <p:sp>
        <p:nvSpPr>
          <p:cNvPr id="106" name="visually appealing…">
            <a:extLst xmlns:a="http://schemas.openxmlformats.org/drawingml/2006/main">
              <a:ext uri="{FF2B5EF4-FFF2-40B4-BE49-F238E27FC236}">
                <a16:creationId xmlns:a16="http://schemas.microsoft.com/office/drawing/2014/main" id="{A9C072E5-0DD1-4780-9720-F1895B5E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1172825"/>
            <a:ext cx="53816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visually appealing…</a:t>
            </a:r>
          </a:p>
        </p:txBody>
      </p:sp>
      <p:sp>
        <p:nvSpPr>
          <p:cNvPr id="107" name="&lt;VF3&gt;: High degree of greenery…">
            <a:extLst xmlns:a="http://schemas.openxmlformats.org/drawingml/2006/main">
              <a:ext uri="{FF2B5EF4-FFF2-40B4-BE49-F238E27FC236}">
                <a16:creationId xmlns:a16="http://schemas.microsoft.com/office/drawing/2014/main" id="{5398B99A-126B-4209-B265-13D50B8F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11553825"/>
            <a:ext cx="54292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&lt;VF3&gt;: High degree of greenery…</a:t>
            </a:r>
          </a:p>
        </p:txBody>
      </p:sp>
      <p:sp>
        <p:nvSpPr>
          <p:cNvPr id="108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684E7CB4-F3A6-45F1-B361-69FC3E76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8915400"/>
            <a:ext cx="191" cy="3200400"/>
          </a:xfrm>
          <a:custGeom xmlns:a="http://schemas.openxmlformats.org/drawingml/2006/main">
            <a:pathLst>
              <a:path w="191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A9672"/>
            </a:solidFill>
            <a:prstDash val="dash"/>
          </a:ln>
        </p:spPr>
      </p:sp>
      <p:sp>
        <p:nvSpPr>
          <p:cNvPr id="109" name="Q: The two scenes show the same place, one from 2009 and one">
            <a:extLst xmlns:a="http://schemas.openxmlformats.org/drawingml/2006/main">
              <a:ext uri="{FF2B5EF4-FFF2-40B4-BE49-F238E27FC236}">
                <a16:creationId xmlns:a16="http://schemas.microsoft.com/office/drawing/2014/main" id="{0E706DBD-9908-4537-956E-D785530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8972550"/>
            <a:ext cx="8362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The two scenes show the same place, one from 2009 and one</a:t>
            </a:r>
          </a:p>
        </p:txBody>
      </p:sp>
      <p:sp>
        <p:nvSpPr>
          <p:cNvPr id="110" name="from 2022. Please determine whether the scene has become">
            <a:extLst xmlns:a="http://schemas.openxmlformats.org/drawingml/2006/main">
              <a:ext uri="{FF2B5EF4-FFF2-40B4-BE49-F238E27FC236}">
                <a16:creationId xmlns:a16="http://schemas.microsoft.com/office/drawing/2014/main" id="{862F8F44-9E82-4144-AA9C-DA36F77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9363075"/>
            <a:ext cx="835342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2022. Please determine whether the scene has become</a:t>
            </a:r>
          </a:p>
        </p:txBody>
      </p:sp>
      <p:sp>
        <p:nvSpPr>
          <p:cNvPr id="111" name="more">
            <a:extLst xmlns:a="http://schemas.openxmlformats.org/drawingml/2006/main">
              <a:ext uri="{FF2B5EF4-FFF2-40B4-BE49-F238E27FC236}">
                <a16:creationId xmlns:a16="http://schemas.microsoft.com/office/drawing/2014/main" id="{40CD838D-CAAF-4574-B68D-6B40DF7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9734550"/>
            <a:ext cx="7143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more</a:t>
            </a:r>
          </a:p>
        </p:txBody>
      </p:sp>
      <p:sp>
        <p:nvSpPr>
          <p:cNvPr id="112" name="wealthy, less">
            <a:extLst xmlns:a="http://schemas.openxmlformats.org/drawingml/2006/main">
              <a:ext uri="{FF2B5EF4-FFF2-40B4-BE49-F238E27FC236}">
                <a16:creationId xmlns:a16="http://schemas.microsoft.com/office/drawing/2014/main" id="{725B9A50-346B-4ECD-A457-9F2B374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0" y="9734550"/>
            <a:ext cx="17049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less</a:t>
            </a:r>
          </a:p>
        </p:txBody>
      </p:sp>
      <p:sp>
        <p:nvSpPr>
          <p:cNvPr id="113" name="wealthy, or stayed the same.">
            <a:extLst xmlns:a="http://schemas.openxmlformats.org/drawingml/2006/main">
              <a:ext uri="{FF2B5EF4-FFF2-40B4-BE49-F238E27FC236}">
                <a16:creationId xmlns:a16="http://schemas.microsoft.com/office/drawing/2014/main" id="{25C3D222-4176-4D32-B0D8-CA3F7AAE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9850" y="9734550"/>
            <a:ext cx="467677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or stayed the same.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116C7C7-6EC3-4479-A027-DC3DC30EB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83276901649cf"/>
          <a:stretch xmlns:a="http://schemas.openxmlformats.org/drawingml/2006/main"/>
        </p:blipFill>
        <p:spPr>
          <a:xfrm xmlns:a="http://schemas.openxmlformats.org/drawingml/2006/main">
            <a:off x="11172825" y="9667875"/>
            <a:ext cx="447675" cy="476250"/>
          </a:xfrm>
          <a:prstGeom xmlns:a="http://schemas.openxmlformats.org/drawingml/2006/main" prst="rect">
            <a:avLst/>
          </a:prstGeom>
        </p:spPr>
      </p:pic>
      <p:pic>
        <p:nvPic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28C32E0-ECFC-4885-9892-B4138109D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16d06f49a4b04"/>
          <a:stretch xmlns:a="http://schemas.openxmlformats.org/drawingml/2006/main"/>
        </p:blipFill>
        <p:spPr>
          <a:xfrm xmlns:a="http://schemas.openxmlformats.org/drawingml/2006/main">
            <a:off x="13525500" y="9667875"/>
            <a:ext cx="428625" cy="476250"/>
          </a:xfrm>
          <a:prstGeom xmlns:a="http://schemas.openxmlformats.org/drawingml/2006/main" prst="rect">
            <a:avLst/>
          </a:prstGeom>
        </p:spPr>
      </p:pic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E2F610-5C0D-4EC6-BE72-CFAE45E9CC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41254771b43ea"/>
          <a:stretch xmlns:a="http://schemas.openxmlformats.org/drawingml/2006/main"/>
        </p:blipFill>
        <p:spPr>
          <a:xfrm xmlns:a="http://schemas.openxmlformats.org/drawingml/2006/main">
            <a:off x="10544175" y="10182225"/>
            <a:ext cx="3676650" cy="1847850"/>
          </a:xfrm>
          <a:prstGeom xmlns:a="http://schemas.openxmlformats.org/drawingml/2006/main" prst="rect">
            <a:avLst/>
          </a:prstGeom>
        </p:spPr>
      </p:pic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8B41975-521F-4D73-84C3-0DEA7F629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dd4d5d61345b5"/>
          <a:stretch xmlns:a="http://schemas.openxmlformats.org/drawingml/2006/main"/>
        </p:blipFill>
        <p:spPr>
          <a:xfrm xmlns:a="http://schemas.openxmlformats.org/drawingml/2006/main">
            <a:off x="14297025" y="10182225"/>
            <a:ext cx="3648075" cy="1847850"/>
          </a:xfrm>
          <a:prstGeom xmlns:a="http://schemas.openxmlformats.org/drawingml/2006/main" prst="rect">
            <a:avLst/>
          </a:prstGeom>
        </p:spPr>
      </p:pic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E04E7BB-E981-4136-84BA-240247431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f100f92b94612"/>
          <a:stretch xmlns:a="http://schemas.openxmlformats.org/drawingml/2006/main"/>
        </p:blipFill>
        <p:spPr>
          <a:xfrm xmlns:a="http://schemas.openxmlformats.org/drawingml/2006/main">
            <a:off x="13696950" y="10801350"/>
            <a:ext cx="1066800" cy="657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08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D0BC4F5-11E8-494B-81D1-2567E62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33638"/>
            <a:ext cx="3952875" cy="6905625"/>
          </a:xfrm>
          <a:custGeom xmlns:a="http://schemas.openxmlformats.org/drawingml/2006/main">
            <a:pathLst>
              <a:path w="3952875" h="6905625">
                <a:moveTo>
                  <a:pt x="142875" y="0"/>
                </a:moveTo>
                <a:lnTo>
                  <a:pt x="3810000" y="0"/>
                </a:lnTo>
                <a:cubicBezTo>
                  <a:pt x="3888908" y="0"/>
                  <a:pt x="3952875" y="63967"/>
                  <a:pt x="3952875" y="142875"/>
                </a:cubicBezTo>
                <a:lnTo>
                  <a:pt x="3952875" y="6762750"/>
                </a:lnTo>
                <a:cubicBezTo>
                  <a:pt x="3952875" y="6841658"/>
                  <a:pt x="3888908" y="6905625"/>
                  <a:pt x="3810000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FAED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6FF5D71-E850-440F-A960-4E55AC0C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33638"/>
            <a:ext cx="4829175" cy="6905625"/>
          </a:xfrm>
          <a:custGeom xmlns:a="http://schemas.openxmlformats.org/drawingml/2006/main">
            <a:pathLst>
              <a:path w="4829175" h="6905625">
                <a:moveTo>
                  <a:pt x="142875" y="0"/>
                </a:moveTo>
                <a:lnTo>
                  <a:pt x="4686300" y="0"/>
                </a:lnTo>
                <a:cubicBezTo>
                  <a:pt x="4765208" y="0"/>
                  <a:pt x="4829175" y="63967"/>
                  <a:pt x="4829175" y="142875"/>
                </a:cubicBezTo>
                <a:lnTo>
                  <a:pt x="4829175" y="6762750"/>
                </a:lnTo>
                <a:cubicBezTo>
                  <a:pt x="4829175" y="6841658"/>
                  <a:pt x="4765208" y="6905625"/>
                  <a:pt x="4686300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DE4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574046B-AAEA-484E-9BA0-3370E63A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433638"/>
            <a:ext cx="4953000" cy="6905625"/>
          </a:xfrm>
          <a:custGeom xmlns:a="http://schemas.openxmlformats.org/drawingml/2006/main">
            <a:pathLst>
              <a:path w="4953000" h="6905625">
                <a:moveTo>
                  <a:pt x="142875" y="0"/>
                </a:moveTo>
                <a:lnTo>
                  <a:pt x="4810125" y="0"/>
                </a:lnTo>
                <a:cubicBezTo>
                  <a:pt x="4889033" y="0"/>
                  <a:pt x="4953000" y="63967"/>
                  <a:pt x="4953000" y="142875"/>
                </a:cubicBezTo>
                <a:lnTo>
                  <a:pt x="4953000" y="6762750"/>
                </a:lnTo>
                <a:cubicBezTo>
                  <a:pt x="4953000" y="6841658"/>
                  <a:pt x="4889033" y="6905625"/>
                  <a:pt x="4810125" y="6905625"/>
                </a:cubicBezTo>
                <a:lnTo>
                  <a:pt x="142875" y="6905625"/>
                </a:lnTo>
                <a:cubicBezTo>
                  <a:pt x="63967" y="6905625"/>
                  <a:pt x="0" y="6841658"/>
                  <a:pt x="0" y="676275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5FA4D0E-019D-4D86-8846-33D917A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891588"/>
            <a:ext cx="3952875" cy="447675"/>
          </a:xfrm>
          <a:custGeom xmlns:a="http://schemas.openxmlformats.org/drawingml/2006/main">
            <a:pathLst>
              <a:path w="3952875" h="447675">
                <a:moveTo>
                  <a:pt x="0" y="0"/>
                </a:moveTo>
                <a:lnTo>
                  <a:pt x="3952875" y="0"/>
                </a:lnTo>
                <a:lnTo>
                  <a:pt x="3952875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E3997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Static Scene Perception">
            <a:extLst xmlns:a="http://schemas.openxmlformats.org/drawingml/2006/main">
              <a:ext uri="{FF2B5EF4-FFF2-40B4-BE49-F238E27FC236}">
                <a16:creationId xmlns:a16="http://schemas.microsoft.com/office/drawing/2014/main" id="{0FC171D6-67B1-466F-A3D0-54DB634A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8986838"/>
            <a:ext cx="3781425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Static Scene Perception</a:t>
            </a:r>
          </a:p>
        </p:txBody>
      </p:sp>
      <p:sp>
        <p:nvSpPr>
          <p:cNvPr id="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1ED9469-8A63-4632-AAEE-BB0857E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891588"/>
            <a:ext cx="4829175" cy="447675"/>
          </a:xfrm>
          <a:custGeom xmlns:a="http://schemas.openxmlformats.org/drawingml/2006/main">
            <a:pathLst>
              <a:path w="4829175" h="447675">
                <a:moveTo>
                  <a:pt x="0" y="0"/>
                </a:moveTo>
                <a:lnTo>
                  <a:pt x="4829175" y="0"/>
                </a:lnTo>
                <a:lnTo>
                  <a:pt x="4829175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C9B09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Temporal Change Understanding">
            <a:extLst xmlns:a="http://schemas.openxmlformats.org/drawingml/2006/main">
              <a:ext uri="{FF2B5EF4-FFF2-40B4-BE49-F238E27FC236}">
                <a16:creationId xmlns:a16="http://schemas.microsoft.com/office/drawing/2014/main" id="{D88DB3FE-7199-4BDF-B512-D33AC15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7825" y="8986838"/>
            <a:ext cx="4657725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Temporal Change Understanding</a:t>
            </a:r>
          </a:p>
        </p:txBody>
      </p:sp>
      <p:sp>
        <p:nvSpPr>
          <p:cNvPr id="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EA5C7A7-A711-4911-B6F1-ED83B4E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8891588"/>
            <a:ext cx="4953000" cy="447675"/>
          </a:xfrm>
          <a:custGeom xmlns:a="http://schemas.openxmlformats.org/drawingml/2006/main">
            <a:pathLst>
              <a:path w="4953000" h="447675">
                <a:moveTo>
                  <a:pt x="0" y="0"/>
                </a:moveTo>
                <a:lnTo>
                  <a:pt x="4953000" y="0"/>
                </a:lnTo>
                <a:lnTo>
                  <a:pt x="4953000" y="447675"/>
                </a:lnTo>
                <a:lnTo>
                  <a:pt x="0" y="447675"/>
                </a:lnTo>
                <a:close/>
              </a:path>
            </a:pathLst>
          </a:custGeom>
          <a:solidFill xmlns:a="http://schemas.openxmlformats.org/drawingml/2006/main">
            <a:srgbClr val="BFB4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Subjective Environmental Perception">
            <a:extLst xmlns:a="http://schemas.openxmlformats.org/drawingml/2006/main">
              <a:ext uri="{FF2B5EF4-FFF2-40B4-BE49-F238E27FC236}">
                <a16:creationId xmlns:a16="http://schemas.microsoft.com/office/drawing/2014/main" id="{42197115-A3B4-4CE7-805C-C1898CB3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54150" y="8986838"/>
            <a:ext cx="4781550" cy="3492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965" b="1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Subjective Environmental Perception</a:t>
            </a:r>
          </a:p>
        </p:txBody>
      </p:sp>
      <p:sp>
        <p:nvSpPr>
          <p:cNvPr id="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DDDC435-6DE8-4537-B25E-BB330C15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490788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Subjective Environmental Perception">
            <a:extLst xmlns:a="http://schemas.openxmlformats.org/drawingml/2006/main">
              <a:ext uri="{FF2B5EF4-FFF2-40B4-BE49-F238E27FC236}">
                <a16:creationId xmlns:a16="http://schemas.microsoft.com/office/drawing/2014/main" id="{AA963AC2-2D02-4B30-A7ED-3C2F6918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509838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Subjective Environmental Perception</a:t>
            </a:r>
          </a:p>
        </p:txBody>
      </p:sp>
      <p:sp>
        <p:nvSpPr>
          <p:cNvPr id="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D815563-AD40-415E-A310-046B07E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747963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emporal Change Understanding">
            <a:extLst xmlns:a="http://schemas.openxmlformats.org/drawingml/2006/main">
              <a:ext uri="{FF2B5EF4-FFF2-40B4-BE49-F238E27FC236}">
                <a16:creationId xmlns:a16="http://schemas.microsoft.com/office/drawing/2014/main" id="{7742DB07-FFD0-4B8D-8987-1A9DA96F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767013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Temporal Change Understanding</a:t>
            </a:r>
          </a:p>
        </p:txBody>
      </p:sp>
      <p:sp>
        <p:nvSpPr>
          <p:cNvPr id="1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AB62A55-2769-48D3-9C91-6A73244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005138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219075" y="0"/>
                </a:lnTo>
                <a:lnTo>
                  <a:pt x="219075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Static Scene Perception">
            <a:extLst xmlns:a="http://schemas.openxmlformats.org/drawingml/2006/main">
              <a:ext uri="{FF2B5EF4-FFF2-40B4-BE49-F238E27FC236}">
                <a16:creationId xmlns:a16="http://schemas.microsoft.com/office/drawing/2014/main" id="{989E0B34-62F6-45F2-9174-E64CAD95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024188"/>
            <a:ext cx="4619625" cy="319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9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Static Scene Perception</a:t>
            </a:r>
          </a:p>
        </p:txBody>
      </p:sp>
      <p:sp>
        <p:nvSpPr>
          <p:cNvPr id="1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8088E50-7491-4768-BDE7-115A7FF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405229" y="210"/>
                </a:moveTo>
                <a:lnTo>
                  <a:pt x="1429910" y="862"/>
                </a:lnTo>
                <a:lnTo>
                  <a:pt x="1454575" y="1954"/>
                </a:lnTo>
                <a:lnTo>
                  <a:pt x="1479216" y="3488"/>
                </a:lnTo>
                <a:lnTo>
                  <a:pt x="1503826" y="5461"/>
                </a:lnTo>
                <a:lnTo>
                  <a:pt x="1528397" y="7874"/>
                </a:lnTo>
                <a:lnTo>
                  <a:pt x="1552921" y="10726"/>
                </a:lnTo>
                <a:lnTo>
                  <a:pt x="1577390" y="14016"/>
                </a:lnTo>
                <a:lnTo>
                  <a:pt x="1601797" y="17743"/>
                </a:lnTo>
                <a:lnTo>
                  <a:pt x="1626132" y="21906"/>
                </a:lnTo>
                <a:lnTo>
                  <a:pt x="1650390" y="26502"/>
                </a:lnTo>
                <a:lnTo>
                  <a:pt x="1674561" y="31532"/>
                </a:lnTo>
                <a:lnTo>
                  <a:pt x="1698639" y="36993"/>
                </a:lnTo>
                <a:lnTo>
                  <a:pt x="1722615" y="42883"/>
                </a:lnTo>
                <a:lnTo>
                  <a:pt x="1746483" y="49202"/>
                </a:lnTo>
                <a:lnTo>
                  <a:pt x="1770233" y="55945"/>
                </a:lnTo>
                <a:lnTo>
                  <a:pt x="1793859" y="63112"/>
                </a:lnTo>
                <a:lnTo>
                  <a:pt x="1817353" y="70701"/>
                </a:lnTo>
                <a:lnTo>
                  <a:pt x="1840708" y="78708"/>
                </a:lnTo>
                <a:lnTo>
                  <a:pt x="1863916" y="87131"/>
                </a:lnTo>
                <a:lnTo>
                  <a:pt x="1886969" y="95968"/>
                </a:lnTo>
                <a:lnTo>
                  <a:pt x="1909861" y="105216"/>
                </a:lnTo>
                <a:lnTo>
                  <a:pt x="1932584" y="114871"/>
                </a:lnTo>
                <a:lnTo>
                  <a:pt x="1955131" y="124931"/>
                </a:lnTo>
                <a:lnTo>
                  <a:pt x="1977494" y="135392"/>
                </a:lnTo>
                <a:lnTo>
                  <a:pt x="1999667" y="146252"/>
                </a:lnTo>
                <a:lnTo>
                  <a:pt x="2021642" y="157506"/>
                </a:lnTo>
                <a:lnTo>
                  <a:pt x="2043412" y="169151"/>
                </a:lnTo>
                <a:lnTo>
                  <a:pt x="2064971" y="181183"/>
                </a:lnTo>
                <a:lnTo>
                  <a:pt x="2086311" y="193599"/>
                </a:lnTo>
                <a:lnTo>
                  <a:pt x="2107426" y="206394"/>
                </a:lnTo>
                <a:lnTo>
                  <a:pt x="1751789" y="781607"/>
                </a:lnTo>
                <a:lnTo>
                  <a:pt x="1741013" y="775077"/>
                </a:lnTo>
                <a:lnTo>
                  <a:pt x="1730122" y="768741"/>
                </a:lnTo>
                <a:lnTo>
                  <a:pt x="1719120" y="762600"/>
                </a:lnTo>
                <a:lnTo>
                  <a:pt x="1708010" y="756657"/>
                </a:lnTo>
                <a:lnTo>
                  <a:pt x="1696795" y="750914"/>
                </a:lnTo>
                <a:lnTo>
                  <a:pt x="1685479" y="745372"/>
                </a:lnTo>
                <a:lnTo>
                  <a:pt x="1674066" y="740033"/>
                </a:lnTo>
                <a:lnTo>
                  <a:pt x="1662559" y="734899"/>
                </a:lnTo>
                <a:lnTo>
                  <a:pt x="1650963" y="729971"/>
                </a:lnTo>
                <a:lnTo>
                  <a:pt x="1639280" y="725252"/>
                </a:lnTo>
                <a:lnTo>
                  <a:pt x="1627515" y="720742"/>
                </a:lnTo>
                <a:lnTo>
                  <a:pt x="1615671" y="716443"/>
                </a:lnTo>
                <a:lnTo>
                  <a:pt x="1603752" y="712357"/>
                </a:lnTo>
                <a:lnTo>
                  <a:pt x="1591762" y="708484"/>
                </a:lnTo>
                <a:lnTo>
                  <a:pt x="1579704" y="704826"/>
                </a:lnTo>
                <a:lnTo>
                  <a:pt x="1567583" y="701385"/>
                </a:lnTo>
                <a:lnTo>
                  <a:pt x="1555403" y="698160"/>
                </a:lnTo>
                <a:lnTo>
                  <a:pt x="1543167" y="695154"/>
                </a:lnTo>
                <a:lnTo>
                  <a:pt x="1530879" y="692367"/>
                </a:lnTo>
                <a:lnTo>
                  <a:pt x="1518543" y="689800"/>
                </a:lnTo>
                <a:lnTo>
                  <a:pt x="1506163" y="687454"/>
                </a:lnTo>
                <a:lnTo>
                  <a:pt x="1493744" y="685330"/>
                </a:lnTo>
                <a:lnTo>
                  <a:pt x="1481288" y="683428"/>
                </a:lnTo>
                <a:lnTo>
                  <a:pt x="1468800" y="681749"/>
                </a:lnTo>
                <a:lnTo>
                  <a:pt x="1456285" y="680294"/>
                </a:lnTo>
                <a:lnTo>
                  <a:pt x="1443745" y="679062"/>
                </a:lnTo>
                <a:lnTo>
                  <a:pt x="1431185" y="678055"/>
                </a:lnTo>
                <a:lnTo>
                  <a:pt x="1418610" y="677272"/>
                </a:lnTo>
                <a:lnTo>
                  <a:pt x="1406022" y="676715"/>
                </a:lnTo>
                <a:lnTo>
                  <a:pt x="1393426" y="676382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3F30EE3-0EC8-4FCA-8F2D-D253D03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802570" y="270"/>
                </a:moveTo>
                <a:lnTo>
                  <a:pt x="1834229" y="1106"/>
                </a:lnTo>
                <a:lnTo>
                  <a:pt x="1865868" y="2507"/>
                </a:lnTo>
                <a:lnTo>
                  <a:pt x="1897477" y="4474"/>
                </a:lnTo>
                <a:lnTo>
                  <a:pt x="1929046" y="7006"/>
                </a:lnTo>
                <a:lnTo>
                  <a:pt x="1960565" y="10101"/>
                </a:lnTo>
                <a:lnTo>
                  <a:pt x="1992023" y="13759"/>
                </a:lnTo>
                <a:lnTo>
                  <a:pt x="2023411" y="17980"/>
                </a:lnTo>
                <a:lnTo>
                  <a:pt x="2054719" y="22760"/>
                </a:lnTo>
                <a:lnTo>
                  <a:pt x="2085935" y="28099"/>
                </a:lnTo>
                <a:lnTo>
                  <a:pt x="2117052" y="33996"/>
                </a:lnTo>
                <a:lnTo>
                  <a:pt x="2148058" y="40448"/>
                </a:lnTo>
                <a:lnTo>
                  <a:pt x="2178944" y="47453"/>
                </a:lnTo>
                <a:lnTo>
                  <a:pt x="2209700" y="55009"/>
                </a:lnTo>
                <a:lnTo>
                  <a:pt x="2240316" y="63114"/>
                </a:lnTo>
                <a:lnTo>
                  <a:pt x="2270781" y="71764"/>
                </a:lnTo>
                <a:lnTo>
                  <a:pt x="2301088" y="80958"/>
                </a:lnTo>
                <a:lnTo>
                  <a:pt x="2331225" y="90692"/>
                </a:lnTo>
                <a:lnTo>
                  <a:pt x="2361184" y="100963"/>
                </a:lnTo>
                <a:lnTo>
                  <a:pt x="2390954" y="111769"/>
                </a:lnTo>
                <a:lnTo>
                  <a:pt x="2420526" y="123104"/>
                </a:lnTo>
                <a:lnTo>
                  <a:pt x="2449891" y="134966"/>
                </a:lnTo>
                <a:lnTo>
                  <a:pt x="2479039" y="147352"/>
                </a:lnTo>
                <a:lnTo>
                  <a:pt x="2507961" y="160256"/>
                </a:lnTo>
                <a:lnTo>
                  <a:pt x="2536648" y="173676"/>
                </a:lnTo>
                <a:lnTo>
                  <a:pt x="2565090" y="187606"/>
                </a:lnTo>
                <a:lnTo>
                  <a:pt x="2593279" y="202042"/>
                </a:lnTo>
                <a:lnTo>
                  <a:pt x="2621205" y="216980"/>
                </a:lnTo>
                <a:lnTo>
                  <a:pt x="2648860" y="232414"/>
                </a:lnTo>
                <a:lnTo>
                  <a:pt x="2676234" y="248341"/>
                </a:lnTo>
                <a:lnTo>
                  <a:pt x="2703319" y="264754"/>
                </a:lnTo>
                <a:lnTo>
                  <a:pt x="2633194" y="378176"/>
                </a:lnTo>
                <a:lnTo>
                  <a:pt x="2608147" y="362998"/>
                </a:lnTo>
                <a:lnTo>
                  <a:pt x="2582833" y="348271"/>
                </a:lnTo>
                <a:lnTo>
                  <a:pt x="2557260" y="333998"/>
                </a:lnTo>
                <a:lnTo>
                  <a:pt x="2531436" y="320184"/>
                </a:lnTo>
                <a:lnTo>
                  <a:pt x="2505369" y="306835"/>
                </a:lnTo>
                <a:lnTo>
                  <a:pt x="2479067" y="293953"/>
                </a:lnTo>
                <a:lnTo>
                  <a:pt x="2452540" y="281544"/>
                </a:lnTo>
                <a:lnTo>
                  <a:pt x="2425795" y="269611"/>
                </a:lnTo>
                <a:lnTo>
                  <a:pt x="2398840" y="258158"/>
                </a:lnTo>
                <a:lnTo>
                  <a:pt x="2371686" y="247188"/>
                </a:lnTo>
                <a:lnTo>
                  <a:pt x="2344340" y="236706"/>
                </a:lnTo>
                <a:lnTo>
                  <a:pt x="2316810" y="226714"/>
                </a:lnTo>
                <a:lnTo>
                  <a:pt x="2289107" y="217216"/>
                </a:lnTo>
                <a:lnTo>
                  <a:pt x="2261238" y="208214"/>
                </a:lnTo>
                <a:lnTo>
                  <a:pt x="2233212" y="199713"/>
                </a:lnTo>
                <a:lnTo>
                  <a:pt x="2205040" y="191713"/>
                </a:lnTo>
                <a:lnTo>
                  <a:pt x="2176728" y="184219"/>
                </a:lnTo>
                <a:lnTo>
                  <a:pt x="2148288" y="177231"/>
                </a:lnTo>
                <a:lnTo>
                  <a:pt x="2119726" y="170753"/>
                </a:lnTo>
                <a:lnTo>
                  <a:pt x="2091054" y="164787"/>
                </a:lnTo>
                <a:lnTo>
                  <a:pt x="2062280" y="159334"/>
                </a:lnTo>
                <a:lnTo>
                  <a:pt x="2033412" y="154397"/>
                </a:lnTo>
                <a:lnTo>
                  <a:pt x="2004461" y="149976"/>
                </a:lnTo>
                <a:lnTo>
                  <a:pt x="1975436" y="146074"/>
                </a:lnTo>
                <a:lnTo>
                  <a:pt x="1946346" y="142691"/>
                </a:lnTo>
                <a:lnTo>
                  <a:pt x="1917199" y="139828"/>
                </a:lnTo>
                <a:lnTo>
                  <a:pt x="1888006" y="137487"/>
                </a:lnTo>
                <a:lnTo>
                  <a:pt x="1858776" y="135668"/>
                </a:lnTo>
                <a:lnTo>
                  <a:pt x="1829519" y="134372"/>
                </a:lnTo>
                <a:lnTo>
                  <a:pt x="1800242" y="133600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7D05FC1-C068-4768-B11E-34378E97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335587" y="350"/>
                </a:moveTo>
                <a:lnTo>
                  <a:pt x="2376608" y="1432"/>
                </a:lnTo>
                <a:lnTo>
                  <a:pt x="2417603" y="3248"/>
                </a:lnTo>
                <a:lnTo>
                  <a:pt x="2458559" y="5797"/>
                </a:lnTo>
                <a:lnTo>
                  <a:pt x="2499463" y="9077"/>
                </a:lnTo>
                <a:lnTo>
                  <a:pt x="2540302" y="13088"/>
                </a:lnTo>
                <a:lnTo>
                  <a:pt x="2581062" y="17828"/>
                </a:lnTo>
                <a:lnTo>
                  <a:pt x="2621732" y="23296"/>
                </a:lnTo>
                <a:lnTo>
                  <a:pt x="2662297" y="29490"/>
                </a:lnTo>
                <a:lnTo>
                  <a:pt x="2702744" y="36408"/>
                </a:lnTo>
                <a:lnTo>
                  <a:pt x="2743062" y="44049"/>
                </a:lnTo>
                <a:lnTo>
                  <a:pt x="2783237" y="52408"/>
                </a:lnTo>
                <a:lnTo>
                  <a:pt x="2823255" y="61485"/>
                </a:lnTo>
                <a:lnTo>
                  <a:pt x="2863106" y="71275"/>
                </a:lnTo>
                <a:lnTo>
                  <a:pt x="2902774" y="81776"/>
                </a:lnTo>
                <a:lnTo>
                  <a:pt x="2942249" y="92985"/>
                </a:lnTo>
                <a:lnTo>
                  <a:pt x="2981517" y="104897"/>
                </a:lnTo>
                <a:lnTo>
                  <a:pt x="3020566" y="117510"/>
                </a:lnTo>
                <a:lnTo>
                  <a:pt x="3059383" y="130818"/>
                </a:lnTo>
                <a:lnTo>
                  <a:pt x="3097956" y="144818"/>
                </a:lnTo>
                <a:lnTo>
                  <a:pt x="3136273" y="159506"/>
                </a:lnTo>
                <a:lnTo>
                  <a:pt x="3174321" y="174876"/>
                </a:lnTo>
                <a:lnTo>
                  <a:pt x="3212088" y="190924"/>
                </a:lnTo>
                <a:lnTo>
                  <a:pt x="3249562" y="207644"/>
                </a:lnTo>
                <a:lnTo>
                  <a:pt x="3286732" y="225031"/>
                </a:lnTo>
                <a:lnTo>
                  <a:pt x="3323584" y="243080"/>
                </a:lnTo>
                <a:lnTo>
                  <a:pt x="3360108" y="261785"/>
                </a:lnTo>
                <a:lnTo>
                  <a:pt x="3396292" y="281140"/>
                </a:lnTo>
                <a:lnTo>
                  <a:pt x="3432124" y="301139"/>
                </a:lnTo>
                <a:lnTo>
                  <a:pt x="3467593" y="321775"/>
                </a:lnTo>
                <a:lnTo>
                  <a:pt x="3502688" y="343041"/>
                </a:lnTo>
                <a:lnTo>
                  <a:pt x="3267266" y="723816"/>
                </a:lnTo>
                <a:lnTo>
                  <a:pt x="3239016" y="706697"/>
                </a:lnTo>
                <a:lnTo>
                  <a:pt x="3210464" y="690085"/>
                </a:lnTo>
                <a:lnTo>
                  <a:pt x="3181620" y="673987"/>
                </a:lnTo>
                <a:lnTo>
                  <a:pt x="3152493" y="658407"/>
                </a:lnTo>
                <a:lnTo>
                  <a:pt x="3123091" y="643350"/>
                </a:lnTo>
                <a:lnTo>
                  <a:pt x="3093426" y="628820"/>
                </a:lnTo>
                <a:lnTo>
                  <a:pt x="3063505" y="614824"/>
                </a:lnTo>
                <a:lnTo>
                  <a:pt x="3033339" y="601364"/>
                </a:lnTo>
                <a:lnTo>
                  <a:pt x="3002937" y="588446"/>
                </a:lnTo>
                <a:lnTo>
                  <a:pt x="2972310" y="576074"/>
                </a:lnTo>
                <a:lnTo>
                  <a:pt x="2941466" y="564251"/>
                </a:lnTo>
                <a:lnTo>
                  <a:pt x="2910415" y="552981"/>
                </a:lnTo>
                <a:lnTo>
                  <a:pt x="2879168" y="542268"/>
                </a:lnTo>
                <a:lnTo>
                  <a:pt x="2847734" y="532115"/>
                </a:lnTo>
                <a:lnTo>
                  <a:pt x="2816125" y="522526"/>
                </a:lnTo>
                <a:lnTo>
                  <a:pt x="2784348" y="513503"/>
                </a:lnTo>
                <a:lnTo>
                  <a:pt x="2752416" y="505050"/>
                </a:lnTo>
                <a:lnTo>
                  <a:pt x="2720337" y="497169"/>
                </a:lnTo>
                <a:lnTo>
                  <a:pt x="2688123" y="489863"/>
                </a:lnTo>
                <a:lnTo>
                  <a:pt x="2655783" y="483133"/>
                </a:lnTo>
                <a:lnTo>
                  <a:pt x="2623328" y="476983"/>
                </a:lnTo>
                <a:lnTo>
                  <a:pt x="2590769" y="471414"/>
                </a:lnTo>
                <a:lnTo>
                  <a:pt x="2558115" y="466428"/>
                </a:lnTo>
                <a:lnTo>
                  <a:pt x="2525377" y="462026"/>
                </a:lnTo>
                <a:lnTo>
                  <a:pt x="2492565" y="458210"/>
                </a:lnTo>
                <a:lnTo>
                  <a:pt x="2459691" y="454982"/>
                </a:lnTo>
                <a:lnTo>
                  <a:pt x="2426764" y="452341"/>
                </a:lnTo>
                <a:lnTo>
                  <a:pt x="2393796" y="450290"/>
                </a:lnTo>
                <a:lnTo>
                  <a:pt x="2360795" y="448828"/>
                </a:lnTo>
                <a:lnTo>
                  <a:pt x="2327774" y="447956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DEE">
            <a:extLst xmlns:a="http://schemas.openxmlformats.org/drawingml/2006/main">
              <a:ext uri="{FF2B5EF4-FFF2-40B4-BE49-F238E27FC236}">
                <a16:creationId xmlns:a16="http://schemas.microsoft.com/office/drawing/2014/main" id="{5AF09FB7-DB10-475D-8F94-BA711E3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3011195" y="3412712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</a:t>
            </a:r>
          </a:p>
        </p:txBody>
      </p:sp>
      <p:sp>
        <p:nvSpPr>
          <p:cNvPr id="20" name="2000">
            <a:extLst xmlns:a="http://schemas.openxmlformats.org/drawingml/2006/main">
              <a:ext uri="{FF2B5EF4-FFF2-40B4-BE49-F238E27FC236}">
                <a16:creationId xmlns:a16="http://schemas.microsoft.com/office/drawing/2014/main" id="{2EF68359-4D2C-4DC4-844B-F7D09414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2909222" y="376000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2000</a:t>
            </a:r>
          </a:p>
        </p:txBody>
      </p:sp>
      <p:sp>
        <p:nvSpPr>
          <p:cNvPr id="21" name="2000">
            <a:extLst xmlns:a="http://schemas.openxmlformats.org/drawingml/2006/main">
              <a:ext uri="{FF2B5EF4-FFF2-40B4-BE49-F238E27FC236}">
                <a16:creationId xmlns:a16="http://schemas.microsoft.com/office/drawing/2014/main" id="{91F0BE4B-FE22-4344-98A3-0F63DB76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81818">
            <a:off x="2777730" y="4207820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2000</a:t>
            </a:r>
          </a:p>
        </p:txBody>
      </p:sp>
      <p:sp>
        <p:nvSpPr>
          <p:cNvPr id="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70A833A-4164-41CB-BB30-1F402768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147981" y="232457"/>
                </a:moveTo>
                <a:lnTo>
                  <a:pt x="2168392" y="246349"/>
                </a:lnTo>
                <a:lnTo>
                  <a:pt x="2188551" y="260603"/>
                </a:lnTo>
                <a:lnTo>
                  <a:pt x="2208451" y="275215"/>
                </a:lnTo>
                <a:lnTo>
                  <a:pt x="2228088" y="290180"/>
                </a:lnTo>
                <a:lnTo>
                  <a:pt x="2247454" y="305495"/>
                </a:lnTo>
                <a:lnTo>
                  <a:pt x="2266543" y="321152"/>
                </a:lnTo>
                <a:lnTo>
                  <a:pt x="2285349" y="337149"/>
                </a:lnTo>
                <a:lnTo>
                  <a:pt x="2303866" y="353479"/>
                </a:lnTo>
                <a:lnTo>
                  <a:pt x="2322088" y="370138"/>
                </a:lnTo>
                <a:lnTo>
                  <a:pt x="2340009" y="387120"/>
                </a:lnTo>
                <a:lnTo>
                  <a:pt x="2357625" y="404419"/>
                </a:lnTo>
                <a:lnTo>
                  <a:pt x="2374928" y="422030"/>
                </a:lnTo>
                <a:lnTo>
                  <a:pt x="2391913" y="439948"/>
                </a:lnTo>
                <a:lnTo>
                  <a:pt x="2408576" y="458167"/>
                </a:lnTo>
                <a:lnTo>
                  <a:pt x="2424910" y="476680"/>
                </a:lnTo>
                <a:lnTo>
                  <a:pt x="2440910" y="495483"/>
                </a:lnTo>
                <a:lnTo>
                  <a:pt x="2456572" y="514569"/>
                </a:lnTo>
                <a:lnTo>
                  <a:pt x="2471890" y="533931"/>
                </a:lnTo>
                <a:lnTo>
                  <a:pt x="2486860" y="553565"/>
                </a:lnTo>
                <a:lnTo>
                  <a:pt x="2501476" y="573462"/>
                </a:lnTo>
                <a:lnTo>
                  <a:pt x="2515735" y="593618"/>
                </a:lnTo>
                <a:lnTo>
                  <a:pt x="2529630" y="614026"/>
                </a:lnTo>
                <a:lnTo>
                  <a:pt x="2543159" y="634678"/>
                </a:lnTo>
                <a:lnTo>
                  <a:pt x="2556317" y="655569"/>
                </a:lnTo>
                <a:lnTo>
                  <a:pt x="2569098" y="676692"/>
                </a:lnTo>
                <a:lnTo>
                  <a:pt x="2581501" y="698041"/>
                </a:lnTo>
                <a:lnTo>
                  <a:pt x="2593519" y="719607"/>
                </a:lnTo>
                <a:lnTo>
                  <a:pt x="2605151" y="741385"/>
                </a:lnTo>
                <a:lnTo>
                  <a:pt x="2616391" y="763367"/>
                </a:lnTo>
                <a:lnTo>
                  <a:pt x="2627236" y="785547"/>
                </a:lnTo>
                <a:lnTo>
                  <a:pt x="2017071" y="1077175"/>
                </a:lnTo>
                <a:lnTo>
                  <a:pt x="2011536" y="1065855"/>
                </a:lnTo>
                <a:lnTo>
                  <a:pt x="2005800" y="1054637"/>
                </a:lnTo>
                <a:lnTo>
                  <a:pt x="1999864" y="1043523"/>
                </a:lnTo>
                <a:lnTo>
                  <a:pt x="1993731" y="1032516"/>
                </a:lnTo>
                <a:lnTo>
                  <a:pt x="1987401" y="1021621"/>
                </a:lnTo>
                <a:lnTo>
                  <a:pt x="1980878" y="1010841"/>
                </a:lnTo>
                <a:lnTo>
                  <a:pt x="1974163" y="1000180"/>
                </a:lnTo>
                <a:lnTo>
                  <a:pt x="1967259" y="989640"/>
                </a:lnTo>
                <a:lnTo>
                  <a:pt x="1960167" y="979225"/>
                </a:lnTo>
                <a:lnTo>
                  <a:pt x="1952891" y="968939"/>
                </a:lnTo>
                <a:lnTo>
                  <a:pt x="1945431" y="958784"/>
                </a:lnTo>
                <a:lnTo>
                  <a:pt x="1937791" y="948764"/>
                </a:lnTo>
                <a:lnTo>
                  <a:pt x="1929974" y="938882"/>
                </a:lnTo>
                <a:lnTo>
                  <a:pt x="1921981" y="929142"/>
                </a:lnTo>
                <a:lnTo>
                  <a:pt x="1913815" y="919546"/>
                </a:lnTo>
                <a:lnTo>
                  <a:pt x="1905479" y="910098"/>
                </a:lnTo>
                <a:lnTo>
                  <a:pt x="1896975" y="900800"/>
                </a:lnTo>
                <a:lnTo>
                  <a:pt x="1888307" y="891656"/>
                </a:lnTo>
                <a:lnTo>
                  <a:pt x="1879476" y="882668"/>
                </a:lnTo>
                <a:lnTo>
                  <a:pt x="1870487" y="873839"/>
                </a:lnTo>
                <a:lnTo>
                  <a:pt x="1861341" y="865173"/>
                </a:lnTo>
                <a:lnTo>
                  <a:pt x="1852041" y="856671"/>
                </a:lnTo>
                <a:lnTo>
                  <a:pt x="1842591" y="848337"/>
                </a:lnTo>
                <a:lnTo>
                  <a:pt x="1832993" y="840173"/>
                </a:lnTo>
                <a:lnTo>
                  <a:pt x="1823251" y="832183"/>
                </a:lnTo>
                <a:lnTo>
                  <a:pt x="1813368" y="824367"/>
                </a:lnTo>
                <a:lnTo>
                  <a:pt x="1803347" y="816729"/>
                </a:lnTo>
                <a:lnTo>
                  <a:pt x="1793190" y="809272"/>
                </a:lnTo>
                <a:lnTo>
                  <a:pt x="1782903" y="801998"/>
                </a:lnTo>
                <a:lnTo>
                  <a:pt x="1772486" y="794908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14BB541-44E7-4BB8-9F69-1E35682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2755342" y="298187"/>
                </a:moveTo>
                <a:lnTo>
                  <a:pt x="2781523" y="316006"/>
                </a:lnTo>
                <a:lnTo>
                  <a:pt x="2807382" y="334290"/>
                </a:lnTo>
                <a:lnTo>
                  <a:pt x="2832910" y="353034"/>
                </a:lnTo>
                <a:lnTo>
                  <a:pt x="2858099" y="372231"/>
                </a:lnTo>
                <a:lnTo>
                  <a:pt x="2882941" y="391876"/>
                </a:lnTo>
                <a:lnTo>
                  <a:pt x="2907427" y="411961"/>
                </a:lnTo>
                <a:lnTo>
                  <a:pt x="2931551" y="432481"/>
                </a:lnTo>
                <a:lnTo>
                  <a:pt x="2955304" y="453429"/>
                </a:lnTo>
                <a:lnTo>
                  <a:pt x="2978678" y="474798"/>
                </a:lnTo>
                <a:lnTo>
                  <a:pt x="3001667" y="496581"/>
                </a:lnTo>
                <a:lnTo>
                  <a:pt x="3024263" y="518772"/>
                </a:lnTo>
                <a:lnTo>
                  <a:pt x="3046459" y="541363"/>
                </a:lnTo>
                <a:lnTo>
                  <a:pt x="3068247" y="564347"/>
                </a:lnTo>
                <a:lnTo>
                  <a:pt x="3089621" y="587717"/>
                </a:lnTo>
                <a:lnTo>
                  <a:pt x="3110574" y="611466"/>
                </a:lnTo>
                <a:lnTo>
                  <a:pt x="3131099" y="635585"/>
                </a:lnTo>
                <a:lnTo>
                  <a:pt x="3151189" y="660067"/>
                </a:lnTo>
                <a:lnTo>
                  <a:pt x="3170839" y="684905"/>
                </a:lnTo>
                <a:lnTo>
                  <a:pt x="3190041" y="710090"/>
                </a:lnTo>
                <a:lnTo>
                  <a:pt x="3208790" y="735614"/>
                </a:lnTo>
                <a:lnTo>
                  <a:pt x="3227080" y="761469"/>
                </a:lnTo>
                <a:lnTo>
                  <a:pt x="3244905" y="787647"/>
                </a:lnTo>
                <a:lnTo>
                  <a:pt x="3262259" y="814139"/>
                </a:lnTo>
                <a:lnTo>
                  <a:pt x="3279137" y="840937"/>
                </a:lnTo>
                <a:lnTo>
                  <a:pt x="3295533" y="868033"/>
                </a:lnTo>
                <a:lnTo>
                  <a:pt x="3311442" y="895418"/>
                </a:lnTo>
                <a:lnTo>
                  <a:pt x="3326859" y="923082"/>
                </a:lnTo>
                <a:lnTo>
                  <a:pt x="3341779" y="951018"/>
                </a:lnTo>
                <a:lnTo>
                  <a:pt x="3356198" y="979216"/>
                </a:lnTo>
                <a:lnTo>
                  <a:pt x="3370110" y="1007667"/>
                </a:lnTo>
                <a:lnTo>
                  <a:pt x="3249795" y="1065171"/>
                </a:lnTo>
                <a:lnTo>
                  <a:pt x="3236931" y="1038861"/>
                </a:lnTo>
                <a:lnTo>
                  <a:pt x="3223598" y="1012786"/>
                </a:lnTo>
                <a:lnTo>
                  <a:pt x="3209801" y="986953"/>
                </a:lnTo>
                <a:lnTo>
                  <a:pt x="3195544" y="961371"/>
                </a:lnTo>
                <a:lnTo>
                  <a:pt x="3180832" y="936047"/>
                </a:lnTo>
                <a:lnTo>
                  <a:pt x="3165670" y="910991"/>
                </a:lnTo>
                <a:lnTo>
                  <a:pt x="3150063" y="886210"/>
                </a:lnTo>
                <a:lnTo>
                  <a:pt x="3134015" y="861711"/>
                </a:lnTo>
                <a:lnTo>
                  <a:pt x="3117532" y="837504"/>
                </a:lnTo>
                <a:lnTo>
                  <a:pt x="3100619" y="813595"/>
                </a:lnTo>
                <a:lnTo>
                  <a:pt x="3083281" y="789992"/>
                </a:lnTo>
                <a:lnTo>
                  <a:pt x="3065523" y="766703"/>
                </a:lnTo>
                <a:lnTo>
                  <a:pt x="3047353" y="743735"/>
                </a:lnTo>
                <a:lnTo>
                  <a:pt x="3028775" y="721095"/>
                </a:lnTo>
                <a:lnTo>
                  <a:pt x="3009795" y="698792"/>
                </a:lnTo>
                <a:lnTo>
                  <a:pt x="2990419" y="676831"/>
                </a:lnTo>
                <a:lnTo>
                  <a:pt x="2970654" y="655220"/>
                </a:lnTo>
                <a:lnTo>
                  <a:pt x="2950505" y="633965"/>
                </a:lnTo>
                <a:lnTo>
                  <a:pt x="2929980" y="613074"/>
                </a:lnTo>
                <a:lnTo>
                  <a:pt x="2909085" y="592554"/>
                </a:lnTo>
                <a:lnTo>
                  <a:pt x="2887827" y="572410"/>
                </a:lnTo>
                <a:lnTo>
                  <a:pt x="2866211" y="552650"/>
                </a:lnTo>
                <a:lnTo>
                  <a:pt x="2844246" y="533279"/>
                </a:lnTo>
                <a:lnTo>
                  <a:pt x="2821939" y="514303"/>
                </a:lnTo>
                <a:lnTo>
                  <a:pt x="2799295" y="495730"/>
                </a:lnTo>
                <a:lnTo>
                  <a:pt x="2776323" y="477564"/>
                </a:lnTo>
                <a:lnTo>
                  <a:pt x="2753030" y="459812"/>
                </a:lnTo>
                <a:lnTo>
                  <a:pt x="2729424" y="442479"/>
                </a:lnTo>
                <a:lnTo>
                  <a:pt x="2705511" y="425571"/>
                </a:lnTo>
                <a:lnTo>
                  <a:pt x="2681300" y="409092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7A93E08-7ECA-432A-A99F-776C8F6A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3570093" y="386360"/>
                </a:moveTo>
                <a:lnTo>
                  <a:pt x="3604017" y="409449"/>
                </a:lnTo>
                <a:lnTo>
                  <a:pt x="3637522" y="433140"/>
                </a:lnTo>
                <a:lnTo>
                  <a:pt x="3670599" y="457426"/>
                </a:lnTo>
                <a:lnTo>
                  <a:pt x="3703236" y="482300"/>
                </a:lnTo>
                <a:lnTo>
                  <a:pt x="3735423" y="507753"/>
                </a:lnTo>
                <a:lnTo>
                  <a:pt x="3767150" y="533778"/>
                </a:lnTo>
                <a:lnTo>
                  <a:pt x="3798407" y="560365"/>
                </a:lnTo>
                <a:lnTo>
                  <a:pt x="3829184" y="587507"/>
                </a:lnTo>
                <a:lnTo>
                  <a:pt x="3859470" y="615195"/>
                </a:lnTo>
                <a:lnTo>
                  <a:pt x="3889257" y="643419"/>
                </a:lnTo>
                <a:lnTo>
                  <a:pt x="3918535" y="672172"/>
                </a:lnTo>
                <a:lnTo>
                  <a:pt x="3947293" y="701443"/>
                </a:lnTo>
                <a:lnTo>
                  <a:pt x="3975524" y="731224"/>
                </a:lnTo>
                <a:lnTo>
                  <a:pt x="4003219" y="761505"/>
                </a:lnTo>
                <a:lnTo>
                  <a:pt x="4030367" y="792276"/>
                </a:lnTo>
                <a:lnTo>
                  <a:pt x="4056961" y="823527"/>
                </a:lnTo>
                <a:lnTo>
                  <a:pt x="4082992" y="855249"/>
                </a:lnTo>
                <a:lnTo>
                  <a:pt x="4108452" y="887431"/>
                </a:lnTo>
                <a:lnTo>
                  <a:pt x="4133333" y="920063"/>
                </a:lnTo>
                <a:lnTo>
                  <a:pt x="4157626" y="953134"/>
                </a:lnTo>
                <a:lnTo>
                  <a:pt x="4181325" y="986634"/>
                </a:lnTo>
                <a:lnTo>
                  <a:pt x="4204420" y="1020553"/>
                </a:lnTo>
                <a:lnTo>
                  <a:pt x="4226906" y="1054879"/>
                </a:lnTo>
                <a:lnTo>
                  <a:pt x="4248775" y="1089602"/>
                </a:lnTo>
                <a:lnTo>
                  <a:pt x="4270019" y="1124709"/>
                </a:lnTo>
                <a:lnTo>
                  <a:pt x="4290632" y="1160192"/>
                </a:lnTo>
                <a:lnTo>
                  <a:pt x="4310608" y="1196036"/>
                </a:lnTo>
                <a:lnTo>
                  <a:pt x="4329940" y="1232233"/>
                </a:lnTo>
                <a:lnTo>
                  <a:pt x="4348622" y="1268769"/>
                </a:lnTo>
                <a:lnTo>
                  <a:pt x="4366647" y="1305633"/>
                </a:lnTo>
                <a:lnTo>
                  <a:pt x="3962736" y="1498682"/>
                </a:lnTo>
                <a:lnTo>
                  <a:pt x="3948225" y="1469007"/>
                </a:lnTo>
                <a:lnTo>
                  <a:pt x="3933187" y="1439597"/>
                </a:lnTo>
                <a:lnTo>
                  <a:pt x="3917625" y="1410459"/>
                </a:lnTo>
                <a:lnTo>
                  <a:pt x="3901545" y="1381605"/>
                </a:lnTo>
                <a:lnTo>
                  <a:pt x="3884952" y="1353043"/>
                </a:lnTo>
                <a:lnTo>
                  <a:pt x="3867850" y="1324782"/>
                </a:lnTo>
                <a:lnTo>
                  <a:pt x="3850247" y="1296831"/>
                </a:lnTo>
                <a:lnTo>
                  <a:pt x="3832146" y="1269199"/>
                </a:lnTo>
                <a:lnTo>
                  <a:pt x="3813555" y="1241895"/>
                </a:lnTo>
                <a:lnTo>
                  <a:pt x="3794478" y="1214928"/>
                </a:lnTo>
                <a:lnTo>
                  <a:pt x="3774922" y="1188306"/>
                </a:lnTo>
                <a:lnTo>
                  <a:pt x="3754894" y="1162038"/>
                </a:lnTo>
                <a:lnTo>
                  <a:pt x="3734399" y="1136132"/>
                </a:lnTo>
                <a:lnTo>
                  <a:pt x="3713445" y="1110597"/>
                </a:lnTo>
                <a:lnTo>
                  <a:pt x="3692037" y="1085441"/>
                </a:lnTo>
                <a:lnTo>
                  <a:pt x="3670183" y="1060671"/>
                </a:lnTo>
                <a:lnTo>
                  <a:pt x="3647890" y="1036295"/>
                </a:lnTo>
                <a:lnTo>
                  <a:pt x="3625164" y="1012322"/>
                </a:lnTo>
                <a:lnTo>
                  <a:pt x="3602014" y="988760"/>
                </a:lnTo>
                <a:lnTo>
                  <a:pt x="3578446" y="965614"/>
                </a:lnTo>
                <a:lnTo>
                  <a:pt x="3554469" y="942894"/>
                </a:lnTo>
                <a:lnTo>
                  <a:pt x="3530088" y="920606"/>
                </a:lnTo>
                <a:lnTo>
                  <a:pt x="3505314" y="898757"/>
                </a:lnTo>
                <a:lnTo>
                  <a:pt x="3480153" y="877355"/>
                </a:lnTo>
                <a:lnTo>
                  <a:pt x="3454613" y="856406"/>
                </a:lnTo>
                <a:lnTo>
                  <a:pt x="3428703" y="835916"/>
                </a:lnTo>
                <a:lnTo>
                  <a:pt x="3402431" y="815894"/>
                </a:lnTo>
                <a:lnTo>
                  <a:pt x="3375805" y="796344"/>
                </a:lnTo>
                <a:lnTo>
                  <a:pt x="3348834" y="777273"/>
                </a:lnTo>
                <a:lnTo>
                  <a:pt x="3321526" y="758687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CR">
            <a:extLst xmlns:a="http://schemas.openxmlformats.org/drawingml/2006/main">
              <a:ext uri="{FF2B5EF4-FFF2-40B4-BE49-F238E27FC236}">
                <a16:creationId xmlns:a16="http://schemas.microsoft.com/office/drawing/2014/main" id="{CBDA53BA-636D-46DE-BFA5-B0B5B662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990953" y="4042364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</a:t>
            </a:r>
          </a:p>
        </p:txBody>
      </p:sp>
      <p:sp>
        <p:nvSpPr>
          <p:cNvPr id="26" name="2200">
            <a:extLst xmlns:a="http://schemas.openxmlformats.org/drawingml/2006/main">
              <a:ext uri="{FF2B5EF4-FFF2-40B4-BE49-F238E27FC236}">
                <a16:creationId xmlns:a16="http://schemas.microsoft.com/office/drawing/2014/main" id="{307F97DB-FCDA-492D-B2BA-83EDF8A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717409" y="427939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27" name="2200">
            <a:extLst xmlns:a="http://schemas.openxmlformats.org/drawingml/2006/main">
              <a:ext uri="{FF2B5EF4-FFF2-40B4-BE49-F238E27FC236}">
                <a16:creationId xmlns:a16="http://schemas.microsoft.com/office/drawing/2014/main" id="{027AA4DB-BD78-4295-8C20-92C841A6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45455">
            <a:off x="3364682" y="458503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2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C95BB0E-43C7-4937-8010-11A8814F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647262" y="829398"/>
                </a:moveTo>
                <a:lnTo>
                  <a:pt x="2656922" y="852119"/>
                </a:lnTo>
                <a:lnTo>
                  <a:pt x="2666175" y="875009"/>
                </a:lnTo>
                <a:lnTo>
                  <a:pt x="2675016" y="898061"/>
                </a:lnTo>
                <a:lnTo>
                  <a:pt x="2683445" y="921267"/>
                </a:lnTo>
                <a:lnTo>
                  <a:pt x="2691457" y="944620"/>
                </a:lnTo>
                <a:lnTo>
                  <a:pt x="2699050" y="968112"/>
                </a:lnTo>
                <a:lnTo>
                  <a:pt x="2706222" y="991737"/>
                </a:lnTo>
                <a:lnTo>
                  <a:pt x="2712971" y="1015486"/>
                </a:lnTo>
                <a:lnTo>
                  <a:pt x="2719294" y="1039351"/>
                </a:lnTo>
                <a:lnTo>
                  <a:pt x="2725190" y="1063326"/>
                </a:lnTo>
                <a:lnTo>
                  <a:pt x="2730656" y="1087403"/>
                </a:lnTo>
                <a:lnTo>
                  <a:pt x="2735691" y="1111573"/>
                </a:lnTo>
                <a:lnTo>
                  <a:pt x="2740293" y="1135830"/>
                </a:lnTo>
                <a:lnTo>
                  <a:pt x="2744460" y="1160165"/>
                </a:lnTo>
                <a:lnTo>
                  <a:pt x="2748192" y="1184570"/>
                </a:lnTo>
                <a:lnTo>
                  <a:pt x="2751487" y="1209039"/>
                </a:lnTo>
                <a:lnTo>
                  <a:pt x="2754344" y="1233562"/>
                </a:lnTo>
                <a:lnTo>
                  <a:pt x="2756763" y="1258133"/>
                </a:lnTo>
                <a:lnTo>
                  <a:pt x="2758741" y="1282742"/>
                </a:lnTo>
                <a:lnTo>
                  <a:pt x="2760280" y="1307384"/>
                </a:lnTo>
                <a:lnTo>
                  <a:pt x="2761378" y="1332048"/>
                </a:lnTo>
                <a:lnTo>
                  <a:pt x="2762035" y="1356729"/>
                </a:lnTo>
                <a:lnTo>
                  <a:pt x="2762250" y="1381417"/>
                </a:lnTo>
                <a:lnTo>
                  <a:pt x="2762024" y="1406105"/>
                </a:lnTo>
                <a:lnTo>
                  <a:pt x="2761357" y="1430786"/>
                </a:lnTo>
                <a:lnTo>
                  <a:pt x="2760249" y="1455450"/>
                </a:lnTo>
                <a:lnTo>
                  <a:pt x="2758700" y="1480090"/>
                </a:lnTo>
                <a:lnTo>
                  <a:pt x="2756711" y="1504699"/>
                </a:lnTo>
                <a:lnTo>
                  <a:pt x="2754282" y="1529269"/>
                </a:lnTo>
                <a:lnTo>
                  <a:pt x="2751414" y="1553791"/>
                </a:lnTo>
                <a:lnTo>
                  <a:pt x="2080445" y="1469244"/>
                </a:lnTo>
                <a:lnTo>
                  <a:pt x="2081908" y="1456729"/>
                </a:lnTo>
                <a:lnTo>
                  <a:pt x="2083148" y="1444191"/>
                </a:lnTo>
                <a:lnTo>
                  <a:pt x="2084163" y="1431632"/>
                </a:lnTo>
                <a:lnTo>
                  <a:pt x="2084954" y="1419056"/>
                </a:lnTo>
                <a:lnTo>
                  <a:pt x="2085519" y="1406469"/>
                </a:lnTo>
                <a:lnTo>
                  <a:pt x="2085860" y="1393874"/>
                </a:lnTo>
                <a:lnTo>
                  <a:pt x="2085975" y="1381274"/>
                </a:lnTo>
                <a:lnTo>
                  <a:pt x="2085865" y="1368675"/>
                </a:lnTo>
                <a:lnTo>
                  <a:pt x="2085530" y="1356079"/>
                </a:lnTo>
                <a:lnTo>
                  <a:pt x="2084970" y="1343491"/>
                </a:lnTo>
                <a:lnTo>
                  <a:pt x="2084184" y="1330916"/>
                </a:lnTo>
                <a:lnTo>
                  <a:pt x="2083175" y="1318356"/>
                </a:lnTo>
                <a:lnTo>
                  <a:pt x="2081940" y="1305817"/>
                </a:lnTo>
                <a:lnTo>
                  <a:pt x="2080482" y="1293302"/>
                </a:lnTo>
                <a:lnTo>
                  <a:pt x="2078801" y="1280814"/>
                </a:lnTo>
                <a:lnTo>
                  <a:pt x="2076896" y="1268359"/>
                </a:lnTo>
                <a:lnTo>
                  <a:pt x="2074769" y="1255940"/>
                </a:lnTo>
                <a:lnTo>
                  <a:pt x="2072421" y="1243561"/>
                </a:lnTo>
                <a:lnTo>
                  <a:pt x="2069851" y="1231226"/>
                </a:lnTo>
                <a:lnTo>
                  <a:pt x="2067062" y="1218938"/>
                </a:lnTo>
                <a:lnTo>
                  <a:pt x="2064053" y="1206703"/>
                </a:lnTo>
                <a:lnTo>
                  <a:pt x="2060826" y="1194523"/>
                </a:lnTo>
                <a:lnTo>
                  <a:pt x="2057382" y="1182403"/>
                </a:lnTo>
                <a:lnTo>
                  <a:pt x="2053721" y="1170346"/>
                </a:lnTo>
                <a:lnTo>
                  <a:pt x="2049846" y="1158357"/>
                </a:lnTo>
                <a:lnTo>
                  <a:pt x="2045757" y="1146439"/>
                </a:lnTo>
                <a:lnTo>
                  <a:pt x="2041456" y="1134596"/>
                </a:lnTo>
                <a:lnTo>
                  <a:pt x="2036943" y="1122831"/>
                </a:lnTo>
                <a:lnTo>
                  <a:pt x="2032222" y="1111150"/>
                </a:lnTo>
                <a:lnTo>
                  <a:pt x="2027292" y="1099554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771487C-457F-4464-9D91-550F59A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395799" y="1063918"/>
                </a:moveTo>
                <a:lnTo>
                  <a:pt x="3408190" y="1093063"/>
                </a:lnTo>
                <a:lnTo>
                  <a:pt x="3420059" y="1122425"/>
                </a:lnTo>
                <a:lnTo>
                  <a:pt x="3431400" y="1151995"/>
                </a:lnTo>
                <a:lnTo>
                  <a:pt x="3442212" y="1181763"/>
                </a:lnTo>
                <a:lnTo>
                  <a:pt x="3452489" y="1211719"/>
                </a:lnTo>
                <a:lnTo>
                  <a:pt x="3462230" y="1241854"/>
                </a:lnTo>
                <a:lnTo>
                  <a:pt x="3471430" y="1272159"/>
                </a:lnTo>
                <a:lnTo>
                  <a:pt x="3480087" y="1302623"/>
                </a:lnTo>
                <a:lnTo>
                  <a:pt x="3488198" y="1333237"/>
                </a:lnTo>
                <a:lnTo>
                  <a:pt x="3495761" y="1363991"/>
                </a:lnTo>
                <a:lnTo>
                  <a:pt x="3502772" y="1394876"/>
                </a:lnTo>
                <a:lnTo>
                  <a:pt x="3509231" y="1425880"/>
                </a:lnTo>
                <a:lnTo>
                  <a:pt x="3515134" y="1456996"/>
                </a:lnTo>
                <a:lnTo>
                  <a:pt x="3520480" y="1488212"/>
                </a:lnTo>
                <a:lnTo>
                  <a:pt x="3525267" y="1519518"/>
                </a:lnTo>
                <a:lnTo>
                  <a:pt x="3529494" y="1550905"/>
                </a:lnTo>
                <a:lnTo>
                  <a:pt x="3533159" y="1582362"/>
                </a:lnTo>
                <a:lnTo>
                  <a:pt x="3536261" y="1613880"/>
                </a:lnTo>
                <a:lnTo>
                  <a:pt x="3538799" y="1645449"/>
                </a:lnTo>
                <a:lnTo>
                  <a:pt x="3540773" y="1677058"/>
                </a:lnTo>
                <a:lnTo>
                  <a:pt x="3542181" y="1708697"/>
                </a:lnTo>
                <a:lnTo>
                  <a:pt x="3543024" y="1740356"/>
                </a:lnTo>
                <a:lnTo>
                  <a:pt x="3543300" y="1772025"/>
                </a:lnTo>
                <a:lnTo>
                  <a:pt x="3543010" y="1803694"/>
                </a:lnTo>
                <a:lnTo>
                  <a:pt x="3542154" y="1835353"/>
                </a:lnTo>
                <a:lnTo>
                  <a:pt x="3540733" y="1866991"/>
                </a:lnTo>
                <a:lnTo>
                  <a:pt x="3538746" y="1898599"/>
                </a:lnTo>
                <a:lnTo>
                  <a:pt x="3536194" y="1930166"/>
                </a:lnTo>
                <a:lnTo>
                  <a:pt x="3533079" y="1961683"/>
                </a:lnTo>
                <a:lnTo>
                  <a:pt x="3529400" y="1993139"/>
                </a:lnTo>
                <a:lnTo>
                  <a:pt x="3397097" y="1976468"/>
                </a:lnTo>
                <a:lnTo>
                  <a:pt x="3400498" y="1947379"/>
                </a:lnTo>
                <a:lnTo>
                  <a:pt x="3403379" y="1918235"/>
                </a:lnTo>
                <a:lnTo>
                  <a:pt x="3405739" y="1889044"/>
                </a:lnTo>
                <a:lnTo>
                  <a:pt x="3407576" y="1859815"/>
                </a:lnTo>
                <a:lnTo>
                  <a:pt x="3408891" y="1830558"/>
                </a:lnTo>
                <a:lnTo>
                  <a:pt x="3409682" y="1801282"/>
                </a:lnTo>
                <a:lnTo>
                  <a:pt x="3409950" y="1771997"/>
                </a:lnTo>
                <a:lnTo>
                  <a:pt x="3409694" y="1742711"/>
                </a:lnTo>
                <a:lnTo>
                  <a:pt x="3408915" y="1713435"/>
                </a:lnTo>
                <a:lnTo>
                  <a:pt x="3407613" y="1684177"/>
                </a:lnTo>
                <a:lnTo>
                  <a:pt x="3405788" y="1654948"/>
                </a:lnTo>
                <a:lnTo>
                  <a:pt x="3403441" y="1625756"/>
                </a:lnTo>
                <a:lnTo>
                  <a:pt x="3400572" y="1596610"/>
                </a:lnTo>
                <a:lnTo>
                  <a:pt x="3397183" y="1567520"/>
                </a:lnTo>
                <a:lnTo>
                  <a:pt x="3393274" y="1538496"/>
                </a:lnTo>
                <a:lnTo>
                  <a:pt x="3388848" y="1509546"/>
                </a:lnTo>
                <a:lnTo>
                  <a:pt x="3383904" y="1480679"/>
                </a:lnTo>
                <a:lnTo>
                  <a:pt x="3378445" y="1451906"/>
                </a:lnTo>
                <a:lnTo>
                  <a:pt x="3372473" y="1423235"/>
                </a:lnTo>
                <a:lnTo>
                  <a:pt x="3365989" y="1394675"/>
                </a:lnTo>
                <a:lnTo>
                  <a:pt x="3358996" y="1366236"/>
                </a:lnTo>
                <a:lnTo>
                  <a:pt x="3351495" y="1337926"/>
                </a:lnTo>
                <a:lnTo>
                  <a:pt x="3343490" y="1309755"/>
                </a:lnTo>
                <a:lnTo>
                  <a:pt x="3334982" y="1281731"/>
                </a:lnTo>
                <a:lnTo>
                  <a:pt x="3325975" y="1253864"/>
                </a:lnTo>
                <a:lnTo>
                  <a:pt x="3316471" y="1226163"/>
                </a:lnTo>
                <a:lnTo>
                  <a:pt x="3306473" y="1198636"/>
                </a:lnTo>
                <a:lnTo>
                  <a:pt x="3295985" y="1171292"/>
                </a:lnTo>
                <a:lnTo>
                  <a:pt x="3285010" y="1144139"/>
                </a:lnTo>
                <a:lnTo>
                  <a:pt x="3273551" y="1117188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EA8E03C-C830-4A9C-9AF4-D3896FC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399932" y="1378517"/>
                </a:moveTo>
                <a:lnTo>
                  <a:pt x="4415988" y="1416281"/>
                </a:lnTo>
                <a:lnTo>
                  <a:pt x="4431366" y="1454325"/>
                </a:lnTo>
                <a:lnTo>
                  <a:pt x="4446062" y="1492639"/>
                </a:lnTo>
                <a:lnTo>
                  <a:pt x="4460070" y="1531209"/>
                </a:lnTo>
                <a:lnTo>
                  <a:pt x="4473387" y="1570023"/>
                </a:lnTo>
                <a:lnTo>
                  <a:pt x="4486008" y="1609069"/>
                </a:lnTo>
                <a:lnTo>
                  <a:pt x="4497928" y="1648335"/>
                </a:lnTo>
                <a:lnTo>
                  <a:pt x="4509145" y="1687807"/>
                </a:lnTo>
                <a:lnTo>
                  <a:pt x="4519655" y="1727474"/>
                </a:lnTo>
                <a:lnTo>
                  <a:pt x="4529453" y="1767322"/>
                </a:lnTo>
                <a:lnTo>
                  <a:pt x="4538538" y="1807339"/>
                </a:lnTo>
                <a:lnTo>
                  <a:pt x="4546907" y="1847512"/>
                </a:lnTo>
                <a:lnTo>
                  <a:pt x="4554555" y="1887828"/>
                </a:lnTo>
                <a:lnTo>
                  <a:pt x="4561482" y="1928274"/>
                </a:lnTo>
                <a:lnTo>
                  <a:pt x="4567685" y="1968838"/>
                </a:lnTo>
                <a:lnTo>
                  <a:pt x="4573162" y="2009506"/>
                </a:lnTo>
                <a:lnTo>
                  <a:pt x="4577910" y="2050265"/>
                </a:lnTo>
                <a:lnTo>
                  <a:pt x="4581930" y="2091103"/>
                </a:lnTo>
                <a:lnTo>
                  <a:pt x="4585219" y="2132006"/>
                </a:lnTo>
                <a:lnTo>
                  <a:pt x="4587776" y="2172962"/>
                </a:lnTo>
                <a:lnTo>
                  <a:pt x="4589600" y="2213956"/>
                </a:lnTo>
                <a:lnTo>
                  <a:pt x="4590692" y="2254977"/>
                </a:lnTo>
                <a:lnTo>
                  <a:pt x="4591050" y="2296011"/>
                </a:lnTo>
                <a:lnTo>
                  <a:pt x="4590674" y="2337044"/>
                </a:lnTo>
                <a:lnTo>
                  <a:pt x="4589566" y="2378064"/>
                </a:lnTo>
                <a:lnTo>
                  <a:pt x="4587724" y="2419058"/>
                </a:lnTo>
                <a:lnTo>
                  <a:pt x="4585149" y="2460012"/>
                </a:lnTo>
                <a:lnTo>
                  <a:pt x="4581843" y="2500914"/>
                </a:lnTo>
                <a:lnTo>
                  <a:pt x="4577806" y="2541750"/>
                </a:lnTo>
                <a:lnTo>
                  <a:pt x="4573040" y="2582508"/>
                </a:lnTo>
                <a:lnTo>
                  <a:pt x="4128878" y="2526540"/>
                </a:lnTo>
                <a:lnTo>
                  <a:pt x="4132714" y="2493731"/>
                </a:lnTo>
                <a:lnTo>
                  <a:pt x="4135964" y="2460859"/>
                </a:lnTo>
                <a:lnTo>
                  <a:pt x="4138625" y="2427934"/>
                </a:lnTo>
                <a:lnTo>
                  <a:pt x="4140697" y="2394967"/>
                </a:lnTo>
                <a:lnTo>
                  <a:pt x="4142180" y="2361967"/>
                </a:lnTo>
                <a:lnTo>
                  <a:pt x="4143073" y="2328947"/>
                </a:lnTo>
                <a:lnTo>
                  <a:pt x="4143375" y="2295916"/>
                </a:lnTo>
                <a:lnTo>
                  <a:pt x="4143087" y="2262885"/>
                </a:lnTo>
                <a:lnTo>
                  <a:pt x="4142208" y="2229864"/>
                </a:lnTo>
                <a:lnTo>
                  <a:pt x="4140739" y="2196864"/>
                </a:lnTo>
                <a:lnTo>
                  <a:pt x="4138681" y="2163896"/>
                </a:lnTo>
                <a:lnTo>
                  <a:pt x="4136033" y="2130970"/>
                </a:lnTo>
                <a:lnTo>
                  <a:pt x="4132798" y="2098096"/>
                </a:lnTo>
                <a:lnTo>
                  <a:pt x="4128975" y="2065285"/>
                </a:lnTo>
                <a:lnTo>
                  <a:pt x="4124567" y="2032549"/>
                </a:lnTo>
                <a:lnTo>
                  <a:pt x="4119573" y="1999896"/>
                </a:lnTo>
                <a:lnTo>
                  <a:pt x="4113998" y="1967337"/>
                </a:lnTo>
                <a:lnTo>
                  <a:pt x="4107840" y="1934884"/>
                </a:lnTo>
                <a:lnTo>
                  <a:pt x="4101104" y="1902545"/>
                </a:lnTo>
                <a:lnTo>
                  <a:pt x="4093791" y="1870332"/>
                </a:lnTo>
                <a:lnTo>
                  <a:pt x="4085903" y="1838256"/>
                </a:lnTo>
                <a:lnTo>
                  <a:pt x="4077443" y="1806325"/>
                </a:lnTo>
                <a:lnTo>
                  <a:pt x="4068414" y="1774550"/>
                </a:lnTo>
                <a:lnTo>
                  <a:pt x="4058818" y="1742942"/>
                </a:lnTo>
                <a:lnTo>
                  <a:pt x="4048659" y="1711511"/>
                </a:lnTo>
                <a:lnTo>
                  <a:pt x="4037939" y="1680266"/>
                </a:lnTo>
                <a:lnTo>
                  <a:pt x="4026663" y="1649218"/>
                </a:lnTo>
                <a:lnTo>
                  <a:pt x="4014833" y="1618377"/>
                </a:lnTo>
                <a:lnTo>
                  <a:pt x="4002454" y="1587751"/>
                </a:lnTo>
                <a:lnTo>
                  <a:pt x="3989529" y="1557352"/>
                </a:lnTo>
                <a:close/>
              </a:path>
            </a:pathLst>
          </a:custGeom>
          <a:solidFill xmlns:a="http://schemas.openxmlformats.org/drawingml/2006/main">
            <a:srgbClr val="DCCC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SPM">
            <a:extLst xmlns:a="http://schemas.openxmlformats.org/drawingml/2006/main">
              <a:ext uri="{FF2B5EF4-FFF2-40B4-BE49-F238E27FC236}">
                <a16:creationId xmlns:a16="http://schemas.microsoft.com/office/drawing/2014/main" id="{69A5B199-FE4C-45AC-8A7B-5032B1B5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4474762" y="5101758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SPM</a:t>
            </a:r>
          </a:p>
        </p:txBody>
      </p:sp>
      <p:sp>
        <p:nvSpPr>
          <p:cNvPr id="32" name="596">
            <a:extLst xmlns:a="http://schemas.openxmlformats.org/drawingml/2006/main">
              <a:ext uri="{FF2B5EF4-FFF2-40B4-BE49-F238E27FC236}">
                <a16:creationId xmlns:a16="http://schemas.microsoft.com/office/drawing/2014/main" id="{4DC26E54-6163-41FE-ABF2-266421A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4116496" y="5153269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596</a:t>
            </a:r>
          </a:p>
        </p:txBody>
      </p:sp>
      <p:sp>
        <p:nvSpPr>
          <p:cNvPr id="33" name="298">
            <a:extLst xmlns:a="http://schemas.openxmlformats.org/drawingml/2006/main">
              <a:ext uri="{FF2B5EF4-FFF2-40B4-BE49-F238E27FC236}">
                <a16:creationId xmlns:a16="http://schemas.microsoft.com/office/drawing/2014/main" id="{1395F026-62F8-4A8F-9E82-FE87CD9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909091">
            <a:off x="3654521" y="521969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298</a:t>
            </a:r>
          </a:p>
        </p:txBody>
      </p:sp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30BCF3E-BE02-4E92-80E7-6E08B83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744554" y="1601508"/>
                </a:moveTo>
                <a:lnTo>
                  <a:pt x="2740396" y="1625845"/>
                </a:lnTo>
                <a:lnTo>
                  <a:pt x="2735805" y="1650103"/>
                </a:lnTo>
                <a:lnTo>
                  <a:pt x="2730780" y="1674276"/>
                </a:lnTo>
                <a:lnTo>
                  <a:pt x="2725324" y="1698355"/>
                </a:lnTo>
                <a:lnTo>
                  <a:pt x="2719439" y="1722332"/>
                </a:lnTo>
                <a:lnTo>
                  <a:pt x="2713126" y="1746201"/>
                </a:lnTo>
                <a:lnTo>
                  <a:pt x="2706387" y="1769953"/>
                </a:lnTo>
                <a:lnTo>
                  <a:pt x="2699225" y="1793580"/>
                </a:lnTo>
                <a:lnTo>
                  <a:pt x="2691641" y="1817076"/>
                </a:lnTo>
                <a:lnTo>
                  <a:pt x="2683639" y="1840432"/>
                </a:lnTo>
                <a:lnTo>
                  <a:pt x="2675221" y="1863642"/>
                </a:lnTo>
                <a:lnTo>
                  <a:pt x="2666389" y="1886697"/>
                </a:lnTo>
                <a:lnTo>
                  <a:pt x="2657146" y="1909591"/>
                </a:lnTo>
                <a:lnTo>
                  <a:pt x="2647496" y="1932316"/>
                </a:lnTo>
                <a:lnTo>
                  <a:pt x="2637440" y="1954865"/>
                </a:lnTo>
                <a:lnTo>
                  <a:pt x="2626984" y="1977231"/>
                </a:lnTo>
                <a:lnTo>
                  <a:pt x="2616129" y="1999406"/>
                </a:lnTo>
                <a:lnTo>
                  <a:pt x="2604880" y="2021383"/>
                </a:lnTo>
                <a:lnTo>
                  <a:pt x="2593239" y="2043156"/>
                </a:lnTo>
                <a:lnTo>
                  <a:pt x="2581212" y="2064717"/>
                </a:lnTo>
                <a:lnTo>
                  <a:pt x="2568800" y="2086060"/>
                </a:lnTo>
                <a:lnTo>
                  <a:pt x="2556010" y="2107178"/>
                </a:lnTo>
                <a:lnTo>
                  <a:pt x="2542843" y="2128063"/>
                </a:lnTo>
                <a:lnTo>
                  <a:pt x="2529306" y="2148710"/>
                </a:lnTo>
                <a:lnTo>
                  <a:pt x="2515401" y="2169112"/>
                </a:lnTo>
                <a:lnTo>
                  <a:pt x="2501135" y="2189262"/>
                </a:lnTo>
                <a:lnTo>
                  <a:pt x="2486510" y="2209153"/>
                </a:lnTo>
                <a:lnTo>
                  <a:pt x="2471532" y="2228780"/>
                </a:lnTo>
                <a:lnTo>
                  <a:pt x="2456205" y="2248136"/>
                </a:lnTo>
                <a:lnTo>
                  <a:pt x="2440535" y="2267215"/>
                </a:lnTo>
                <a:lnTo>
                  <a:pt x="1921790" y="1833337"/>
                </a:lnTo>
                <a:lnTo>
                  <a:pt x="1929787" y="1823600"/>
                </a:lnTo>
                <a:lnTo>
                  <a:pt x="1937608" y="1813721"/>
                </a:lnTo>
                <a:lnTo>
                  <a:pt x="1945252" y="1803705"/>
                </a:lnTo>
                <a:lnTo>
                  <a:pt x="1952716" y="1793553"/>
                </a:lnTo>
                <a:lnTo>
                  <a:pt x="1959997" y="1783270"/>
                </a:lnTo>
                <a:lnTo>
                  <a:pt x="1967093" y="1772858"/>
                </a:lnTo>
                <a:lnTo>
                  <a:pt x="1974002" y="1762321"/>
                </a:lnTo>
                <a:lnTo>
                  <a:pt x="1980721" y="1751662"/>
                </a:lnTo>
                <a:lnTo>
                  <a:pt x="1987249" y="1740885"/>
                </a:lnTo>
                <a:lnTo>
                  <a:pt x="1993583" y="1729993"/>
                </a:lnTo>
                <a:lnTo>
                  <a:pt x="1999721" y="1718989"/>
                </a:lnTo>
                <a:lnTo>
                  <a:pt x="2005662" y="1707877"/>
                </a:lnTo>
                <a:lnTo>
                  <a:pt x="2011403" y="1696661"/>
                </a:lnTo>
                <a:lnTo>
                  <a:pt x="2016943" y="1685344"/>
                </a:lnTo>
                <a:lnTo>
                  <a:pt x="2022279" y="1673930"/>
                </a:lnTo>
                <a:lnTo>
                  <a:pt x="2027411" y="1662423"/>
                </a:lnTo>
                <a:lnTo>
                  <a:pt x="2032336" y="1650825"/>
                </a:lnTo>
                <a:lnTo>
                  <a:pt x="2037053" y="1639141"/>
                </a:lnTo>
                <a:lnTo>
                  <a:pt x="2041560" y="1627375"/>
                </a:lnTo>
                <a:lnTo>
                  <a:pt x="2045856" y="1615530"/>
                </a:lnTo>
                <a:lnTo>
                  <a:pt x="2049940" y="1603610"/>
                </a:lnTo>
                <a:lnTo>
                  <a:pt x="2053810" y="1591619"/>
                </a:lnTo>
                <a:lnTo>
                  <a:pt x="2057466" y="1579561"/>
                </a:lnTo>
                <a:lnTo>
                  <a:pt x="2060905" y="1567440"/>
                </a:lnTo>
                <a:lnTo>
                  <a:pt x="2064127" y="1555258"/>
                </a:lnTo>
                <a:lnTo>
                  <a:pt x="2067130" y="1543022"/>
                </a:lnTo>
                <a:lnTo>
                  <a:pt x="2069914" y="1530733"/>
                </a:lnTo>
                <a:lnTo>
                  <a:pt x="2072479" y="1518397"/>
                </a:lnTo>
                <a:lnTo>
                  <a:pt x="2074822" y="1506017"/>
                </a:lnTo>
                <a:lnTo>
                  <a:pt x="2076944" y="1493596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98EE653-E3AC-4B5F-8877-BC51D96A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520600" y="2054349"/>
                </a:moveTo>
                <a:lnTo>
                  <a:pt x="3515267" y="2085567"/>
                </a:lnTo>
                <a:lnTo>
                  <a:pt x="3509377" y="2116684"/>
                </a:lnTo>
                <a:lnTo>
                  <a:pt x="3502932" y="2147692"/>
                </a:lnTo>
                <a:lnTo>
                  <a:pt x="3495933" y="2178579"/>
                </a:lnTo>
                <a:lnTo>
                  <a:pt x="3488384" y="2209337"/>
                </a:lnTo>
                <a:lnTo>
                  <a:pt x="3480285" y="2239954"/>
                </a:lnTo>
                <a:lnTo>
                  <a:pt x="3471641" y="2270422"/>
                </a:lnTo>
                <a:lnTo>
                  <a:pt x="3462454" y="2300730"/>
                </a:lnTo>
                <a:lnTo>
                  <a:pt x="3452726" y="2330870"/>
                </a:lnTo>
                <a:lnTo>
                  <a:pt x="3442461" y="2360830"/>
                </a:lnTo>
                <a:lnTo>
                  <a:pt x="3431662" y="2390603"/>
                </a:lnTo>
                <a:lnTo>
                  <a:pt x="3420333" y="2420177"/>
                </a:lnTo>
                <a:lnTo>
                  <a:pt x="3408477" y="2449545"/>
                </a:lnTo>
                <a:lnTo>
                  <a:pt x="3396098" y="2478695"/>
                </a:lnTo>
                <a:lnTo>
                  <a:pt x="3383200" y="2507620"/>
                </a:lnTo>
                <a:lnTo>
                  <a:pt x="3369786" y="2536310"/>
                </a:lnTo>
                <a:lnTo>
                  <a:pt x="3355862" y="2564755"/>
                </a:lnTo>
                <a:lnTo>
                  <a:pt x="3341432" y="2592947"/>
                </a:lnTo>
                <a:lnTo>
                  <a:pt x="3326500" y="2620876"/>
                </a:lnTo>
                <a:lnTo>
                  <a:pt x="3311071" y="2648534"/>
                </a:lnTo>
                <a:lnTo>
                  <a:pt x="3295151" y="2675912"/>
                </a:lnTo>
                <a:lnTo>
                  <a:pt x="3278743" y="2703000"/>
                </a:lnTo>
                <a:lnTo>
                  <a:pt x="3261854" y="2729792"/>
                </a:lnTo>
                <a:lnTo>
                  <a:pt x="3244489" y="2756277"/>
                </a:lnTo>
                <a:lnTo>
                  <a:pt x="3226653" y="2782447"/>
                </a:lnTo>
                <a:lnTo>
                  <a:pt x="3208352" y="2808294"/>
                </a:lnTo>
                <a:lnTo>
                  <a:pt x="3189592" y="2833810"/>
                </a:lnTo>
                <a:lnTo>
                  <a:pt x="3170379" y="2858987"/>
                </a:lnTo>
                <a:lnTo>
                  <a:pt x="3150719" y="2883816"/>
                </a:lnTo>
                <a:lnTo>
                  <a:pt x="3130618" y="2908290"/>
                </a:lnTo>
                <a:lnTo>
                  <a:pt x="3028330" y="2822736"/>
                </a:lnTo>
                <a:lnTo>
                  <a:pt x="3046918" y="2800105"/>
                </a:lnTo>
                <a:lnTo>
                  <a:pt x="3065098" y="2777144"/>
                </a:lnTo>
                <a:lnTo>
                  <a:pt x="3082865" y="2753863"/>
                </a:lnTo>
                <a:lnTo>
                  <a:pt x="3100213" y="2730267"/>
                </a:lnTo>
                <a:lnTo>
                  <a:pt x="3117137" y="2706365"/>
                </a:lnTo>
                <a:lnTo>
                  <a:pt x="3133630" y="2682165"/>
                </a:lnTo>
                <a:lnTo>
                  <a:pt x="3149688" y="2657673"/>
                </a:lnTo>
                <a:lnTo>
                  <a:pt x="3165306" y="2632899"/>
                </a:lnTo>
                <a:lnTo>
                  <a:pt x="3180479" y="2607849"/>
                </a:lnTo>
                <a:lnTo>
                  <a:pt x="3195201" y="2582532"/>
                </a:lnTo>
                <a:lnTo>
                  <a:pt x="3209468" y="2556956"/>
                </a:lnTo>
                <a:lnTo>
                  <a:pt x="3223276" y="2531129"/>
                </a:lnTo>
                <a:lnTo>
                  <a:pt x="3236620" y="2505059"/>
                </a:lnTo>
                <a:lnTo>
                  <a:pt x="3249496" y="2478755"/>
                </a:lnTo>
                <a:lnTo>
                  <a:pt x="3261900" y="2452224"/>
                </a:lnTo>
                <a:lnTo>
                  <a:pt x="3273828" y="2425477"/>
                </a:lnTo>
                <a:lnTo>
                  <a:pt x="3285275" y="2398520"/>
                </a:lnTo>
                <a:lnTo>
                  <a:pt x="3296239" y="2371363"/>
                </a:lnTo>
                <a:lnTo>
                  <a:pt x="3306715" y="2344015"/>
                </a:lnTo>
                <a:lnTo>
                  <a:pt x="3316701" y="2316483"/>
                </a:lnTo>
                <a:lnTo>
                  <a:pt x="3326194" y="2288778"/>
                </a:lnTo>
                <a:lnTo>
                  <a:pt x="3335189" y="2260907"/>
                </a:lnTo>
                <a:lnTo>
                  <a:pt x="3343685" y="2232880"/>
                </a:lnTo>
                <a:lnTo>
                  <a:pt x="3351678" y="2204705"/>
                </a:lnTo>
                <a:lnTo>
                  <a:pt x="3359167" y="2176392"/>
                </a:lnTo>
                <a:lnTo>
                  <a:pt x="3366148" y="2147950"/>
                </a:lnTo>
                <a:lnTo>
                  <a:pt x="3372620" y="2119388"/>
                </a:lnTo>
                <a:lnTo>
                  <a:pt x="3378580" y="2090714"/>
                </a:lnTo>
                <a:lnTo>
                  <a:pt x="3384027" y="2061938"/>
                </a:lnTo>
                <a:lnTo>
                  <a:pt x="3388958" y="2033070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9B7D319-48E8-4F5E-9BEE-46A3BFA8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561637" y="2661817"/>
                </a:moveTo>
                <a:lnTo>
                  <a:pt x="4554728" y="2702266"/>
                </a:lnTo>
                <a:lnTo>
                  <a:pt x="4547096" y="2742586"/>
                </a:lnTo>
                <a:lnTo>
                  <a:pt x="4538745" y="2782762"/>
                </a:lnTo>
                <a:lnTo>
                  <a:pt x="4529677" y="2822783"/>
                </a:lnTo>
                <a:lnTo>
                  <a:pt x="4519895" y="2862635"/>
                </a:lnTo>
                <a:lnTo>
                  <a:pt x="4509402" y="2902306"/>
                </a:lnTo>
                <a:lnTo>
                  <a:pt x="4498202" y="2941783"/>
                </a:lnTo>
                <a:lnTo>
                  <a:pt x="4486298" y="2981054"/>
                </a:lnTo>
                <a:lnTo>
                  <a:pt x="4473694" y="3020105"/>
                </a:lnTo>
                <a:lnTo>
                  <a:pt x="4460393" y="3058925"/>
                </a:lnTo>
                <a:lnTo>
                  <a:pt x="4446401" y="3097501"/>
                </a:lnTo>
                <a:lnTo>
                  <a:pt x="4431722" y="3135821"/>
                </a:lnTo>
                <a:lnTo>
                  <a:pt x="4416360" y="3173872"/>
                </a:lnTo>
                <a:lnTo>
                  <a:pt x="4400320" y="3211643"/>
                </a:lnTo>
                <a:lnTo>
                  <a:pt x="4383608" y="3249121"/>
                </a:lnTo>
                <a:lnTo>
                  <a:pt x="4366228" y="3286294"/>
                </a:lnTo>
                <a:lnTo>
                  <a:pt x="4348187" y="3323150"/>
                </a:lnTo>
                <a:lnTo>
                  <a:pt x="4329490" y="3359678"/>
                </a:lnTo>
                <a:lnTo>
                  <a:pt x="4310143" y="3395866"/>
                </a:lnTo>
                <a:lnTo>
                  <a:pt x="4290152" y="3431703"/>
                </a:lnTo>
                <a:lnTo>
                  <a:pt x="4269523" y="3467176"/>
                </a:lnTo>
                <a:lnTo>
                  <a:pt x="4248264" y="3502275"/>
                </a:lnTo>
                <a:lnTo>
                  <a:pt x="4226381" y="3536988"/>
                </a:lnTo>
                <a:lnTo>
                  <a:pt x="4203881" y="3571305"/>
                </a:lnTo>
                <a:lnTo>
                  <a:pt x="4180771" y="3605213"/>
                </a:lnTo>
                <a:lnTo>
                  <a:pt x="4157058" y="3638704"/>
                </a:lnTo>
                <a:lnTo>
                  <a:pt x="4132751" y="3671765"/>
                </a:lnTo>
                <a:lnTo>
                  <a:pt x="4107856" y="3704386"/>
                </a:lnTo>
                <a:lnTo>
                  <a:pt x="4082383" y="3736557"/>
                </a:lnTo>
                <a:lnTo>
                  <a:pt x="4056338" y="3768268"/>
                </a:lnTo>
                <a:lnTo>
                  <a:pt x="3712943" y="3481053"/>
                </a:lnTo>
                <a:lnTo>
                  <a:pt x="3733908" y="3455526"/>
                </a:lnTo>
                <a:lnTo>
                  <a:pt x="3754414" y="3429629"/>
                </a:lnTo>
                <a:lnTo>
                  <a:pt x="3774454" y="3403370"/>
                </a:lnTo>
                <a:lnTo>
                  <a:pt x="3794021" y="3376756"/>
                </a:lnTo>
                <a:lnTo>
                  <a:pt x="3813109" y="3349797"/>
                </a:lnTo>
                <a:lnTo>
                  <a:pt x="3831712" y="3322501"/>
                </a:lnTo>
                <a:lnTo>
                  <a:pt x="3849824" y="3294877"/>
                </a:lnTo>
                <a:lnTo>
                  <a:pt x="3867439" y="3266934"/>
                </a:lnTo>
                <a:lnTo>
                  <a:pt x="3884553" y="3238680"/>
                </a:lnTo>
                <a:lnTo>
                  <a:pt x="3901158" y="3210124"/>
                </a:lnTo>
                <a:lnTo>
                  <a:pt x="3917250" y="3181277"/>
                </a:lnTo>
                <a:lnTo>
                  <a:pt x="3932825" y="3152146"/>
                </a:lnTo>
                <a:lnTo>
                  <a:pt x="3947875" y="3122742"/>
                </a:lnTo>
                <a:lnTo>
                  <a:pt x="3962398" y="3093073"/>
                </a:lnTo>
                <a:lnTo>
                  <a:pt x="3976388" y="3063150"/>
                </a:lnTo>
                <a:lnTo>
                  <a:pt x="3989842" y="3032981"/>
                </a:lnTo>
                <a:lnTo>
                  <a:pt x="4002753" y="3002576"/>
                </a:lnTo>
                <a:lnTo>
                  <a:pt x="4015119" y="2971946"/>
                </a:lnTo>
                <a:lnTo>
                  <a:pt x="4026936" y="2941099"/>
                </a:lnTo>
                <a:lnTo>
                  <a:pt x="4038199" y="2910046"/>
                </a:lnTo>
                <a:lnTo>
                  <a:pt x="4048906" y="2878797"/>
                </a:lnTo>
                <a:lnTo>
                  <a:pt x="4059052" y="2847361"/>
                </a:lnTo>
                <a:lnTo>
                  <a:pt x="4068634" y="2815749"/>
                </a:lnTo>
                <a:lnTo>
                  <a:pt x="4077650" y="2783971"/>
                </a:lnTo>
                <a:lnTo>
                  <a:pt x="4086097" y="2752037"/>
                </a:lnTo>
                <a:lnTo>
                  <a:pt x="4093971" y="2719957"/>
                </a:lnTo>
                <a:lnTo>
                  <a:pt x="4101270" y="2687741"/>
                </a:lnTo>
                <a:lnTo>
                  <a:pt x="4107993" y="2655400"/>
                </a:lnTo>
                <a:lnTo>
                  <a:pt x="4114136" y="2622943"/>
                </a:lnTo>
                <a:lnTo>
                  <a:pt x="4119698" y="2590383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GP">
            <a:extLst xmlns:a="http://schemas.openxmlformats.org/drawingml/2006/main">
              <a:ext uri="{FF2B5EF4-FFF2-40B4-BE49-F238E27FC236}">
                <a16:creationId xmlns:a16="http://schemas.microsoft.com/office/drawing/2014/main" id="{5739A6CE-36B5-4E49-BB4A-CC861A4A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4309016" y="6254544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GP</a:t>
            </a:r>
          </a:p>
        </p:txBody>
      </p:sp>
      <p:sp>
        <p:nvSpPr>
          <p:cNvPr id="38" name="523">
            <a:extLst xmlns:a="http://schemas.openxmlformats.org/drawingml/2006/main">
              <a:ext uri="{FF2B5EF4-FFF2-40B4-BE49-F238E27FC236}">
                <a16:creationId xmlns:a16="http://schemas.microsoft.com/office/drawing/2014/main" id="{6C595649-4D50-4C13-8DB7-ACBEC53E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3979775" y="6104185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523</a:t>
            </a:r>
          </a:p>
        </p:txBody>
      </p:sp>
      <p:sp>
        <p:nvSpPr>
          <p:cNvPr id="39" name="1918">
            <a:extLst xmlns:a="http://schemas.openxmlformats.org/drawingml/2006/main">
              <a:ext uri="{FF2B5EF4-FFF2-40B4-BE49-F238E27FC236}">
                <a16:creationId xmlns:a16="http://schemas.microsoft.com/office/drawing/2014/main" id="{D5E114C8-D72E-4192-8FA9-7635D260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27273">
            <a:off x="3555227" y="5910300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1918</a:t>
            </a:r>
          </a:p>
        </p:txBody>
      </p:sp>
      <p:sp>
        <p:nvSpPr>
          <p:cNvPr id="4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2BD77AB-7880-402E-8917-3C3CA7C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2408966" y="2303648"/>
                </a:moveTo>
                <a:lnTo>
                  <a:pt x="2392311" y="2321874"/>
                </a:lnTo>
                <a:lnTo>
                  <a:pt x="2375333" y="2339799"/>
                </a:lnTo>
                <a:lnTo>
                  <a:pt x="2358038" y="2357418"/>
                </a:lnTo>
                <a:lnTo>
                  <a:pt x="2340430" y="2374725"/>
                </a:lnTo>
                <a:lnTo>
                  <a:pt x="2322516" y="2391714"/>
                </a:lnTo>
                <a:lnTo>
                  <a:pt x="2304300" y="2408380"/>
                </a:lnTo>
                <a:lnTo>
                  <a:pt x="2285790" y="2424718"/>
                </a:lnTo>
                <a:lnTo>
                  <a:pt x="2266991" y="2440723"/>
                </a:lnTo>
                <a:lnTo>
                  <a:pt x="2247909" y="2456389"/>
                </a:lnTo>
                <a:lnTo>
                  <a:pt x="2228549" y="2471711"/>
                </a:lnTo>
                <a:lnTo>
                  <a:pt x="2208919" y="2486685"/>
                </a:lnTo>
                <a:lnTo>
                  <a:pt x="2189025" y="2501306"/>
                </a:lnTo>
                <a:lnTo>
                  <a:pt x="2168872" y="2515568"/>
                </a:lnTo>
                <a:lnTo>
                  <a:pt x="2148467" y="2529468"/>
                </a:lnTo>
                <a:lnTo>
                  <a:pt x="2127818" y="2543001"/>
                </a:lnTo>
                <a:lnTo>
                  <a:pt x="2106929" y="2556163"/>
                </a:lnTo>
                <a:lnTo>
                  <a:pt x="2085809" y="2568949"/>
                </a:lnTo>
                <a:lnTo>
                  <a:pt x="2064463" y="2581356"/>
                </a:lnTo>
                <a:lnTo>
                  <a:pt x="2042900" y="2593379"/>
                </a:lnTo>
                <a:lnTo>
                  <a:pt x="2021124" y="2605015"/>
                </a:lnTo>
                <a:lnTo>
                  <a:pt x="1999144" y="2616260"/>
                </a:lnTo>
                <a:lnTo>
                  <a:pt x="1976967" y="2627110"/>
                </a:lnTo>
                <a:lnTo>
                  <a:pt x="1954599" y="2637562"/>
                </a:lnTo>
                <a:lnTo>
                  <a:pt x="1932048" y="2647612"/>
                </a:lnTo>
                <a:lnTo>
                  <a:pt x="1909321" y="2657258"/>
                </a:lnTo>
                <a:lnTo>
                  <a:pt x="1886425" y="2666496"/>
                </a:lnTo>
                <a:lnTo>
                  <a:pt x="1863368" y="2675323"/>
                </a:lnTo>
                <a:lnTo>
                  <a:pt x="1840157" y="2683736"/>
                </a:lnTo>
                <a:lnTo>
                  <a:pt x="1816799" y="2691734"/>
                </a:lnTo>
                <a:lnTo>
                  <a:pt x="1793301" y="2699312"/>
                </a:lnTo>
                <a:lnTo>
                  <a:pt x="1591477" y="2053855"/>
                </a:lnTo>
                <a:lnTo>
                  <a:pt x="1603469" y="2049987"/>
                </a:lnTo>
                <a:lnTo>
                  <a:pt x="1615389" y="2045906"/>
                </a:lnTo>
                <a:lnTo>
                  <a:pt x="1627235" y="2041612"/>
                </a:lnTo>
                <a:lnTo>
                  <a:pt x="1639002" y="2037107"/>
                </a:lnTo>
                <a:lnTo>
                  <a:pt x="1650687" y="2032393"/>
                </a:lnTo>
                <a:lnTo>
                  <a:pt x="1662286" y="2027470"/>
                </a:lnTo>
                <a:lnTo>
                  <a:pt x="1673795" y="2022341"/>
                </a:lnTo>
                <a:lnTo>
                  <a:pt x="1685210" y="2017007"/>
                </a:lnTo>
                <a:lnTo>
                  <a:pt x="1696528" y="2011470"/>
                </a:lnTo>
                <a:lnTo>
                  <a:pt x="1707745" y="2005731"/>
                </a:lnTo>
                <a:lnTo>
                  <a:pt x="1718858" y="1999793"/>
                </a:lnTo>
                <a:lnTo>
                  <a:pt x="1729863" y="1993657"/>
                </a:lnTo>
                <a:lnTo>
                  <a:pt x="1740757" y="1987325"/>
                </a:lnTo>
                <a:lnTo>
                  <a:pt x="1751535" y="1980800"/>
                </a:lnTo>
                <a:lnTo>
                  <a:pt x="1762196" y="1974083"/>
                </a:lnTo>
                <a:lnTo>
                  <a:pt x="1772734" y="1967176"/>
                </a:lnTo>
                <a:lnTo>
                  <a:pt x="1783148" y="1960082"/>
                </a:lnTo>
                <a:lnTo>
                  <a:pt x="1793432" y="1952803"/>
                </a:lnTo>
                <a:lnTo>
                  <a:pt x="1803586" y="1945342"/>
                </a:lnTo>
                <a:lnTo>
                  <a:pt x="1813604" y="1937700"/>
                </a:lnTo>
                <a:lnTo>
                  <a:pt x="1823484" y="1929880"/>
                </a:lnTo>
                <a:lnTo>
                  <a:pt x="1833222" y="1921885"/>
                </a:lnTo>
                <a:lnTo>
                  <a:pt x="1842816" y="1913717"/>
                </a:lnTo>
                <a:lnTo>
                  <a:pt x="1852263" y="1905379"/>
                </a:lnTo>
                <a:lnTo>
                  <a:pt x="1861559" y="1896874"/>
                </a:lnTo>
                <a:lnTo>
                  <a:pt x="1870701" y="1888203"/>
                </a:lnTo>
                <a:lnTo>
                  <a:pt x="1879687" y="1879371"/>
                </a:lnTo>
                <a:lnTo>
                  <a:pt x="1888514" y="1870379"/>
                </a:lnTo>
                <a:lnTo>
                  <a:pt x="1897179" y="1861231"/>
                </a:lnTo>
                <a:lnTo>
                  <a:pt x="1905678" y="1851930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AC599F7-2678-4915-8D43-214DC52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3090122" y="2955025"/>
                </a:moveTo>
                <a:lnTo>
                  <a:pt x="3068758" y="2978404"/>
                </a:lnTo>
                <a:lnTo>
                  <a:pt x="3046979" y="3001398"/>
                </a:lnTo>
                <a:lnTo>
                  <a:pt x="3024793" y="3023998"/>
                </a:lnTo>
                <a:lnTo>
                  <a:pt x="3002207" y="3046199"/>
                </a:lnTo>
                <a:lnTo>
                  <a:pt x="2979227" y="3067992"/>
                </a:lnTo>
                <a:lnTo>
                  <a:pt x="2955861" y="3089370"/>
                </a:lnTo>
                <a:lnTo>
                  <a:pt x="2932117" y="3110328"/>
                </a:lnTo>
                <a:lnTo>
                  <a:pt x="2908002" y="3130858"/>
                </a:lnTo>
                <a:lnTo>
                  <a:pt x="2883524" y="3150954"/>
                </a:lnTo>
                <a:lnTo>
                  <a:pt x="2858691" y="3170609"/>
                </a:lnTo>
                <a:lnTo>
                  <a:pt x="2833510" y="3189817"/>
                </a:lnTo>
                <a:lnTo>
                  <a:pt x="2807990" y="3208571"/>
                </a:lnTo>
                <a:lnTo>
                  <a:pt x="2782139" y="3226867"/>
                </a:lnTo>
                <a:lnTo>
                  <a:pt x="2755965" y="3244697"/>
                </a:lnTo>
                <a:lnTo>
                  <a:pt x="2729476" y="3262057"/>
                </a:lnTo>
                <a:lnTo>
                  <a:pt x="2702682" y="3278940"/>
                </a:lnTo>
                <a:lnTo>
                  <a:pt x="2675589" y="3295342"/>
                </a:lnTo>
                <a:lnTo>
                  <a:pt x="2648208" y="3311257"/>
                </a:lnTo>
                <a:lnTo>
                  <a:pt x="2620547" y="3326680"/>
                </a:lnTo>
                <a:lnTo>
                  <a:pt x="2592614" y="3341606"/>
                </a:lnTo>
                <a:lnTo>
                  <a:pt x="2564420" y="3356030"/>
                </a:lnTo>
                <a:lnTo>
                  <a:pt x="2535971" y="3369948"/>
                </a:lnTo>
                <a:lnTo>
                  <a:pt x="2507279" y="3383355"/>
                </a:lnTo>
                <a:lnTo>
                  <a:pt x="2478352" y="3396247"/>
                </a:lnTo>
                <a:lnTo>
                  <a:pt x="2449198" y="3408620"/>
                </a:lnTo>
                <a:lnTo>
                  <a:pt x="2419828" y="3420470"/>
                </a:lnTo>
                <a:lnTo>
                  <a:pt x="2390251" y="3431793"/>
                </a:lnTo>
                <a:lnTo>
                  <a:pt x="2360477" y="3442586"/>
                </a:lnTo>
                <a:lnTo>
                  <a:pt x="2330514" y="3452844"/>
                </a:lnTo>
                <a:lnTo>
                  <a:pt x="2300373" y="3462566"/>
                </a:lnTo>
                <a:lnTo>
                  <a:pt x="2260576" y="3335293"/>
                </a:lnTo>
                <a:lnTo>
                  <a:pt x="2288449" y="3326303"/>
                </a:lnTo>
                <a:lnTo>
                  <a:pt x="2316156" y="3316817"/>
                </a:lnTo>
                <a:lnTo>
                  <a:pt x="2343690" y="3306836"/>
                </a:lnTo>
                <a:lnTo>
                  <a:pt x="2371041" y="3296366"/>
                </a:lnTo>
                <a:lnTo>
                  <a:pt x="2398200" y="3285408"/>
                </a:lnTo>
                <a:lnTo>
                  <a:pt x="2425159" y="3273966"/>
                </a:lnTo>
                <a:lnTo>
                  <a:pt x="2451909" y="3262044"/>
                </a:lnTo>
                <a:lnTo>
                  <a:pt x="2478442" y="3249646"/>
                </a:lnTo>
                <a:lnTo>
                  <a:pt x="2504749" y="3236776"/>
                </a:lnTo>
                <a:lnTo>
                  <a:pt x="2530821" y="3223437"/>
                </a:lnTo>
                <a:lnTo>
                  <a:pt x="2556652" y="3209635"/>
                </a:lnTo>
                <a:lnTo>
                  <a:pt x="2582231" y="3195373"/>
                </a:lnTo>
                <a:lnTo>
                  <a:pt x="2607551" y="3180656"/>
                </a:lnTo>
                <a:lnTo>
                  <a:pt x="2632604" y="3165488"/>
                </a:lnTo>
                <a:lnTo>
                  <a:pt x="2657382" y="3149876"/>
                </a:lnTo>
                <a:lnTo>
                  <a:pt x="2681877" y="3133823"/>
                </a:lnTo>
                <a:lnTo>
                  <a:pt x="2706081" y="3117334"/>
                </a:lnTo>
                <a:lnTo>
                  <a:pt x="2729986" y="3100416"/>
                </a:lnTo>
                <a:lnTo>
                  <a:pt x="2753585" y="3083073"/>
                </a:lnTo>
                <a:lnTo>
                  <a:pt x="2776871" y="3065311"/>
                </a:lnTo>
                <a:lnTo>
                  <a:pt x="2799835" y="3047135"/>
                </a:lnTo>
                <a:lnTo>
                  <a:pt x="2822470" y="3028552"/>
                </a:lnTo>
                <a:lnTo>
                  <a:pt x="2844770" y="3009568"/>
                </a:lnTo>
                <a:lnTo>
                  <a:pt x="2866727" y="2990187"/>
                </a:lnTo>
                <a:lnTo>
                  <a:pt x="2888334" y="2970418"/>
                </a:lnTo>
                <a:lnTo>
                  <a:pt x="2909584" y="2950265"/>
                </a:lnTo>
                <a:lnTo>
                  <a:pt x="2930471" y="2929735"/>
                </a:lnTo>
                <a:lnTo>
                  <a:pt x="2950987" y="2908836"/>
                </a:lnTo>
                <a:lnTo>
                  <a:pt x="2971126" y="2887573"/>
                </a:lnTo>
                <a:lnTo>
                  <a:pt x="2990882" y="2865954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1F5A23A-9F31-4F76-8D61-DDF4B57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4003868" y="3828822"/>
                </a:moveTo>
                <a:lnTo>
                  <a:pt x="3976186" y="3859115"/>
                </a:lnTo>
                <a:lnTo>
                  <a:pt x="3947968" y="3888908"/>
                </a:lnTo>
                <a:lnTo>
                  <a:pt x="3919221" y="3918191"/>
                </a:lnTo>
                <a:lnTo>
                  <a:pt x="3889956" y="3946956"/>
                </a:lnTo>
                <a:lnTo>
                  <a:pt x="3860181" y="3975193"/>
                </a:lnTo>
                <a:lnTo>
                  <a:pt x="3829906" y="4002894"/>
                </a:lnTo>
                <a:lnTo>
                  <a:pt x="3799141" y="4030049"/>
                </a:lnTo>
                <a:lnTo>
                  <a:pt x="3767896" y="4056650"/>
                </a:lnTo>
                <a:lnTo>
                  <a:pt x="3736179" y="4082688"/>
                </a:lnTo>
                <a:lnTo>
                  <a:pt x="3704003" y="4108154"/>
                </a:lnTo>
                <a:lnTo>
                  <a:pt x="3671376" y="4133042"/>
                </a:lnTo>
                <a:lnTo>
                  <a:pt x="3638310" y="4157342"/>
                </a:lnTo>
                <a:lnTo>
                  <a:pt x="3604815" y="4181048"/>
                </a:lnTo>
                <a:lnTo>
                  <a:pt x="3570901" y="4204151"/>
                </a:lnTo>
                <a:lnTo>
                  <a:pt x="3536580" y="4226644"/>
                </a:lnTo>
                <a:lnTo>
                  <a:pt x="3501862" y="4248519"/>
                </a:lnTo>
                <a:lnTo>
                  <a:pt x="3466758" y="4269771"/>
                </a:lnTo>
                <a:lnTo>
                  <a:pt x="3431281" y="4290392"/>
                </a:lnTo>
                <a:lnTo>
                  <a:pt x="3395440" y="4310375"/>
                </a:lnTo>
                <a:lnTo>
                  <a:pt x="3359248" y="4329715"/>
                </a:lnTo>
                <a:lnTo>
                  <a:pt x="3322716" y="4348404"/>
                </a:lnTo>
                <a:lnTo>
                  <a:pt x="3285856" y="4366438"/>
                </a:lnTo>
                <a:lnTo>
                  <a:pt x="3248679" y="4383810"/>
                </a:lnTo>
                <a:lnTo>
                  <a:pt x="3211197" y="4400514"/>
                </a:lnTo>
                <a:lnTo>
                  <a:pt x="3173424" y="4416546"/>
                </a:lnTo>
                <a:lnTo>
                  <a:pt x="3135369" y="4431900"/>
                </a:lnTo>
                <a:lnTo>
                  <a:pt x="3097046" y="4446571"/>
                </a:lnTo>
                <a:lnTo>
                  <a:pt x="3058467" y="4460555"/>
                </a:lnTo>
                <a:lnTo>
                  <a:pt x="3019644" y="4473847"/>
                </a:lnTo>
                <a:lnTo>
                  <a:pt x="2980590" y="4486443"/>
                </a:lnTo>
                <a:lnTo>
                  <a:pt x="2846988" y="4059168"/>
                </a:lnTo>
                <a:lnTo>
                  <a:pt x="2878426" y="4049029"/>
                </a:lnTo>
                <a:lnTo>
                  <a:pt x="2909678" y="4038329"/>
                </a:lnTo>
                <a:lnTo>
                  <a:pt x="2940733" y="4027072"/>
                </a:lnTo>
                <a:lnTo>
                  <a:pt x="2971582" y="4015262"/>
                </a:lnTo>
                <a:lnTo>
                  <a:pt x="3002215" y="4002903"/>
                </a:lnTo>
                <a:lnTo>
                  <a:pt x="3032622" y="3989998"/>
                </a:lnTo>
                <a:lnTo>
                  <a:pt x="3062794" y="3976551"/>
                </a:lnTo>
                <a:lnTo>
                  <a:pt x="3092721" y="3962567"/>
                </a:lnTo>
                <a:lnTo>
                  <a:pt x="3122392" y="3948050"/>
                </a:lnTo>
                <a:lnTo>
                  <a:pt x="3151800" y="3933006"/>
                </a:lnTo>
                <a:lnTo>
                  <a:pt x="3180934" y="3917438"/>
                </a:lnTo>
                <a:lnTo>
                  <a:pt x="3209785" y="3901352"/>
                </a:lnTo>
                <a:lnTo>
                  <a:pt x="3238343" y="3884752"/>
                </a:lnTo>
                <a:lnTo>
                  <a:pt x="3266601" y="3867645"/>
                </a:lnTo>
                <a:lnTo>
                  <a:pt x="3294548" y="3850035"/>
                </a:lnTo>
                <a:lnTo>
                  <a:pt x="3322176" y="3831929"/>
                </a:lnTo>
                <a:lnTo>
                  <a:pt x="3349476" y="3813332"/>
                </a:lnTo>
                <a:lnTo>
                  <a:pt x="3376439" y="3794249"/>
                </a:lnTo>
                <a:lnTo>
                  <a:pt x="3403057" y="3774688"/>
                </a:lnTo>
                <a:lnTo>
                  <a:pt x="3429320" y="3754654"/>
                </a:lnTo>
                <a:lnTo>
                  <a:pt x="3455222" y="3734154"/>
                </a:lnTo>
                <a:lnTo>
                  <a:pt x="3480753" y="3713194"/>
                </a:lnTo>
                <a:lnTo>
                  <a:pt x="3505905" y="3691781"/>
                </a:lnTo>
                <a:lnTo>
                  <a:pt x="3530670" y="3669922"/>
                </a:lnTo>
                <a:lnTo>
                  <a:pt x="3555041" y="3647623"/>
                </a:lnTo>
                <a:lnTo>
                  <a:pt x="3579009" y="3624893"/>
                </a:lnTo>
                <a:lnTo>
                  <a:pt x="3602567" y="3601738"/>
                </a:lnTo>
                <a:lnTo>
                  <a:pt x="3625707" y="3578165"/>
                </a:lnTo>
                <a:lnTo>
                  <a:pt x="3648422" y="3554182"/>
                </a:lnTo>
                <a:lnTo>
                  <a:pt x="3670705" y="3529798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P">
            <a:extLst xmlns:a="http://schemas.openxmlformats.org/drawingml/2006/main">
              <a:ext uri="{FF2B5EF4-FFF2-40B4-BE49-F238E27FC236}">
                <a16:creationId xmlns:a16="http://schemas.microsoft.com/office/drawing/2014/main" id="{3B2F68E1-D445-4266-A814-8334833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546339" y="7134720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LP</a:t>
            </a:r>
          </a:p>
        </p:txBody>
      </p:sp>
      <p:sp>
        <p:nvSpPr>
          <p:cNvPr id="44" name="323">
            <a:extLst xmlns:a="http://schemas.openxmlformats.org/drawingml/2006/main">
              <a:ext uri="{FF2B5EF4-FFF2-40B4-BE49-F238E27FC236}">
                <a16:creationId xmlns:a16="http://schemas.microsoft.com/office/drawing/2014/main" id="{F9E4CA99-C4EB-43EF-820F-94B6AA89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350654" y="6830229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323</a:t>
            </a:r>
          </a:p>
        </p:txBody>
      </p:sp>
      <p:sp>
        <p:nvSpPr>
          <p:cNvPr id="45" name="1922">
            <a:extLst xmlns:a="http://schemas.openxmlformats.org/drawingml/2006/main">
              <a:ext uri="{FF2B5EF4-FFF2-40B4-BE49-F238E27FC236}">
                <a16:creationId xmlns:a16="http://schemas.microsoft.com/office/drawing/2014/main" id="{18A31130-B397-4378-93C9-8032B204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63636">
            <a:off x="3098323" y="6437595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1922</a:t>
            </a:r>
          </a:p>
        </p:txBody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C324906-E872-4D00-AF7A-E5E8A4EA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747046" y="2712894"/>
                </a:moveTo>
                <a:lnTo>
                  <a:pt x="1723182" y="2719222"/>
                </a:lnTo>
                <a:lnTo>
                  <a:pt x="1699208" y="2725123"/>
                </a:lnTo>
                <a:lnTo>
                  <a:pt x="1675132" y="2730594"/>
                </a:lnTo>
                <a:lnTo>
                  <a:pt x="1650963" y="2735634"/>
                </a:lnTo>
                <a:lnTo>
                  <a:pt x="1626708" y="2740241"/>
                </a:lnTo>
                <a:lnTo>
                  <a:pt x="1602374" y="2744413"/>
                </a:lnTo>
                <a:lnTo>
                  <a:pt x="1577969" y="2748151"/>
                </a:lnTo>
                <a:lnTo>
                  <a:pt x="1553501" y="2751451"/>
                </a:lnTo>
                <a:lnTo>
                  <a:pt x="1528978" y="2754313"/>
                </a:lnTo>
                <a:lnTo>
                  <a:pt x="1504408" y="2756737"/>
                </a:lnTo>
                <a:lnTo>
                  <a:pt x="1479799" y="2758721"/>
                </a:lnTo>
                <a:lnTo>
                  <a:pt x="1455158" y="2760264"/>
                </a:lnTo>
                <a:lnTo>
                  <a:pt x="1430494" y="2761367"/>
                </a:lnTo>
                <a:lnTo>
                  <a:pt x="1405813" y="2762029"/>
                </a:lnTo>
                <a:lnTo>
                  <a:pt x="1381125" y="2762250"/>
                </a:lnTo>
                <a:lnTo>
                  <a:pt x="1356437" y="2762029"/>
                </a:lnTo>
                <a:lnTo>
                  <a:pt x="1331756" y="2761367"/>
                </a:lnTo>
                <a:lnTo>
                  <a:pt x="1307092" y="2760264"/>
                </a:lnTo>
                <a:lnTo>
                  <a:pt x="1282451" y="2758721"/>
                </a:lnTo>
                <a:lnTo>
                  <a:pt x="1257842" y="2756737"/>
                </a:lnTo>
                <a:lnTo>
                  <a:pt x="1233272" y="2754313"/>
                </a:lnTo>
                <a:lnTo>
                  <a:pt x="1208749" y="2751451"/>
                </a:lnTo>
                <a:lnTo>
                  <a:pt x="1184281" y="2748151"/>
                </a:lnTo>
                <a:lnTo>
                  <a:pt x="1159876" y="2744413"/>
                </a:lnTo>
                <a:lnTo>
                  <a:pt x="1135542" y="2740241"/>
                </a:lnTo>
                <a:lnTo>
                  <a:pt x="1111287" y="2735634"/>
                </a:lnTo>
                <a:lnTo>
                  <a:pt x="1087118" y="2730594"/>
                </a:lnTo>
                <a:lnTo>
                  <a:pt x="1063042" y="2725123"/>
                </a:lnTo>
                <a:lnTo>
                  <a:pt x="1039068" y="2719222"/>
                </a:lnTo>
                <a:lnTo>
                  <a:pt x="1015204" y="2712894"/>
                </a:lnTo>
                <a:lnTo>
                  <a:pt x="1194379" y="2060786"/>
                </a:lnTo>
                <a:lnTo>
                  <a:pt x="1206558" y="2064016"/>
                </a:lnTo>
                <a:lnTo>
                  <a:pt x="1218793" y="2067027"/>
                </a:lnTo>
                <a:lnTo>
                  <a:pt x="1231080" y="2069819"/>
                </a:lnTo>
                <a:lnTo>
                  <a:pt x="1243414" y="2072391"/>
                </a:lnTo>
                <a:lnTo>
                  <a:pt x="1255793" y="2074743"/>
                </a:lnTo>
                <a:lnTo>
                  <a:pt x="1268212" y="2076872"/>
                </a:lnTo>
                <a:lnTo>
                  <a:pt x="1280667" y="2078779"/>
                </a:lnTo>
                <a:lnTo>
                  <a:pt x="1293154" y="2080464"/>
                </a:lnTo>
                <a:lnTo>
                  <a:pt x="1305669" y="2081924"/>
                </a:lnTo>
                <a:lnTo>
                  <a:pt x="1318208" y="2083161"/>
                </a:lnTo>
                <a:lnTo>
                  <a:pt x="1330767" y="2084174"/>
                </a:lnTo>
                <a:lnTo>
                  <a:pt x="1343343" y="2084962"/>
                </a:lnTo>
                <a:lnTo>
                  <a:pt x="1355930" y="2085525"/>
                </a:lnTo>
                <a:lnTo>
                  <a:pt x="1368525" y="2085862"/>
                </a:lnTo>
                <a:lnTo>
                  <a:pt x="1381125" y="2085975"/>
                </a:lnTo>
                <a:lnTo>
                  <a:pt x="1393725" y="2085862"/>
                </a:lnTo>
                <a:lnTo>
                  <a:pt x="1406320" y="2085525"/>
                </a:lnTo>
                <a:lnTo>
                  <a:pt x="1418907" y="2084962"/>
                </a:lnTo>
                <a:lnTo>
                  <a:pt x="1431483" y="2084174"/>
                </a:lnTo>
                <a:lnTo>
                  <a:pt x="1444042" y="2083161"/>
                </a:lnTo>
                <a:lnTo>
                  <a:pt x="1456581" y="2081924"/>
                </a:lnTo>
                <a:lnTo>
                  <a:pt x="1469096" y="2080464"/>
                </a:lnTo>
                <a:lnTo>
                  <a:pt x="1481583" y="2078779"/>
                </a:lnTo>
                <a:lnTo>
                  <a:pt x="1494038" y="2076872"/>
                </a:lnTo>
                <a:lnTo>
                  <a:pt x="1506457" y="2074743"/>
                </a:lnTo>
                <a:lnTo>
                  <a:pt x="1518836" y="2072391"/>
                </a:lnTo>
                <a:lnTo>
                  <a:pt x="1531170" y="2069819"/>
                </a:lnTo>
                <a:lnTo>
                  <a:pt x="1543457" y="2067027"/>
                </a:lnTo>
                <a:lnTo>
                  <a:pt x="1555692" y="2064016"/>
                </a:lnTo>
                <a:lnTo>
                  <a:pt x="1567871" y="2060786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AFBC508-7702-4BD4-8162-66D9348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2241038" y="3479988"/>
                </a:moveTo>
                <a:lnTo>
                  <a:pt x="2210426" y="3488105"/>
                </a:lnTo>
                <a:lnTo>
                  <a:pt x="2179674" y="3495675"/>
                </a:lnTo>
                <a:lnTo>
                  <a:pt x="2148791" y="3502693"/>
                </a:lnTo>
                <a:lnTo>
                  <a:pt x="2117787" y="3509158"/>
                </a:lnTo>
                <a:lnTo>
                  <a:pt x="2086673" y="3515067"/>
                </a:lnTo>
                <a:lnTo>
                  <a:pt x="2055458" y="3520420"/>
                </a:lnTo>
                <a:lnTo>
                  <a:pt x="2024153" y="3525214"/>
                </a:lnTo>
                <a:lnTo>
                  <a:pt x="1992767" y="3529447"/>
                </a:lnTo>
                <a:lnTo>
                  <a:pt x="1961310" y="3533119"/>
                </a:lnTo>
                <a:lnTo>
                  <a:pt x="1929793" y="3536228"/>
                </a:lnTo>
                <a:lnTo>
                  <a:pt x="1898225" y="3538773"/>
                </a:lnTo>
                <a:lnTo>
                  <a:pt x="1866617" y="3540753"/>
                </a:lnTo>
                <a:lnTo>
                  <a:pt x="1834978" y="3542168"/>
                </a:lnTo>
                <a:lnTo>
                  <a:pt x="1803319" y="3543017"/>
                </a:lnTo>
                <a:lnTo>
                  <a:pt x="1771650" y="3543300"/>
                </a:lnTo>
                <a:lnTo>
                  <a:pt x="1739981" y="3543017"/>
                </a:lnTo>
                <a:lnTo>
                  <a:pt x="1708322" y="3542168"/>
                </a:lnTo>
                <a:lnTo>
                  <a:pt x="1676683" y="3540753"/>
                </a:lnTo>
                <a:lnTo>
                  <a:pt x="1645075" y="3538773"/>
                </a:lnTo>
                <a:lnTo>
                  <a:pt x="1613507" y="3536228"/>
                </a:lnTo>
                <a:lnTo>
                  <a:pt x="1581990" y="3533119"/>
                </a:lnTo>
                <a:lnTo>
                  <a:pt x="1550533" y="3529447"/>
                </a:lnTo>
                <a:lnTo>
                  <a:pt x="1519147" y="3525214"/>
                </a:lnTo>
                <a:lnTo>
                  <a:pt x="1487842" y="3520420"/>
                </a:lnTo>
                <a:lnTo>
                  <a:pt x="1456627" y="3515067"/>
                </a:lnTo>
                <a:lnTo>
                  <a:pt x="1425513" y="3509158"/>
                </a:lnTo>
                <a:lnTo>
                  <a:pt x="1394509" y="3502693"/>
                </a:lnTo>
                <a:lnTo>
                  <a:pt x="1363626" y="3495675"/>
                </a:lnTo>
                <a:lnTo>
                  <a:pt x="1332874" y="3488105"/>
                </a:lnTo>
                <a:lnTo>
                  <a:pt x="1302262" y="3479988"/>
                </a:lnTo>
                <a:lnTo>
                  <a:pt x="1337592" y="3351403"/>
                </a:lnTo>
                <a:lnTo>
                  <a:pt x="1365900" y="3358910"/>
                </a:lnTo>
                <a:lnTo>
                  <a:pt x="1394338" y="3365909"/>
                </a:lnTo>
                <a:lnTo>
                  <a:pt x="1422896" y="3372399"/>
                </a:lnTo>
                <a:lnTo>
                  <a:pt x="1451566" y="3378377"/>
                </a:lnTo>
                <a:lnTo>
                  <a:pt x="1480338" y="3383842"/>
                </a:lnTo>
                <a:lnTo>
                  <a:pt x="1509203" y="3388792"/>
                </a:lnTo>
                <a:lnTo>
                  <a:pt x="1538153" y="3393225"/>
                </a:lnTo>
                <a:lnTo>
                  <a:pt x="1567176" y="3397140"/>
                </a:lnTo>
                <a:lnTo>
                  <a:pt x="1596265" y="3400535"/>
                </a:lnTo>
                <a:lnTo>
                  <a:pt x="1625410" y="3403410"/>
                </a:lnTo>
                <a:lnTo>
                  <a:pt x="1654602" y="3405763"/>
                </a:lnTo>
                <a:lnTo>
                  <a:pt x="1683831" y="3407595"/>
                </a:lnTo>
                <a:lnTo>
                  <a:pt x="1713089" y="3408903"/>
                </a:lnTo>
                <a:lnTo>
                  <a:pt x="1742365" y="3409688"/>
                </a:lnTo>
                <a:lnTo>
                  <a:pt x="1771650" y="3409950"/>
                </a:lnTo>
                <a:lnTo>
                  <a:pt x="1800935" y="3409688"/>
                </a:lnTo>
                <a:lnTo>
                  <a:pt x="1830211" y="3408903"/>
                </a:lnTo>
                <a:lnTo>
                  <a:pt x="1859469" y="3407595"/>
                </a:lnTo>
                <a:lnTo>
                  <a:pt x="1888698" y="3405763"/>
                </a:lnTo>
                <a:lnTo>
                  <a:pt x="1917890" y="3403410"/>
                </a:lnTo>
                <a:lnTo>
                  <a:pt x="1947035" y="3400535"/>
                </a:lnTo>
                <a:lnTo>
                  <a:pt x="1976124" y="3397140"/>
                </a:lnTo>
                <a:lnTo>
                  <a:pt x="2005147" y="3393225"/>
                </a:lnTo>
                <a:lnTo>
                  <a:pt x="2034097" y="3388792"/>
                </a:lnTo>
                <a:lnTo>
                  <a:pt x="2062962" y="3383842"/>
                </a:lnTo>
                <a:lnTo>
                  <a:pt x="2091734" y="3378377"/>
                </a:lnTo>
                <a:lnTo>
                  <a:pt x="2120404" y="3372399"/>
                </a:lnTo>
                <a:lnTo>
                  <a:pt x="2148962" y="3365909"/>
                </a:lnTo>
                <a:lnTo>
                  <a:pt x="2177400" y="3358910"/>
                </a:lnTo>
                <a:lnTo>
                  <a:pt x="2205708" y="3351403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3F410BB-9E88-4BBB-B123-375553D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903711" y="4509017"/>
                </a:moveTo>
                <a:lnTo>
                  <a:pt x="2864047" y="4519534"/>
                </a:lnTo>
                <a:lnTo>
                  <a:pt x="2824201" y="4529342"/>
                </a:lnTo>
                <a:lnTo>
                  <a:pt x="2784186" y="4538435"/>
                </a:lnTo>
                <a:lnTo>
                  <a:pt x="2744015" y="4546812"/>
                </a:lnTo>
                <a:lnTo>
                  <a:pt x="2703700" y="4554469"/>
                </a:lnTo>
                <a:lnTo>
                  <a:pt x="2663255" y="4561404"/>
                </a:lnTo>
                <a:lnTo>
                  <a:pt x="2622693" y="4567616"/>
                </a:lnTo>
                <a:lnTo>
                  <a:pt x="2582026" y="4573101"/>
                </a:lnTo>
                <a:lnTo>
                  <a:pt x="2541268" y="4577858"/>
                </a:lnTo>
                <a:lnTo>
                  <a:pt x="2500431" y="4581886"/>
                </a:lnTo>
                <a:lnTo>
                  <a:pt x="2459528" y="4585184"/>
                </a:lnTo>
                <a:lnTo>
                  <a:pt x="2418573" y="4587750"/>
                </a:lnTo>
                <a:lnTo>
                  <a:pt x="2377579" y="4589583"/>
                </a:lnTo>
                <a:lnTo>
                  <a:pt x="2336559" y="4590683"/>
                </a:lnTo>
                <a:lnTo>
                  <a:pt x="2295525" y="4591050"/>
                </a:lnTo>
                <a:lnTo>
                  <a:pt x="2254491" y="4590683"/>
                </a:lnTo>
                <a:lnTo>
                  <a:pt x="2213471" y="4589583"/>
                </a:lnTo>
                <a:lnTo>
                  <a:pt x="2172477" y="4587750"/>
                </a:lnTo>
                <a:lnTo>
                  <a:pt x="2131522" y="4585184"/>
                </a:lnTo>
                <a:lnTo>
                  <a:pt x="2090619" y="4581886"/>
                </a:lnTo>
                <a:lnTo>
                  <a:pt x="2049782" y="4577858"/>
                </a:lnTo>
                <a:lnTo>
                  <a:pt x="2009024" y="4573101"/>
                </a:lnTo>
                <a:lnTo>
                  <a:pt x="1968357" y="4567616"/>
                </a:lnTo>
                <a:lnTo>
                  <a:pt x="1927795" y="4561404"/>
                </a:lnTo>
                <a:lnTo>
                  <a:pt x="1887350" y="4554469"/>
                </a:lnTo>
                <a:lnTo>
                  <a:pt x="1847035" y="4546812"/>
                </a:lnTo>
                <a:lnTo>
                  <a:pt x="1806864" y="4538435"/>
                </a:lnTo>
                <a:lnTo>
                  <a:pt x="1766849" y="4529342"/>
                </a:lnTo>
                <a:lnTo>
                  <a:pt x="1727003" y="4519534"/>
                </a:lnTo>
                <a:lnTo>
                  <a:pt x="1687339" y="4509017"/>
                </a:lnTo>
                <a:lnTo>
                  <a:pt x="1805948" y="4077340"/>
                </a:lnTo>
                <a:lnTo>
                  <a:pt x="1837877" y="4085806"/>
                </a:lnTo>
                <a:lnTo>
                  <a:pt x="1869952" y="4093701"/>
                </a:lnTo>
                <a:lnTo>
                  <a:pt x="1902163" y="4101021"/>
                </a:lnTo>
                <a:lnTo>
                  <a:pt x="1934500" y="4107764"/>
                </a:lnTo>
                <a:lnTo>
                  <a:pt x="1966952" y="4113928"/>
                </a:lnTo>
                <a:lnTo>
                  <a:pt x="1999510" y="4119511"/>
                </a:lnTo>
                <a:lnTo>
                  <a:pt x="2032162" y="4124511"/>
                </a:lnTo>
                <a:lnTo>
                  <a:pt x="2064898" y="4128926"/>
                </a:lnTo>
                <a:lnTo>
                  <a:pt x="2097707" y="4132756"/>
                </a:lnTo>
                <a:lnTo>
                  <a:pt x="2130580" y="4135999"/>
                </a:lnTo>
                <a:lnTo>
                  <a:pt x="2163506" y="4138653"/>
                </a:lnTo>
                <a:lnTo>
                  <a:pt x="2196474" y="4140718"/>
                </a:lnTo>
                <a:lnTo>
                  <a:pt x="2229473" y="4142194"/>
                </a:lnTo>
                <a:lnTo>
                  <a:pt x="2262494" y="4143080"/>
                </a:lnTo>
                <a:lnTo>
                  <a:pt x="2295525" y="4143375"/>
                </a:lnTo>
                <a:lnTo>
                  <a:pt x="2328556" y="4143080"/>
                </a:lnTo>
                <a:lnTo>
                  <a:pt x="2361577" y="4142194"/>
                </a:lnTo>
                <a:lnTo>
                  <a:pt x="2394576" y="4140718"/>
                </a:lnTo>
                <a:lnTo>
                  <a:pt x="2427544" y="4138653"/>
                </a:lnTo>
                <a:lnTo>
                  <a:pt x="2460470" y="4135999"/>
                </a:lnTo>
                <a:lnTo>
                  <a:pt x="2493343" y="4132756"/>
                </a:lnTo>
                <a:lnTo>
                  <a:pt x="2526152" y="4128926"/>
                </a:lnTo>
                <a:lnTo>
                  <a:pt x="2558888" y="4124511"/>
                </a:lnTo>
                <a:lnTo>
                  <a:pt x="2591540" y="4119511"/>
                </a:lnTo>
                <a:lnTo>
                  <a:pt x="2624098" y="4113928"/>
                </a:lnTo>
                <a:lnTo>
                  <a:pt x="2656550" y="4107764"/>
                </a:lnTo>
                <a:lnTo>
                  <a:pt x="2688887" y="4101021"/>
                </a:lnTo>
                <a:lnTo>
                  <a:pt x="2721098" y="4093701"/>
                </a:lnTo>
                <a:lnTo>
                  <a:pt x="2753173" y="4085806"/>
                </a:lnTo>
                <a:lnTo>
                  <a:pt x="2785102" y="4077340"/>
                </a:lnTo>
                <a:close/>
              </a:path>
            </a:pathLst>
          </a:custGeom>
          <a:solidFill xmlns:a="http://schemas.openxmlformats.org/drawingml/2006/main">
            <a:srgbClr val="E8E6E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CP">
            <a:extLst xmlns:a="http://schemas.openxmlformats.org/drawingml/2006/main">
              <a:ext uri="{FF2B5EF4-FFF2-40B4-BE49-F238E27FC236}">
                <a16:creationId xmlns:a16="http://schemas.microsoft.com/office/drawing/2014/main" id="{7CEAE045-4950-473F-9B73-01EA5C9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7462838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CP</a:t>
            </a:r>
          </a:p>
        </p:txBody>
      </p:sp>
      <p:sp>
        <p:nvSpPr>
          <p:cNvPr id="50" name="1140">
            <a:extLst xmlns:a="http://schemas.openxmlformats.org/drawingml/2006/main">
              <a:ext uri="{FF2B5EF4-FFF2-40B4-BE49-F238E27FC236}">
                <a16:creationId xmlns:a16="http://schemas.microsoft.com/office/drawing/2014/main" id="{C138734E-42A5-4CD8-983E-C9CAC59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7100888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1140</a:t>
            </a:r>
          </a:p>
        </p:txBody>
      </p:sp>
      <p:sp>
        <p:nvSpPr>
          <p:cNvPr id="51" name="1961">
            <a:extLst xmlns:a="http://schemas.openxmlformats.org/drawingml/2006/main">
              <a:ext uri="{FF2B5EF4-FFF2-40B4-BE49-F238E27FC236}">
                <a16:creationId xmlns:a16="http://schemas.microsoft.com/office/drawing/2014/main" id="{99C3EF05-16A4-448F-8327-9B05555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6634163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1961</a:t>
            </a:r>
          </a:p>
        </p:txBody>
      </p:sp>
      <p:sp>
        <p:nvSpPr>
          <p:cNvPr id="5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6B46FBE-9FFC-444F-AA00-DB261030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968949" y="2699312"/>
                </a:moveTo>
                <a:lnTo>
                  <a:pt x="945451" y="2691734"/>
                </a:lnTo>
                <a:lnTo>
                  <a:pt x="922093" y="2683736"/>
                </a:lnTo>
                <a:lnTo>
                  <a:pt x="898882" y="2675323"/>
                </a:lnTo>
                <a:lnTo>
                  <a:pt x="875825" y="2666496"/>
                </a:lnTo>
                <a:lnTo>
                  <a:pt x="852929" y="2657258"/>
                </a:lnTo>
                <a:lnTo>
                  <a:pt x="830202" y="2647612"/>
                </a:lnTo>
                <a:lnTo>
                  <a:pt x="807651" y="2637562"/>
                </a:lnTo>
                <a:lnTo>
                  <a:pt x="785283" y="2627110"/>
                </a:lnTo>
                <a:lnTo>
                  <a:pt x="763106" y="2616260"/>
                </a:lnTo>
                <a:lnTo>
                  <a:pt x="741126" y="2605015"/>
                </a:lnTo>
                <a:lnTo>
                  <a:pt x="719350" y="2593379"/>
                </a:lnTo>
                <a:lnTo>
                  <a:pt x="697787" y="2581356"/>
                </a:lnTo>
                <a:lnTo>
                  <a:pt x="676441" y="2568949"/>
                </a:lnTo>
                <a:lnTo>
                  <a:pt x="655321" y="2556163"/>
                </a:lnTo>
                <a:lnTo>
                  <a:pt x="634432" y="2543001"/>
                </a:lnTo>
                <a:lnTo>
                  <a:pt x="613783" y="2529468"/>
                </a:lnTo>
                <a:lnTo>
                  <a:pt x="593378" y="2515568"/>
                </a:lnTo>
                <a:lnTo>
                  <a:pt x="573225" y="2501306"/>
                </a:lnTo>
                <a:lnTo>
                  <a:pt x="553331" y="2486685"/>
                </a:lnTo>
                <a:lnTo>
                  <a:pt x="533701" y="2471711"/>
                </a:lnTo>
                <a:lnTo>
                  <a:pt x="514341" y="2456389"/>
                </a:lnTo>
                <a:lnTo>
                  <a:pt x="495259" y="2440723"/>
                </a:lnTo>
                <a:lnTo>
                  <a:pt x="476460" y="2424718"/>
                </a:lnTo>
                <a:lnTo>
                  <a:pt x="457950" y="2408380"/>
                </a:lnTo>
                <a:lnTo>
                  <a:pt x="439734" y="2391714"/>
                </a:lnTo>
                <a:lnTo>
                  <a:pt x="421820" y="2374725"/>
                </a:lnTo>
                <a:lnTo>
                  <a:pt x="404212" y="2357418"/>
                </a:lnTo>
                <a:lnTo>
                  <a:pt x="386917" y="2339799"/>
                </a:lnTo>
                <a:lnTo>
                  <a:pt x="369939" y="2321874"/>
                </a:lnTo>
                <a:lnTo>
                  <a:pt x="353284" y="2303648"/>
                </a:lnTo>
                <a:lnTo>
                  <a:pt x="856572" y="1851930"/>
                </a:lnTo>
                <a:lnTo>
                  <a:pt x="865071" y="1861231"/>
                </a:lnTo>
                <a:lnTo>
                  <a:pt x="873736" y="1870379"/>
                </a:lnTo>
                <a:lnTo>
                  <a:pt x="882563" y="1879371"/>
                </a:lnTo>
                <a:lnTo>
                  <a:pt x="891549" y="1888203"/>
                </a:lnTo>
                <a:lnTo>
                  <a:pt x="900691" y="1896874"/>
                </a:lnTo>
                <a:lnTo>
                  <a:pt x="909987" y="1905379"/>
                </a:lnTo>
                <a:lnTo>
                  <a:pt x="919434" y="1913717"/>
                </a:lnTo>
                <a:lnTo>
                  <a:pt x="929028" y="1921885"/>
                </a:lnTo>
                <a:lnTo>
                  <a:pt x="938766" y="1929880"/>
                </a:lnTo>
                <a:lnTo>
                  <a:pt x="948646" y="1937700"/>
                </a:lnTo>
                <a:lnTo>
                  <a:pt x="958664" y="1945342"/>
                </a:lnTo>
                <a:lnTo>
                  <a:pt x="968818" y="1952803"/>
                </a:lnTo>
                <a:lnTo>
                  <a:pt x="979102" y="1960082"/>
                </a:lnTo>
                <a:lnTo>
                  <a:pt x="989516" y="1967176"/>
                </a:lnTo>
                <a:lnTo>
                  <a:pt x="1000054" y="1974083"/>
                </a:lnTo>
                <a:lnTo>
                  <a:pt x="1010715" y="1980800"/>
                </a:lnTo>
                <a:lnTo>
                  <a:pt x="1021493" y="1987325"/>
                </a:lnTo>
                <a:lnTo>
                  <a:pt x="1032387" y="1993657"/>
                </a:lnTo>
                <a:lnTo>
                  <a:pt x="1043392" y="1999793"/>
                </a:lnTo>
                <a:lnTo>
                  <a:pt x="1054505" y="2005731"/>
                </a:lnTo>
                <a:lnTo>
                  <a:pt x="1065722" y="2011470"/>
                </a:lnTo>
                <a:lnTo>
                  <a:pt x="1077040" y="2017007"/>
                </a:lnTo>
                <a:lnTo>
                  <a:pt x="1088455" y="2022341"/>
                </a:lnTo>
                <a:lnTo>
                  <a:pt x="1099964" y="2027470"/>
                </a:lnTo>
                <a:lnTo>
                  <a:pt x="1111563" y="2032393"/>
                </a:lnTo>
                <a:lnTo>
                  <a:pt x="1123248" y="2037107"/>
                </a:lnTo>
                <a:lnTo>
                  <a:pt x="1135015" y="2041612"/>
                </a:lnTo>
                <a:lnTo>
                  <a:pt x="1146861" y="2045906"/>
                </a:lnTo>
                <a:lnTo>
                  <a:pt x="1158781" y="2049987"/>
                </a:lnTo>
                <a:lnTo>
                  <a:pt x="1170773" y="205385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93FED62-2143-45E9-B684-007FEB5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242927" y="3462566"/>
                </a:moveTo>
                <a:lnTo>
                  <a:pt x="1212786" y="3452844"/>
                </a:lnTo>
                <a:lnTo>
                  <a:pt x="1182823" y="3442586"/>
                </a:lnTo>
                <a:lnTo>
                  <a:pt x="1153049" y="3431793"/>
                </a:lnTo>
                <a:lnTo>
                  <a:pt x="1123472" y="3420470"/>
                </a:lnTo>
                <a:lnTo>
                  <a:pt x="1094102" y="3408620"/>
                </a:lnTo>
                <a:lnTo>
                  <a:pt x="1064948" y="3396247"/>
                </a:lnTo>
                <a:lnTo>
                  <a:pt x="1036021" y="3383355"/>
                </a:lnTo>
                <a:lnTo>
                  <a:pt x="1007329" y="3369948"/>
                </a:lnTo>
                <a:lnTo>
                  <a:pt x="978880" y="3356030"/>
                </a:lnTo>
                <a:lnTo>
                  <a:pt x="950686" y="3341606"/>
                </a:lnTo>
                <a:lnTo>
                  <a:pt x="922753" y="3326680"/>
                </a:lnTo>
                <a:lnTo>
                  <a:pt x="895092" y="3311257"/>
                </a:lnTo>
                <a:lnTo>
                  <a:pt x="867711" y="3295342"/>
                </a:lnTo>
                <a:lnTo>
                  <a:pt x="840618" y="3278940"/>
                </a:lnTo>
                <a:lnTo>
                  <a:pt x="813824" y="3262057"/>
                </a:lnTo>
                <a:lnTo>
                  <a:pt x="787335" y="3244697"/>
                </a:lnTo>
                <a:lnTo>
                  <a:pt x="761161" y="3226867"/>
                </a:lnTo>
                <a:lnTo>
                  <a:pt x="735310" y="3208571"/>
                </a:lnTo>
                <a:lnTo>
                  <a:pt x="709790" y="3189817"/>
                </a:lnTo>
                <a:lnTo>
                  <a:pt x="684609" y="3170609"/>
                </a:lnTo>
                <a:lnTo>
                  <a:pt x="659776" y="3150954"/>
                </a:lnTo>
                <a:lnTo>
                  <a:pt x="635298" y="3130858"/>
                </a:lnTo>
                <a:lnTo>
                  <a:pt x="611183" y="3110328"/>
                </a:lnTo>
                <a:lnTo>
                  <a:pt x="587439" y="3089370"/>
                </a:lnTo>
                <a:lnTo>
                  <a:pt x="564073" y="3067992"/>
                </a:lnTo>
                <a:lnTo>
                  <a:pt x="541093" y="3046199"/>
                </a:lnTo>
                <a:lnTo>
                  <a:pt x="518507" y="3023998"/>
                </a:lnTo>
                <a:lnTo>
                  <a:pt x="496321" y="3001398"/>
                </a:lnTo>
                <a:lnTo>
                  <a:pt x="474542" y="2978404"/>
                </a:lnTo>
                <a:lnTo>
                  <a:pt x="453178" y="2955025"/>
                </a:lnTo>
                <a:lnTo>
                  <a:pt x="552418" y="2865954"/>
                </a:lnTo>
                <a:lnTo>
                  <a:pt x="572174" y="2887573"/>
                </a:lnTo>
                <a:lnTo>
                  <a:pt x="592313" y="2908836"/>
                </a:lnTo>
                <a:lnTo>
                  <a:pt x="612829" y="2929735"/>
                </a:lnTo>
                <a:lnTo>
                  <a:pt x="633716" y="2950265"/>
                </a:lnTo>
                <a:lnTo>
                  <a:pt x="654966" y="2970418"/>
                </a:lnTo>
                <a:lnTo>
                  <a:pt x="676573" y="2990187"/>
                </a:lnTo>
                <a:lnTo>
                  <a:pt x="698530" y="3009568"/>
                </a:lnTo>
                <a:lnTo>
                  <a:pt x="720830" y="3028552"/>
                </a:lnTo>
                <a:lnTo>
                  <a:pt x="743465" y="3047135"/>
                </a:lnTo>
                <a:lnTo>
                  <a:pt x="766429" y="3065311"/>
                </a:lnTo>
                <a:lnTo>
                  <a:pt x="789715" y="3083073"/>
                </a:lnTo>
                <a:lnTo>
                  <a:pt x="813314" y="3100416"/>
                </a:lnTo>
                <a:lnTo>
                  <a:pt x="837219" y="3117334"/>
                </a:lnTo>
                <a:lnTo>
                  <a:pt x="861423" y="3133823"/>
                </a:lnTo>
                <a:lnTo>
                  <a:pt x="885918" y="3149876"/>
                </a:lnTo>
                <a:lnTo>
                  <a:pt x="910696" y="3165488"/>
                </a:lnTo>
                <a:lnTo>
                  <a:pt x="935749" y="3180656"/>
                </a:lnTo>
                <a:lnTo>
                  <a:pt x="961069" y="3195373"/>
                </a:lnTo>
                <a:lnTo>
                  <a:pt x="986648" y="3209635"/>
                </a:lnTo>
                <a:lnTo>
                  <a:pt x="1012479" y="3223437"/>
                </a:lnTo>
                <a:lnTo>
                  <a:pt x="1038551" y="3236776"/>
                </a:lnTo>
                <a:lnTo>
                  <a:pt x="1064858" y="3249646"/>
                </a:lnTo>
                <a:lnTo>
                  <a:pt x="1091391" y="3262044"/>
                </a:lnTo>
                <a:lnTo>
                  <a:pt x="1118141" y="3273966"/>
                </a:lnTo>
                <a:lnTo>
                  <a:pt x="1145100" y="3285408"/>
                </a:lnTo>
                <a:lnTo>
                  <a:pt x="1172259" y="3296366"/>
                </a:lnTo>
                <a:lnTo>
                  <a:pt x="1199610" y="3306836"/>
                </a:lnTo>
                <a:lnTo>
                  <a:pt x="1227144" y="3316817"/>
                </a:lnTo>
                <a:lnTo>
                  <a:pt x="1254851" y="3326303"/>
                </a:lnTo>
                <a:lnTo>
                  <a:pt x="1282724" y="3335293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70DAF76-8426-4112-BAA5-0547D8D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610460" y="4486443"/>
                </a:moveTo>
                <a:lnTo>
                  <a:pt x="1571406" y="4473847"/>
                </a:lnTo>
                <a:lnTo>
                  <a:pt x="1532583" y="4460555"/>
                </a:lnTo>
                <a:lnTo>
                  <a:pt x="1494004" y="4446571"/>
                </a:lnTo>
                <a:lnTo>
                  <a:pt x="1455681" y="4431900"/>
                </a:lnTo>
                <a:lnTo>
                  <a:pt x="1417626" y="4416546"/>
                </a:lnTo>
                <a:lnTo>
                  <a:pt x="1379853" y="4400514"/>
                </a:lnTo>
                <a:lnTo>
                  <a:pt x="1342371" y="4383810"/>
                </a:lnTo>
                <a:lnTo>
                  <a:pt x="1305194" y="4366438"/>
                </a:lnTo>
                <a:lnTo>
                  <a:pt x="1268334" y="4348404"/>
                </a:lnTo>
                <a:lnTo>
                  <a:pt x="1231802" y="4329715"/>
                </a:lnTo>
                <a:lnTo>
                  <a:pt x="1195610" y="4310375"/>
                </a:lnTo>
                <a:lnTo>
                  <a:pt x="1159769" y="4290392"/>
                </a:lnTo>
                <a:lnTo>
                  <a:pt x="1124292" y="4269771"/>
                </a:lnTo>
                <a:lnTo>
                  <a:pt x="1089188" y="4248519"/>
                </a:lnTo>
                <a:lnTo>
                  <a:pt x="1054470" y="4226644"/>
                </a:lnTo>
                <a:lnTo>
                  <a:pt x="1020149" y="4204151"/>
                </a:lnTo>
                <a:lnTo>
                  <a:pt x="986235" y="4181048"/>
                </a:lnTo>
                <a:lnTo>
                  <a:pt x="952740" y="4157342"/>
                </a:lnTo>
                <a:lnTo>
                  <a:pt x="919674" y="4133042"/>
                </a:lnTo>
                <a:lnTo>
                  <a:pt x="887047" y="4108154"/>
                </a:lnTo>
                <a:lnTo>
                  <a:pt x="854871" y="4082688"/>
                </a:lnTo>
                <a:lnTo>
                  <a:pt x="823154" y="4056650"/>
                </a:lnTo>
                <a:lnTo>
                  <a:pt x="791909" y="4030049"/>
                </a:lnTo>
                <a:lnTo>
                  <a:pt x="761144" y="4002894"/>
                </a:lnTo>
                <a:lnTo>
                  <a:pt x="730869" y="3975193"/>
                </a:lnTo>
                <a:lnTo>
                  <a:pt x="701094" y="3946956"/>
                </a:lnTo>
                <a:lnTo>
                  <a:pt x="671829" y="3918191"/>
                </a:lnTo>
                <a:lnTo>
                  <a:pt x="643082" y="3888908"/>
                </a:lnTo>
                <a:lnTo>
                  <a:pt x="614864" y="3859115"/>
                </a:lnTo>
                <a:lnTo>
                  <a:pt x="587182" y="3828822"/>
                </a:lnTo>
                <a:lnTo>
                  <a:pt x="920345" y="3529798"/>
                </a:lnTo>
                <a:lnTo>
                  <a:pt x="942628" y="3554182"/>
                </a:lnTo>
                <a:lnTo>
                  <a:pt x="965343" y="3578165"/>
                </a:lnTo>
                <a:lnTo>
                  <a:pt x="988483" y="3601738"/>
                </a:lnTo>
                <a:lnTo>
                  <a:pt x="1012041" y="3624893"/>
                </a:lnTo>
                <a:lnTo>
                  <a:pt x="1036009" y="3647623"/>
                </a:lnTo>
                <a:lnTo>
                  <a:pt x="1060380" y="3669922"/>
                </a:lnTo>
                <a:lnTo>
                  <a:pt x="1085145" y="3691781"/>
                </a:lnTo>
                <a:lnTo>
                  <a:pt x="1110297" y="3713194"/>
                </a:lnTo>
                <a:lnTo>
                  <a:pt x="1135828" y="3734154"/>
                </a:lnTo>
                <a:lnTo>
                  <a:pt x="1161730" y="3754654"/>
                </a:lnTo>
                <a:lnTo>
                  <a:pt x="1187993" y="3774688"/>
                </a:lnTo>
                <a:lnTo>
                  <a:pt x="1214611" y="3794249"/>
                </a:lnTo>
                <a:lnTo>
                  <a:pt x="1241574" y="3813332"/>
                </a:lnTo>
                <a:lnTo>
                  <a:pt x="1268874" y="3831929"/>
                </a:lnTo>
                <a:lnTo>
                  <a:pt x="1296502" y="3850035"/>
                </a:lnTo>
                <a:lnTo>
                  <a:pt x="1324449" y="3867645"/>
                </a:lnTo>
                <a:lnTo>
                  <a:pt x="1352707" y="3884752"/>
                </a:lnTo>
                <a:lnTo>
                  <a:pt x="1381265" y="3901352"/>
                </a:lnTo>
                <a:lnTo>
                  <a:pt x="1410116" y="3917438"/>
                </a:lnTo>
                <a:lnTo>
                  <a:pt x="1439250" y="3933006"/>
                </a:lnTo>
                <a:lnTo>
                  <a:pt x="1468658" y="3948050"/>
                </a:lnTo>
                <a:lnTo>
                  <a:pt x="1498329" y="3962567"/>
                </a:lnTo>
                <a:lnTo>
                  <a:pt x="1528256" y="3976551"/>
                </a:lnTo>
                <a:lnTo>
                  <a:pt x="1558428" y="3989998"/>
                </a:lnTo>
                <a:lnTo>
                  <a:pt x="1588835" y="4002903"/>
                </a:lnTo>
                <a:lnTo>
                  <a:pt x="1619468" y="4015262"/>
                </a:lnTo>
                <a:lnTo>
                  <a:pt x="1650317" y="4027072"/>
                </a:lnTo>
                <a:lnTo>
                  <a:pt x="1681372" y="4038329"/>
                </a:lnTo>
                <a:lnTo>
                  <a:pt x="1712624" y="4049029"/>
                </a:lnTo>
                <a:lnTo>
                  <a:pt x="1744062" y="4059168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5" name="TSR">
            <a:extLst xmlns:a="http://schemas.openxmlformats.org/drawingml/2006/main">
              <a:ext uri="{FF2B5EF4-FFF2-40B4-BE49-F238E27FC236}">
                <a16:creationId xmlns:a16="http://schemas.microsoft.com/office/drawing/2014/main" id="{6E69EB9D-22FA-4D93-9E8B-59AAA033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311411" y="7134720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TSR</a:t>
            </a:r>
          </a:p>
        </p:txBody>
      </p:sp>
      <p:sp>
        <p:nvSpPr>
          <p:cNvPr id="56" name="876">
            <a:extLst xmlns:a="http://schemas.openxmlformats.org/drawingml/2006/main">
              <a:ext uri="{FF2B5EF4-FFF2-40B4-BE49-F238E27FC236}">
                <a16:creationId xmlns:a16="http://schemas.microsoft.com/office/drawing/2014/main" id="{A92EE88F-CEDC-4D8F-948A-56829F55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507096" y="6830229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876</a:t>
            </a:r>
          </a:p>
        </p:txBody>
      </p:sp>
      <p:sp>
        <p:nvSpPr>
          <p:cNvPr id="57" name="219">
            <a:extLst xmlns:a="http://schemas.openxmlformats.org/drawingml/2006/main">
              <a:ext uri="{FF2B5EF4-FFF2-40B4-BE49-F238E27FC236}">
                <a16:creationId xmlns:a16="http://schemas.microsoft.com/office/drawing/2014/main" id="{D8E4C573-A033-41A2-9D70-BD8E71B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63636">
            <a:off x="1759427" y="6437595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219</a:t>
            </a:r>
          </a:p>
        </p:txBody>
      </p:sp>
      <p:sp>
        <p:nvSpPr>
          <p:cNvPr id="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CDBCC80-40C6-4DB7-902A-E0E45819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321715" y="2267215"/>
                </a:moveTo>
                <a:lnTo>
                  <a:pt x="306045" y="2248136"/>
                </a:lnTo>
                <a:lnTo>
                  <a:pt x="290718" y="2228780"/>
                </a:lnTo>
                <a:lnTo>
                  <a:pt x="275740" y="2209153"/>
                </a:lnTo>
                <a:lnTo>
                  <a:pt x="261115" y="2189262"/>
                </a:lnTo>
                <a:lnTo>
                  <a:pt x="246849" y="2169112"/>
                </a:lnTo>
                <a:lnTo>
                  <a:pt x="232944" y="2148710"/>
                </a:lnTo>
                <a:lnTo>
                  <a:pt x="219407" y="2128063"/>
                </a:lnTo>
                <a:lnTo>
                  <a:pt x="206240" y="2107178"/>
                </a:lnTo>
                <a:lnTo>
                  <a:pt x="193450" y="2086060"/>
                </a:lnTo>
                <a:lnTo>
                  <a:pt x="181038" y="2064717"/>
                </a:lnTo>
                <a:lnTo>
                  <a:pt x="169011" y="2043156"/>
                </a:lnTo>
                <a:lnTo>
                  <a:pt x="157370" y="2021383"/>
                </a:lnTo>
                <a:lnTo>
                  <a:pt x="146121" y="1999406"/>
                </a:lnTo>
                <a:lnTo>
                  <a:pt x="135266" y="1977231"/>
                </a:lnTo>
                <a:lnTo>
                  <a:pt x="124810" y="1954865"/>
                </a:lnTo>
                <a:lnTo>
                  <a:pt x="114754" y="1932316"/>
                </a:lnTo>
                <a:lnTo>
                  <a:pt x="105104" y="1909591"/>
                </a:lnTo>
                <a:lnTo>
                  <a:pt x="95861" y="1886697"/>
                </a:lnTo>
                <a:lnTo>
                  <a:pt x="87029" y="1863642"/>
                </a:lnTo>
                <a:lnTo>
                  <a:pt x="78611" y="1840432"/>
                </a:lnTo>
                <a:lnTo>
                  <a:pt x="70609" y="1817076"/>
                </a:lnTo>
                <a:lnTo>
                  <a:pt x="63025" y="1793580"/>
                </a:lnTo>
                <a:lnTo>
                  <a:pt x="55863" y="1769953"/>
                </a:lnTo>
                <a:lnTo>
                  <a:pt x="49124" y="1746201"/>
                </a:lnTo>
                <a:lnTo>
                  <a:pt x="42811" y="1722332"/>
                </a:lnTo>
                <a:lnTo>
                  <a:pt x="36926" y="1698355"/>
                </a:lnTo>
                <a:lnTo>
                  <a:pt x="31470" y="1674276"/>
                </a:lnTo>
                <a:lnTo>
                  <a:pt x="26445" y="1650103"/>
                </a:lnTo>
                <a:lnTo>
                  <a:pt x="21854" y="1625845"/>
                </a:lnTo>
                <a:lnTo>
                  <a:pt x="17696" y="1601508"/>
                </a:lnTo>
                <a:lnTo>
                  <a:pt x="685306" y="1493596"/>
                </a:lnTo>
                <a:lnTo>
                  <a:pt x="687428" y="1506017"/>
                </a:lnTo>
                <a:lnTo>
                  <a:pt x="689771" y="1518397"/>
                </a:lnTo>
                <a:lnTo>
                  <a:pt x="692336" y="1530733"/>
                </a:lnTo>
                <a:lnTo>
                  <a:pt x="695120" y="1543022"/>
                </a:lnTo>
                <a:lnTo>
                  <a:pt x="698123" y="1555258"/>
                </a:lnTo>
                <a:lnTo>
                  <a:pt x="701345" y="1567440"/>
                </a:lnTo>
                <a:lnTo>
                  <a:pt x="704784" y="1579561"/>
                </a:lnTo>
                <a:lnTo>
                  <a:pt x="708440" y="1591619"/>
                </a:lnTo>
                <a:lnTo>
                  <a:pt x="712310" y="1603610"/>
                </a:lnTo>
                <a:lnTo>
                  <a:pt x="716394" y="1615530"/>
                </a:lnTo>
                <a:lnTo>
                  <a:pt x="720690" y="1627375"/>
                </a:lnTo>
                <a:lnTo>
                  <a:pt x="725197" y="1639141"/>
                </a:lnTo>
                <a:lnTo>
                  <a:pt x="729914" y="1650825"/>
                </a:lnTo>
                <a:lnTo>
                  <a:pt x="734839" y="1662423"/>
                </a:lnTo>
                <a:lnTo>
                  <a:pt x="739971" y="1673930"/>
                </a:lnTo>
                <a:lnTo>
                  <a:pt x="745307" y="1685344"/>
                </a:lnTo>
                <a:lnTo>
                  <a:pt x="750847" y="1696661"/>
                </a:lnTo>
                <a:lnTo>
                  <a:pt x="756588" y="1707877"/>
                </a:lnTo>
                <a:lnTo>
                  <a:pt x="762529" y="1718989"/>
                </a:lnTo>
                <a:lnTo>
                  <a:pt x="768667" y="1729993"/>
                </a:lnTo>
                <a:lnTo>
                  <a:pt x="775001" y="1740885"/>
                </a:lnTo>
                <a:lnTo>
                  <a:pt x="781529" y="1751662"/>
                </a:lnTo>
                <a:lnTo>
                  <a:pt x="788248" y="1762321"/>
                </a:lnTo>
                <a:lnTo>
                  <a:pt x="795157" y="1772858"/>
                </a:lnTo>
                <a:lnTo>
                  <a:pt x="802253" y="1783270"/>
                </a:lnTo>
                <a:lnTo>
                  <a:pt x="809534" y="1793553"/>
                </a:lnTo>
                <a:lnTo>
                  <a:pt x="816998" y="1803705"/>
                </a:lnTo>
                <a:lnTo>
                  <a:pt x="824642" y="1813721"/>
                </a:lnTo>
                <a:lnTo>
                  <a:pt x="832463" y="1823600"/>
                </a:lnTo>
                <a:lnTo>
                  <a:pt x="840460" y="1833337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E3BC203-FE77-4BC6-B984-0463462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412682" y="2908290"/>
                </a:moveTo>
                <a:lnTo>
                  <a:pt x="392581" y="2883816"/>
                </a:lnTo>
                <a:lnTo>
                  <a:pt x="372921" y="2858987"/>
                </a:lnTo>
                <a:lnTo>
                  <a:pt x="353708" y="2833810"/>
                </a:lnTo>
                <a:lnTo>
                  <a:pt x="334948" y="2808294"/>
                </a:lnTo>
                <a:lnTo>
                  <a:pt x="316647" y="2782447"/>
                </a:lnTo>
                <a:lnTo>
                  <a:pt x="298811" y="2756277"/>
                </a:lnTo>
                <a:lnTo>
                  <a:pt x="281446" y="2729792"/>
                </a:lnTo>
                <a:lnTo>
                  <a:pt x="264557" y="2703000"/>
                </a:lnTo>
                <a:lnTo>
                  <a:pt x="248149" y="2675912"/>
                </a:lnTo>
                <a:lnTo>
                  <a:pt x="232229" y="2648534"/>
                </a:lnTo>
                <a:lnTo>
                  <a:pt x="216800" y="2620876"/>
                </a:lnTo>
                <a:lnTo>
                  <a:pt x="201868" y="2592947"/>
                </a:lnTo>
                <a:lnTo>
                  <a:pt x="187438" y="2564755"/>
                </a:lnTo>
                <a:lnTo>
                  <a:pt x="173514" y="2536310"/>
                </a:lnTo>
                <a:lnTo>
                  <a:pt x="160100" y="2507620"/>
                </a:lnTo>
                <a:lnTo>
                  <a:pt x="147202" y="2478695"/>
                </a:lnTo>
                <a:lnTo>
                  <a:pt x="134823" y="2449545"/>
                </a:lnTo>
                <a:lnTo>
                  <a:pt x="122967" y="2420177"/>
                </a:lnTo>
                <a:lnTo>
                  <a:pt x="111638" y="2390603"/>
                </a:lnTo>
                <a:lnTo>
                  <a:pt x="100839" y="2360830"/>
                </a:lnTo>
                <a:lnTo>
                  <a:pt x="90574" y="2330870"/>
                </a:lnTo>
                <a:lnTo>
                  <a:pt x="80846" y="2300730"/>
                </a:lnTo>
                <a:lnTo>
                  <a:pt x="71659" y="2270422"/>
                </a:lnTo>
                <a:lnTo>
                  <a:pt x="63015" y="2239954"/>
                </a:lnTo>
                <a:lnTo>
                  <a:pt x="54916" y="2209337"/>
                </a:lnTo>
                <a:lnTo>
                  <a:pt x="47367" y="2178579"/>
                </a:lnTo>
                <a:lnTo>
                  <a:pt x="40368" y="2147692"/>
                </a:lnTo>
                <a:lnTo>
                  <a:pt x="33923" y="2116684"/>
                </a:lnTo>
                <a:lnTo>
                  <a:pt x="28033" y="2085567"/>
                </a:lnTo>
                <a:lnTo>
                  <a:pt x="22700" y="2054349"/>
                </a:lnTo>
                <a:lnTo>
                  <a:pt x="154342" y="2033070"/>
                </a:lnTo>
                <a:lnTo>
                  <a:pt x="159273" y="2061938"/>
                </a:lnTo>
                <a:lnTo>
                  <a:pt x="164720" y="2090714"/>
                </a:lnTo>
                <a:lnTo>
                  <a:pt x="170680" y="2119388"/>
                </a:lnTo>
                <a:lnTo>
                  <a:pt x="177152" y="2147950"/>
                </a:lnTo>
                <a:lnTo>
                  <a:pt x="184133" y="2176392"/>
                </a:lnTo>
                <a:lnTo>
                  <a:pt x="191622" y="2204705"/>
                </a:lnTo>
                <a:lnTo>
                  <a:pt x="199615" y="2232880"/>
                </a:lnTo>
                <a:lnTo>
                  <a:pt x="208111" y="2260907"/>
                </a:lnTo>
                <a:lnTo>
                  <a:pt x="217106" y="2288778"/>
                </a:lnTo>
                <a:lnTo>
                  <a:pt x="226599" y="2316483"/>
                </a:lnTo>
                <a:lnTo>
                  <a:pt x="236585" y="2344015"/>
                </a:lnTo>
                <a:lnTo>
                  <a:pt x="247061" y="2371363"/>
                </a:lnTo>
                <a:lnTo>
                  <a:pt x="258025" y="2398520"/>
                </a:lnTo>
                <a:lnTo>
                  <a:pt x="269472" y="2425477"/>
                </a:lnTo>
                <a:lnTo>
                  <a:pt x="281400" y="2452224"/>
                </a:lnTo>
                <a:lnTo>
                  <a:pt x="293804" y="2478755"/>
                </a:lnTo>
                <a:lnTo>
                  <a:pt x="306680" y="2505059"/>
                </a:lnTo>
                <a:lnTo>
                  <a:pt x="320024" y="2531129"/>
                </a:lnTo>
                <a:lnTo>
                  <a:pt x="333832" y="2556956"/>
                </a:lnTo>
                <a:lnTo>
                  <a:pt x="348099" y="2582532"/>
                </a:lnTo>
                <a:lnTo>
                  <a:pt x="362821" y="2607849"/>
                </a:lnTo>
                <a:lnTo>
                  <a:pt x="377994" y="2632899"/>
                </a:lnTo>
                <a:lnTo>
                  <a:pt x="393612" y="2657673"/>
                </a:lnTo>
                <a:lnTo>
                  <a:pt x="409670" y="2682165"/>
                </a:lnTo>
                <a:lnTo>
                  <a:pt x="426163" y="2706365"/>
                </a:lnTo>
                <a:lnTo>
                  <a:pt x="443087" y="2730267"/>
                </a:lnTo>
                <a:lnTo>
                  <a:pt x="460435" y="2753863"/>
                </a:lnTo>
                <a:lnTo>
                  <a:pt x="478202" y="2777144"/>
                </a:lnTo>
                <a:lnTo>
                  <a:pt x="496382" y="2800105"/>
                </a:lnTo>
                <a:lnTo>
                  <a:pt x="514970" y="2822736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7F14DAE-A19F-4823-AC5C-3AEC72A3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534712" y="3768268"/>
                </a:moveTo>
                <a:lnTo>
                  <a:pt x="508667" y="3736557"/>
                </a:lnTo>
                <a:lnTo>
                  <a:pt x="483194" y="3704386"/>
                </a:lnTo>
                <a:lnTo>
                  <a:pt x="458299" y="3671765"/>
                </a:lnTo>
                <a:lnTo>
                  <a:pt x="433992" y="3638704"/>
                </a:lnTo>
                <a:lnTo>
                  <a:pt x="410279" y="3605213"/>
                </a:lnTo>
                <a:lnTo>
                  <a:pt x="387169" y="3571305"/>
                </a:lnTo>
                <a:lnTo>
                  <a:pt x="364669" y="3536988"/>
                </a:lnTo>
                <a:lnTo>
                  <a:pt x="342786" y="3502275"/>
                </a:lnTo>
                <a:lnTo>
                  <a:pt x="321527" y="3467176"/>
                </a:lnTo>
                <a:lnTo>
                  <a:pt x="300898" y="3431703"/>
                </a:lnTo>
                <a:lnTo>
                  <a:pt x="280907" y="3395866"/>
                </a:lnTo>
                <a:lnTo>
                  <a:pt x="261560" y="3359678"/>
                </a:lnTo>
                <a:lnTo>
                  <a:pt x="242863" y="3323150"/>
                </a:lnTo>
                <a:lnTo>
                  <a:pt x="224822" y="3286294"/>
                </a:lnTo>
                <a:lnTo>
                  <a:pt x="207442" y="3249121"/>
                </a:lnTo>
                <a:lnTo>
                  <a:pt x="190730" y="3211643"/>
                </a:lnTo>
                <a:lnTo>
                  <a:pt x="174690" y="3173872"/>
                </a:lnTo>
                <a:lnTo>
                  <a:pt x="159328" y="3135821"/>
                </a:lnTo>
                <a:lnTo>
                  <a:pt x="144649" y="3097501"/>
                </a:lnTo>
                <a:lnTo>
                  <a:pt x="130657" y="3058925"/>
                </a:lnTo>
                <a:lnTo>
                  <a:pt x="117356" y="3020105"/>
                </a:lnTo>
                <a:lnTo>
                  <a:pt x="104752" y="2981054"/>
                </a:lnTo>
                <a:lnTo>
                  <a:pt x="92848" y="2941783"/>
                </a:lnTo>
                <a:lnTo>
                  <a:pt x="81648" y="2902306"/>
                </a:lnTo>
                <a:lnTo>
                  <a:pt x="71155" y="2862635"/>
                </a:lnTo>
                <a:lnTo>
                  <a:pt x="61373" y="2822783"/>
                </a:lnTo>
                <a:lnTo>
                  <a:pt x="52305" y="2782762"/>
                </a:lnTo>
                <a:lnTo>
                  <a:pt x="43954" y="2742586"/>
                </a:lnTo>
                <a:lnTo>
                  <a:pt x="36322" y="2702266"/>
                </a:lnTo>
                <a:lnTo>
                  <a:pt x="29413" y="2661817"/>
                </a:lnTo>
                <a:lnTo>
                  <a:pt x="471352" y="2590383"/>
                </a:lnTo>
                <a:lnTo>
                  <a:pt x="476914" y="2622943"/>
                </a:lnTo>
                <a:lnTo>
                  <a:pt x="483057" y="2655400"/>
                </a:lnTo>
                <a:lnTo>
                  <a:pt x="489780" y="2687741"/>
                </a:lnTo>
                <a:lnTo>
                  <a:pt x="497079" y="2719957"/>
                </a:lnTo>
                <a:lnTo>
                  <a:pt x="504953" y="2752037"/>
                </a:lnTo>
                <a:lnTo>
                  <a:pt x="513400" y="2783971"/>
                </a:lnTo>
                <a:lnTo>
                  <a:pt x="522416" y="2815749"/>
                </a:lnTo>
                <a:lnTo>
                  <a:pt x="531998" y="2847361"/>
                </a:lnTo>
                <a:lnTo>
                  <a:pt x="542144" y="2878797"/>
                </a:lnTo>
                <a:lnTo>
                  <a:pt x="552851" y="2910046"/>
                </a:lnTo>
                <a:lnTo>
                  <a:pt x="564114" y="2941099"/>
                </a:lnTo>
                <a:lnTo>
                  <a:pt x="575931" y="2971946"/>
                </a:lnTo>
                <a:lnTo>
                  <a:pt x="588297" y="3002576"/>
                </a:lnTo>
                <a:lnTo>
                  <a:pt x="601208" y="3032981"/>
                </a:lnTo>
                <a:lnTo>
                  <a:pt x="614662" y="3063150"/>
                </a:lnTo>
                <a:lnTo>
                  <a:pt x="628652" y="3093073"/>
                </a:lnTo>
                <a:lnTo>
                  <a:pt x="643175" y="3122742"/>
                </a:lnTo>
                <a:lnTo>
                  <a:pt x="658225" y="3152146"/>
                </a:lnTo>
                <a:lnTo>
                  <a:pt x="673800" y="3181277"/>
                </a:lnTo>
                <a:lnTo>
                  <a:pt x="689892" y="3210124"/>
                </a:lnTo>
                <a:lnTo>
                  <a:pt x="706497" y="3238680"/>
                </a:lnTo>
                <a:lnTo>
                  <a:pt x="723611" y="3266934"/>
                </a:lnTo>
                <a:lnTo>
                  <a:pt x="741226" y="3294877"/>
                </a:lnTo>
                <a:lnTo>
                  <a:pt x="759338" y="3322501"/>
                </a:lnTo>
                <a:lnTo>
                  <a:pt x="777941" y="3349797"/>
                </a:lnTo>
                <a:lnTo>
                  <a:pt x="797029" y="3376756"/>
                </a:lnTo>
                <a:lnTo>
                  <a:pt x="816596" y="3403370"/>
                </a:lnTo>
                <a:lnTo>
                  <a:pt x="836636" y="3429629"/>
                </a:lnTo>
                <a:lnTo>
                  <a:pt x="857142" y="3455526"/>
                </a:lnTo>
                <a:lnTo>
                  <a:pt x="878107" y="3481053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1" name="TCR">
            <a:extLst xmlns:a="http://schemas.openxmlformats.org/drawingml/2006/main">
              <a:ext uri="{FF2B5EF4-FFF2-40B4-BE49-F238E27FC236}">
                <a16:creationId xmlns:a16="http://schemas.microsoft.com/office/drawing/2014/main" id="{EC0ACA10-2091-4366-9AB9-9543C110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548734" y="6254544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TCR</a:t>
            </a:r>
          </a:p>
        </p:txBody>
      </p:sp>
      <p:sp>
        <p:nvSpPr>
          <p:cNvPr id="62" name="510">
            <a:extLst xmlns:a="http://schemas.openxmlformats.org/drawingml/2006/main">
              <a:ext uri="{FF2B5EF4-FFF2-40B4-BE49-F238E27FC236}">
                <a16:creationId xmlns:a16="http://schemas.microsoft.com/office/drawing/2014/main" id="{428833C2-BD09-4954-9838-F1FE18E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877975" y="6104185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510</a:t>
            </a:r>
          </a:p>
        </p:txBody>
      </p:sp>
      <p:sp>
        <p:nvSpPr>
          <p:cNvPr id="63" name="500">
            <a:extLst xmlns:a="http://schemas.openxmlformats.org/drawingml/2006/main">
              <a:ext uri="{FF2B5EF4-FFF2-40B4-BE49-F238E27FC236}">
                <a16:creationId xmlns:a16="http://schemas.microsoft.com/office/drawing/2014/main" id="{DD2C56A8-2165-4402-95FF-0A7F8CA2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27273">
            <a:off x="1302523" y="5910300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4D74709-CF69-4451-9498-F843017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0836" y="1553791"/>
                </a:moveTo>
                <a:lnTo>
                  <a:pt x="7968" y="1529269"/>
                </a:lnTo>
                <a:lnTo>
                  <a:pt x="5539" y="1504699"/>
                </a:lnTo>
                <a:lnTo>
                  <a:pt x="3550" y="1480090"/>
                </a:lnTo>
                <a:lnTo>
                  <a:pt x="2001" y="1455450"/>
                </a:lnTo>
                <a:lnTo>
                  <a:pt x="893" y="1430786"/>
                </a:lnTo>
                <a:lnTo>
                  <a:pt x="226" y="1406105"/>
                </a:lnTo>
                <a:lnTo>
                  <a:pt x="0" y="1381417"/>
                </a:lnTo>
                <a:lnTo>
                  <a:pt x="215" y="1356729"/>
                </a:lnTo>
                <a:lnTo>
                  <a:pt x="872" y="1332048"/>
                </a:lnTo>
                <a:lnTo>
                  <a:pt x="1970" y="1307384"/>
                </a:lnTo>
                <a:lnTo>
                  <a:pt x="3509" y="1282742"/>
                </a:lnTo>
                <a:lnTo>
                  <a:pt x="5487" y="1258133"/>
                </a:lnTo>
                <a:lnTo>
                  <a:pt x="7906" y="1233562"/>
                </a:lnTo>
                <a:lnTo>
                  <a:pt x="10763" y="1209039"/>
                </a:lnTo>
                <a:lnTo>
                  <a:pt x="14058" y="1184570"/>
                </a:lnTo>
                <a:lnTo>
                  <a:pt x="17790" y="1160165"/>
                </a:lnTo>
                <a:lnTo>
                  <a:pt x="21957" y="1135830"/>
                </a:lnTo>
                <a:lnTo>
                  <a:pt x="26559" y="1111573"/>
                </a:lnTo>
                <a:lnTo>
                  <a:pt x="31594" y="1087403"/>
                </a:lnTo>
                <a:lnTo>
                  <a:pt x="37060" y="1063326"/>
                </a:lnTo>
                <a:lnTo>
                  <a:pt x="42956" y="1039351"/>
                </a:lnTo>
                <a:lnTo>
                  <a:pt x="49279" y="1015486"/>
                </a:lnTo>
                <a:lnTo>
                  <a:pt x="56028" y="991737"/>
                </a:lnTo>
                <a:lnTo>
                  <a:pt x="63200" y="968112"/>
                </a:lnTo>
                <a:lnTo>
                  <a:pt x="70793" y="944620"/>
                </a:lnTo>
                <a:lnTo>
                  <a:pt x="78805" y="921267"/>
                </a:lnTo>
                <a:lnTo>
                  <a:pt x="87234" y="898061"/>
                </a:lnTo>
                <a:lnTo>
                  <a:pt x="96075" y="875009"/>
                </a:lnTo>
                <a:lnTo>
                  <a:pt x="105328" y="852119"/>
                </a:lnTo>
                <a:lnTo>
                  <a:pt x="114988" y="829398"/>
                </a:lnTo>
                <a:lnTo>
                  <a:pt x="734958" y="1099554"/>
                </a:lnTo>
                <a:lnTo>
                  <a:pt x="730028" y="1111150"/>
                </a:lnTo>
                <a:lnTo>
                  <a:pt x="725307" y="1122831"/>
                </a:lnTo>
                <a:lnTo>
                  <a:pt x="720794" y="1134596"/>
                </a:lnTo>
                <a:lnTo>
                  <a:pt x="716493" y="1146439"/>
                </a:lnTo>
                <a:lnTo>
                  <a:pt x="712404" y="1158357"/>
                </a:lnTo>
                <a:lnTo>
                  <a:pt x="708529" y="1170346"/>
                </a:lnTo>
                <a:lnTo>
                  <a:pt x="704868" y="1182403"/>
                </a:lnTo>
                <a:lnTo>
                  <a:pt x="701424" y="1194523"/>
                </a:lnTo>
                <a:lnTo>
                  <a:pt x="698197" y="1206703"/>
                </a:lnTo>
                <a:lnTo>
                  <a:pt x="695188" y="1218938"/>
                </a:lnTo>
                <a:lnTo>
                  <a:pt x="692399" y="1231226"/>
                </a:lnTo>
                <a:lnTo>
                  <a:pt x="689829" y="1243561"/>
                </a:lnTo>
                <a:lnTo>
                  <a:pt x="687481" y="1255940"/>
                </a:lnTo>
                <a:lnTo>
                  <a:pt x="685354" y="1268359"/>
                </a:lnTo>
                <a:lnTo>
                  <a:pt x="683449" y="1280814"/>
                </a:lnTo>
                <a:lnTo>
                  <a:pt x="681768" y="1293302"/>
                </a:lnTo>
                <a:lnTo>
                  <a:pt x="680310" y="1305817"/>
                </a:lnTo>
                <a:lnTo>
                  <a:pt x="679075" y="1318356"/>
                </a:lnTo>
                <a:lnTo>
                  <a:pt x="678066" y="1330916"/>
                </a:lnTo>
                <a:lnTo>
                  <a:pt x="677280" y="1343491"/>
                </a:lnTo>
                <a:lnTo>
                  <a:pt x="676720" y="1356079"/>
                </a:lnTo>
                <a:lnTo>
                  <a:pt x="676385" y="1368675"/>
                </a:lnTo>
                <a:lnTo>
                  <a:pt x="676275" y="1381274"/>
                </a:lnTo>
                <a:lnTo>
                  <a:pt x="676390" y="1393874"/>
                </a:lnTo>
                <a:lnTo>
                  <a:pt x="676731" y="1406469"/>
                </a:lnTo>
                <a:lnTo>
                  <a:pt x="677296" y="1419056"/>
                </a:lnTo>
                <a:lnTo>
                  <a:pt x="678087" y="1431632"/>
                </a:lnTo>
                <a:lnTo>
                  <a:pt x="679102" y="1444191"/>
                </a:lnTo>
                <a:lnTo>
                  <a:pt x="680342" y="1456729"/>
                </a:lnTo>
                <a:lnTo>
                  <a:pt x="681805" y="1469244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E797B58-CEB0-49CC-81D6-654CE3C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3900" y="1993139"/>
                </a:moveTo>
                <a:lnTo>
                  <a:pt x="10221" y="1961683"/>
                </a:lnTo>
                <a:lnTo>
                  <a:pt x="7106" y="1930166"/>
                </a:lnTo>
                <a:lnTo>
                  <a:pt x="4554" y="1898599"/>
                </a:lnTo>
                <a:lnTo>
                  <a:pt x="2567" y="1866991"/>
                </a:lnTo>
                <a:lnTo>
                  <a:pt x="1146" y="1835353"/>
                </a:lnTo>
                <a:lnTo>
                  <a:pt x="290" y="1803694"/>
                </a:lnTo>
                <a:lnTo>
                  <a:pt x="0" y="1772025"/>
                </a:lnTo>
                <a:lnTo>
                  <a:pt x="276" y="1740356"/>
                </a:lnTo>
                <a:lnTo>
                  <a:pt x="1119" y="1708697"/>
                </a:lnTo>
                <a:lnTo>
                  <a:pt x="2527" y="1677058"/>
                </a:lnTo>
                <a:lnTo>
                  <a:pt x="4501" y="1645449"/>
                </a:lnTo>
                <a:lnTo>
                  <a:pt x="7039" y="1613880"/>
                </a:lnTo>
                <a:lnTo>
                  <a:pt x="10141" y="1582362"/>
                </a:lnTo>
                <a:lnTo>
                  <a:pt x="13806" y="1550905"/>
                </a:lnTo>
                <a:lnTo>
                  <a:pt x="18033" y="1519518"/>
                </a:lnTo>
                <a:lnTo>
                  <a:pt x="22820" y="1488212"/>
                </a:lnTo>
                <a:lnTo>
                  <a:pt x="28166" y="1456996"/>
                </a:lnTo>
                <a:lnTo>
                  <a:pt x="34069" y="1425880"/>
                </a:lnTo>
                <a:lnTo>
                  <a:pt x="40528" y="1394876"/>
                </a:lnTo>
                <a:lnTo>
                  <a:pt x="47539" y="1363991"/>
                </a:lnTo>
                <a:lnTo>
                  <a:pt x="55102" y="1333237"/>
                </a:lnTo>
                <a:lnTo>
                  <a:pt x="63213" y="1302623"/>
                </a:lnTo>
                <a:lnTo>
                  <a:pt x="71870" y="1272159"/>
                </a:lnTo>
                <a:lnTo>
                  <a:pt x="81070" y="1241854"/>
                </a:lnTo>
                <a:lnTo>
                  <a:pt x="90811" y="1211719"/>
                </a:lnTo>
                <a:lnTo>
                  <a:pt x="101088" y="1181763"/>
                </a:lnTo>
                <a:lnTo>
                  <a:pt x="111900" y="1151995"/>
                </a:lnTo>
                <a:lnTo>
                  <a:pt x="123241" y="1122425"/>
                </a:lnTo>
                <a:lnTo>
                  <a:pt x="135110" y="1093063"/>
                </a:lnTo>
                <a:lnTo>
                  <a:pt x="147501" y="1063918"/>
                </a:lnTo>
                <a:lnTo>
                  <a:pt x="269749" y="1117188"/>
                </a:lnTo>
                <a:lnTo>
                  <a:pt x="258290" y="1144139"/>
                </a:lnTo>
                <a:lnTo>
                  <a:pt x="247315" y="1171292"/>
                </a:lnTo>
                <a:lnTo>
                  <a:pt x="236827" y="1198636"/>
                </a:lnTo>
                <a:lnTo>
                  <a:pt x="226829" y="1226163"/>
                </a:lnTo>
                <a:lnTo>
                  <a:pt x="217325" y="1253864"/>
                </a:lnTo>
                <a:lnTo>
                  <a:pt x="208318" y="1281731"/>
                </a:lnTo>
                <a:lnTo>
                  <a:pt x="199810" y="1309755"/>
                </a:lnTo>
                <a:lnTo>
                  <a:pt x="191805" y="1337926"/>
                </a:lnTo>
                <a:lnTo>
                  <a:pt x="184304" y="1366236"/>
                </a:lnTo>
                <a:lnTo>
                  <a:pt x="177311" y="1394675"/>
                </a:lnTo>
                <a:lnTo>
                  <a:pt x="170827" y="1423235"/>
                </a:lnTo>
                <a:lnTo>
                  <a:pt x="164855" y="1451906"/>
                </a:lnTo>
                <a:lnTo>
                  <a:pt x="159396" y="1480679"/>
                </a:lnTo>
                <a:lnTo>
                  <a:pt x="154452" y="1509546"/>
                </a:lnTo>
                <a:lnTo>
                  <a:pt x="150026" y="1538496"/>
                </a:lnTo>
                <a:lnTo>
                  <a:pt x="146117" y="1567520"/>
                </a:lnTo>
                <a:lnTo>
                  <a:pt x="142728" y="1596610"/>
                </a:lnTo>
                <a:lnTo>
                  <a:pt x="139859" y="1625756"/>
                </a:lnTo>
                <a:lnTo>
                  <a:pt x="137512" y="1654948"/>
                </a:lnTo>
                <a:lnTo>
                  <a:pt x="135687" y="1684177"/>
                </a:lnTo>
                <a:lnTo>
                  <a:pt x="134385" y="1713435"/>
                </a:lnTo>
                <a:lnTo>
                  <a:pt x="133606" y="1742711"/>
                </a:lnTo>
                <a:lnTo>
                  <a:pt x="133350" y="1771997"/>
                </a:lnTo>
                <a:lnTo>
                  <a:pt x="133618" y="1801282"/>
                </a:lnTo>
                <a:lnTo>
                  <a:pt x="134409" y="1830558"/>
                </a:lnTo>
                <a:lnTo>
                  <a:pt x="135724" y="1859815"/>
                </a:lnTo>
                <a:lnTo>
                  <a:pt x="137561" y="1889044"/>
                </a:lnTo>
                <a:lnTo>
                  <a:pt x="139921" y="1918235"/>
                </a:lnTo>
                <a:lnTo>
                  <a:pt x="142802" y="1947379"/>
                </a:lnTo>
                <a:lnTo>
                  <a:pt x="146203" y="1976468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96572CE-EA19-4A5D-A316-822A241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8010" y="2582508"/>
                </a:moveTo>
                <a:lnTo>
                  <a:pt x="13244" y="2541750"/>
                </a:lnTo>
                <a:lnTo>
                  <a:pt x="9207" y="2500914"/>
                </a:lnTo>
                <a:lnTo>
                  <a:pt x="5901" y="2460012"/>
                </a:lnTo>
                <a:lnTo>
                  <a:pt x="3326" y="2419058"/>
                </a:lnTo>
                <a:lnTo>
                  <a:pt x="1484" y="2378064"/>
                </a:lnTo>
                <a:lnTo>
                  <a:pt x="376" y="2337044"/>
                </a:lnTo>
                <a:lnTo>
                  <a:pt x="0" y="2296011"/>
                </a:lnTo>
                <a:lnTo>
                  <a:pt x="358" y="2254977"/>
                </a:lnTo>
                <a:lnTo>
                  <a:pt x="1450" y="2213956"/>
                </a:lnTo>
                <a:lnTo>
                  <a:pt x="3274" y="2172962"/>
                </a:lnTo>
                <a:lnTo>
                  <a:pt x="5831" y="2132006"/>
                </a:lnTo>
                <a:lnTo>
                  <a:pt x="9120" y="2091103"/>
                </a:lnTo>
                <a:lnTo>
                  <a:pt x="13140" y="2050265"/>
                </a:lnTo>
                <a:lnTo>
                  <a:pt x="17888" y="2009506"/>
                </a:lnTo>
                <a:lnTo>
                  <a:pt x="23365" y="1968838"/>
                </a:lnTo>
                <a:lnTo>
                  <a:pt x="29568" y="1928274"/>
                </a:lnTo>
                <a:lnTo>
                  <a:pt x="36495" y="1887828"/>
                </a:lnTo>
                <a:lnTo>
                  <a:pt x="44143" y="1847512"/>
                </a:lnTo>
                <a:lnTo>
                  <a:pt x="52512" y="1807339"/>
                </a:lnTo>
                <a:lnTo>
                  <a:pt x="61597" y="1767322"/>
                </a:lnTo>
                <a:lnTo>
                  <a:pt x="71395" y="1727474"/>
                </a:lnTo>
                <a:lnTo>
                  <a:pt x="81905" y="1687807"/>
                </a:lnTo>
                <a:lnTo>
                  <a:pt x="93122" y="1648335"/>
                </a:lnTo>
                <a:lnTo>
                  <a:pt x="105042" y="1609069"/>
                </a:lnTo>
                <a:lnTo>
                  <a:pt x="117663" y="1570023"/>
                </a:lnTo>
                <a:lnTo>
                  <a:pt x="130980" y="1531209"/>
                </a:lnTo>
                <a:lnTo>
                  <a:pt x="144988" y="1492639"/>
                </a:lnTo>
                <a:lnTo>
                  <a:pt x="159684" y="1454325"/>
                </a:lnTo>
                <a:lnTo>
                  <a:pt x="175062" y="1416281"/>
                </a:lnTo>
                <a:lnTo>
                  <a:pt x="191118" y="1378517"/>
                </a:lnTo>
                <a:lnTo>
                  <a:pt x="601521" y="1557352"/>
                </a:lnTo>
                <a:lnTo>
                  <a:pt x="588596" y="1587751"/>
                </a:lnTo>
                <a:lnTo>
                  <a:pt x="576217" y="1618377"/>
                </a:lnTo>
                <a:lnTo>
                  <a:pt x="564387" y="1649218"/>
                </a:lnTo>
                <a:lnTo>
                  <a:pt x="553111" y="1680266"/>
                </a:lnTo>
                <a:lnTo>
                  <a:pt x="542391" y="1711511"/>
                </a:lnTo>
                <a:lnTo>
                  <a:pt x="532232" y="1742942"/>
                </a:lnTo>
                <a:lnTo>
                  <a:pt x="522636" y="1774550"/>
                </a:lnTo>
                <a:lnTo>
                  <a:pt x="513607" y="1806325"/>
                </a:lnTo>
                <a:lnTo>
                  <a:pt x="505147" y="1838256"/>
                </a:lnTo>
                <a:lnTo>
                  <a:pt x="497259" y="1870332"/>
                </a:lnTo>
                <a:lnTo>
                  <a:pt x="489946" y="1902545"/>
                </a:lnTo>
                <a:lnTo>
                  <a:pt x="483210" y="1934884"/>
                </a:lnTo>
                <a:lnTo>
                  <a:pt x="477052" y="1967337"/>
                </a:lnTo>
                <a:lnTo>
                  <a:pt x="471477" y="1999896"/>
                </a:lnTo>
                <a:lnTo>
                  <a:pt x="466483" y="2032549"/>
                </a:lnTo>
                <a:lnTo>
                  <a:pt x="462075" y="2065285"/>
                </a:lnTo>
                <a:lnTo>
                  <a:pt x="458252" y="2098096"/>
                </a:lnTo>
                <a:lnTo>
                  <a:pt x="455017" y="2130970"/>
                </a:lnTo>
                <a:lnTo>
                  <a:pt x="452369" y="2163896"/>
                </a:lnTo>
                <a:lnTo>
                  <a:pt x="450311" y="2196864"/>
                </a:lnTo>
                <a:lnTo>
                  <a:pt x="448842" y="2229864"/>
                </a:lnTo>
                <a:lnTo>
                  <a:pt x="447963" y="2262885"/>
                </a:lnTo>
                <a:lnTo>
                  <a:pt x="447675" y="2295916"/>
                </a:lnTo>
                <a:lnTo>
                  <a:pt x="447977" y="2328947"/>
                </a:lnTo>
                <a:lnTo>
                  <a:pt x="448870" y="2361967"/>
                </a:lnTo>
                <a:lnTo>
                  <a:pt x="450353" y="2394967"/>
                </a:lnTo>
                <a:lnTo>
                  <a:pt x="452425" y="2427934"/>
                </a:lnTo>
                <a:lnTo>
                  <a:pt x="455086" y="2460859"/>
                </a:lnTo>
                <a:lnTo>
                  <a:pt x="458336" y="2493731"/>
                </a:lnTo>
                <a:lnTo>
                  <a:pt x="462172" y="2526540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7" name="FSI">
            <a:extLst xmlns:a="http://schemas.openxmlformats.org/drawingml/2006/main">
              <a:ext uri="{FF2B5EF4-FFF2-40B4-BE49-F238E27FC236}">
                <a16:creationId xmlns:a16="http://schemas.microsoft.com/office/drawing/2014/main" id="{DCAC0736-F2FB-484B-896A-468AC6F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382988" y="5101758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FSI</a:t>
            </a:r>
          </a:p>
        </p:txBody>
      </p:sp>
      <p:sp>
        <p:nvSpPr>
          <p:cNvPr id="68" name="2200">
            <a:extLst xmlns:a="http://schemas.openxmlformats.org/drawingml/2006/main">
              <a:ext uri="{FF2B5EF4-FFF2-40B4-BE49-F238E27FC236}">
                <a16:creationId xmlns:a16="http://schemas.microsoft.com/office/drawing/2014/main" id="{AFF7A381-3C49-4B0F-827D-59DD8FE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741254" y="5153269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69" name="1100">
            <a:extLst xmlns:a="http://schemas.openxmlformats.org/drawingml/2006/main">
              <a:ext uri="{FF2B5EF4-FFF2-40B4-BE49-F238E27FC236}">
                <a16:creationId xmlns:a16="http://schemas.microsoft.com/office/drawing/2014/main" id="{98DE7D32-A8D3-4ED3-A2D4-CC8DC27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09091">
            <a:off x="1203229" y="521969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7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873E91E-B036-425E-B1B2-38C66153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135014" y="785547"/>
                </a:moveTo>
                <a:lnTo>
                  <a:pt x="145859" y="763367"/>
                </a:lnTo>
                <a:lnTo>
                  <a:pt x="157099" y="741385"/>
                </a:lnTo>
                <a:lnTo>
                  <a:pt x="168731" y="719607"/>
                </a:lnTo>
                <a:lnTo>
                  <a:pt x="180749" y="698041"/>
                </a:lnTo>
                <a:lnTo>
                  <a:pt x="193152" y="676692"/>
                </a:lnTo>
                <a:lnTo>
                  <a:pt x="205933" y="655569"/>
                </a:lnTo>
                <a:lnTo>
                  <a:pt x="219091" y="634678"/>
                </a:lnTo>
                <a:lnTo>
                  <a:pt x="232620" y="614026"/>
                </a:lnTo>
                <a:lnTo>
                  <a:pt x="246515" y="593618"/>
                </a:lnTo>
                <a:lnTo>
                  <a:pt x="260774" y="573462"/>
                </a:lnTo>
                <a:lnTo>
                  <a:pt x="275390" y="553565"/>
                </a:lnTo>
                <a:lnTo>
                  <a:pt x="290360" y="533931"/>
                </a:lnTo>
                <a:lnTo>
                  <a:pt x="305678" y="514569"/>
                </a:lnTo>
                <a:lnTo>
                  <a:pt x="321340" y="495483"/>
                </a:lnTo>
                <a:lnTo>
                  <a:pt x="337340" y="476680"/>
                </a:lnTo>
                <a:lnTo>
                  <a:pt x="353674" y="458167"/>
                </a:lnTo>
                <a:lnTo>
                  <a:pt x="370337" y="439948"/>
                </a:lnTo>
                <a:lnTo>
                  <a:pt x="387322" y="422030"/>
                </a:lnTo>
                <a:lnTo>
                  <a:pt x="404625" y="404419"/>
                </a:lnTo>
                <a:lnTo>
                  <a:pt x="422241" y="387120"/>
                </a:lnTo>
                <a:lnTo>
                  <a:pt x="440162" y="370138"/>
                </a:lnTo>
                <a:lnTo>
                  <a:pt x="458384" y="353479"/>
                </a:lnTo>
                <a:lnTo>
                  <a:pt x="476901" y="337149"/>
                </a:lnTo>
                <a:lnTo>
                  <a:pt x="495707" y="321152"/>
                </a:lnTo>
                <a:lnTo>
                  <a:pt x="514796" y="305495"/>
                </a:lnTo>
                <a:lnTo>
                  <a:pt x="534162" y="290180"/>
                </a:lnTo>
                <a:lnTo>
                  <a:pt x="553799" y="275215"/>
                </a:lnTo>
                <a:lnTo>
                  <a:pt x="573699" y="260603"/>
                </a:lnTo>
                <a:lnTo>
                  <a:pt x="593858" y="246349"/>
                </a:lnTo>
                <a:lnTo>
                  <a:pt x="614269" y="232457"/>
                </a:lnTo>
                <a:lnTo>
                  <a:pt x="989764" y="794908"/>
                </a:lnTo>
                <a:lnTo>
                  <a:pt x="979347" y="801998"/>
                </a:lnTo>
                <a:lnTo>
                  <a:pt x="969060" y="809272"/>
                </a:lnTo>
                <a:lnTo>
                  <a:pt x="958903" y="816729"/>
                </a:lnTo>
                <a:lnTo>
                  <a:pt x="948882" y="824367"/>
                </a:lnTo>
                <a:lnTo>
                  <a:pt x="938999" y="832183"/>
                </a:lnTo>
                <a:lnTo>
                  <a:pt x="929257" y="840173"/>
                </a:lnTo>
                <a:lnTo>
                  <a:pt x="919659" y="848337"/>
                </a:lnTo>
                <a:lnTo>
                  <a:pt x="910209" y="856671"/>
                </a:lnTo>
                <a:lnTo>
                  <a:pt x="900909" y="865173"/>
                </a:lnTo>
                <a:lnTo>
                  <a:pt x="891763" y="873839"/>
                </a:lnTo>
                <a:lnTo>
                  <a:pt x="882774" y="882668"/>
                </a:lnTo>
                <a:lnTo>
                  <a:pt x="873943" y="891656"/>
                </a:lnTo>
                <a:lnTo>
                  <a:pt x="865275" y="900800"/>
                </a:lnTo>
                <a:lnTo>
                  <a:pt x="856771" y="910098"/>
                </a:lnTo>
                <a:lnTo>
                  <a:pt x="848435" y="919546"/>
                </a:lnTo>
                <a:lnTo>
                  <a:pt x="840269" y="929142"/>
                </a:lnTo>
                <a:lnTo>
                  <a:pt x="832276" y="938882"/>
                </a:lnTo>
                <a:lnTo>
                  <a:pt x="824459" y="948764"/>
                </a:lnTo>
                <a:lnTo>
                  <a:pt x="816819" y="958784"/>
                </a:lnTo>
                <a:lnTo>
                  <a:pt x="809359" y="968939"/>
                </a:lnTo>
                <a:lnTo>
                  <a:pt x="802083" y="979225"/>
                </a:lnTo>
                <a:lnTo>
                  <a:pt x="794991" y="989640"/>
                </a:lnTo>
                <a:lnTo>
                  <a:pt x="788087" y="1000180"/>
                </a:lnTo>
                <a:lnTo>
                  <a:pt x="781372" y="1010841"/>
                </a:lnTo>
                <a:lnTo>
                  <a:pt x="774849" y="1021621"/>
                </a:lnTo>
                <a:lnTo>
                  <a:pt x="768519" y="1032516"/>
                </a:lnTo>
                <a:lnTo>
                  <a:pt x="762386" y="1043523"/>
                </a:lnTo>
                <a:lnTo>
                  <a:pt x="756450" y="1054637"/>
                </a:lnTo>
                <a:lnTo>
                  <a:pt x="750714" y="1065855"/>
                </a:lnTo>
                <a:lnTo>
                  <a:pt x="745179" y="1077175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32BFBCA-7B88-4E4A-A43C-2BBDFC1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173190" y="1007667"/>
                </a:moveTo>
                <a:lnTo>
                  <a:pt x="187102" y="979216"/>
                </a:lnTo>
                <a:lnTo>
                  <a:pt x="201521" y="951018"/>
                </a:lnTo>
                <a:lnTo>
                  <a:pt x="216441" y="923082"/>
                </a:lnTo>
                <a:lnTo>
                  <a:pt x="231858" y="895418"/>
                </a:lnTo>
                <a:lnTo>
                  <a:pt x="247767" y="868033"/>
                </a:lnTo>
                <a:lnTo>
                  <a:pt x="264163" y="840937"/>
                </a:lnTo>
                <a:lnTo>
                  <a:pt x="281041" y="814139"/>
                </a:lnTo>
                <a:lnTo>
                  <a:pt x="298395" y="787647"/>
                </a:lnTo>
                <a:lnTo>
                  <a:pt x="316220" y="761469"/>
                </a:lnTo>
                <a:lnTo>
                  <a:pt x="334510" y="735614"/>
                </a:lnTo>
                <a:lnTo>
                  <a:pt x="353259" y="710090"/>
                </a:lnTo>
                <a:lnTo>
                  <a:pt x="372461" y="684905"/>
                </a:lnTo>
                <a:lnTo>
                  <a:pt x="392111" y="660067"/>
                </a:lnTo>
                <a:lnTo>
                  <a:pt x="412201" y="635585"/>
                </a:lnTo>
                <a:lnTo>
                  <a:pt x="432726" y="611466"/>
                </a:lnTo>
                <a:lnTo>
                  <a:pt x="453679" y="587717"/>
                </a:lnTo>
                <a:lnTo>
                  <a:pt x="475053" y="564347"/>
                </a:lnTo>
                <a:lnTo>
                  <a:pt x="496841" y="541363"/>
                </a:lnTo>
                <a:lnTo>
                  <a:pt x="519037" y="518772"/>
                </a:lnTo>
                <a:lnTo>
                  <a:pt x="541633" y="496581"/>
                </a:lnTo>
                <a:lnTo>
                  <a:pt x="564622" y="474798"/>
                </a:lnTo>
                <a:lnTo>
                  <a:pt x="587996" y="453429"/>
                </a:lnTo>
                <a:lnTo>
                  <a:pt x="611749" y="432481"/>
                </a:lnTo>
                <a:lnTo>
                  <a:pt x="635873" y="411961"/>
                </a:lnTo>
                <a:lnTo>
                  <a:pt x="660359" y="391876"/>
                </a:lnTo>
                <a:lnTo>
                  <a:pt x="685201" y="372231"/>
                </a:lnTo>
                <a:lnTo>
                  <a:pt x="710390" y="353034"/>
                </a:lnTo>
                <a:lnTo>
                  <a:pt x="735918" y="334290"/>
                </a:lnTo>
                <a:lnTo>
                  <a:pt x="761777" y="316006"/>
                </a:lnTo>
                <a:lnTo>
                  <a:pt x="787958" y="298187"/>
                </a:lnTo>
                <a:lnTo>
                  <a:pt x="862000" y="409092"/>
                </a:lnTo>
                <a:lnTo>
                  <a:pt x="837789" y="425571"/>
                </a:lnTo>
                <a:lnTo>
                  <a:pt x="813876" y="442479"/>
                </a:lnTo>
                <a:lnTo>
                  <a:pt x="790270" y="459812"/>
                </a:lnTo>
                <a:lnTo>
                  <a:pt x="766977" y="477564"/>
                </a:lnTo>
                <a:lnTo>
                  <a:pt x="744005" y="495730"/>
                </a:lnTo>
                <a:lnTo>
                  <a:pt x="721361" y="514303"/>
                </a:lnTo>
                <a:lnTo>
                  <a:pt x="699054" y="533279"/>
                </a:lnTo>
                <a:lnTo>
                  <a:pt x="677089" y="552650"/>
                </a:lnTo>
                <a:lnTo>
                  <a:pt x="655473" y="572410"/>
                </a:lnTo>
                <a:lnTo>
                  <a:pt x="634215" y="592554"/>
                </a:lnTo>
                <a:lnTo>
                  <a:pt x="613320" y="613074"/>
                </a:lnTo>
                <a:lnTo>
                  <a:pt x="592795" y="633965"/>
                </a:lnTo>
                <a:lnTo>
                  <a:pt x="572646" y="655220"/>
                </a:lnTo>
                <a:lnTo>
                  <a:pt x="552881" y="676831"/>
                </a:lnTo>
                <a:lnTo>
                  <a:pt x="533505" y="698792"/>
                </a:lnTo>
                <a:lnTo>
                  <a:pt x="514525" y="721095"/>
                </a:lnTo>
                <a:lnTo>
                  <a:pt x="495947" y="743735"/>
                </a:lnTo>
                <a:lnTo>
                  <a:pt x="477777" y="766703"/>
                </a:lnTo>
                <a:lnTo>
                  <a:pt x="460019" y="789992"/>
                </a:lnTo>
                <a:lnTo>
                  <a:pt x="442681" y="813595"/>
                </a:lnTo>
                <a:lnTo>
                  <a:pt x="425768" y="837504"/>
                </a:lnTo>
                <a:lnTo>
                  <a:pt x="409285" y="861711"/>
                </a:lnTo>
                <a:lnTo>
                  <a:pt x="393237" y="886210"/>
                </a:lnTo>
                <a:lnTo>
                  <a:pt x="377630" y="910991"/>
                </a:lnTo>
                <a:lnTo>
                  <a:pt x="362468" y="936047"/>
                </a:lnTo>
                <a:lnTo>
                  <a:pt x="347756" y="961371"/>
                </a:lnTo>
                <a:lnTo>
                  <a:pt x="333499" y="986953"/>
                </a:lnTo>
                <a:lnTo>
                  <a:pt x="319702" y="1012786"/>
                </a:lnTo>
                <a:lnTo>
                  <a:pt x="306369" y="1038861"/>
                </a:lnTo>
                <a:lnTo>
                  <a:pt x="293505" y="1065171"/>
                </a:lnTo>
                <a:close/>
              </a:path>
            </a:pathLst>
          </a:custGeom>
          <a:solidFill xmlns:a="http://schemas.openxmlformats.org/drawingml/2006/main">
            <a:srgbClr val="FFE6A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C46307D-669C-4E8D-9B6F-7E3EB6B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224403" y="1305633"/>
                </a:moveTo>
                <a:lnTo>
                  <a:pt x="242428" y="1268769"/>
                </a:lnTo>
                <a:lnTo>
                  <a:pt x="261110" y="1232233"/>
                </a:lnTo>
                <a:lnTo>
                  <a:pt x="280442" y="1196036"/>
                </a:lnTo>
                <a:lnTo>
                  <a:pt x="300418" y="1160192"/>
                </a:lnTo>
                <a:lnTo>
                  <a:pt x="321031" y="1124709"/>
                </a:lnTo>
                <a:lnTo>
                  <a:pt x="342275" y="1089602"/>
                </a:lnTo>
                <a:lnTo>
                  <a:pt x="364144" y="1054879"/>
                </a:lnTo>
                <a:lnTo>
                  <a:pt x="386630" y="1020553"/>
                </a:lnTo>
                <a:lnTo>
                  <a:pt x="409725" y="986634"/>
                </a:lnTo>
                <a:lnTo>
                  <a:pt x="433424" y="953134"/>
                </a:lnTo>
                <a:lnTo>
                  <a:pt x="457717" y="920063"/>
                </a:lnTo>
                <a:lnTo>
                  <a:pt x="482598" y="887431"/>
                </a:lnTo>
                <a:lnTo>
                  <a:pt x="508058" y="855249"/>
                </a:lnTo>
                <a:lnTo>
                  <a:pt x="534089" y="823527"/>
                </a:lnTo>
                <a:lnTo>
                  <a:pt x="560683" y="792276"/>
                </a:lnTo>
                <a:lnTo>
                  <a:pt x="587831" y="761505"/>
                </a:lnTo>
                <a:lnTo>
                  <a:pt x="615526" y="731224"/>
                </a:lnTo>
                <a:lnTo>
                  <a:pt x="643757" y="701443"/>
                </a:lnTo>
                <a:lnTo>
                  <a:pt x="672515" y="672172"/>
                </a:lnTo>
                <a:lnTo>
                  <a:pt x="701793" y="643419"/>
                </a:lnTo>
                <a:lnTo>
                  <a:pt x="731580" y="615195"/>
                </a:lnTo>
                <a:lnTo>
                  <a:pt x="761866" y="587507"/>
                </a:lnTo>
                <a:lnTo>
                  <a:pt x="792643" y="560365"/>
                </a:lnTo>
                <a:lnTo>
                  <a:pt x="823900" y="533778"/>
                </a:lnTo>
                <a:lnTo>
                  <a:pt x="855627" y="507753"/>
                </a:lnTo>
                <a:lnTo>
                  <a:pt x="887814" y="482300"/>
                </a:lnTo>
                <a:lnTo>
                  <a:pt x="920451" y="457426"/>
                </a:lnTo>
                <a:lnTo>
                  <a:pt x="953528" y="433140"/>
                </a:lnTo>
                <a:lnTo>
                  <a:pt x="987033" y="409449"/>
                </a:lnTo>
                <a:lnTo>
                  <a:pt x="1020957" y="386360"/>
                </a:lnTo>
                <a:lnTo>
                  <a:pt x="1269524" y="758687"/>
                </a:lnTo>
                <a:lnTo>
                  <a:pt x="1242216" y="777273"/>
                </a:lnTo>
                <a:lnTo>
                  <a:pt x="1215245" y="796344"/>
                </a:lnTo>
                <a:lnTo>
                  <a:pt x="1188619" y="815894"/>
                </a:lnTo>
                <a:lnTo>
                  <a:pt x="1162347" y="835916"/>
                </a:lnTo>
                <a:lnTo>
                  <a:pt x="1136437" y="856406"/>
                </a:lnTo>
                <a:lnTo>
                  <a:pt x="1110897" y="877355"/>
                </a:lnTo>
                <a:lnTo>
                  <a:pt x="1085736" y="898757"/>
                </a:lnTo>
                <a:lnTo>
                  <a:pt x="1060962" y="920606"/>
                </a:lnTo>
                <a:lnTo>
                  <a:pt x="1036581" y="942894"/>
                </a:lnTo>
                <a:lnTo>
                  <a:pt x="1012604" y="965614"/>
                </a:lnTo>
                <a:lnTo>
                  <a:pt x="989036" y="988760"/>
                </a:lnTo>
                <a:lnTo>
                  <a:pt x="965886" y="1012322"/>
                </a:lnTo>
                <a:lnTo>
                  <a:pt x="943160" y="1036295"/>
                </a:lnTo>
                <a:lnTo>
                  <a:pt x="920867" y="1060671"/>
                </a:lnTo>
                <a:lnTo>
                  <a:pt x="899013" y="1085441"/>
                </a:lnTo>
                <a:lnTo>
                  <a:pt x="877605" y="1110597"/>
                </a:lnTo>
                <a:lnTo>
                  <a:pt x="856651" y="1136132"/>
                </a:lnTo>
                <a:lnTo>
                  <a:pt x="836156" y="1162038"/>
                </a:lnTo>
                <a:lnTo>
                  <a:pt x="816128" y="1188306"/>
                </a:lnTo>
                <a:lnTo>
                  <a:pt x="796572" y="1214928"/>
                </a:lnTo>
                <a:lnTo>
                  <a:pt x="777495" y="1241895"/>
                </a:lnTo>
                <a:lnTo>
                  <a:pt x="758904" y="1269199"/>
                </a:lnTo>
                <a:lnTo>
                  <a:pt x="740803" y="1296831"/>
                </a:lnTo>
                <a:lnTo>
                  <a:pt x="723200" y="1324782"/>
                </a:lnTo>
                <a:lnTo>
                  <a:pt x="706098" y="1353043"/>
                </a:lnTo>
                <a:lnTo>
                  <a:pt x="689505" y="1381605"/>
                </a:lnTo>
                <a:lnTo>
                  <a:pt x="673425" y="1410459"/>
                </a:lnTo>
                <a:lnTo>
                  <a:pt x="657863" y="1439597"/>
                </a:lnTo>
                <a:lnTo>
                  <a:pt x="642825" y="1469007"/>
                </a:lnTo>
                <a:lnTo>
                  <a:pt x="628314" y="1498682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3" name="PCR">
            <a:extLst xmlns:a="http://schemas.openxmlformats.org/drawingml/2006/main">
              <a:ext uri="{FF2B5EF4-FFF2-40B4-BE49-F238E27FC236}">
                <a16:creationId xmlns:a16="http://schemas.microsoft.com/office/drawing/2014/main" id="{868CF590-440E-4E84-B9A9-37FDFFD4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866797" y="4042364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PCR</a:t>
            </a:r>
          </a:p>
        </p:txBody>
      </p:sp>
      <p:sp>
        <p:nvSpPr>
          <p:cNvPr id="74" name="2200">
            <a:extLst xmlns:a="http://schemas.openxmlformats.org/drawingml/2006/main">
              <a:ext uri="{FF2B5EF4-FFF2-40B4-BE49-F238E27FC236}">
                <a16:creationId xmlns:a16="http://schemas.microsoft.com/office/drawing/2014/main" id="{CAD8C3A8-0FB1-4C8E-A786-03A5EB5A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1140341" y="427939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75" name="1100">
            <a:extLst xmlns:a="http://schemas.openxmlformats.org/drawingml/2006/main">
              <a:ext uri="{FF2B5EF4-FFF2-40B4-BE49-F238E27FC236}">
                <a16:creationId xmlns:a16="http://schemas.microsoft.com/office/drawing/2014/main" id="{4B397F69-ED65-413F-B3BC-79A16FB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45455">
            <a:off x="1493068" y="458503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619E921-5203-4A9B-A959-FB53C6E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9088"/>
            <a:ext cx="2762250" cy="2762250"/>
          </a:xfrm>
          <a:custGeom xmlns:a="http://schemas.openxmlformats.org/drawingml/2006/main">
            <a:pathLst>
              <a:path w="2762250" h="2762250">
                <a:moveTo>
                  <a:pt x="654824" y="206394"/>
                </a:moveTo>
                <a:lnTo>
                  <a:pt x="675939" y="193599"/>
                </a:lnTo>
                <a:lnTo>
                  <a:pt x="697279" y="181183"/>
                </a:lnTo>
                <a:lnTo>
                  <a:pt x="718838" y="169151"/>
                </a:lnTo>
                <a:lnTo>
                  <a:pt x="740608" y="157506"/>
                </a:lnTo>
                <a:lnTo>
                  <a:pt x="762583" y="146252"/>
                </a:lnTo>
                <a:lnTo>
                  <a:pt x="784756" y="135392"/>
                </a:lnTo>
                <a:lnTo>
                  <a:pt x="807119" y="124931"/>
                </a:lnTo>
                <a:lnTo>
                  <a:pt x="829666" y="114871"/>
                </a:lnTo>
                <a:lnTo>
                  <a:pt x="852389" y="105216"/>
                </a:lnTo>
                <a:lnTo>
                  <a:pt x="875281" y="95968"/>
                </a:lnTo>
                <a:lnTo>
                  <a:pt x="898334" y="87131"/>
                </a:lnTo>
                <a:lnTo>
                  <a:pt x="921542" y="78708"/>
                </a:lnTo>
                <a:lnTo>
                  <a:pt x="944897" y="70701"/>
                </a:lnTo>
                <a:lnTo>
                  <a:pt x="968391" y="63112"/>
                </a:lnTo>
                <a:lnTo>
                  <a:pt x="992017" y="55945"/>
                </a:lnTo>
                <a:lnTo>
                  <a:pt x="1015767" y="49202"/>
                </a:lnTo>
                <a:lnTo>
                  <a:pt x="1039635" y="42883"/>
                </a:lnTo>
                <a:lnTo>
                  <a:pt x="1063611" y="36993"/>
                </a:lnTo>
                <a:lnTo>
                  <a:pt x="1087689" y="31532"/>
                </a:lnTo>
                <a:lnTo>
                  <a:pt x="1111860" y="26502"/>
                </a:lnTo>
                <a:lnTo>
                  <a:pt x="1136118" y="21906"/>
                </a:lnTo>
                <a:lnTo>
                  <a:pt x="1160453" y="17743"/>
                </a:lnTo>
                <a:lnTo>
                  <a:pt x="1184860" y="14016"/>
                </a:lnTo>
                <a:lnTo>
                  <a:pt x="1209329" y="10726"/>
                </a:lnTo>
                <a:lnTo>
                  <a:pt x="1233853" y="7874"/>
                </a:lnTo>
                <a:lnTo>
                  <a:pt x="1258424" y="5461"/>
                </a:lnTo>
                <a:lnTo>
                  <a:pt x="1283034" y="3488"/>
                </a:lnTo>
                <a:lnTo>
                  <a:pt x="1307675" y="1954"/>
                </a:lnTo>
                <a:lnTo>
                  <a:pt x="1332340" y="862"/>
                </a:lnTo>
                <a:lnTo>
                  <a:pt x="1357021" y="210"/>
                </a:lnTo>
                <a:lnTo>
                  <a:pt x="1368824" y="676382"/>
                </a:lnTo>
                <a:lnTo>
                  <a:pt x="1356228" y="676715"/>
                </a:lnTo>
                <a:lnTo>
                  <a:pt x="1343640" y="677272"/>
                </a:lnTo>
                <a:lnTo>
                  <a:pt x="1331065" y="678055"/>
                </a:lnTo>
                <a:lnTo>
                  <a:pt x="1318505" y="679062"/>
                </a:lnTo>
                <a:lnTo>
                  <a:pt x="1305965" y="680294"/>
                </a:lnTo>
                <a:lnTo>
                  <a:pt x="1293450" y="681749"/>
                </a:lnTo>
                <a:lnTo>
                  <a:pt x="1280962" y="683428"/>
                </a:lnTo>
                <a:lnTo>
                  <a:pt x="1268506" y="685330"/>
                </a:lnTo>
                <a:lnTo>
                  <a:pt x="1256087" y="687454"/>
                </a:lnTo>
                <a:lnTo>
                  <a:pt x="1243707" y="689800"/>
                </a:lnTo>
                <a:lnTo>
                  <a:pt x="1231371" y="692367"/>
                </a:lnTo>
                <a:lnTo>
                  <a:pt x="1219083" y="695154"/>
                </a:lnTo>
                <a:lnTo>
                  <a:pt x="1206847" y="698160"/>
                </a:lnTo>
                <a:lnTo>
                  <a:pt x="1194667" y="701385"/>
                </a:lnTo>
                <a:lnTo>
                  <a:pt x="1182546" y="704826"/>
                </a:lnTo>
                <a:lnTo>
                  <a:pt x="1170488" y="708484"/>
                </a:lnTo>
                <a:lnTo>
                  <a:pt x="1158498" y="712357"/>
                </a:lnTo>
                <a:lnTo>
                  <a:pt x="1146579" y="716443"/>
                </a:lnTo>
                <a:lnTo>
                  <a:pt x="1134735" y="720742"/>
                </a:lnTo>
                <a:lnTo>
                  <a:pt x="1122970" y="725252"/>
                </a:lnTo>
                <a:lnTo>
                  <a:pt x="1111287" y="729971"/>
                </a:lnTo>
                <a:lnTo>
                  <a:pt x="1099691" y="734899"/>
                </a:lnTo>
                <a:lnTo>
                  <a:pt x="1088184" y="740033"/>
                </a:lnTo>
                <a:lnTo>
                  <a:pt x="1076771" y="745372"/>
                </a:lnTo>
                <a:lnTo>
                  <a:pt x="1065455" y="750914"/>
                </a:lnTo>
                <a:lnTo>
                  <a:pt x="1054240" y="756657"/>
                </a:lnTo>
                <a:lnTo>
                  <a:pt x="1043130" y="762600"/>
                </a:lnTo>
                <a:lnTo>
                  <a:pt x="1032128" y="768741"/>
                </a:lnTo>
                <a:lnTo>
                  <a:pt x="1021237" y="775077"/>
                </a:lnTo>
                <a:lnTo>
                  <a:pt x="1010461" y="781607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9BA7319-E17B-4E6B-A4A2-C4141B0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8563"/>
            <a:ext cx="3543300" cy="3543300"/>
          </a:xfrm>
          <a:custGeom xmlns:a="http://schemas.openxmlformats.org/drawingml/2006/main">
            <a:pathLst>
              <a:path w="3543300" h="3543300">
                <a:moveTo>
                  <a:pt x="839981" y="264754"/>
                </a:moveTo>
                <a:lnTo>
                  <a:pt x="867066" y="248341"/>
                </a:lnTo>
                <a:lnTo>
                  <a:pt x="894440" y="232414"/>
                </a:lnTo>
                <a:lnTo>
                  <a:pt x="922095" y="216980"/>
                </a:lnTo>
                <a:lnTo>
                  <a:pt x="950021" y="202042"/>
                </a:lnTo>
                <a:lnTo>
                  <a:pt x="978210" y="187606"/>
                </a:lnTo>
                <a:lnTo>
                  <a:pt x="1006652" y="173676"/>
                </a:lnTo>
                <a:lnTo>
                  <a:pt x="1035339" y="160256"/>
                </a:lnTo>
                <a:lnTo>
                  <a:pt x="1064261" y="147352"/>
                </a:lnTo>
                <a:lnTo>
                  <a:pt x="1093409" y="134966"/>
                </a:lnTo>
                <a:lnTo>
                  <a:pt x="1122774" y="123104"/>
                </a:lnTo>
                <a:lnTo>
                  <a:pt x="1152346" y="111769"/>
                </a:lnTo>
                <a:lnTo>
                  <a:pt x="1182116" y="100963"/>
                </a:lnTo>
                <a:lnTo>
                  <a:pt x="1212075" y="90692"/>
                </a:lnTo>
                <a:lnTo>
                  <a:pt x="1242212" y="80958"/>
                </a:lnTo>
                <a:lnTo>
                  <a:pt x="1272519" y="71764"/>
                </a:lnTo>
                <a:lnTo>
                  <a:pt x="1302984" y="63114"/>
                </a:lnTo>
                <a:lnTo>
                  <a:pt x="1333600" y="55009"/>
                </a:lnTo>
                <a:lnTo>
                  <a:pt x="1364356" y="47453"/>
                </a:lnTo>
                <a:lnTo>
                  <a:pt x="1395242" y="40448"/>
                </a:lnTo>
                <a:lnTo>
                  <a:pt x="1426248" y="33996"/>
                </a:lnTo>
                <a:lnTo>
                  <a:pt x="1457365" y="28099"/>
                </a:lnTo>
                <a:lnTo>
                  <a:pt x="1488581" y="22760"/>
                </a:lnTo>
                <a:lnTo>
                  <a:pt x="1519889" y="17980"/>
                </a:lnTo>
                <a:lnTo>
                  <a:pt x="1551277" y="13759"/>
                </a:lnTo>
                <a:lnTo>
                  <a:pt x="1582735" y="10101"/>
                </a:lnTo>
                <a:lnTo>
                  <a:pt x="1614254" y="7006"/>
                </a:lnTo>
                <a:lnTo>
                  <a:pt x="1645823" y="4474"/>
                </a:lnTo>
                <a:lnTo>
                  <a:pt x="1677432" y="2507"/>
                </a:lnTo>
                <a:lnTo>
                  <a:pt x="1709071" y="1106"/>
                </a:lnTo>
                <a:lnTo>
                  <a:pt x="1740730" y="270"/>
                </a:lnTo>
                <a:lnTo>
                  <a:pt x="1743058" y="133600"/>
                </a:lnTo>
                <a:lnTo>
                  <a:pt x="1713781" y="134372"/>
                </a:lnTo>
                <a:lnTo>
                  <a:pt x="1684524" y="135668"/>
                </a:lnTo>
                <a:lnTo>
                  <a:pt x="1655294" y="137487"/>
                </a:lnTo>
                <a:lnTo>
                  <a:pt x="1626101" y="139828"/>
                </a:lnTo>
                <a:lnTo>
                  <a:pt x="1596954" y="142691"/>
                </a:lnTo>
                <a:lnTo>
                  <a:pt x="1567864" y="146074"/>
                </a:lnTo>
                <a:lnTo>
                  <a:pt x="1538839" y="149976"/>
                </a:lnTo>
                <a:lnTo>
                  <a:pt x="1509888" y="154397"/>
                </a:lnTo>
                <a:lnTo>
                  <a:pt x="1481020" y="159334"/>
                </a:lnTo>
                <a:lnTo>
                  <a:pt x="1452246" y="164787"/>
                </a:lnTo>
                <a:lnTo>
                  <a:pt x="1423574" y="170753"/>
                </a:lnTo>
                <a:lnTo>
                  <a:pt x="1395012" y="177231"/>
                </a:lnTo>
                <a:lnTo>
                  <a:pt x="1366572" y="184219"/>
                </a:lnTo>
                <a:lnTo>
                  <a:pt x="1338260" y="191713"/>
                </a:lnTo>
                <a:lnTo>
                  <a:pt x="1310088" y="199713"/>
                </a:lnTo>
                <a:lnTo>
                  <a:pt x="1282062" y="208214"/>
                </a:lnTo>
                <a:lnTo>
                  <a:pt x="1254193" y="217216"/>
                </a:lnTo>
                <a:lnTo>
                  <a:pt x="1226490" y="226714"/>
                </a:lnTo>
                <a:lnTo>
                  <a:pt x="1198960" y="236706"/>
                </a:lnTo>
                <a:lnTo>
                  <a:pt x="1171614" y="247188"/>
                </a:lnTo>
                <a:lnTo>
                  <a:pt x="1144460" y="258158"/>
                </a:lnTo>
                <a:lnTo>
                  <a:pt x="1117505" y="269611"/>
                </a:lnTo>
                <a:lnTo>
                  <a:pt x="1090760" y="281544"/>
                </a:lnTo>
                <a:lnTo>
                  <a:pt x="1064233" y="293953"/>
                </a:lnTo>
                <a:lnTo>
                  <a:pt x="1037931" y="306835"/>
                </a:lnTo>
                <a:lnTo>
                  <a:pt x="1011864" y="320184"/>
                </a:lnTo>
                <a:lnTo>
                  <a:pt x="986040" y="333998"/>
                </a:lnTo>
                <a:lnTo>
                  <a:pt x="960467" y="348271"/>
                </a:lnTo>
                <a:lnTo>
                  <a:pt x="935153" y="362998"/>
                </a:lnTo>
                <a:lnTo>
                  <a:pt x="910106" y="378176"/>
                </a:lnTo>
                <a:close/>
              </a:path>
            </a:pathLst>
          </a:custGeom>
          <a:solidFill xmlns:a="http://schemas.openxmlformats.org/drawingml/2006/main">
            <a:srgbClr val="B4B4B4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F2C52F7-DBCE-42B2-AEB4-2275C52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14688"/>
            <a:ext cx="4591050" cy="4591050"/>
          </a:xfrm>
          <a:custGeom xmlns:a="http://schemas.openxmlformats.org/drawingml/2006/main">
            <a:pathLst>
              <a:path w="4591050" h="4591050">
                <a:moveTo>
                  <a:pt x="1088362" y="343041"/>
                </a:moveTo>
                <a:lnTo>
                  <a:pt x="1123457" y="321775"/>
                </a:lnTo>
                <a:lnTo>
                  <a:pt x="1158926" y="301139"/>
                </a:lnTo>
                <a:lnTo>
                  <a:pt x="1194758" y="281140"/>
                </a:lnTo>
                <a:lnTo>
                  <a:pt x="1230942" y="261785"/>
                </a:lnTo>
                <a:lnTo>
                  <a:pt x="1267466" y="243080"/>
                </a:lnTo>
                <a:lnTo>
                  <a:pt x="1304318" y="225031"/>
                </a:lnTo>
                <a:lnTo>
                  <a:pt x="1341488" y="207644"/>
                </a:lnTo>
                <a:lnTo>
                  <a:pt x="1378962" y="190924"/>
                </a:lnTo>
                <a:lnTo>
                  <a:pt x="1416729" y="174876"/>
                </a:lnTo>
                <a:lnTo>
                  <a:pt x="1454777" y="159506"/>
                </a:lnTo>
                <a:lnTo>
                  <a:pt x="1493094" y="144818"/>
                </a:lnTo>
                <a:lnTo>
                  <a:pt x="1531667" y="130818"/>
                </a:lnTo>
                <a:lnTo>
                  <a:pt x="1570484" y="117510"/>
                </a:lnTo>
                <a:lnTo>
                  <a:pt x="1609533" y="104897"/>
                </a:lnTo>
                <a:lnTo>
                  <a:pt x="1648801" y="92985"/>
                </a:lnTo>
                <a:lnTo>
                  <a:pt x="1688276" y="81776"/>
                </a:lnTo>
                <a:lnTo>
                  <a:pt x="1727944" y="71275"/>
                </a:lnTo>
                <a:lnTo>
                  <a:pt x="1767795" y="61485"/>
                </a:lnTo>
                <a:lnTo>
                  <a:pt x="1807813" y="52408"/>
                </a:lnTo>
                <a:lnTo>
                  <a:pt x="1847988" y="44049"/>
                </a:lnTo>
                <a:lnTo>
                  <a:pt x="1888306" y="36408"/>
                </a:lnTo>
                <a:lnTo>
                  <a:pt x="1928753" y="29490"/>
                </a:lnTo>
                <a:lnTo>
                  <a:pt x="1969318" y="23296"/>
                </a:lnTo>
                <a:lnTo>
                  <a:pt x="2009988" y="17828"/>
                </a:lnTo>
                <a:lnTo>
                  <a:pt x="2050748" y="13088"/>
                </a:lnTo>
                <a:lnTo>
                  <a:pt x="2091587" y="9077"/>
                </a:lnTo>
                <a:lnTo>
                  <a:pt x="2132491" y="5797"/>
                </a:lnTo>
                <a:lnTo>
                  <a:pt x="2173447" y="3248"/>
                </a:lnTo>
                <a:lnTo>
                  <a:pt x="2214442" y="1432"/>
                </a:lnTo>
                <a:lnTo>
                  <a:pt x="2255463" y="350"/>
                </a:lnTo>
                <a:lnTo>
                  <a:pt x="2263276" y="447956"/>
                </a:lnTo>
                <a:lnTo>
                  <a:pt x="2230255" y="448828"/>
                </a:lnTo>
                <a:lnTo>
                  <a:pt x="2197254" y="450290"/>
                </a:lnTo>
                <a:lnTo>
                  <a:pt x="2164286" y="452341"/>
                </a:lnTo>
                <a:lnTo>
                  <a:pt x="2131359" y="454982"/>
                </a:lnTo>
                <a:lnTo>
                  <a:pt x="2098485" y="458210"/>
                </a:lnTo>
                <a:lnTo>
                  <a:pt x="2065673" y="462026"/>
                </a:lnTo>
                <a:lnTo>
                  <a:pt x="2032935" y="466428"/>
                </a:lnTo>
                <a:lnTo>
                  <a:pt x="2000281" y="471414"/>
                </a:lnTo>
                <a:lnTo>
                  <a:pt x="1967722" y="476983"/>
                </a:lnTo>
                <a:lnTo>
                  <a:pt x="1935267" y="483133"/>
                </a:lnTo>
                <a:lnTo>
                  <a:pt x="1902927" y="489863"/>
                </a:lnTo>
                <a:lnTo>
                  <a:pt x="1870713" y="497169"/>
                </a:lnTo>
                <a:lnTo>
                  <a:pt x="1838634" y="505050"/>
                </a:lnTo>
                <a:lnTo>
                  <a:pt x="1806702" y="513503"/>
                </a:lnTo>
                <a:lnTo>
                  <a:pt x="1774925" y="522526"/>
                </a:lnTo>
                <a:lnTo>
                  <a:pt x="1743316" y="532115"/>
                </a:lnTo>
                <a:lnTo>
                  <a:pt x="1711882" y="542268"/>
                </a:lnTo>
                <a:lnTo>
                  <a:pt x="1680635" y="552981"/>
                </a:lnTo>
                <a:lnTo>
                  <a:pt x="1649584" y="564251"/>
                </a:lnTo>
                <a:lnTo>
                  <a:pt x="1618740" y="576074"/>
                </a:lnTo>
                <a:lnTo>
                  <a:pt x="1588113" y="588446"/>
                </a:lnTo>
                <a:lnTo>
                  <a:pt x="1557711" y="601364"/>
                </a:lnTo>
                <a:lnTo>
                  <a:pt x="1527545" y="614824"/>
                </a:lnTo>
                <a:lnTo>
                  <a:pt x="1497624" y="628820"/>
                </a:lnTo>
                <a:lnTo>
                  <a:pt x="1467959" y="643350"/>
                </a:lnTo>
                <a:lnTo>
                  <a:pt x="1438557" y="658407"/>
                </a:lnTo>
                <a:lnTo>
                  <a:pt x="1409430" y="673987"/>
                </a:lnTo>
                <a:lnTo>
                  <a:pt x="1380586" y="690085"/>
                </a:lnTo>
                <a:lnTo>
                  <a:pt x="1352034" y="706697"/>
                </a:lnTo>
                <a:lnTo>
                  <a:pt x="1323784" y="723816"/>
                </a:lnTo>
                <a:close/>
              </a:path>
            </a:pathLst>
          </a:custGeom>
          <a:solidFill xmlns:a="http://schemas.openxmlformats.org/drawingml/2006/main">
            <a:srgbClr val="EBC0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SCR">
            <a:extLst xmlns:a="http://schemas.openxmlformats.org/drawingml/2006/main">
              <a:ext uri="{FF2B5EF4-FFF2-40B4-BE49-F238E27FC236}">
                <a16:creationId xmlns:a16="http://schemas.microsoft.com/office/drawing/2014/main" id="{8546F20C-BE80-4D16-A422-D6AD6AEA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1998955" y="3412712"/>
            <a:ext cx="60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SCR</a:t>
            </a:r>
          </a:p>
        </p:txBody>
      </p:sp>
      <p:sp>
        <p:nvSpPr>
          <p:cNvPr id="80" name="2200">
            <a:extLst xmlns:a="http://schemas.openxmlformats.org/drawingml/2006/main">
              <a:ext uri="{FF2B5EF4-FFF2-40B4-BE49-F238E27FC236}">
                <a16:creationId xmlns:a16="http://schemas.microsoft.com/office/drawing/2014/main" id="{6BE91ABC-C183-479A-A049-79480C5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1948528" y="3760001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2200</a:t>
            </a:r>
          </a:p>
        </p:txBody>
      </p:sp>
      <p:sp>
        <p:nvSpPr>
          <p:cNvPr id="81" name="1100">
            <a:extLst xmlns:a="http://schemas.openxmlformats.org/drawingml/2006/main">
              <a:ext uri="{FF2B5EF4-FFF2-40B4-BE49-F238E27FC236}">
                <a16:creationId xmlns:a16="http://schemas.microsoft.com/office/drawing/2014/main" id="{14722837-BBEA-48F5-BF58-77BD9A0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1818">
            <a:off x="2080020" y="4207820"/>
            <a:ext cx="60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8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BD6891D-26A5-4750-B45D-3A863881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176838"/>
            <a:ext cx="209550" cy="219075"/>
          </a:xfrm>
          <a:custGeom xmlns:a="http://schemas.openxmlformats.org/drawingml/2006/main">
            <a:pathLst>
              <a:path w="209550" h="219075">
                <a:moveTo>
                  <a:pt x="0" y="0"/>
                </a:moveTo>
                <a:lnTo>
                  <a:pt x="209550" y="0"/>
                </a:lnTo>
                <a:lnTo>
                  <a:pt x="209550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FFE7A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3" name="Single-view">
            <a:extLst xmlns:a="http://schemas.openxmlformats.org/drawingml/2006/main">
              <a:ext uri="{FF2B5EF4-FFF2-40B4-BE49-F238E27FC236}">
                <a16:creationId xmlns:a16="http://schemas.microsoft.com/office/drawing/2014/main" id="{FB4D54D7-4E44-436C-A39F-358F554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5233988"/>
            <a:ext cx="12573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Single-view</a:t>
            </a:r>
          </a:p>
        </p:txBody>
      </p:sp>
      <p:sp>
        <p:nvSpPr>
          <p:cNvPr id="8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F3C193D-AE75-4AC0-BC46-D0C21B1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5557838"/>
            <a:ext cx="209550" cy="219075"/>
          </a:xfrm>
          <a:custGeom xmlns:a="http://schemas.openxmlformats.org/drawingml/2006/main">
            <a:pathLst>
              <a:path w="209550" h="219075">
                <a:moveTo>
                  <a:pt x="0" y="0"/>
                </a:moveTo>
                <a:lnTo>
                  <a:pt x="209550" y="0"/>
                </a:lnTo>
                <a:lnTo>
                  <a:pt x="209550" y="219075"/>
                </a:lnTo>
                <a:lnTo>
                  <a:pt x="0" y="21907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5" name="Panorama">
            <a:extLst xmlns:a="http://schemas.openxmlformats.org/drawingml/2006/main">
              <a:ext uri="{FF2B5EF4-FFF2-40B4-BE49-F238E27FC236}">
                <a16:creationId xmlns:a16="http://schemas.microsoft.com/office/drawing/2014/main" id="{70B55FE6-3C44-49DB-92AE-19D5880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5576888"/>
            <a:ext cx="12382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Panorama</a:t>
            </a:r>
          </a:p>
        </p:txBody>
      </p:sp>
      <p:sp>
        <p:nvSpPr>
          <p:cNvPr id="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2033B07-9D81-4FFD-AE06-6BAE56E6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586663"/>
            <a:ext cx="1524000" cy="323850"/>
          </a:xfrm>
          <a:custGeom xmlns:a="http://schemas.openxmlformats.org/drawingml/2006/main">
            <a:pathLst>
              <a:path w="1524000" h="323850">
                <a:moveTo>
                  <a:pt x="57150" y="0"/>
                </a:moveTo>
                <a:lnTo>
                  <a:pt x="1466850" y="0"/>
                </a:lnTo>
                <a:cubicBezTo>
                  <a:pt x="1498413" y="0"/>
                  <a:pt x="1524000" y="25587"/>
                  <a:pt x="1524000" y="57150"/>
                </a:cubicBezTo>
                <a:lnTo>
                  <a:pt x="1524000" y="266700"/>
                </a:lnTo>
                <a:cubicBezTo>
                  <a:pt x="1524000" y="298263"/>
                  <a:pt x="1498413" y="323850"/>
                  <a:pt x="14668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FA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7" name="Answer Type">
            <a:extLst xmlns:a="http://schemas.openxmlformats.org/drawingml/2006/main">
              <a:ext uri="{FF2B5EF4-FFF2-40B4-BE49-F238E27FC236}">
                <a16:creationId xmlns:a16="http://schemas.microsoft.com/office/drawing/2014/main" id="{245BF0BD-57AF-429F-9463-C86D8F69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" y="7643813"/>
            <a:ext cx="1428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Answer Type</a:t>
            </a:r>
          </a:p>
        </p:txBody>
      </p:sp>
      <p:sp>
        <p:nvSpPr>
          <p:cNvPr id="8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FBE8588-F8D4-4255-99FF-CF166AD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910513"/>
            <a:ext cx="1524000" cy="1428750"/>
          </a:xfrm>
          <a:custGeom xmlns:a="http://schemas.openxmlformats.org/drawingml/2006/main">
            <a:pathLst>
              <a:path w="1524000" h="1428750">
                <a:moveTo>
                  <a:pt x="47625" y="0"/>
                </a:moveTo>
                <a:lnTo>
                  <a:pt x="1476375" y="0"/>
                </a:lnTo>
                <a:cubicBezTo>
                  <a:pt x="1502678" y="0"/>
                  <a:pt x="1524000" y="21322"/>
                  <a:pt x="1524000" y="47625"/>
                </a:cubicBezTo>
                <a:lnTo>
                  <a:pt x="1524000" y="1381125"/>
                </a:lnTo>
                <a:cubicBezTo>
                  <a:pt x="1524000" y="1407428"/>
                  <a:pt x="1502678" y="1428750"/>
                  <a:pt x="1476375" y="1428750"/>
                </a:cubicBezTo>
                <a:lnTo>
                  <a:pt x="47625" y="1428750"/>
                </a:lnTo>
                <a:cubicBezTo>
                  <a:pt x="21322" y="1428750"/>
                  <a:pt x="0" y="1407428"/>
                  <a:pt x="0" y="13811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EDEDD31-BE2B-4FE8-879D-B6FBECCC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7958138"/>
            <a:ext cx="927735" cy="1333500"/>
          </a:xfrm>
          <a:custGeom xmlns:a="http://schemas.openxmlformats.org/drawingml/2006/main">
            <a:pathLst>
              <a:path w="927735" h="1333500">
                <a:moveTo>
                  <a:pt x="0" y="0"/>
                </a:moveTo>
                <a:lnTo>
                  <a:pt x="927735" y="0"/>
                </a:lnTo>
                <a:lnTo>
                  <a:pt x="927735" y="133350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EBD1B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0" name="MC">
            <a:extLst xmlns:a="http://schemas.openxmlformats.org/drawingml/2006/main">
              <a:ext uri="{FF2B5EF4-FFF2-40B4-BE49-F238E27FC236}">
                <a16:creationId xmlns:a16="http://schemas.microsoft.com/office/drawing/2014/main" id="{11C4220F-8B8C-432C-9821-5D4DA55D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8034338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MC</a:t>
            </a:r>
          </a:p>
        </p:txBody>
      </p:sp>
      <p:sp>
        <p:nvSpPr>
          <p:cNvPr id="91" name="7961">
            <a:extLst xmlns:a="http://schemas.openxmlformats.org/drawingml/2006/main">
              <a:ext uri="{FF2B5EF4-FFF2-40B4-BE49-F238E27FC236}">
                <a16:creationId xmlns:a16="http://schemas.microsoft.com/office/drawing/2014/main" id="{C8D3CA67-3FB2-48A3-80EE-876BD40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8034338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7961</a:t>
            </a:r>
          </a:p>
        </p:txBody>
      </p:sp>
      <p:sp>
        <p:nvSpPr>
          <p:cNvPr id="92" name="Judgement">
            <a:extLst xmlns:a="http://schemas.openxmlformats.org/drawingml/2006/main">
              <a:ext uri="{FF2B5EF4-FFF2-40B4-BE49-F238E27FC236}">
                <a16:creationId xmlns:a16="http://schemas.microsoft.com/office/drawing/2014/main" id="{41FEE7FC-71F7-4DB6-A84D-8E6F2E75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8358188"/>
            <a:ext cx="878205" cy="260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Judgement</a:t>
            </a:r>
          </a:p>
        </p:txBody>
      </p:sp>
      <p:sp>
        <p:nvSpPr>
          <p:cNvPr id="93" name="4916">
            <a:extLst xmlns:a="http://schemas.openxmlformats.org/drawingml/2006/main">
              <a:ext uri="{FF2B5EF4-FFF2-40B4-BE49-F238E27FC236}">
                <a16:creationId xmlns:a16="http://schemas.microsoft.com/office/drawing/2014/main" id="{A5BFDB3A-2A43-4198-8951-B3394614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8358188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4916</a:t>
            </a:r>
          </a:p>
        </p:txBody>
      </p:sp>
      <p:sp>
        <p:nvSpPr>
          <p:cNvPr id="94" name="Open">
            <a:extLst xmlns:a="http://schemas.openxmlformats.org/drawingml/2006/main">
              <a:ext uri="{FF2B5EF4-FFF2-40B4-BE49-F238E27FC236}">
                <a16:creationId xmlns:a16="http://schemas.microsoft.com/office/drawing/2014/main" id="{4596FB11-2A73-4797-B25A-D9CC8CCB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8682038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95" name="1922">
            <a:extLst xmlns:a="http://schemas.openxmlformats.org/drawingml/2006/main">
              <a:ext uri="{FF2B5EF4-FFF2-40B4-BE49-F238E27FC236}">
                <a16:creationId xmlns:a16="http://schemas.microsoft.com/office/drawing/2014/main" id="{936B9C57-9CF0-4195-BFA6-5D870145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8682038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1922</a:t>
            </a:r>
          </a:p>
        </p:txBody>
      </p:sp>
      <p:sp>
        <p:nvSpPr>
          <p:cNvPr id="96" name="Sorting">
            <a:extLst xmlns:a="http://schemas.openxmlformats.org/drawingml/2006/main">
              <a:ext uri="{FF2B5EF4-FFF2-40B4-BE49-F238E27FC236}">
                <a16:creationId xmlns:a16="http://schemas.microsoft.com/office/drawing/2014/main" id="{54079A92-D596-470E-BFED-E224CE13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9005888"/>
            <a:ext cx="87820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Sorting</a:t>
            </a:r>
          </a:p>
        </p:txBody>
      </p:sp>
      <p:sp>
        <p:nvSpPr>
          <p:cNvPr id="97" name="219">
            <a:extLst xmlns:a="http://schemas.openxmlformats.org/drawingml/2006/main">
              <a:ext uri="{FF2B5EF4-FFF2-40B4-BE49-F238E27FC236}">
                <a16:creationId xmlns:a16="http://schemas.microsoft.com/office/drawing/2014/main" id="{531A1ACE-5372-4F04-B184-752A79B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9005888"/>
            <a:ext cx="4191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219</a:t>
            </a:r>
          </a:p>
        </p:txBody>
      </p:sp>
      <p:sp>
        <p:nvSpPr>
          <p:cNvPr id="9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2A521CE-9C9C-4BDA-99EB-431BAFA9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939088"/>
            <a:ext cx="1600200" cy="323850"/>
          </a:xfrm>
          <a:custGeom xmlns:a="http://schemas.openxmlformats.org/drawingml/2006/main">
            <a:pathLst>
              <a:path w="1600200" h="323850">
                <a:moveTo>
                  <a:pt x="57150" y="0"/>
                </a:moveTo>
                <a:lnTo>
                  <a:pt x="1543050" y="0"/>
                </a:lnTo>
                <a:cubicBezTo>
                  <a:pt x="1574613" y="0"/>
                  <a:pt x="1600200" y="25587"/>
                  <a:pt x="1600200" y="57150"/>
                </a:cubicBezTo>
                <a:lnTo>
                  <a:pt x="1600200" y="266700"/>
                </a:lnTo>
                <a:cubicBezTo>
                  <a:pt x="1600200" y="298263"/>
                  <a:pt x="1574613" y="323850"/>
                  <a:pt x="1543050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B8A89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9" name="View Type">
            <a:extLst xmlns:a="http://schemas.openxmlformats.org/drawingml/2006/main">
              <a:ext uri="{FF2B5EF4-FFF2-40B4-BE49-F238E27FC236}">
                <a16:creationId xmlns:a16="http://schemas.microsoft.com/office/drawing/2014/main" id="{5397DB50-8DA7-49B5-9E0F-049C2A76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375" y="7996238"/>
            <a:ext cx="1504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View Type</a:t>
            </a:r>
          </a:p>
        </p:txBody>
      </p:sp>
      <p:sp>
        <p:nvSpPr>
          <p:cNvPr id="10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439BA14-18CF-4FF6-AFE8-244D91B8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262938"/>
            <a:ext cx="1600200" cy="1076325"/>
          </a:xfrm>
          <a:custGeom xmlns:a="http://schemas.openxmlformats.org/drawingml/2006/main">
            <a:pathLst>
              <a:path w="1600200" h="1076325">
                <a:moveTo>
                  <a:pt x="47625" y="0"/>
                </a:moveTo>
                <a:lnTo>
                  <a:pt x="1552575" y="0"/>
                </a:lnTo>
                <a:cubicBezTo>
                  <a:pt x="1578878" y="0"/>
                  <a:pt x="1600200" y="21322"/>
                  <a:pt x="1600200" y="47625"/>
                </a:cubicBezTo>
                <a:lnTo>
                  <a:pt x="1600200" y="1028700"/>
                </a:lnTo>
                <a:cubicBezTo>
                  <a:pt x="1600200" y="1055003"/>
                  <a:pt x="1578878" y="1076325"/>
                  <a:pt x="1552575" y="1076325"/>
                </a:cubicBezTo>
                <a:lnTo>
                  <a:pt x="47625" y="1076325"/>
                </a:lnTo>
                <a:cubicBezTo>
                  <a:pt x="21322" y="1076325"/>
                  <a:pt x="0" y="1055003"/>
                  <a:pt x="0" y="1028700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B38DAB4-0E06-479D-BBAE-BF0BF99B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310563"/>
            <a:ext cx="976503" cy="981075"/>
          </a:xfrm>
          <a:custGeom xmlns:a="http://schemas.openxmlformats.org/drawingml/2006/main">
            <a:pathLst>
              <a:path w="976503" h="981075">
                <a:moveTo>
                  <a:pt x="0" y="0"/>
                </a:moveTo>
                <a:lnTo>
                  <a:pt x="976503" y="0"/>
                </a:lnTo>
                <a:lnTo>
                  <a:pt x="976503" y="981075"/>
                </a:lnTo>
                <a:lnTo>
                  <a:pt x="0" y="981075"/>
                </a:lnTo>
                <a:close/>
              </a:path>
            </a:pathLst>
          </a:custGeom>
          <a:solidFill xmlns:a="http://schemas.openxmlformats.org/drawingml/2006/main">
            <a:srgbClr val="D4C9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2" name="mono-str">
            <a:extLst xmlns:a="http://schemas.openxmlformats.org/drawingml/2006/main">
              <a:ext uri="{FF2B5EF4-FFF2-40B4-BE49-F238E27FC236}">
                <a16:creationId xmlns:a16="http://schemas.microsoft.com/office/drawing/2014/main" id="{D6787113-CFC0-4CAB-9038-13791FA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8386763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mono-str</a:t>
            </a:r>
          </a:p>
        </p:txBody>
      </p:sp>
      <p:sp>
        <p:nvSpPr>
          <p:cNvPr id="103" name="2600">
            <a:extLst xmlns:a="http://schemas.openxmlformats.org/drawingml/2006/main">
              <a:ext uri="{FF2B5EF4-FFF2-40B4-BE49-F238E27FC236}">
                <a16:creationId xmlns:a16="http://schemas.microsoft.com/office/drawing/2014/main" id="{1837D6F8-0F92-4977-B172-EC856E7C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8386763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2600</a:t>
            </a:r>
          </a:p>
        </p:txBody>
      </p:sp>
      <p:sp>
        <p:nvSpPr>
          <p:cNvPr id="104" name="pano-str">
            <a:extLst xmlns:a="http://schemas.openxmlformats.org/drawingml/2006/main">
              <a:ext uri="{FF2B5EF4-FFF2-40B4-BE49-F238E27FC236}">
                <a16:creationId xmlns:a16="http://schemas.microsoft.com/office/drawing/2014/main" id="{495A0DF1-D4E3-4DBF-BEE7-C6C1E4B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8710613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pano-str</a:t>
            </a:r>
          </a:p>
        </p:txBody>
      </p:sp>
      <p:sp>
        <p:nvSpPr>
          <p:cNvPr id="105" name="11420">
            <a:extLst xmlns:a="http://schemas.openxmlformats.org/drawingml/2006/main">
              <a:ext uri="{FF2B5EF4-FFF2-40B4-BE49-F238E27FC236}">
                <a16:creationId xmlns:a16="http://schemas.microsoft.com/office/drawing/2014/main" id="{5D3B4BEB-1F18-4931-B2F7-FCB364EF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8710613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11420</a:t>
            </a:r>
          </a:p>
        </p:txBody>
      </p:sp>
      <p:sp>
        <p:nvSpPr>
          <p:cNvPr id="106" name="multi-str">
            <a:extLst xmlns:a="http://schemas.openxmlformats.org/drawingml/2006/main">
              <a:ext uri="{FF2B5EF4-FFF2-40B4-BE49-F238E27FC236}">
                <a16:creationId xmlns:a16="http://schemas.microsoft.com/office/drawing/2014/main" id="{0E06CB5A-2AAF-4987-8407-665A3741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9034463"/>
            <a:ext cx="925449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multi-str</a:t>
            </a:r>
          </a:p>
        </p:txBody>
      </p:sp>
      <p:sp>
        <p:nvSpPr>
          <p:cNvPr id="107" name="298">
            <a:extLst xmlns:a="http://schemas.openxmlformats.org/drawingml/2006/main">
              <a:ext uri="{FF2B5EF4-FFF2-40B4-BE49-F238E27FC236}">
                <a16:creationId xmlns:a16="http://schemas.microsoft.com/office/drawing/2014/main" id="{2ED087FF-AF0F-4DD9-ADF5-2AB7046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9880" y="9034463"/>
            <a:ext cx="52197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298</a:t>
            </a:r>
          </a:p>
        </p:txBody>
      </p:sp>
      <p:sp>
        <p:nvSpPr>
          <p:cNvPr id="10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B15E9EB-E37D-4A01-B468-45E0CECE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586663"/>
            <a:ext cx="1552575" cy="323850"/>
          </a:xfrm>
          <a:custGeom xmlns:a="http://schemas.openxmlformats.org/drawingml/2006/main">
            <a:pathLst>
              <a:path w="1552575" h="323850">
                <a:moveTo>
                  <a:pt x="57150" y="0"/>
                </a:moveTo>
                <a:lnTo>
                  <a:pt x="1495425" y="0"/>
                </a:lnTo>
                <a:cubicBezTo>
                  <a:pt x="1526988" y="0"/>
                  <a:pt x="1552575" y="25587"/>
                  <a:pt x="1552575" y="57150"/>
                </a:cubicBezTo>
                <a:lnTo>
                  <a:pt x="1552575" y="266700"/>
                </a:lnTo>
                <a:cubicBezTo>
                  <a:pt x="1552575" y="298263"/>
                  <a:pt x="1526988" y="323850"/>
                  <a:pt x="1495425" y="323850"/>
                </a:cubicBezTo>
                <a:lnTo>
                  <a:pt x="57150" y="323850"/>
                </a:lnTo>
                <a:cubicBezTo>
                  <a:pt x="25587" y="323850"/>
                  <a:pt x="0" y="298263"/>
                  <a:pt x="0" y="2667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9" name="Image per Q">
            <a:extLst xmlns:a="http://schemas.openxmlformats.org/drawingml/2006/main">
              <a:ext uri="{FF2B5EF4-FFF2-40B4-BE49-F238E27FC236}">
                <a16:creationId xmlns:a16="http://schemas.microsoft.com/office/drawing/2014/main" id="{075FFFF1-6487-47AD-9CF0-8650BE0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7643813"/>
            <a:ext cx="145732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Image per Q</a:t>
            </a:r>
          </a:p>
        </p:txBody>
      </p:sp>
      <p:sp>
        <p:nvSpPr>
          <p:cNvPr id="1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0FA0D9F-71CD-4C8E-945B-5E2DC5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910513"/>
            <a:ext cx="1552575" cy="1428750"/>
          </a:xfrm>
          <a:custGeom xmlns:a="http://schemas.openxmlformats.org/drawingml/2006/main">
            <a:pathLst>
              <a:path w="1552575" h="1428750">
                <a:moveTo>
                  <a:pt x="47625" y="0"/>
                </a:moveTo>
                <a:lnTo>
                  <a:pt x="1504950" y="0"/>
                </a:lnTo>
                <a:cubicBezTo>
                  <a:pt x="1531253" y="0"/>
                  <a:pt x="1552575" y="21322"/>
                  <a:pt x="1552575" y="47625"/>
                </a:cubicBezTo>
                <a:lnTo>
                  <a:pt x="1552575" y="1381125"/>
                </a:lnTo>
                <a:cubicBezTo>
                  <a:pt x="1552575" y="1407428"/>
                  <a:pt x="1531253" y="1428750"/>
                  <a:pt x="1504950" y="1428750"/>
                </a:cubicBezTo>
                <a:lnTo>
                  <a:pt x="47625" y="1428750"/>
                </a:lnTo>
                <a:cubicBezTo>
                  <a:pt x="21322" y="1428750"/>
                  <a:pt x="0" y="1407428"/>
                  <a:pt x="0" y="13811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 xmlns:a="http://schemas.openxmlformats.org/drawingml/2006/main">
            <a:srgbClr val="EEEAE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60E0B03-430B-4EAC-A4EC-7B2C5A4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958138"/>
            <a:ext cx="946023" cy="1333500"/>
          </a:xfrm>
          <a:custGeom xmlns:a="http://schemas.openxmlformats.org/drawingml/2006/main">
            <a:pathLst>
              <a:path w="946023" h="1333500">
                <a:moveTo>
                  <a:pt x="0" y="0"/>
                </a:moveTo>
                <a:lnTo>
                  <a:pt x="946023" y="0"/>
                </a:lnTo>
                <a:lnTo>
                  <a:pt x="946023" y="1333500"/>
                </a:lnTo>
                <a:lnTo>
                  <a:pt x="0" y="1333500"/>
                </a:lnTo>
                <a:close/>
              </a:path>
            </a:pathLst>
          </a:custGeom>
          <a:solidFill xmlns:a="http://schemas.openxmlformats.org/drawingml/2006/main">
            <a:srgbClr val="DADAD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1 image">
            <a:extLst xmlns:a="http://schemas.openxmlformats.org/drawingml/2006/main">
              <a:ext uri="{FF2B5EF4-FFF2-40B4-BE49-F238E27FC236}">
                <a16:creationId xmlns:a16="http://schemas.microsoft.com/office/drawing/2014/main" id="{B76F40FB-BA25-43FA-A3B4-4FD5CE1B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8034338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image</a:t>
            </a:r>
          </a:p>
        </p:txBody>
      </p:sp>
      <p:sp>
        <p:nvSpPr>
          <p:cNvPr id="113" name="5840">
            <a:extLst xmlns:a="http://schemas.openxmlformats.org/drawingml/2006/main">
              <a:ext uri="{FF2B5EF4-FFF2-40B4-BE49-F238E27FC236}">
                <a16:creationId xmlns:a16="http://schemas.microsoft.com/office/drawing/2014/main" id="{3DCD8EFD-2F47-48F3-B9B6-DEA73D4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8034338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5840</a:t>
            </a:r>
          </a:p>
        </p:txBody>
      </p:sp>
      <p:sp>
        <p:nvSpPr>
          <p:cNvPr id="114" name="2 images">
            <a:extLst xmlns:a="http://schemas.openxmlformats.org/drawingml/2006/main">
              <a:ext uri="{FF2B5EF4-FFF2-40B4-BE49-F238E27FC236}">
                <a16:creationId xmlns:a16="http://schemas.microsoft.com/office/drawing/2014/main" id="{3757ED01-F74D-4CC9-9A49-7DBC33D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8358188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images</a:t>
            </a:r>
          </a:p>
        </p:txBody>
      </p:sp>
      <p:sp>
        <p:nvSpPr>
          <p:cNvPr id="115" name="7159">
            <a:extLst xmlns:a="http://schemas.openxmlformats.org/drawingml/2006/main">
              <a:ext uri="{FF2B5EF4-FFF2-40B4-BE49-F238E27FC236}">
                <a16:creationId xmlns:a16="http://schemas.microsoft.com/office/drawing/2014/main" id="{5674ADC7-A2AE-4A12-B548-B0A68E2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8358188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7159</a:t>
            </a:r>
          </a:p>
        </p:txBody>
      </p:sp>
      <p:sp>
        <p:nvSpPr>
          <p:cNvPr id="116" name="4 images">
            <a:extLst xmlns:a="http://schemas.openxmlformats.org/drawingml/2006/main">
              <a:ext uri="{FF2B5EF4-FFF2-40B4-BE49-F238E27FC236}">
                <a16:creationId xmlns:a16="http://schemas.microsoft.com/office/drawing/2014/main" id="{32B0C760-C6CB-4653-9986-74F7BD4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8682038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 images</a:t>
            </a:r>
          </a:p>
        </p:txBody>
      </p:sp>
      <p:sp>
        <p:nvSpPr>
          <p:cNvPr id="117" name="1100">
            <a:extLst xmlns:a="http://schemas.openxmlformats.org/drawingml/2006/main">
              <a:ext uri="{FF2B5EF4-FFF2-40B4-BE49-F238E27FC236}">
                <a16:creationId xmlns:a16="http://schemas.microsoft.com/office/drawing/2014/main" id="{72594D61-FDB5-4E11-979F-C59DC765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8682038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sp>
        <p:nvSpPr>
          <p:cNvPr id="118" name="5 images">
            <a:extLst xmlns:a="http://schemas.openxmlformats.org/drawingml/2006/main">
              <a:ext uri="{FF2B5EF4-FFF2-40B4-BE49-F238E27FC236}">
                <a16:creationId xmlns:a16="http://schemas.microsoft.com/office/drawing/2014/main" id="{A76B3FA0-5A4E-46AA-A13F-359BA31F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9005888"/>
            <a:ext cx="895922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 images</a:t>
            </a:r>
          </a:p>
        </p:txBody>
      </p:sp>
      <p:sp>
        <p:nvSpPr>
          <p:cNvPr id="119" name="1100">
            <a:extLst xmlns:a="http://schemas.openxmlformats.org/drawingml/2006/main">
              <a:ext uri="{FF2B5EF4-FFF2-40B4-BE49-F238E27FC236}">
                <a16:creationId xmlns:a16="http://schemas.microsoft.com/office/drawing/2014/main" id="{93BA7C97-D83D-4784-9297-24D6FD60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949" y="9005888"/>
            <a:ext cx="505301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1100</a:t>
            </a:r>
          </a:p>
        </p:txBody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44E2B4-41FF-43CF-B352-F6F0CA918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09d59896646e3"/>
          <a:stretch xmlns:a="http://schemas.openxmlformats.org/drawingml/2006/main"/>
        </p:blipFill>
        <p:spPr>
          <a:xfrm xmlns:a="http://schemas.openxmlformats.org/drawingml/2006/main">
            <a:off x="2857500" y="3252788"/>
            <a:ext cx="361950" cy="295275"/>
          </a:xfrm>
          <a:prstGeom xmlns:a="http://schemas.openxmlformats.org/drawingml/2006/main" prst="rect">
            <a:avLst/>
          </a:prstGeom>
        </p:spPr>
      </p:pic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83499D-69D5-4998-8888-812F1E1CF8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1285d534f44a5"/>
          <a:stretch xmlns:a="http://schemas.openxmlformats.org/drawingml/2006/main"/>
        </p:blipFill>
        <p:spPr>
          <a:xfrm xmlns:a="http://schemas.openxmlformats.org/drawingml/2006/main">
            <a:off x="3876675" y="3748088"/>
            <a:ext cx="361950" cy="295275"/>
          </a:xfrm>
          <a:prstGeom xmlns:a="http://schemas.openxmlformats.org/drawingml/2006/main" prst="rect">
            <a:avLst/>
          </a:prstGeom>
        </p:spPr>
      </p:pic>
      <p:pic>
        <p:nvPic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C3120B-BD08-4C1C-A2CF-BBEF3E239B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5faefc0fc4d0c"/>
          <a:stretch xmlns:a="http://schemas.openxmlformats.org/drawingml/2006/main"/>
        </p:blipFill>
        <p:spPr>
          <a:xfrm xmlns:a="http://schemas.openxmlformats.org/drawingml/2006/main">
            <a:off x="4486275" y="4748213"/>
            <a:ext cx="323850" cy="304800"/>
          </a:xfrm>
          <a:prstGeom xmlns:a="http://schemas.openxmlformats.org/drawingml/2006/main" prst="rect">
            <a:avLst/>
          </a:prstGeom>
        </p:spPr>
      </p:pic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EE19332-C828-418E-BD1E-7C0DDC699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39ffa416547b5"/>
          <a:stretch xmlns:a="http://schemas.openxmlformats.org/drawingml/2006/main"/>
        </p:blipFill>
        <p:spPr>
          <a:xfrm xmlns:a="http://schemas.openxmlformats.org/drawingml/2006/main">
            <a:off x="4333875" y="6386513"/>
            <a:ext cx="428625" cy="333375"/>
          </a:xfrm>
          <a:prstGeom xmlns:a="http://schemas.openxmlformats.org/drawingml/2006/main" prst="rect">
            <a:avLst/>
          </a:prstGeom>
        </p:spPr>
      </p:pic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8891B1A-51E3-414F-A576-4BE450963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87be27b1c41fa"/>
          <a:stretch xmlns:a="http://schemas.openxmlformats.org/drawingml/2006/main"/>
        </p:blipFill>
        <p:spPr>
          <a:xfrm xmlns:a="http://schemas.openxmlformats.org/drawingml/2006/main">
            <a:off x="3438525" y="7100888"/>
            <a:ext cx="390525" cy="371475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14D5E63-DFA1-4D3A-A063-ED1C7D53D2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83a3e18684e92"/>
          <a:stretch xmlns:a="http://schemas.openxmlformats.org/drawingml/2006/main"/>
        </p:blipFill>
        <p:spPr>
          <a:xfrm xmlns:a="http://schemas.openxmlformats.org/drawingml/2006/main">
            <a:off x="2209800" y="7291388"/>
            <a:ext cx="409575" cy="400050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6894EFB-B89A-4B2C-BC70-1BC83B755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af4f370f04506"/>
          <a:stretch xmlns:a="http://schemas.openxmlformats.org/drawingml/2006/main"/>
        </p:blipFill>
        <p:spPr>
          <a:xfrm xmlns:a="http://schemas.openxmlformats.org/drawingml/2006/main">
            <a:off x="1143000" y="6881813"/>
            <a:ext cx="361950" cy="371475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C9742A0-57ED-48CF-91A7-2ED3FC382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bb48fbf864e82"/>
          <a:stretch xmlns:a="http://schemas.openxmlformats.org/drawingml/2006/main"/>
        </p:blipFill>
        <p:spPr>
          <a:xfrm xmlns:a="http://schemas.openxmlformats.org/drawingml/2006/main">
            <a:off x="561975" y="6005513"/>
            <a:ext cx="390525" cy="390525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089FE2-5B9D-4534-8739-96EF1ED95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f541bf8b04733"/>
          <a:stretch xmlns:a="http://schemas.openxmlformats.org/drawingml/2006/main"/>
        </p:blipFill>
        <p:spPr>
          <a:xfrm xmlns:a="http://schemas.openxmlformats.org/drawingml/2006/main">
            <a:off x="466725" y="5148263"/>
            <a:ext cx="371475" cy="419100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B4815F5-93A2-49DF-B218-FE4A58EE9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63a2c97a14d8b"/>
          <a:stretch xmlns:a="http://schemas.openxmlformats.org/drawingml/2006/main"/>
        </p:blipFill>
        <p:spPr>
          <a:xfrm xmlns:a="http://schemas.openxmlformats.org/drawingml/2006/main">
            <a:off x="790575" y="4148138"/>
            <a:ext cx="361950" cy="390525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F37D1AE-0D2F-4AA8-9276-22CB7CC2D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a17fa75924c7b"/>
          <a:stretch xmlns:a="http://schemas.openxmlformats.org/drawingml/2006/main"/>
        </p:blipFill>
        <p:spPr>
          <a:xfrm xmlns:a="http://schemas.openxmlformats.org/drawingml/2006/main">
            <a:off x="1676400" y="3348038"/>
            <a:ext cx="371475" cy="390525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63D1D95-64C4-46A0-A812-4E5E8E306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5664df9754b5c"/>
          <a:stretch xmlns:a="http://schemas.openxmlformats.org/drawingml/2006/main"/>
        </p:blipFill>
        <p:spPr>
          <a:xfrm xmlns:a="http://schemas.openxmlformats.org/drawingml/2006/main">
            <a:off x="5276850" y="2671763"/>
            <a:ext cx="3676650" cy="2228850"/>
          </a:xfrm>
          <a:prstGeom xmlns:a="http://schemas.openxmlformats.org/drawingml/2006/main" prst="rect">
            <a:avLst/>
          </a:prstGeom>
        </p:spPr>
      </p:pic>
      <p:sp>
        <p:nvSpPr>
          <p:cNvPr id="132" name="Panorama">
            <a:extLst xmlns:a="http://schemas.openxmlformats.org/drawingml/2006/main">
              <a:ext uri="{FF2B5EF4-FFF2-40B4-BE49-F238E27FC236}">
                <a16:creationId xmlns:a16="http://schemas.microsoft.com/office/drawing/2014/main" id="{B0453CBF-B268-47FF-8132-DF5B18B0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4433888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79976"/>
                </a:solidFill>
                <a:latin typeface="Arial"/>
                <a:ea typeface="Arial"/>
                <a:cs typeface="Arial"/>
              </a:rPr>
              <a:t>Panorama</a:t>
            </a:r>
          </a:p>
        </p:txBody>
      </p:sp>
      <p:sp>
        <p:nvSpPr>
          <p:cNvPr id="133" name="Single-View">
            <a:extLst xmlns:a="http://schemas.openxmlformats.org/drawingml/2006/main">
              <a:ext uri="{FF2B5EF4-FFF2-40B4-BE49-F238E27FC236}">
                <a16:creationId xmlns:a16="http://schemas.microsoft.com/office/drawing/2014/main" id="{13082A91-6845-4421-8BD0-88B43F6B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4729163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D7997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79976"/>
                </a:solidFill>
                <a:latin typeface="Arial"/>
                <a:ea typeface="Arial"/>
                <a:cs typeface="Arial"/>
              </a:rPr>
              <a:t>Single-View</a:t>
            </a:r>
          </a:p>
        </p:txBody>
      </p:sp>
      <p:sp>
        <p:nvSpPr>
          <p:cNvPr id="1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214860D-22C0-4E44-BF0D-D3F099D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19688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5" name="Single-to-Pano Matching(SPM)">
            <a:extLst xmlns:a="http://schemas.openxmlformats.org/drawingml/2006/main">
              <a:ext uri="{FF2B5EF4-FFF2-40B4-BE49-F238E27FC236}">
                <a16:creationId xmlns:a16="http://schemas.microsoft.com/office/drawing/2014/main" id="{1FEBA2D4-3D09-4AA9-8AF7-3C9E253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5100638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Single-to-Pano Matching(SPM)</a:t>
            </a: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C6B571F-C031-4610-B4CC-B738CE6E6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0128640a542f2"/>
          <a:stretch xmlns:a="http://schemas.openxmlformats.org/drawingml/2006/main"/>
        </p:blipFill>
        <p:spPr>
          <a:xfrm xmlns:a="http://schemas.openxmlformats.org/drawingml/2006/main">
            <a:off x="5238750" y="5357813"/>
            <a:ext cx="1352550" cy="752475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1E2CD34-16E1-4FBA-B452-C61081B94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f3cc1f8a34da3"/>
          <a:stretch xmlns:a="http://schemas.openxmlformats.org/drawingml/2006/main"/>
        </p:blipFill>
        <p:spPr>
          <a:xfrm xmlns:a="http://schemas.openxmlformats.org/drawingml/2006/main">
            <a:off x="6619875" y="5357813"/>
            <a:ext cx="885825" cy="752475"/>
          </a:xfrm>
          <a:prstGeom xmlns:a="http://schemas.openxmlformats.org/drawingml/2006/main" prst="rect">
            <a:avLst/>
          </a:prstGeom>
        </p:spPr>
      </p:pic>
      <p:sp>
        <p:nvSpPr>
          <p:cNvPr id="138" name="Q: Determine whether">
            <a:extLst xmlns:a="http://schemas.openxmlformats.org/drawingml/2006/main">
              <a:ext uri="{FF2B5EF4-FFF2-40B4-BE49-F238E27FC236}">
                <a16:creationId xmlns:a16="http://schemas.microsoft.com/office/drawing/2014/main" id="{C8830239-6AE3-4C3D-B1FA-23875ED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5300663"/>
            <a:ext cx="1447800" cy="207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</a:t>
            </a:r>
          </a:p>
        </p:txBody>
      </p:sp>
      <p:sp>
        <p:nvSpPr>
          <p:cNvPr id="139" name="and     are from the">
            <a:extLst xmlns:a="http://schemas.openxmlformats.org/drawingml/2006/main">
              <a:ext uri="{FF2B5EF4-FFF2-40B4-BE49-F238E27FC236}">
                <a16:creationId xmlns:a16="http://schemas.microsoft.com/office/drawing/2014/main" id="{4240EA07-40B5-4096-8866-19B09CE2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5491163"/>
            <a:ext cx="14382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    are from the</a:t>
            </a:r>
          </a:p>
        </p:txBody>
      </p:sp>
      <p:sp>
        <p:nvSpPr>
          <p:cNvPr id="140" name="same location.">
            <a:extLst xmlns:a="http://schemas.openxmlformats.org/drawingml/2006/main">
              <a:ext uri="{FF2B5EF4-FFF2-40B4-BE49-F238E27FC236}">
                <a16:creationId xmlns:a16="http://schemas.microsoft.com/office/drawing/2014/main" id="{E0B7ADDB-66D1-4096-BDAF-0CA6C98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5672138"/>
            <a:ext cx="14382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location.</a:t>
            </a:r>
          </a:p>
        </p:txBody>
      </p:sp>
      <p:sp>
        <p:nvSpPr>
          <p:cNvPr id="141" name="A: = Same Location">
            <a:extLst xmlns:a="http://schemas.openxmlformats.org/drawingml/2006/main">
              <a:ext uri="{FF2B5EF4-FFF2-40B4-BE49-F238E27FC236}">
                <a16:creationId xmlns:a16="http://schemas.microsoft.com/office/drawing/2014/main" id="{394C9DCC-B5EA-4DA8-97E4-88B589D2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5900738"/>
            <a:ext cx="1476375" cy="22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= Same Location</a:t>
            </a:r>
          </a:p>
        </p:txBody>
      </p:sp>
      <p:sp>
        <p:nvSpPr>
          <p:cNvPr id="1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F703C5C-8793-46C4-A4A1-70651052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281738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3" name="Co-location Recognition(CR)">
            <a:extLst xmlns:a="http://schemas.openxmlformats.org/drawingml/2006/main">
              <a:ext uri="{FF2B5EF4-FFF2-40B4-BE49-F238E27FC236}">
                <a16:creationId xmlns:a16="http://schemas.microsoft.com/office/drawing/2014/main" id="{7AFA0A5D-2716-41EC-AA2F-9D0BAB39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6262688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Co-location Recognition(CR)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8CAA92F-A461-44F4-8064-67A7DF4C07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6bdf11acb4b30"/>
          <a:stretch xmlns:a="http://schemas.openxmlformats.org/drawingml/2006/main"/>
        </p:blipFill>
        <p:spPr>
          <a:xfrm xmlns:a="http://schemas.openxmlformats.org/drawingml/2006/main">
            <a:off x="5238750" y="6491288"/>
            <a:ext cx="1085850" cy="790575"/>
          </a:xfrm>
          <a:prstGeom xmlns:a="http://schemas.openxmlformats.org/drawingml/2006/main" prst="rect">
            <a:avLst/>
          </a:prstGeom>
        </p:spPr>
      </p:pic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15D2637-3D3A-4C45-89D8-4880A8B68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24b290e524f8d"/>
          <a:stretch xmlns:a="http://schemas.openxmlformats.org/drawingml/2006/main"/>
        </p:blipFill>
        <p:spPr>
          <a:xfrm xmlns:a="http://schemas.openxmlformats.org/drawingml/2006/main">
            <a:off x="6343650" y="6491288"/>
            <a:ext cx="1095375" cy="790575"/>
          </a:xfrm>
          <a:prstGeom xmlns:a="http://schemas.openxmlformats.org/drawingml/2006/main" prst="rect">
            <a:avLst/>
          </a:prstGeom>
        </p:spPr>
      </p:pic>
      <p:sp>
        <p:nvSpPr>
          <p:cNvPr id="146" name="Q: Determine whether">
            <a:extLst xmlns:a="http://schemas.openxmlformats.org/drawingml/2006/main">
              <a:ext uri="{FF2B5EF4-FFF2-40B4-BE49-F238E27FC236}">
                <a16:creationId xmlns:a16="http://schemas.microsoft.com/office/drawing/2014/main" id="{F5BDB377-2F89-406F-A7FF-206BC4B6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6529388"/>
            <a:ext cx="1562100" cy="22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</a:t>
            </a:r>
          </a:p>
        </p:txBody>
      </p:sp>
      <p:sp>
        <p:nvSpPr>
          <p:cNvPr id="147" name="and     are from the same">
            <a:extLst xmlns:a="http://schemas.openxmlformats.org/drawingml/2006/main">
              <a:ext uri="{FF2B5EF4-FFF2-40B4-BE49-F238E27FC236}">
                <a16:creationId xmlns:a16="http://schemas.microsoft.com/office/drawing/2014/main" id="{CAF72BA4-34EB-466B-B727-C17EE8E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6710363"/>
            <a:ext cx="1562100" cy="195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    are from the same</a:t>
            </a:r>
          </a:p>
        </p:txBody>
      </p:sp>
      <p:sp>
        <p:nvSpPr>
          <p:cNvPr id="148" name="street.">
            <a:extLst xmlns:a="http://schemas.openxmlformats.org/drawingml/2006/main">
              <a:ext uri="{FF2B5EF4-FFF2-40B4-BE49-F238E27FC236}">
                <a16:creationId xmlns:a16="http://schemas.microsoft.com/office/drawing/2014/main" id="{45B2E7BF-C66A-479C-86FB-3C3E084B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6891338"/>
            <a:ext cx="15621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street.</a:t>
            </a:r>
          </a:p>
        </p:txBody>
      </p:sp>
      <p:sp>
        <p:nvSpPr>
          <p:cNvPr id="149" name="A: ≠ Different Street">
            <a:extLst xmlns:a="http://schemas.openxmlformats.org/drawingml/2006/main">
              <a:ext uri="{FF2B5EF4-FFF2-40B4-BE49-F238E27FC236}">
                <a16:creationId xmlns:a16="http://schemas.microsoft.com/office/drawing/2014/main" id="{06E7E592-D6F5-4838-9796-C9ED1778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075" y="7110413"/>
            <a:ext cx="15716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≠ Different Street</a:t>
            </a:r>
          </a:p>
        </p:txBody>
      </p:sp>
      <p:sp>
        <p:nvSpPr>
          <p:cNvPr id="15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19BF741-F3BA-4823-826A-C008DB38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529513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98E5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1" name="Dominant Element Extraction(DEE)">
            <a:extLst xmlns:a="http://schemas.openxmlformats.org/drawingml/2006/main">
              <a:ext uri="{FF2B5EF4-FFF2-40B4-BE49-F238E27FC236}">
                <a16:creationId xmlns:a16="http://schemas.microsoft.com/office/drawing/2014/main" id="{CA0EF70C-D391-419F-8857-F1183B40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7510463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98E5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8E59"/>
                </a:solidFill>
                <a:latin typeface="Arial"/>
                <a:ea typeface="Arial"/>
                <a:cs typeface="Arial"/>
              </a:rPr>
              <a:t>Dominant Element Extraction(DEE)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7CFED20-E303-4703-84FE-6C513728A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f35bdb2a49e6"/>
          <a:stretch xmlns:a="http://schemas.openxmlformats.org/drawingml/2006/main"/>
        </p:blipFill>
        <p:spPr>
          <a:xfrm xmlns:a="http://schemas.openxmlformats.org/drawingml/2006/main">
            <a:off x="5248275" y="7748588"/>
            <a:ext cx="1533525" cy="781050"/>
          </a:xfrm>
          <a:prstGeom xmlns:a="http://schemas.openxmlformats.org/drawingml/2006/main" prst="rect">
            <a:avLst/>
          </a:prstGeom>
        </p:spPr>
      </p:pic>
      <p:sp>
        <p:nvSpPr>
          <p:cNvPr id="153" name="Q: Which element occupies the">
            <a:extLst xmlns:a="http://schemas.openxmlformats.org/drawingml/2006/main">
              <a:ext uri="{FF2B5EF4-FFF2-40B4-BE49-F238E27FC236}">
                <a16:creationId xmlns:a16="http://schemas.microsoft.com/office/drawing/2014/main" id="{23718F2B-D058-4A38-BF3F-8CFD5FC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7777163"/>
            <a:ext cx="2181225" cy="220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element occupies the</a:t>
            </a:r>
          </a:p>
        </p:txBody>
      </p:sp>
      <p:sp>
        <p:nvSpPr>
          <p:cNvPr id="154" name="most visible area in the image?">
            <a:extLst xmlns:a="http://schemas.openxmlformats.org/drawingml/2006/main">
              <a:ext uri="{FF2B5EF4-FFF2-40B4-BE49-F238E27FC236}">
                <a16:creationId xmlns:a16="http://schemas.microsoft.com/office/drawing/2014/main" id="{3F0B229B-E563-4EBE-97C5-B7EAAB6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8475" y="7967663"/>
            <a:ext cx="2181225" cy="221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 visible area in the image?</a:t>
            </a:r>
          </a:p>
        </p:txBody>
      </p:sp>
      <p:sp>
        <p:nvSpPr>
          <p:cNvPr id="15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A3F1C5E-4818-469A-89A6-2E182D3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8205788"/>
            <a:ext cx="723900" cy="219075"/>
          </a:xfrm>
          <a:custGeom xmlns:a="http://schemas.openxmlformats.org/drawingml/2006/main">
            <a:pathLst>
              <a:path w="723900" h="219075">
                <a:moveTo>
                  <a:pt x="109538" y="0"/>
                </a:moveTo>
                <a:lnTo>
                  <a:pt x="614363" y="0"/>
                </a:lnTo>
                <a:cubicBezTo>
                  <a:pt x="674858" y="0"/>
                  <a:pt x="723900" y="49042"/>
                  <a:pt x="723900" y="109538"/>
                </a:cubicBezTo>
                <a:lnTo>
                  <a:pt x="723900" y="109538"/>
                </a:lnTo>
                <a:cubicBezTo>
                  <a:pt x="723900" y="170033"/>
                  <a:pt x="674858" y="219075"/>
                  <a:pt x="6143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9D10DEB-2AD1-4766-80B9-8E82F5975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b9901df724b3e"/>
          <a:stretch xmlns:a="http://schemas.openxmlformats.org/drawingml/2006/main"/>
        </p:blipFill>
        <p:spPr>
          <a:xfrm xmlns:a="http://schemas.openxmlformats.org/drawingml/2006/main">
            <a:off x="6890345" y="8224838"/>
            <a:ext cx="173434" cy="180975"/>
          </a:xfrm>
          <a:prstGeom xmlns:a="http://schemas.openxmlformats.org/drawingml/2006/main" prst="rect">
            <a:avLst/>
          </a:prstGeom>
        </p:spPr>
      </p:pic>
      <p:sp>
        <p:nvSpPr>
          <p:cNvPr id="157" name="Road">
            <a:extLst xmlns:a="http://schemas.openxmlformats.org/drawingml/2006/main">
              <a:ext uri="{FF2B5EF4-FFF2-40B4-BE49-F238E27FC236}">
                <a16:creationId xmlns:a16="http://schemas.microsoft.com/office/drawing/2014/main" id="{1BB98199-6C08-414C-BB2A-032CAA3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8234363"/>
            <a:ext cx="4381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1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D987855-1ADE-4600-835A-DFD8CA5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205788"/>
            <a:ext cx="781050" cy="219075"/>
          </a:xfrm>
          <a:custGeom xmlns:a="http://schemas.openxmlformats.org/drawingml/2006/main">
            <a:pathLst>
              <a:path w="781050" h="219075">
                <a:moveTo>
                  <a:pt x="109538" y="0"/>
                </a:moveTo>
                <a:lnTo>
                  <a:pt x="671513" y="0"/>
                </a:lnTo>
                <a:cubicBezTo>
                  <a:pt x="732008" y="0"/>
                  <a:pt x="781050" y="49042"/>
                  <a:pt x="781050" y="109538"/>
                </a:cubicBezTo>
                <a:lnTo>
                  <a:pt x="781050" y="109538"/>
                </a:lnTo>
                <a:cubicBezTo>
                  <a:pt x="781050" y="170033"/>
                  <a:pt x="732008" y="219075"/>
                  <a:pt x="67151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D6777CA-8096-4DAD-B27D-68EAD2A7AF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d750e86724c0b"/>
          <a:stretch xmlns:a="http://schemas.openxmlformats.org/drawingml/2006/main"/>
        </p:blipFill>
        <p:spPr>
          <a:xfrm xmlns:a="http://schemas.openxmlformats.org/drawingml/2006/main">
            <a:off x="7639050" y="8224838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60" name="Vehicle">
            <a:extLst xmlns:a="http://schemas.openxmlformats.org/drawingml/2006/main">
              <a:ext uri="{FF2B5EF4-FFF2-40B4-BE49-F238E27FC236}">
                <a16:creationId xmlns:a16="http://schemas.microsoft.com/office/drawing/2014/main" id="{4E2389F7-28BC-4C30-868A-E8B45DB5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8234363"/>
            <a:ext cx="4953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1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8B306CE-895E-456D-91A9-9F9BCED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205788"/>
            <a:ext cx="609600" cy="219075"/>
          </a:xfrm>
          <a:custGeom xmlns:a="http://schemas.openxmlformats.org/drawingml/2006/main">
            <a:pathLst>
              <a:path w="609600" h="219075">
                <a:moveTo>
                  <a:pt x="109538" y="0"/>
                </a:moveTo>
                <a:lnTo>
                  <a:pt x="500063" y="0"/>
                </a:lnTo>
                <a:cubicBezTo>
                  <a:pt x="560558" y="0"/>
                  <a:pt x="609600" y="49042"/>
                  <a:pt x="609600" y="109538"/>
                </a:cubicBezTo>
                <a:lnTo>
                  <a:pt x="609600" y="109538"/>
                </a:lnTo>
                <a:cubicBezTo>
                  <a:pt x="609600" y="170033"/>
                  <a:pt x="560558" y="219075"/>
                  <a:pt x="500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5388475-D532-418B-979B-48068481C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31076c4bb4b02"/>
          <a:stretch xmlns:a="http://schemas.openxmlformats.org/drawingml/2006/main"/>
        </p:blipFill>
        <p:spPr>
          <a:xfrm xmlns:a="http://schemas.openxmlformats.org/drawingml/2006/main">
            <a:off x="8458200" y="8228457"/>
            <a:ext cx="180975" cy="173736"/>
          </a:xfrm>
          <a:prstGeom xmlns:a="http://schemas.openxmlformats.org/drawingml/2006/main" prst="rect">
            <a:avLst/>
          </a:prstGeom>
        </p:spPr>
      </p:pic>
      <p:sp>
        <p:nvSpPr>
          <p:cNvPr id="163" name="Sky">
            <a:extLst xmlns:a="http://schemas.openxmlformats.org/drawingml/2006/main">
              <a:ext uri="{FF2B5EF4-FFF2-40B4-BE49-F238E27FC236}">
                <a16:creationId xmlns:a16="http://schemas.microsoft.com/office/drawing/2014/main" id="{0CD43349-3A86-4E34-9212-15E3702F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8234363"/>
            <a:ext cx="323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sp>
        <p:nvSpPr>
          <p:cNvPr id="1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329B0BC-B8F2-4749-83F9-E40B3CB8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8472488"/>
            <a:ext cx="1057275" cy="219075"/>
          </a:xfrm>
          <a:custGeom xmlns:a="http://schemas.openxmlformats.org/drawingml/2006/main">
            <a:pathLst>
              <a:path w="1057275" h="219075">
                <a:moveTo>
                  <a:pt x="109538" y="0"/>
                </a:moveTo>
                <a:lnTo>
                  <a:pt x="947738" y="0"/>
                </a:lnTo>
                <a:cubicBezTo>
                  <a:pt x="1008233" y="0"/>
                  <a:pt x="1057275" y="49042"/>
                  <a:pt x="1057275" y="109538"/>
                </a:cubicBezTo>
                <a:lnTo>
                  <a:pt x="1057275" y="109538"/>
                </a:lnTo>
                <a:cubicBezTo>
                  <a:pt x="1057275" y="170033"/>
                  <a:pt x="1008233" y="219075"/>
                  <a:pt x="947738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14D6C78-635C-4CC6-AA2A-AA064C8BD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891a3da66413c"/>
          <a:stretch xmlns:a="http://schemas.openxmlformats.org/drawingml/2006/main"/>
        </p:blipFill>
        <p:spPr>
          <a:xfrm xmlns:a="http://schemas.openxmlformats.org/drawingml/2006/main">
            <a:off x="6886575" y="8498777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166" name="Vegetation">
            <a:extLst xmlns:a="http://schemas.openxmlformats.org/drawingml/2006/main">
              <a:ext uri="{FF2B5EF4-FFF2-40B4-BE49-F238E27FC236}">
                <a16:creationId xmlns:a16="http://schemas.microsoft.com/office/drawing/2014/main" id="{C717831F-A13B-4F3F-AC82-336D9448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8501063"/>
            <a:ext cx="771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sp>
        <p:nvSpPr>
          <p:cNvPr id="16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40D8FD1-934F-41F7-8B09-213E0BA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8472488"/>
            <a:ext cx="1085850" cy="219075"/>
          </a:xfrm>
          <a:custGeom xmlns:a="http://schemas.openxmlformats.org/drawingml/2006/main">
            <a:pathLst>
              <a:path w="1085850" h="219075">
                <a:moveTo>
                  <a:pt x="109538" y="0"/>
                </a:moveTo>
                <a:lnTo>
                  <a:pt x="976313" y="0"/>
                </a:lnTo>
                <a:cubicBezTo>
                  <a:pt x="1036808" y="0"/>
                  <a:pt x="1085850" y="49042"/>
                  <a:pt x="1085850" y="109538"/>
                </a:cubicBezTo>
                <a:lnTo>
                  <a:pt x="1085850" y="109538"/>
                </a:lnTo>
                <a:cubicBezTo>
                  <a:pt x="1085850" y="170033"/>
                  <a:pt x="1036808" y="219075"/>
                  <a:pt x="97631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F0B38D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51D5B4D-603F-48B6-A41B-615DA5FA4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f99cf8fc8469d"/>
          <a:stretch xmlns:a="http://schemas.openxmlformats.org/drawingml/2006/main"/>
        </p:blipFill>
        <p:spPr>
          <a:xfrm xmlns:a="http://schemas.openxmlformats.org/drawingml/2006/main">
            <a:off x="7981950" y="8498777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169" name="Building">
            <a:extLst xmlns:a="http://schemas.openxmlformats.org/drawingml/2006/main">
              <a:ext uri="{FF2B5EF4-FFF2-40B4-BE49-F238E27FC236}">
                <a16:creationId xmlns:a16="http://schemas.microsoft.com/office/drawing/2014/main" id="{54A1BE62-7843-4DD8-89E8-C84EF1E6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975" y="8501063"/>
            <a:ext cx="8001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5F35AC3-5505-43ED-A0ED-9519AD4197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a2ae5dc794a99"/>
          <a:stretch xmlns:a="http://schemas.openxmlformats.org/drawingml/2006/main"/>
        </p:blipFill>
        <p:spPr>
          <a:xfrm xmlns:a="http://schemas.openxmlformats.org/drawingml/2006/main">
            <a:off x="9267825" y="2833688"/>
            <a:ext cx="1504950" cy="866775"/>
          </a:xfrm>
          <a:prstGeom xmlns:a="http://schemas.openxmlformats.org/drawingml/2006/main" prst="rect">
            <a:avLst/>
          </a:prstGeom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D9BF054-7497-4164-A407-4977CBB0F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0f8c315f14b6d"/>
          <a:stretch xmlns:a="http://schemas.openxmlformats.org/drawingml/2006/main"/>
        </p:blipFill>
        <p:spPr>
          <a:xfrm xmlns:a="http://schemas.openxmlformats.org/drawingml/2006/main">
            <a:off x="10810875" y="2833688"/>
            <a:ext cx="1476375" cy="866775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12E7715-EAE8-4AA2-8F07-C7011AF082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0cec3b14841f2"/>
          <a:stretch xmlns:a="http://schemas.openxmlformats.org/drawingml/2006/main"/>
        </p:blipFill>
        <p:spPr>
          <a:xfrm xmlns:a="http://schemas.openxmlformats.org/drawingml/2006/main">
            <a:off x="12315825" y="2833688"/>
            <a:ext cx="1543050" cy="866775"/>
          </a:xfrm>
          <a:prstGeom xmlns:a="http://schemas.openxmlformats.org/drawingml/2006/main" prst="rect">
            <a:avLst/>
          </a:prstGeom>
        </p:spPr>
      </p:pic>
      <p:sp>
        <p:nvSpPr>
          <p:cNvPr id="173" name="2008">
            <a:extLst xmlns:a="http://schemas.openxmlformats.org/drawingml/2006/main">
              <a:ext uri="{FF2B5EF4-FFF2-40B4-BE49-F238E27FC236}">
                <a16:creationId xmlns:a16="http://schemas.microsoft.com/office/drawing/2014/main" id="{73B8227B-66A4-44A8-9AD7-D04F14E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3075" y="2519363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2008</a:t>
            </a:r>
          </a:p>
        </p:txBody>
      </p:sp>
      <p:sp>
        <p:nvSpPr>
          <p:cNvPr id="174" name="2017">
            <a:extLst xmlns:a="http://schemas.openxmlformats.org/drawingml/2006/main">
              <a:ext uri="{FF2B5EF4-FFF2-40B4-BE49-F238E27FC236}">
                <a16:creationId xmlns:a16="http://schemas.microsoft.com/office/drawing/2014/main" id="{4CC3471C-BCB5-4DE2-A81A-BF258EB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4700" y="2519363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2017</a:t>
            </a:r>
          </a:p>
        </p:txBody>
      </p:sp>
      <p:sp>
        <p:nvSpPr>
          <p:cNvPr id="175" name="2024">
            <a:extLst xmlns:a="http://schemas.openxmlformats.org/drawingml/2006/main">
              <a:ext uri="{FF2B5EF4-FFF2-40B4-BE49-F238E27FC236}">
                <a16:creationId xmlns:a16="http://schemas.microsoft.com/office/drawing/2014/main" id="{5CA5E9DE-2B57-45D9-A4BD-C0967FF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2519363"/>
            <a:ext cx="1400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B7A49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B7A49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1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1B8F598-1D81-4AB7-9717-E74481B1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709988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7" name="Temporal Co-location Recognition(TCR)">
            <a:extLst xmlns:a="http://schemas.openxmlformats.org/drawingml/2006/main">
              <a:ext uri="{FF2B5EF4-FFF2-40B4-BE49-F238E27FC236}">
                <a16:creationId xmlns:a16="http://schemas.microsoft.com/office/drawing/2014/main" id="{E7900344-081B-483D-AE0A-0B388C8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690938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25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25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25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Temporal Co-location Recognition(TCR)</a:t>
            </a:r>
          </a:p>
        </p:txBody>
      </p:sp>
      <p:sp>
        <p:nvSpPr>
          <p:cNvPr id="178" name="Q: Determine whether two images are from">
            <a:extLst xmlns:a="http://schemas.openxmlformats.org/drawingml/2006/main">
              <a:ext uri="{FF2B5EF4-FFF2-40B4-BE49-F238E27FC236}">
                <a16:creationId xmlns:a16="http://schemas.microsoft.com/office/drawing/2014/main" id="{406AD495-FFAD-4AE5-BACE-96710FD4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900488"/>
            <a:ext cx="3048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 two images are from</a:t>
            </a:r>
          </a:p>
        </p:txBody>
      </p:sp>
      <p:sp>
        <p:nvSpPr>
          <p:cNvPr id="179" name="the same location.">
            <a:extLst xmlns:a="http://schemas.openxmlformats.org/drawingml/2006/main">
              <a:ext uri="{FF2B5EF4-FFF2-40B4-BE49-F238E27FC236}">
                <a16:creationId xmlns:a16="http://schemas.microsoft.com/office/drawing/2014/main" id="{64158B6A-BA4D-4771-9118-BD54CDD1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081463"/>
            <a:ext cx="30670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location.</a:t>
            </a:r>
          </a:p>
        </p:txBody>
      </p:sp>
      <p:sp>
        <p:nvSpPr>
          <p:cNvPr id="180" name="A: = Same Location">
            <a:extLst xmlns:a="http://schemas.openxmlformats.org/drawingml/2006/main">
              <a:ext uri="{FF2B5EF4-FFF2-40B4-BE49-F238E27FC236}">
                <a16:creationId xmlns:a16="http://schemas.microsoft.com/office/drawing/2014/main" id="{6B5E2BCF-4D21-4348-8D57-1E7594E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281488"/>
            <a:ext cx="30480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= Same Location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F87A69D-33D6-420D-B9C0-05CCB99DF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002d1d3a54938"/>
          <a:stretch xmlns:a="http://schemas.openxmlformats.org/drawingml/2006/main"/>
        </p:blipFill>
        <p:spPr>
          <a:xfrm xmlns:a="http://schemas.openxmlformats.org/drawingml/2006/main">
            <a:off x="12382500" y="3605213"/>
            <a:ext cx="1504950" cy="800100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5A08045-EF67-4521-A4C1-31CEF1DDD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46f7b356b42c7"/>
          <a:stretch xmlns:a="http://schemas.openxmlformats.org/drawingml/2006/main"/>
        </p:blipFill>
        <p:spPr>
          <a:xfrm xmlns:a="http://schemas.openxmlformats.org/drawingml/2006/main">
            <a:off x="12382500" y="4471988"/>
            <a:ext cx="1504950" cy="762000"/>
          </a:xfrm>
          <a:prstGeom xmlns:a="http://schemas.openxmlformats.org/drawingml/2006/main" prst="rect">
            <a:avLst/>
          </a:prstGeom>
        </p:spPr>
      </p:pic>
      <p:sp>
        <p:nvSpPr>
          <p:cNvPr id="1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EADA028-5C0D-421C-99FE-407D3C59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24388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4" name="Scene-Level Change Recognition(SCR)">
            <a:extLst xmlns:a="http://schemas.openxmlformats.org/drawingml/2006/main">
              <a:ext uri="{FF2B5EF4-FFF2-40B4-BE49-F238E27FC236}">
                <a16:creationId xmlns:a16="http://schemas.microsoft.com/office/drawing/2014/main" id="{6D296CB2-F649-42E5-94DC-7C9040C8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605338"/>
            <a:ext cx="2924175" cy="219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3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3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37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Scene-Level Change Recognition(SCR)</a:t>
            </a:r>
          </a:p>
        </p:txBody>
      </p:sp>
      <p:sp>
        <p:nvSpPr>
          <p:cNvPr id="185" name="Q: Which category best describes the">
            <a:extLst xmlns:a="http://schemas.openxmlformats.org/drawingml/2006/main">
              <a:ext uri="{FF2B5EF4-FFF2-40B4-BE49-F238E27FC236}">
                <a16:creationId xmlns:a16="http://schemas.microsoft.com/office/drawing/2014/main" id="{EEFF72F5-A12F-4E2C-B70A-CBD6CA6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795838"/>
            <a:ext cx="30575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category best describes the</a:t>
            </a:r>
          </a:p>
        </p:txBody>
      </p:sp>
      <p:sp>
        <p:nvSpPr>
          <p:cNvPr id="186" name="change between the two time periods?">
            <a:extLst xmlns:a="http://schemas.openxmlformats.org/drawingml/2006/main">
              <a:ext uri="{FF2B5EF4-FFF2-40B4-BE49-F238E27FC236}">
                <a16:creationId xmlns:a16="http://schemas.microsoft.com/office/drawing/2014/main" id="{40346D89-944B-46AA-9740-5F32473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4976813"/>
            <a:ext cx="31051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change between the two time periods?</a:t>
            </a:r>
          </a:p>
        </p:txBody>
      </p:sp>
      <p:sp>
        <p:nvSpPr>
          <p:cNvPr id="1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4EC6EF0-007A-4BE1-A79F-AB47DEDF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95888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3C77980-0E00-4ADC-9001-C2C2F3832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e2de2f718455f"/>
          <a:stretch xmlns:a="http://schemas.openxmlformats.org/drawingml/2006/main"/>
        </p:blipFill>
        <p:spPr>
          <a:xfrm xmlns:a="http://schemas.openxmlformats.org/drawingml/2006/main">
            <a:off x="9323676" y="5214938"/>
            <a:ext cx="164523" cy="180975"/>
          </a:xfrm>
          <a:prstGeom xmlns:a="http://schemas.openxmlformats.org/drawingml/2006/main" prst="rect">
            <a:avLst/>
          </a:prstGeom>
        </p:spPr>
      </p:pic>
      <p:sp>
        <p:nvSpPr>
          <p:cNvPr id="189" name="Road Change">
            <a:extLst xmlns:a="http://schemas.openxmlformats.org/drawingml/2006/main">
              <a:ext uri="{FF2B5EF4-FFF2-40B4-BE49-F238E27FC236}">
                <a16:creationId xmlns:a16="http://schemas.microsoft.com/office/drawing/2014/main" id="{9E4FE7E0-0D03-4BB7-A600-98E4EF5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5224463"/>
            <a:ext cx="1466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Change</a:t>
            </a:r>
          </a:p>
        </p:txBody>
      </p:sp>
      <p:sp>
        <p:nvSpPr>
          <p:cNvPr id="19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A7C0D93-ED15-4ECA-93C9-5F04F05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43538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296F32C-A82B-4898-8CB9-984BFAB59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f12d1075e439e"/>
          <a:stretch xmlns:a="http://schemas.openxmlformats.org/drawingml/2006/main"/>
        </p:blipFill>
        <p:spPr>
          <a:xfrm xmlns:a="http://schemas.openxmlformats.org/drawingml/2006/main">
            <a:off x="9315450" y="5462588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192" name="Vegetation Change">
            <a:extLst xmlns:a="http://schemas.openxmlformats.org/drawingml/2006/main">
              <a:ext uri="{FF2B5EF4-FFF2-40B4-BE49-F238E27FC236}">
                <a16:creationId xmlns:a16="http://schemas.microsoft.com/office/drawing/2014/main" id="{FE893FC2-5361-43E6-99E3-FCA1753D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5472113"/>
            <a:ext cx="14668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Change</a:t>
            </a:r>
          </a:p>
        </p:txBody>
      </p:sp>
      <p:sp>
        <p:nvSpPr>
          <p:cNvPr id="19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11435A3-A5F3-4B8E-8CA1-74277EDB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91188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8AA66C0-90D8-4FCA-8B2E-A3A4CE766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b030758f14b65"/>
          <a:stretch xmlns:a="http://schemas.openxmlformats.org/drawingml/2006/main"/>
        </p:blipFill>
        <p:spPr>
          <a:xfrm xmlns:a="http://schemas.openxmlformats.org/drawingml/2006/main">
            <a:off x="9319759" y="5710238"/>
            <a:ext cx="172357" cy="180975"/>
          </a:xfrm>
          <a:prstGeom xmlns:a="http://schemas.openxmlformats.org/drawingml/2006/main" prst="rect">
            <a:avLst/>
          </a:prstGeom>
        </p:spPr>
      </p:pic>
      <p:sp>
        <p:nvSpPr>
          <p:cNvPr id="195" name="Building Façade Change">
            <a:extLst xmlns:a="http://schemas.openxmlformats.org/drawingml/2006/main">
              <a:ext uri="{FF2B5EF4-FFF2-40B4-BE49-F238E27FC236}">
                <a16:creationId xmlns:a16="http://schemas.microsoft.com/office/drawing/2014/main" id="{BD503FD4-B9BA-409B-BB57-9EC75CB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5719763"/>
            <a:ext cx="1466850" cy="187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Façade Change</a:t>
            </a:r>
          </a:p>
        </p:txBody>
      </p:sp>
      <p:sp>
        <p:nvSpPr>
          <p:cNvPr id="19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3084F58-CB0C-4846-B175-B063814F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38838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5F95DEF-51FA-4B12-9CBD-43CAADB76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ed0f392214ba0"/>
          <a:stretch xmlns:a="http://schemas.openxmlformats.org/drawingml/2006/main"/>
        </p:blipFill>
        <p:spPr>
          <a:xfrm xmlns:a="http://schemas.openxmlformats.org/drawingml/2006/main">
            <a:off x="9323318" y="5957888"/>
            <a:ext cx="165238" cy="180975"/>
          </a:xfrm>
          <a:prstGeom xmlns:a="http://schemas.openxmlformats.org/drawingml/2006/main" prst="rect">
            <a:avLst/>
          </a:prstGeom>
        </p:spPr>
      </p:pic>
      <p:sp>
        <p:nvSpPr>
          <p:cNvPr id="198" name="Mobility-Related Change">
            <a:extLst xmlns:a="http://schemas.openxmlformats.org/drawingml/2006/main">
              <a:ext uri="{FF2B5EF4-FFF2-40B4-BE49-F238E27FC236}">
                <a16:creationId xmlns:a16="http://schemas.microsoft.com/office/drawing/2014/main" id="{9649FBEB-2F2F-45F3-8356-1CE3D955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5967413"/>
            <a:ext cx="1466850" cy="187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Mobility-Related Change</a:t>
            </a:r>
          </a:p>
        </p:txBody>
      </p:sp>
      <p:sp>
        <p:nvSpPr>
          <p:cNvPr id="1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90823DC-FDB4-4217-B885-51E28535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86488"/>
            <a:ext cx="1752600" cy="219075"/>
          </a:xfrm>
          <a:custGeom xmlns:a="http://schemas.openxmlformats.org/drawingml/2006/main">
            <a:pathLst>
              <a:path w="1752600" h="219075">
                <a:moveTo>
                  <a:pt x="109538" y="0"/>
                </a:moveTo>
                <a:lnTo>
                  <a:pt x="1643063" y="0"/>
                </a:lnTo>
                <a:cubicBezTo>
                  <a:pt x="1703558" y="0"/>
                  <a:pt x="1752600" y="49042"/>
                  <a:pt x="1752600" y="109538"/>
                </a:cubicBezTo>
                <a:lnTo>
                  <a:pt x="1752600" y="109538"/>
                </a:lnTo>
                <a:cubicBezTo>
                  <a:pt x="1752600" y="170033"/>
                  <a:pt x="1703558" y="219075"/>
                  <a:pt x="1643063" y="219075"/>
                </a:cubicBezTo>
                <a:lnTo>
                  <a:pt x="109538" y="219075"/>
                </a:lnTo>
                <a:cubicBezTo>
                  <a:pt x="49042" y="219075"/>
                  <a:pt x="0" y="170033"/>
                  <a:pt x="0" y="109538"/>
                </a:cubicBezTo>
                <a:lnTo>
                  <a:pt x="0" y="109538"/>
                </a:lnTo>
                <a:cubicBezTo>
                  <a:pt x="0" y="49042"/>
                  <a:pt x="49042" y="0"/>
                  <a:pt x="109538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3593027-535E-4FEF-9994-977DD3F7B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2335f1dee4a43"/>
          <a:stretch xmlns:a="http://schemas.openxmlformats.org/drawingml/2006/main"/>
        </p:blipFill>
        <p:spPr>
          <a:xfrm xmlns:a="http://schemas.openxmlformats.org/drawingml/2006/main">
            <a:off x="9315450" y="6209846"/>
            <a:ext cx="180975" cy="172357"/>
          </a:xfrm>
          <a:prstGeom xmlns:a="http://schemas.openxmlformats.org/drawingml/2006/main" prst="rect">
            <a:avLst/>
          </a:prstGeom>
        </p:spPr>
      </p:pic>
      <p:sp>
        <p:nvSpPr>
          <p:cNvPr id="201" name="Building Presence Change">
            <a:extLst xmlns:a="http://schemas.openxmlformats.org/drawingml/2006/main">
              <a:ext uri="{FF2B5EF4-FFF2-40B4-BE49-F238E27FC236}">
                <a16:creationId xmlns:a16="http://schemas.microsoft.com/office/drawing/2014/main" id="{D80EE933-A92F-4207-AF2F-804D8522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6215063"/>
            <a:ext cx="1466850" cy="17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Presence Change</a:t>
            </a:r>
          </a:p>
        </p:txBody>
      </p:sp>
      <p:sp>
        <p:nvSpPr>
          <p:cNvPr id="20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2E20DCF-05AA-4D6F-8274-2819EAC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5300663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3" name="Pixel-Level Change Recognition(PCR)">
            <a:extLst xmlns:a="http://schemas.openxmlformats.org/drawingml/2006/main">
              <a:ext uri="{FF2B5EF4-FFF2-40B4-BE49-F238E27FC236}">
                <a16:creationId xmlns:a16="http://schemas.microsoft.com/office/drawing/2014/main" id="{088D6A2C-CF7E-47CF-91CB-CEB9BE8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06175" y="5281613"/>
            <a:ext cx="2619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6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6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46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Pixel-Level Change Recognition(PCR)</a:t>
            </a:r>
          </a:p>
        </p:txBody>
      </p:sp>
      <p:sp>
        <p:nvSpPr>
          <p:cNvPr id="204" name="Q: Which urban element has changed">
            <a:extLst xmlns:a="http://schemas.openxmlformats.org/drawingml/2006/main">
              <a:ext uri="{FF2B5EF4-FFF2-40B4-BE49-F238E27FC236}">
                <a16:creationId xmlns:a16="http://schemas.microsoft.com/office/drawing/2014/main" id="{942AB306-501D-41E8-92C8-A44342B4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1900" y="5519738"/>
            <a:ext cx="2514600" cy="209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urban element has changed</a:t>
            </a:r>
          </a:p>
        </p:txBody>
      </p:sp>
      <p:sp>
        <p:nvSpPr>
          <p:cNvPr id="205" name="the most in terms of city development?">
            <a:extLst xmlns:a="http://schemas.openxmlformats.org/drawingml/2006/main">
              <a:ext uri="{FF2B5EF4-FFF2-40B4-BE49-F238E27FC236}">
                <a16:creationId xmlns:a16="http://schemas.microsoft.com/office/drawing/2014/main" id="{CAABAEFB-2F38-4A8A-AC31-044A9290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5700713"/>
            <a:ext cx="27622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most in terms of city development?</a:t>
            </a:r>
          </a:p>
        </p:txBody>
      </p:sp>
      <p:sp>
        <p:nvSpPr>
          <p:cNvPr id="20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F7B15F4-D448-43C7-934A-7AF80AB1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910263"/>
            <a:ext cx="619125" cy="228600"/>
          </a:xfrm>
          <a:custGeom xmlns:a="http://schemas.openxmlformats.org/drawingml/2006/main">
            <a:pathLst>
              <a:path w="619125" h="228600">
                <a:moveTo>
                  <a:pt x="114300" y="0"/>
                </a:moveTo>
                <a:lnTo>
                  <a:pt x="504825" y="0"/>
                </a:lnTo>
                <a:cubicBezTo>
                  <a:pt x="567951" y="0"/>
                  <a:pt x="619125" y="51174"/>
                  <a:pt x="619125" y="114300"/>
                </a:cubicBezTo>
                <a:lnTo>
                  <a:pt x="619125" y="114300"/>
                </a:lnTo>
                <a:cubicBezTo>
                  <a:pt x="619125" y="177426"/>
                  <a:pt x="567951" y="228600"/>
                  <a:pt x="50482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C87D7F8B-2A30-473F-865B-80C837574F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570c520734a4d"/>
          <a:stretch xmlns:a="http://schemas.openxmlformats.org/drawingml/2006/main"/>
        </p:blipFill>
        <p:spPr>
          <a:xfrm xmlns:a="http://schemas.openxmlformats.org/drawingml/2006/main">
            <a:off x="12030075" y="5930141"/>
            <a:ext cx="180975" cy="188843"/>
          </a:xfrm>
          <a:prstGeom xmlns:a="http://schemas.openxmlformats.org/drawingml/2006/main" prst="rect">
            <a:avLst/>
          </a:prstGeom>
        </p:spPr>
      </p:pic>
      <p:sp>
        <p:nvSpPr>
          <p:cNvPr id="208" name="Road">
            <a:extLst xmlns:a="http://schemas.openxmlformats.org/drawingml/2006/main">
              <a:ext uri="{FF2B5EF4-FFF2-40B4-BE49-F238E27FC236}">
                <a16:creationId xmlns:a16="http://schemas.microsoft.com/office/drawing/2014/main" id="{383D484C-D07A-493D-8E1E-06905CE6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5938838"/>
            <a:ext cx="333375" cy="195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sp>
        <p:nvSpPr>
          <p:cNvPr id="20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5C4FD6C-44D2-45D9-B4D7-C0BFFC1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5910263"/>
            <a:ext cx="752475" cy="228600"/>
          </a:xfrm>
          <a:custGeom xmlns:a="http://schemas.openxmlformats.org/drawingml/2006/main">
            <a:pathLst>
              <a:path w="752475" h="228600">
                <a:moveTo>
                  <a:pt x="114300" y="0"/>
                </a:moveTo>
                <a:lnTo>
                  <a:pt x="638175" y="0"/>
                </a:lnTo>
                <a:cubicBezTo>
                  <a:pt x="701301" y="0"/>
                  <a:pt x="752475" y="51174"/>
                  <a:pt x="752475" y="114300"/>
                </a:cubicBezTo>
                <a:lnTo>
                  <a:pt x="752475" y="114300"/>
                </a:lnTo>
                <a:cubicBezTo>
                  <a:pt x="752475" y="177426"/>
                  <a:pt x="701301" y="228600"/>
                  <a:pt x="63817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84AF7B14-EC85-430B-BFB7-7FA2F4EDF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3fd64a5d5462c"/>
          <a:stretch xmlns:a="http://schemas.openxmlformats.org/drawingml/2006/main"/>
        </p:blipFill>
        <p:spPr>
          <a:xfrm xmlns:a="http://schemas.openxmlformats.org/drawingml/2006/main">
            <a:off x="12696825" y="5934075"/>
            <a:ext cx="180975" cy="180975"/>
          </a:xfrm>
          <a:prstGeom xmlns:a="http://schemas.openxmlformats.org/drawingml/2006/main" prst="rect">
            <a:avLst/>
          </a:prstGeom>
        </p:spPr>
      </p:pic>
      <p:sp>
        <p:nvSpPr>
          <p:cNvPr id="211" name="Vehicle">
            <a:extLst xmlns:a="http://schemas.openxmlformats.org/drawingml/2006/main">
              <a:ext uri="{FF2B5EF4-FFF2-40B4-BE49-F238E27FC236}">
                <a16:creationId xmlns:a16="http://schemas.microsoft.com/office/drawing/2014/main" id="{C4249C9D-2FD6-4F67-95BB-6CA87BC7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5938838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sp>
        <p:nvSpPr>
          <p:cNvPr id="2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5416924-9650-41D8-822B-FCF84E26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775" y="5910263"/>
            <a:ext cx="495300" cy="228600"/>
          </a:xfrm>
          <a:custGeom xmlns:a="http://schemas.openxmlformats.org/drawingml/2006/main">
            <a:pathLst>
              <a:path w="495300" h="228600">
                <a:moveTo>
                  <a:pt x="114300" y="0"/>
                </a:moveTo>
                <a:lnTo>
                  <a:pt x="381000" y="0"/>
                </a:lnTo>
                <a:cubicBezTo>
                  <a:pt x="444126" y="0"/>
                  <a:pt x="495300" y="51174"/>
                  <a:pt x="495300" y="114300"/>
                </a:cubicBezTo>
                <a:lnTo>
                  <a:pt x="495300" y="114300"/>
                </a:lnTo>
                <a:cubicBezTo>
                  <a:pt x="495300" y="177426"/>
                  <a:pt x="444126" y="228600"/>
                  <a:pt x="381000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11680DE7-55B7-4861-A04E-C2F26DE14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f12e9ca664dad"/>
          <a:stretch xmlns:a="http://schemas.openxmlformats.org/drawingml/2006/main"/>
        </p:blipFill>
        <p:spPr>
          <a:xfrm xmlns:a="http://schemas.openxmlformats.org/drawingml/2006/main">
            <a:off x="13477875" y="5937695"/>
            <a:ext cx="180975" cy="173736"/>
          </a:xfrm>
          <a:prstGeom xmlns:a="http://schemas.openxmlformats.org/drawingml/2006/main" prst="rect">
            <a:avLst/>
          </a:prstGeom>
        </p:spPr>
      </p:pic>
      <p:sp>
        <p:nvSpPr>
          <p:cNvPr id="214" name="Sky">
            <a:extLst xmlns:a="http://schemas.openxmlformats.org/drawingml/2006/main">
              <a:ext uri="{FF2B5EF4-FFF2-40B4-BE49-F238E27FC236}">
                <a16:creationId xmlns:a16="http://schemas.microsoft.com/office/drawing/2014/main" id="{B48D993C-DCA6-44BC-A568-B00BE03B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5938838"/>
            <a:ext cx="209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sp>
        <p:nvSpPr>
          <p:cNvPr id="21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4FA5573-4628-4DA2-8BFA-91BE647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6176963"/>
            <a:ext cx="981075" cy="228600"/>
          </a:xfrm>
          <a:custGeom xmlns:a="http://schemas.openxmlformats.org/drawingml/2006/main">
            <a:pathLst>
              <a:path w="981075" h="228600">
                <a:moveTo>
                  <a:pt x="114300" y="0"/>
                </a:moveTo>
                <a:lnTo>
                  <a:pt x="866775" y="0"/>
                </a:lnTo>
                <a:cubicBezTo>
                  <a:pt x="929901" y="0"/>
                  <a:pt x="981075" y="51174"/>
                  <a:pt x="981075" y="114300"/>
                </a:cubicBezTo>
                <a:lnTo>
                  <a:pt x="981075" y="114300"/>
                </a:lnTo>
                <a:cubicBezTo>
                  <a:pt x="981075" y="177426"/>
                  <a:pt x="929901" y="228600"/>
                  <a:pt x="86677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315174B-E192-42C7-BD4C-8E50DFB3A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758f6c6c4446c"/>
          <a:stretch xmlns:a="http://schemas.openxmlformats.org/drawingml/2006/main"/>
        </p:blipFill>
        <p:spPr>
          <a:xfrm xmlns:a="http://schemas.openxmlformats.org/drawingml/2006/main">
            <a:off x="12106275" y="6208014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217" name="Vegetation">
            <a:extLst xmlns:a="http://schemas.openxmlformats.org/drawingml/2006/main">
              <a:ext uri="{FF2B5EF4-FFF2-40B4-BE49-F238E27FC236}">
                <a16:creationId xmlns:a16="http://schemas.microsoft.com/office/drawing/2014/main" id="{1BB793CE-C282-413D-AABA-16D9F89E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6205538"/>
            <a:ext cx="695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sp>
        <p:nvSpPr>
          <p:cNvPr id="2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752D94C-52BC-4334-A0B5-2309471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6176963"/>
            <a:ext cx="847725" cy="228600"/>
          </a:xfrm>
          <a:custGeom xmlns:a="http://schemas.openxmlformats.org/drawingml/2006/main">
            <a:pathLst>
              <a:path w="847725" h="228600">
                <a:moveTo>
                  <a:pt x="114300" y="0"/>
                </a:moveTo>
                <a:lnTo>
                  <a:pt x="733425" y="0"/>
                </a:lnTo>
                <a:cubicBezTo>
                  <a:pt x="796551" y="0"/>
                  <a:pt x="847725" y="51174"/>
                  <a:pt x="847725" y="114300"/>
                </a:cubicBezTo>
                <a:lnTo>
                  <a:pt x="847725" y="114300"/>
                </a:lnTo>
                <a:cubicBezTo>
                  <a:pt x="847725" y="177426"/>
                  <a:pt x="796551" y="228600"/>
                  <a:pt x="733425" y="228600"/>
                </a:cubicBezTo>
                <a:lnTo>
                  <a:pt x="114300" y="228600"/>
                </a:lnTo>
                <a:cubicBezTo>
                  <a:pt x="51174" y="228600"/>
                  <a:pt x="0" y="177426"/>
                  <a:pt x="0" y="1143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D8B69A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6C30C96-CABB-4145-B52A-D314CDED28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4209419d140f4"/>
          <a:stretch xmlns:a="http://schemas.openxmlformats.org/drawingml/2006/main"/>
        </p:blipFill>
        <p:spPr>
          <a:xfrm xmlns:a="http://schemas.openxmlformats.org/drawingml/2006/main">
            <a:off x="13125450" y="6208014"/>
            <a:ext cx="180975" cy="166497"/>
          </a:xfrm>
          <a:prstGeom xmlns:a="http://schemas.openxmlformats.org/drawingml/2006/main" prst="rect">
            <a:avLst/>
          </a:prstGeom>
        </p:spPr>
      </p:pic>
      <p:sp>
        <p:nvSpPr>
          <p:cNvPr id="220" name="Building">
            <a:extLst xmlns:a="http://schemas.openxmlformats.org/drawingml/2006/main">
              <a:ext uri="{FF2B5EF4-FFF2-40B4-BE49-F238E27FC236}">
                <a16:creationId xmlns:a16="http://schemas.microsoft.com/office/drawing/2014/main" id="{128CA11D-0390-4BB2-B56B-3C8372A3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5475" y="6205538"/>
            <a:ext cx="561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2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BA0DC98-8279-4F11-9F76-3A7E118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500813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2" name="Future Scene Identification(FSI)">
            <a:extLst xmlns:a="http://schemas.openxmlformats.org/drawingml/2006/main">
              <a:ext uri="{FF2B5EF4-FFF2-40B4-BE49-F238E27FC236}">
                <a16:creationId xmlns:a16="http://schemas.microsoft.com/office/drawing/2014/main" id="{0D928CC4-0414-4E68-8819-BA569F04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6481763"/>
            <a:ext cx="2124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1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1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11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Future Scene Identification(FSI)</a:t>
            </a:r>
          </a:p>
        </p:txBody>
      </p:sp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2E97046-0393-462C-8935-D0C81778E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9f5cc6bcb414c"/>
          <a:stretch xmlns:a="http://schemas.openxmlformats.org/drawingml/2006/main"/>
        </p:blipFill>
        <p:spPr>
          <a:xfrm xmlns:a="http://schemas.openxmlformats.org/drawingml/2006/main">
            <a:off x="9467850" y="6710363"/>
            <a:ext cx="1409700" cy="1371600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F4238CB-D84C-4A90-8FDB-BF0F9FF18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9dcbd0a7e45cc"/>
          <a:stretch xmlns:a="http://schemas.openxmlformats.org/drawingml/2006/main"/>
        </p:blipFill>
        <p:spPr>
          <a:xfrm xmlns:a="http://schemas.openxmlformats.org/drawingml/2006/main">
            <a:off x="11601450" y="6672263"/>
            <a:ext cx="2247900" cy="1181100"/>
          </a:xfrm>
          <a:prstGeom xmlns:a="http://schemas.openxmlformats.org/drawingml/2006/main" prst="rect">
            <a:avLst/>
          </a:prstGeom>
        </p:spPr>
      </p:pic>
      <p:sp>
        <p:nvSpPr>
          <p:cNvPr id="22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602B3CF-556A-4DD1-A02F-EE17EAFB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920038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6" name="Temporal-Sequence Reasoning(TSR)">
            <a:extLst xmlns:a="http://schemas.openxmlformats.org/drawingml/2006/main">
              <a:ext uri="{FF2B5EF4-FFF2-40B4-BE49-F238E27FC236}">
                <a16:creationId xmlns:a16="http://schemas.microsoft.com/office/drawing/2014/main" id="{1E86BEFA-A1DE-4DE1-9647-F57BA3A5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7900988"/>
            <a:ext cx="2609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72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72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172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Temporal-Sequence Reasoning(TSR)</a:t>
            </a:r>
          </a:p>
        </p:txBody>
      </p:sp>
      <p:sp>
        <p:nvSpPr>
          <p:cNvPr id="227" name="Q: Which image most likely">
            <a:extLst xmlns:a="http://schemas.openxmlformats.org/drawingml/2006/main">
              <a:ext uri="{FF2B5EF4-FFF2-40B4-BE49-F238E27FC236}">
                <a16:creationId xmlns:a16="http://schemas.microsoft.com/office/drawing/2014/main" id="{A54F90A2-DDD3-40A6-8C6D-A47132B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8129588"/>
            <a:ext cx="18764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image most likely</a:t>
            </a:r>
          </a:p>
        </p:txBody>
      </p:sp>
      <p:sp>
        <p:nvSpPr>
          <p:cNvPr id="228" name="shows the same location after">
            <a:extLst xmlns:a="http://schemas.openxmlformats.org/drawingml/2006/main">
              <a:ext uri="{FF2B5EF4-FFF2-40B4-BE49-F238E27FC236}">
                <a16:creationId xmlns:a16="http://schemas.microsoft.com/office/drawing/2014/main" id="{443979D1-DC68-4496-9C3C-C69F678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8310563"/>
            <a:ext cx="1885950" cy="19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shows the same location after</a:t>
            </a:r>
          </a:p>
        </p:txBody>
      </p:sp>
      <p:sp>
        <p:nvSpPr>
          <p:cNvPr id="229" name="city development.">
            <a:extLst xmlns:a="http://schemas.openxmlformats.org/drawingml/2006/main">
              <a:ext uri="{FF2B5EF4-FFF2-40B4-BE49-F238E27FC236}">
                <a16:creationId xmlns:a16="http://schemas.microsoft.com/office/drawing/2014/main" id="{73C6C30B-2179-4B5E-B3E9-C55ABDDC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8491538"/>
            <a:ext cx="18764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city development.</a:t>
            </a:r>
          </a:p>
        </p:txBody>
      </p:sp>
      <p:sp>
        <p:nvSpPr>
          <p:cNvPr id="230" name="A: Image C">
            <a:extLst xmlns:a="http://schemas.openxmlformats.org/drawingml/2006/main">
              <a:ext uri="{FF2B5EF4-FFF2-40B4-BE49-F238E27FC236}">
                <a16:creationId xmlns:a16="http://schemas.microsoft.com/office/drawing/2014/main" id="{1A504F72-3F50-4CC4-A6C3-B71FB70A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8682038"/>
            <a:ext cx="9048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Image C</a:t>
            </a:r>
          </a:p>
        </p:txBody>
      </p:sp>
      <p:sp>
        <p:nvSpPr>
          <p:cNvPr id="231" name="Q: Please rank the four street-view">
            <a:extLst xmlns:a="http://schemas.openxmlformats.org/drawingml/2006/main">
              <a:ext uri="{FF2B5EF4-FFF2-40B4-BE49-F238E27FC236}">
                <a16:creationId xmlns:a16="http://schemas.microsoft.com/office/drawing/2014/main" id="{B191F313-430C-4505-8A44-5E40BF0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8129588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Please rank the four street-view</a:t>
            </a:r>
          </a:p>
        </p:txBody>
      </p:sp>
      <p:sp>
        <p:nvSpPr>
          <p:cNvPr id="232" name="images in chronological order from">
            <a:extLst xmlns:a="http://schemas.openxmlformats.org/drawingml/2006/main">
              <a:ext uri="{FF2B5EF4-FFF2-40B4-BE49-F238E27FC236}">
                <a16:creationId xmlns:a16="http://schemas.microsoft.com/office/drawing/2014/main" id="{CAFD0688-EB49-4907-BFBA-11EFAAB7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8320088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 in chronological order from</a:t>
            </a:r>
          </a:p>
        </p:txBody>
      </p:sp>
      <p:sp>
        <p:nvSpPr>
          <p:cNvPr id="233" name="least to most developed.">
            <a:extLst xmlns:a="http://schemas.openxmlformats.org/drawingml/2006/main">
              <a:ext uri="{FF2B5EF4-FFF2-40B4-BE49-F238E27FC236}">
                <a16:creationId xmlns:a16="http://schemas.microsoft.com/office/drawing/2014/main" id="{B2D8CD5A-6CF9-451F-88C9-168CBAFA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8501063"/>
            <a:ext cx="25336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least to most developed.</a:t>
            </a:r>
          </a:p>
        </p:txBody>
      </p:sp>
      <p:sp>
        <p:nvSpPr>
          <p:cNvPr id="234" name="A: C → A → D → B">
            <a:extLst xmlns:a="http://schemas.openxmlformats.org/drawingml/2006/main">
              <a:ext uri="{FF2B5EF4-FFF2-40B4-BE49-F238E27FC236}">
                <a16:creationId xmlns:a16="http://schemas.microsoft.com/office/drawing/2014/main" id="{CFB179FB-01DA-4A3E-B570-F3510988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9550" y="8701088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AA97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AA97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A9784"/>
                </a:solidFill>
                <a:latin typeface="Arial"/>
                <a:ea typeface="Arial"/>
                <a:cs typeface="Arial"/>
              </a:rPr>
              <a:t>A: C → A → D → B</a:t>
            </a:r>
          </a:p>
        </p:txBody>
      </p:sp>
      <p:sp>
        <p:nvSpPr>
          <p:cNvPr id="2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0D93041-95D9-4243-8F4F-F68D91D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2586038"/>
            <a:ext cx="76200" cy="209550"/>
          </a:xfrm>
          <a:custGeom xmlns:a="http://schemas.openxmlformats.org/drawingml/2006/main">
            <a:pathLst>
              <a:path w="76200" h="20955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190500"/>
                </a:lnTo>
                <a:cubicBezTo>
                  <a:pt x="76200" y="201021"/>
                  <a:pt x="67671" y="209550"/>
                  <a:pt x="57150" y="209550"/>
                </a:cubicBezTo>
                <a:lnTo>
                  <a:pt x="19050" y="209550"/>
                </a:lnTo>
                <a:cubicBezTo>
                  <a:pt x="8529" y="209550"/>
                  <a:pt x="0" y="201021"/>
                  <a:pt x="0" y="1905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Global Perception(GP)">
            <a:extLst xmlns:a="http://schemas.openxmlformats.org/drawingml/2006/main">
              <a:ext uri="{FF2B5EF4-FFF2-40B4-BE49-F238E27FC236}">
                <a16:creationId xmlns:a16="http://schemas.microsoft.com/office/drawing/2014/main" id="{6E5C8A80-79FE-4BFD-8B29-B9F4BB0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2566988"/>
            <a:ext cx="26860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Global Perception(GP)</a:t>
            </a:r>
          </a:p>
        </p:txBody>
      </p:sp>
      <p:sp>
        <p:nvSpPr>
          <p:cNvPr id="23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D66BE78-F614-442F-A767-17D28C04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2852738"/>
            <a:ext cx="1743075" cy="1628775"/>
          </a:xfrm>
          <a:custGeom xmlns:a="http://schemas.openxmlformats.org/drawingml/2006/main">
            <a:pathLst>
              <a:path w="1743075" h="1628775">
                <a:moveTo>
                  <a:pt x="142875" y="0"/>
                </a:moveTo>
                <a:lnTo>
                  <a:pt x="1600200" y="0"/>
                </a:lnTo>
                <a:cubicBezTo>
                  <a:pt x="1679108" y="0"/>
                  <a:pt x="1743075" y="63967"/>
                  <a:pt x="1743075" y="142875"/>
                </a:cubicBezTo>
                <a:lnTo>
                  <a:pt x="1743075" y="1485900"/>
                </a:lnTo>
                <a:cubicBezTo>
                  <a:pt x="1743075" y="1564808"/>
                  <a:pt x="1679108" y="1628775"/>
                  <a:pt x="1600200" y="1628775"/>
                </a:cubicBezTo>
                <a:lnTo>
                  <a:pt x="142875" y="1628775"/>
                </a:lnTo>
                <a:cubicBezTo>
                  <a:pt x="63967" y="1628775"/>
                  <a:pt x="0" y="1564808"/>
                  <a:pt x="0" y="1485900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D7C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8" name="Reasoning: in the">
            <a:extLst xmlns:a="http://schemas.openxmlformats.org/drawingml/2006/main">
              <a:ext uri="{FF2B5EF4-FFF2-40B4-BE49-F238E27FC236}">
                <a16:creationId xmlns:a16="http://schemas.microsoft.com/office/drawing/2014/main" id="{AEF1DE4A-0A2F-41C3-9F03-DEE9A806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2900363"/>
            <a:ext cx="16287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Reasoning: in the</a:t>
            </a:r>
          </a:p>
        </p:txBody>
      </p:sp>
      <p:sp>
        <p:nvSpPr>
          <p:cNvPr id="239" name="red region:">
            <a:extLst xmlns:a="http://schemas.openxmlformats.org/drawingml/2006/main">
              <a:ext uri="{FF2B5EF4-FFF2-40B4-BE49-F238E27FC236}">
                <a16:creationId xmlns:a16="http://schemas.microsoft.com/office/drawing/2014/main" id="{908742ED-CF48-4576-9BD0-037AEA77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100388"/>
            <a:ext cx="15811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ED27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ED272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D2724"/>
                </a:solidFill>
                <a:latin typeface="Arial"/>
                <a:ea typeface="Arial"/>
                <a:cs typeface="Arial"/>
              </a:rPr>
              <a:t>red region:</a:t>
            </a:r>
          </a:p>
        </p:txBody>
      </p:sp>
      <p:sp>
        <p:nvSpPr>
          <p:cNvPr id="240" name="1. A high degree of">
            <a:extLst xmlns:a="http://schemas.openxmlformats.org/drawingml/2006/main">
              <a:ext uri="{FF2B5EF4-FFF2-40B4-BE49-F238E27FC236}">
                <a16:creationId xmlns:a16="http://schemas.microsoft.com/office/drawing/2014/main" id="{9E26ACAF-BC3B-4061-8404-9197A27F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319463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A high degree of</a:t>
            </a:r>
          </a:p>
        </p:txBody>
      </p:sp>
      <p:sp>
        <p:nvSpPr>
          <p:cNvPr id="241" name="greenery and">
            <a:extLst xmlns:a="http://schemas.openxmlformats.org/drawingml/2006/main">
              <a:ext uri="{FF2B5EF4-FFF2-40B4-BE49-F238E27FC236}">
                <a16:creationId xmlns:a16="http://schemas.microsoft.com/office/drawing/2014/main" id="{94A59D7B-8273-4532-A9A5-D8532071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519488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greenery and</a:t>
            </a:r>
          </a:p>
        </p:txBody>
      </p:sp>
      <p:sp>
        <p:nvSpPr>
          <p:cNvPr id="242" name="vegetation coverage…">
            <a:extLst xmlns:a="http://schemas.openxmlformats.org/drawingml/2006/main">
              <a:ext uri="{FF2B5EF4-FFF2-40B4-BE49-F238E27FC236}">
                <a16:creationId xmlns:a16="http://schemas.microsoft.com/office/drawing/2014/main" id="{92D5B458-94BB-46BB-89B6-34060130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719513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coverage…</a:t>
            </a:r>
          </a:p>
        </p:txBody>
      </p:sp>
      <p:sp>
        <p:nvSpPr>
          <p:cNvPr id="243" name="2. The view is">
            <a:extLst xmlns:a="http://schemas.openxmlformats.org/drawingml/2006/main">
              <a:ext uri="{FF2B5EF4-FFF2-40B4-BE49-F238E27FC236}">
                <a16:creationId xmlns:a16="http://schemas.microsoft.com/office/drawing/2014/main" id="{C3B46657-9388-4E4D-BFC0-6F9B17B4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3919538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The view is</a:t>
            </a:r>
          </a:p>
        </p:txBody>
      </p:sp>
      <p:sp>
        <p:nvSpPr>
          <p:cNvPr id="244" name="unobstructed…">
            <a:extLst xmlns:a="http://schemas.openxmlformats.org/drawingml/2006/main">
              <a:ext uri="{FF2B5EF4-FFF2-40B4-BE49-F238E27FC236}">
                <a16:creationId xmlns:a16="http://schemas.microsoft.com/office/drawing/2014/main" id="{E29536B7-ABE5-4FEE-B8E7-2546DB68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4119563"/>
            <a:ext cx="1609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unobstructed…</a:t>
            </a:r>
          </a:p>
        </p:txBody>
      </p:sp>
      <p:sp>
        <p:nvSpPr>
          <p:cNvPr id="245" name="3. The ground is clean…">
            <a:extLst xmlns:a="http://schemas.openxmlformats.org/drawingml/2006/main">
              <a:ext uri="{FF2B5EF4-FFF2-40B4-BE49-F238E27FC236}">
                <a16:creationId xmlns:a16="http://schemas.microsoft.com/office/drawing/2014/main" id="{831BBA76-35C5-434A-AD7B-305D4C3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68600" y="4319588"/>
            <a:ext cx="1609725" cy="207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The ground is clean…</a:t>
            </a:r>
          </a:p>
        </p:txBody>
      </p:sp>
      <p:pic>
        <p:nvPic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C20C44B-3763-499B-8574-6C78EE257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02bff3dd34822"/>
          <a:stretch xmlns:a="http://schemas.openxmlformats.org/drawingml/2006/main"/>
        </p:blipFill>
        <p:spPr>
          <a:xfrm xmlns:a="http://schemas.openxmlformats.org/drawingml/2006/main">
            <a:off x="17135475" y="2652713"/>
            <a:ext cx="1847850" cy="1581150"/>
          </a:xfrm>
          <a:prstGeom xmlns:a="http://schemas.openxmlformats.org/drawingml/2006/main" prst="rect">
            <a:avLst/>
          </a:prstGeom>
        </p:spPr>
      </p:pic>
      <p:sp>
        <p:nvSpPr>
          <p:cNvPr id="247" name="Local Perception(LP)">
            <a:extLst xmlns:a="http://schemas.openxmlformats.org/drawingml/2006/main">
              <a:ext uri="{FF2B5EF4-FFF2-40B4-BE49-F238E27FC236}">
                <a16:creationId xmlns:a16="http://schemas.microsoft.com/office/drawing/2014/main" id="{D7D297FB-04AC-4D83-AA7F-3DD4C495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02150" y="4233863"/>
            <a:ext cx="17716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Local Perception(LP)</a:t>
            </a:r>
          </a:p>
        </p:txBody>
      </p:sp>
      <p:sp>
        <p:nvSpPr>
          <p:cNvPr id="2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57227D2-7C46-419C-B8EC-7D239CD2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2947988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AADC96B-F1B8-48E2-92E4-D71DEA829F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5aafd1026407e"/>
          <a:stretch xmlns:a="http://schemas.openxmlformats.org/drawingml/2006/main"/>
        </p:blipFill>
        <p:spPr>
          <a:xfrm xmlns:a="http://schemas.openxmlformats.org/drawingml/2006/main">
            <a:off x="14163675" y="2973161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50" name="Beauty">
            <a:extLst xmlns:a="http://schemas.openxmlformats.org/drawingml/2006/main">
              <a:ext uri="{FF2B5EF4-FFF2-40B4-BE49-F238E27FC236}">
                <a16:creationId xmlns:a16="http://schemas.microsoft.com/office/drawing/2014/main" id="{11320070-CAC8-4DE9-8ABC-9C45C808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2976563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5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A5D04A5-8B41-4BD0-A839-2CD2544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2976563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2" name="✓">
            <a:extLst xmlns:a="http://schemas.openxmlformats.org/drawingml/2006/main">
              <a:ext uri="{FF2B5EF4-FFF2-40B4-BE49-F238E27FC236}">
                <a16:creationId xmlns:a16="http://schemas.microsoft.com/office/drawing/2014/main" id="{5C1F4CBE-B28F-4AF1-B245-BBA87FB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2986088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5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4000CAC-D811-4061-9DD6-60CE0920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348038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39FC631-9908-4F5D-88E4-028FA042B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b1439ffe241de"/>
          <a:stretch xmlns:a="http://schemas.openxmlformats.org/drawingml/2006/main"/>
        </p:blipFill>
        <p:spPr>
          <a:xfrm xmlns:a="http://schemas.openxmlformats.org/drawingml/2006/main">
            <a:off x="14163675" y="3377520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55" name="Wealthy">
            <a:extLst xmlns:a="http://schemas.openxmlformats.org/drawingml/2006/main">
              <a:ext uri="{FF2B5EF4-FFF2-40B4-BE49-F238E27FC236}">
                <a16:creationId xmlns:a16="http://schemas.microsoft.com/office/drawing/2014/main" id="{AD235A53-F233-4BA1-AB5C-0F2355B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3376613"/>
            <a:ext cx="552450" cy="21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5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37FC94F-B688-4D1F-93AC-AEA5ECB3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3376613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7" name="×">
            <a:extLst xmlns:a="http://schemas.openxmlformats.org/drawingml/2006/main">
              <a:ext uri="{FF2B5EF4-FFF2-40B4-BE49-F238E27FC236}">
                <a16:creationId xmlns:a16="http://schemas.microsoft.com/office/drawing/2014/main" id="{5F2BA406-DDA2-47A8-891E-350796ED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3386138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2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CA22C6D-CA72-4BF9-952B-9C5888BF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748088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5891FF0-2CEC-4AC7-8C00-3D498DB361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1f3f3d7724428"/>
          <a:stretch xmlns:a="http://schemas.openxmlformats.org/drawingml/2006/main"/>
        </p:blipFill>
        <p:spPr>
          <a:xfrm xmlns:a="http://schemas.openxmlformats.org/drawingml/2006/main">
            <a:off x="14163675" y="3773261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60" name="Safety">
            <a:extLst xmlns:a="http://schemas.openxmlformats.org/drawingml/2006/main">
              <a:ext uri="{FF2B5EF4-FFF2-40B4-BE49-F238E27FC236}">
                <a16:creationId xmlns:a16="http://schemas.microsoft.com/office/drawing/2014/main" id="{D71124CF-CAE3-4064-B86E-FBDE5DB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3776663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7A9361C-E9BB-4456-9742-CA8E7FB0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3776663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2" name="✓">
            <a:extLst xmlns:a="http://schemas.openxmlformats.org/drawingml/2006/main">
              <a:ext uri="{FF2B5EF4-FFF2-40B4-BE49-F238E27FC236}">
                <a16:creationId xmlns:a16="http://schemas.microsoft.com/office/drawing/2014/main" id="{21F86B1A-3E55-492E-AFAA-97BE5985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3786188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6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5EB66AE-010F-400D-99E3-CF84A4E8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148138"/>
            <a:ext cx="838200" cy="257175"/>
          </a:xfrm>
          <a:custGeom xmlns:a="http://schemas.openxmlformats.org/drawingml/2006/main">
            <a:pathLst>
              <a:path w="838200" h="257175">
                <a:moveTo>
                  <a:pt x="128588" y="0"/>
                </a:moveTo>
                <a:lnTo>
                  <a:pt x="709613" y="0"/>
                </a:lnTo>
                <a:cubicBezTo>
                  <a:pt x="780629" y="0"/>
                  <a:pt x="838200" y="57571"/>
                  <a:pt x="838200" y="128588"/>
                </a:cubicBezTo>
                <a:lnTo>
                  <a:pt x="838200" y="128588"/>
                </a:lnTo>
                <a:cubicBezTo>
                  <a:pt x="838200" y="199604"/>
                  <a:pt x="780629" y="257175"/>
                  <a:pt x="709613" y="257175"/>
                </a:cubicBezTo>
                <a:lnTo>
                  <a:pt x="128588" y="257175"/>
                </a:lnTo>
                <a:cubicBezTo>
                  <a:pt x="57571" y="257175"/>
                  <a:pt x="0" y="199604"/>
                  <a:pt x="0" y="128588"/>
                </a:cubicBezTo>
                <a:lnTo>
                  <a:pt x="0" y="128588"/>
                </a:ln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4D7BA47-CBBE-4248-AAF1-2D8FEAEA0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2b57f399c4667"/>
          <a:stretch xmlns:a="http://schemas.openxmlformats.org/drawingml/2006/main"/>
        </p:blipFill>
        <p:spPr>
          <a:xfrm xmlns:a="http://schemas.openxmlformats.org/drawingml/2006/main">
            <a:off x="14163675" y="4177620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65" name="Lively">
            <a:extLst xmlns:a="http://schemas.openxmlformats.org/drawingml/2006/main">
              <a:ext uri="{FF2B5EF4-FFF2-40B4-BE49-F238E27FC236}">
                <a16:creationId xmlns:a16="http://schemas.microsoft.com/office/drawing/2014/main" id="{1DD55FDE-611A-4C80-90BD-ED72528E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3700" y="4176713"/>
            <a:ext cx="5524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26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5F9B748-0884-4DFF-A553-86A8017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4176713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7" name="×">
            <a:extLst xmlns:a="http://schemas.openxmlformats.org/drawingml/2006/main">
              <a:ext uri="{FF2B5EF4-FFF2-40B4-BE49-F238E27FC236}">
                <a16:creationId xmlns:a16="http://schemas.microsoft.com/office/drawing/2014/main" id="{0F7B81BC-1FCE-4AC6-8DAA-A722B7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39975" y="4186238"/>
            <a:ext cx="18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2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3FEAB64-4FE4-4C40-BBE5-DD7F0BC2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662488"/>
            <a:ext cx="4914900" cy="2152650"/>
          </a:xfrm>
          <a:custGeom xmlns:a="http://schemas.openxmlformats.org/drawingml/2006/main">
            <a:pathLst>
              <a:path w="4914900" h="2152650">
                <a:moveTo>
                  <a:pt x="114300" y="0"/>
                </a:moveTo>
                <a:lnTo>
                  <a:pt x="4800600" y="0"/>
                </a:lnTo>
                <a:cubicBezTo>
                  <a:pt x="4863726" y="0"/>
                  <a:pt x="4914900" y="51174"/>
                  <a:pt x="4914900" y="114300"/>
                </a:cubicBezTo>
                <a:lnTo>
                  <a:pt x="4914900" y="2038350"/>
                </a:lnTo>
                <a:cubicBezTo>
                  <a:pt x="4914900" y="2101476"/>
                  <a:pt x="4863726" y="2152650"/>
                  <a:pt x="4800600" y="2152650"/>
                </a:cubicBezTo>
                <a:lnTo>
                  <a:pt x="114300" y="2152650"/>
                </a:lnTo>
                <a:cubicBezTo>
                  <a:pt x="51174" y="2152650"/>
                  <a:pt x="0" y="2101476"/>
                  <a:pt x="0" y="20383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 xmlns:a="http://schemas.openxmlformats.org/drawingml/2006/main">
            <a:srgbClr val="E2DCD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68D6D1B-9D90-4DCA-A275-36866EF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719638"/>
            <a:ext cx="76200" cy="228600"/>
          </a:xfrm>
          <a:custGeom xmlns:a="http://schemas.openxmlformats.org/drawingml/2006/main">
            <a:pathLst>
              <a:path w="76200" h="2286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09550"/>
                </a:lnTo>
                <a:cubicBezTo>
                  <a:pt x="76200" y="220071"/>
                  <a:pt x="67671" y="228600"/>
                  <a:pt x="57150" y="228600"/>
                </a:cubicBezTo>
                <a:lnTo>
                  <a:pt x="19050" y="228600"/>
                </a:lnTo>
                <a:cubicBezTo>
                  <a:pt x="8529" y="228600"/>
                  <a:pt x="0" y="220071"/>
                  <a:pt x="0" y="2095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9A857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0" name="Comparative Perceptual Analysis (CP)">
            <a:extLst xmlns:a="http://schemas.openxmlformats.org/drawingml/2006/main">
              <a:ext uri="{FF2B5EF4-FFF2-40B4-BE49-F238E27FC236}">
                <a16:creationId xmlns:a16="http://schemas.microsoft.com/office/drawing/2014/main" id="{979B01CE-506D-4BDD-B8C0-33B2B952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4700588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Comparative Perceptual Analysis (CP)</a:t>
            </a:r>
          </a:p>
        </p:txBody>
      </p:sp>
      <p:sp>
        <p:nvSpPr>
          <p:cNvPr id="271" name="Q: The two scenes show the same place, one from 2008 and one">
            <a:extLst xmlns:a="http://schemas.openxmlformats.org/drawingml/2006/main">
              <a:ext uri="{FF2B5EF4-FFF2-40B4-BE49-F238E27FC236}">
                <a16:creationId xmlns:a16="http://schemas.microsoft.com/office/drawing/2014/main" id="{DC9D53F9-4F29-456B-877C-F4B9CEA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5005388"/>
            <a:ext cx="47815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The two scenes show the same place, one from 2008 and one</a:t>
            </a:r>
          </a:p>
        </p:txBody>
      </p:sp>
      <p:sp>
        <p:nvSpPr>
          <p:cNvPr id="272" name="from 2024. Please determine whether the scene has become more">
            <a:extLst xmlns:a="http://schemas.openxmlformats.org/drawingml/2006/main">
              <a:ext uri="{FF2B5EF4-FFF2-40B4-BE49-F238E27FC236}">
                <a16:creationId xmlns:a16="http://schemas.microsoft.com/office/drawing/2014/main" id="{B0B1F43E-AE94-4AEE-9FC9-12CE683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5205413"/>
            <a:ext cx="4781550" cy="226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2024. Please determine whether the scene has become more</a:t>
            </a:r>
          </a:p>
        </p:txBody>
      </p:sp>
      <p:sp>
        <p:nvSpPr>
          <p:cNvPr id="273" name="{Beauty, Wealthy, Safety, Lively}, less, or no significant change.">
            <a:extLst xmlns:a="http://schemas.openxmlformats.org/drawingml/2006/main">
              <a:ext uri="{FF2B5EF4-FFF2-40B4-BE49-F238E27FC236}">
                <a16:creationId xmlns:a16="http://schemas.microsoft.com/office/drawing/2014/main" id="{BB1CEF6C-AAD4-4734-A488-F8F4BC1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25575" y="5405438"/>
            <a:ext cx="47815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{Beauty, Wealthy, Safety, Lively}, less, or no significant change.</a:t>
            </a:r>
          </a:p>
        </p:txBody>
      </p:sp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CFB9D11-39BE-4DBC-B327-5C517F604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dd08047a3401d"/>
          <a:stretch xmlns:a="http://schemas.openxmlformats.org/drawingml/2006/main"/>
        </p:blipFill>
        <p:spPr>
          <a:xfrm xmlns:a="http://schemas.openxmlformats.org/drawingml/2006/main">
            <a:off x="14192250" y="5805488"/>
            <a:ext cx="619125" cy="971550"/>
          </a:xfrm>
          <a:prstGeom xmlns:a="http://schemas.openxmlformats.org/drawingml/2006/main" prst="rect">
            <a:avLst/>
          </a:prstGeom>
        </p:spPr>
      </p:pic>
      <p:sp>
        <p:nvSpPr>
          <p:cNvPr id="275" name="2004">
            <a:extLst xmlns:a="http://schemas.openxmlformats.org/drawingml/2006/main">
              <a:ext uri="{FF2B5EF4-FFF2-40B4-BE49-F238E27FC236}">
                <a16:creationId xmlns:a16="http://schemas.microsoft.com/office/drawing/2014/main" id="{32126032-3039-41DA-8CE5-03FC14F1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2325" y="5853113"/>
            <a:ext cx="5905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E7B"/>
                </a:solidFill>
                <a:latin typeface="Arial"/>
                <a:ea typeface="Arial"/>
                <a:cs typeface="Arial"/>
              </a:rPr>
              <a:t>2004</a:t>
            </a:r>
          </a:p>
        </p:txBody>
      </p:sp>
      <p:sp>
        <p:nvSpPr>
          <p:cNvPr id="276" name="2024">
            <a:extLst xmlns:a="http://schemas.openxmlformats.org/drawingml/2006/main">
              <a:ext uri="{FF2B5EF4-FFF2-40B4-BE49-F238E27FC236}">
                <a16:creationId xmlns:a16="http://schemas.microsoft.com/office/drawing/2014/main" id="{D699EA38-BA91-4EFE-BE84-BE092F17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92325" y="6567488"/>
            <a:ext cx="59055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A18E7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18E7B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57BFDEF-3788-4C1D-BF91-10F6967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582453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68F2749-9D5E-4FB7-AAA8-650399C62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4e5c3183d49f3"/>
          <a:stretch xmlns:a="http://schemas.openxmlformats.org/drawingml/2006/main"/>
        </p:blipFill>
        <p:spPr>
          <a:xfrm xmlns:a="http://schemas.openxmlformats.org/drawingml/2006/main">
            <a:off x="15411450" y="585923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79" name="Beauty">
            <a:extLst xmlns:a="http://schemas.openxmlformats.org/drawingml/2006/main">
              <a:ext uri="{FF2B5EF4-FFF2-40B4-BE49-F238E27FC236}">
                <a16:creationId xmlns:a16="http://schemas.microsoft.com/office/drawing/2014/main" id="{81F48C31-BFD4-4F87-ABA6-D911F82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1475" y="585311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6D58EEB-22C3-4619-A1EC-CDCAA1FD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582453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B1699EA-5FB0-4CDA-9971-7E3439C1E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1b87191f2461d"/>
          <a:stretch xmlns:a="http://schemas.openxmlformats.org/drawingml/2006/main"/>
        </p:blipFill>
        <p:spPr>
          <a:xfrm xmlns:a="http://schemas.openxmlformats.org/drawingml/2006/main">
            <a:off x="16297275" y="586354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82" name="Wealthy">
            <a:extLst xmlns:a="http://schemas.openxmlformats.org/drawingml/2006/main">
              <a:ext uri="{FF2B5EF4-FFF2-40B4-BE49-F238E27FC236}">
                <a16:creationId xmlns:a16="http://schemas.microsoft.com/office/drawing/2014/main" id="{73571322-F356-4658-9CD3-FCEDCFA6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300" y="585311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7533430-07FD-4EB8-B5AA-248FC9E3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582453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F4689DDE-11BE-428F-BF5A-7CCA0C269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5239d46854e27"/>
          <a:stretch xmlns:a="http://schemas.openxmlformats.org/drawingml/2006/main"/>
        </p:blipFill>
        <p:spPr>
          <a:xfrm xmlns:a="http://schemas.openxmlformats.org/drawingml/2006/main">
            <a:off x="17183100" y="585923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85" name="Safety">
            <a:extLst xmlns:a="http://schemas.openxmlformats.org/drawingml/2006/main">
              <a:ext uri="{FF2B5EF4-FFF2-40B4-BE49-F238E27FC236}">
                <a16:creationId xmlns:a16="http://schemas.microsoft.com/office/drawing/2014/main" id="{098455DD-7C7C-4268-96A3-A13C0A4D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3125" y="585311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8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EBB2648-BF8A-43B4-87CA-82015D9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582453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1224D42-EF22-47AE-9EF7-60BA8EA05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503ce33444b08"/>
          <a:stretch xmlns:a="http://schemas.openxmlformats.org/drawingml/2006/main"/>
        </p:blipFill>
        <p:spPr>
          <a:xfrm xmlns:a="http://schemas.openxmlformats.org/drawingml/2006/main">
            <a:off x="18068925" y="586354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88" name="Lively">
            <a:extLst xmlns:a="http://schemas.openxmlformats.org/drawingml/2006/main">
              <a:ext uri="{FF2B5EF4-FFF2-40B4-BE49-F238E27FC236}">
                <a16:creationId xmlns:a16="http://schemas.microsoft.com/office/drawing/2014/main" id="{D5E0F3E5-0D16-4C9C-AAA1-7968E93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8950" y="585311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2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EEE15AF-FFB2-4BC6-ACE9-7E3DD350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652938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6E01F58-CA62-48DF-9D7D-DA404C81F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e0732be86456e"/>
          <a:stretch xmlns:a="http://schemas.openxmlformats.org/drawingml/2006/main"/>
        </p:blipFill>
        <p:spPr>
          <a:xfrm xmlns:a="http://schemas.openxmlformats.org/drawingml/2006/main">
            <a:off x="15411450" y="656408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91" name="Beauty">
            <a:extLst xmlns:a="http://schemas.openxmlformats.org/drawingml/2006/main">
              <a:ext uri="{FF2B5EF4-FFF2-40B4-BE49-F238E27FC236}">
                <a16:creationId xmlns:a16="http://schemas.microsoft.com/office/drawing/2014/main" id="{682CC626-3D07-4619-82CB-662F76E2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1475" y="655796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2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11427C8-4679-4EEC-9CBC-78918A96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9175" y="652938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19772410-5A37-436C-BF3B-0E35C7958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39f6e83314b00"/>
          <a:stretch xmlns:a="http://schemas.openxmlformats.org/drawingml/2006/main"/>
        </p:blipFill>
        <p:spPr>
          <a:xfrm xmlns:a="http://schemas.openxmlformats.org/drawingml/2006/main">
            <a:off x="16297275" y="656839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294" name="Wealthy">
            <a:extLst xmlns:a="http://schemas.openxmlformats.org/drawingml/2006/main">
              <a:ext uri="{FF2B5EF4-FFF2-40B4-BE49-F238E27FC236}">
                <a16:creationId xmlns:a16="http://schemas.microsoft.com/office/drawing/2014/main" id="{09670B91-A1FB-47A4-88FB-0A13945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7300" y="655796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2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038A97B-7A50-456F-86FD-A2CB13CC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52938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BA9F71D-25A4-4EFB-9D46-89B3B9646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9d8dde5db4816"/>
          <a:stretch xmlns:a="http://schemas.openxmlformats.org/drawingml/2006/main"/>
        </p:blipFill>
        <p:spPr>
          <a:xfrm xmlns:a="http://schemas.openxmlformats.org/drawingml/2006/main">
            <a:off x="17183100" y="6564086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297" name="Safety">
            <a:extLst xmlns:a="http://schemas.openxmlformats.org/drawingml/2006/main">
              <a:ext uri="{FF2B5EF4-FFF2-40B4-BE49-F238E27FC236}">
                <a16:creationId xmlns:a16="http://schemas.microsoft.com/office/drawing/2014/main" id="{03AE492A-B191-4DA4-8B09-3FC7B09F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3125" y="655796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29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3944315-8F40-4934-A331-553B7221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0825" y="6529388"/>
            <a:ext cx="847725" cy="276225"/>
          </a:xfrm>
          <a:custGeom xmlns:a="http://schemas.openxmlformats.org/drawingml/2006/main">
            <a:pathLst>
              <a:path w="847725" h="276225">
                <a:moveTo>
                  <a:pt x="138113" y="0"/>
                </a:moveTo>
                <a:lnTo>
                  <a:pt x="709613" y="0"/>
                </a:lnTo>
                <a:cubicBezTo>
                  <a:pt x="785890" y="0"/>
                  <a:pt x="847725" y="61835"/>
                  <a:pt x="847725" y="138113"/>
                </a:cubicBezTo>
                <a:lnTo>
                  <a:pt x="847725" y="138113"/>
                </a:lnTo>
                <a:cubicBezTo>
                  <a:pt x="847725" y="214390"/>
                  <a:pt x="785890" y="276225"/>
                  <a:pt x="709613" y="276225"/>
                </a:cubicBezTo>
                <a:lnTo>
                  <a:pt x="138113" y="276225"/>
                </a:lnTo>
                <a:cubicBezTo>
                  <a:pt x="61835" y="276225"/>
                  <a:pt x="0" y="214390"/>
                  <a:pt x="0" y="138113"/>
                </a:cubicBezTo>
                <a:lnTo>
                  <a:pt x="0" y="138113"/>
                </a:lnTo>
                <a:cubicBezTo>
                  <a:pt x="0" y="61835"/>
                  <a:pt x="61835" y="0"/>
                  <a:pt x="138113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66A52B6C-1CDD-48AD-8AB6-BF0B6D6680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33146fda445f4"/>
          <a:stretch xmlns:a="http://schemas.openxmlformats.org/drawingml/2006/main"/>
        </p:blipFill>
        <p:spPr>
          <a:xfrm xmlns:a="http://schemas.openxmlformats.org/drawingml/2006/main">
            <a:off x="18068925" y="6568395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00" name="Lively">
            <a:extLst xmlns:a="http://schemas.openxmlformats.org/drawingml/2006/main">
              <a:ext uri="{FF2B5EF4-FFF2-40B4-BE49-F238E27FC236}">
                <a16:creationId xmlns:a16="http://schemas.microsoft.com/office/drawing/2014/main" id="{719ED782-B772-431C-B70B-9B21A00C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8950" y="6557963"/>
            <a:ext cx="561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301" name="∨">
            <a:extLst xmlns:a="http://schemas.openxmlformats.org/drawingml/2006/main">
              <a:ext uri="{FF2B5EF4-FFF2-40B4-BE49-F238E27FC236}">
                <a16:creationId xmlns:a16="http://schemas.microsoft.com/office/drawing/2014/main" id="{1DBF3502-879B-4BCF-BF6F-6BEA282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06725" y="6196013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∨</a:t>
            </a:r>
          </a:p>
        </p:txBody>
      </p:sp>
      <p:sp>
        <p:nvSpPr>
          <p:cNvPr id="302" name="∧">
            <a:extLst xmlns:a="http://schemas.openxmlformats.org/drawingml/2006/main">
              <a:ext uri="{FF2B5EF4-FFF2-40B4-BE49-F238E27FC236}">
                <a16:creationId xmlns:a16="http://schemas.microsoft.com/office/drawing/2014/main" id="{697E683B-A04B-4D21-B0BA-87D12455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2550" y="6196013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∧</a:t>
            </a:r>
          </a:p>
        </p:txBody>
      </p:sp>
      <p:sp>
        <p:nvSpPr>
          <p:cNvPr id="303" name="=">
            <a:extLst xmlns:a="http://schemas.openxmlformats.org/drawingml/2006/main">
              <a:ext uri="{FF2B5EF4-FFF2-40B4-BE49-F238E27FC236}">
                <a16:creationId xmlns:a16="http://schemas.microsoft.com/office/drawing/2014/main" id="{BCB3B181-F0D2-42F8-B913-0282488A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78375" y="6196013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=</a:t>
            </a:r>
          </a:p>
        </p:txBody>
      </p:sp>
      <p:sp>
        <p:nvSpPr>
          <p:cNvPr id="304" name="∧">
            <a:extLst xmlns:a="http://schemas.openxmlformats.org/drawingml/2006/main">
              <a:ext uri="{FF2B5EF4-FFF2-40B4-BE49-F238E27FC236}">
                <a16:creationId xmlns:a16="http://schemas.microsoft.com/office/drawing/2014/main" id="{5346091A-93F7-4641-885F-26882916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64200" y="6196013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75" b="0" i="0">
                <a:solidFill>
                  <a:srgbClr val="000000"/>
                </a:solidFill>
                <a:latin typeface="Segoe UI Symbol"/>
                <a:ea typeface="Segoe UI Symbol"/>
                <a:cs typeface="Segoe UI Symbol"/>
              </a:rPr>
              <a:t>∧</a:t>
            </a:r>
          </a:p>
        </p:txBody>
      </p:sp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59451B7-6C39-4841-BDEE-54051C925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dba2370b74a40"/>
          <a:stretch xmlns:a="http://schemas.openxmlformats.org/drawingml/2006/main"/>
        </p:blipFill>
        <p:spPr>
          <a:xfrm xmlns:a="http://schemas.openxmlformats.org/drawingml/2006/main">
            <a:off x="14077950" y="7053263"/>
            <a:ext cx="1866900" cy="1571625"/>
          </a:xfrm>
          <a:prstGeom xmlns:a="http://schemas.openxmlformats.org/drawingml/2006/main" prst="rect">
            <a:avLst/>
          </a:prstGeom>
        </p:spPr>
      </p:pic>
      <p:sp>
        <p:nvSpPr>
          <p:cNvPr id="306" name="Local Perception(LP)">
            <a:extLst xmlns:a="http://schemas.openxmlformats.org/drawingml/2006/main">
              <a:ext uri="{FF2B5EF4-FFF2-40B4-BE49-F238E27FC236}">
                <a16:creationId xmlns:a16="http://schemas.microsoft.com/office/drawing/2014/main" id="{D89DCAC9-EE17-4CD5-99F2-90828B13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0350" y="8615363"/>
            <a:ext cx="1647825" cy="230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7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297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Local Perception(LP)</a:t>
            </a:r>
          </a:p>
        </p:txBody>
      </p:sp>
      <p:sp>
        <p:nvSpPr>
          <p:cNvPr id="307" name="Global Perception(GP)">
            <a:extLst xmlns:a="http://schemas.openxmlformats.org/drawingml/2006/main">
              <a:ext uri="{FF2B5EF4-FFF2-40B4-BE49-F238E27FC236}">
                <a16:creationId xmlns:a16="http://schemas.microsoft.com/office/drawing/2014/main" id="{D05BC222-733A-404B-BD57-E139E3FA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6425" y="6929438"/>
            <a:ext cx="18478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9A85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A8570"/>
                </a:solidFill>
                <a:latin typeface="Arial"/>
                <a:ea typeface="Arial"/>
                <a:cs typeface="Arial"/>
              </a:rPr>
              <a:t>Global Perception(GP)</a:t>
            </a:r>
          </a:p>
        </p:txBody>
      </p:sp>
      <p:sp>
        <p:nvSpPr>
          <p:cNvPr id="30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4083AD9-BFAA-4139-90BB-EB959ECF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6275" y="7186613"/>
            <a:ext cx="1828800" cy="1647825"/>
          </a:xfrm>
          <a:custGeom xmlns:a="http://schemas.openxmlformats.org/drawingml/2006/main">
            <a:pathLst>
              <a:path w="1828800" h="1647825">
                <a:moveTo>
                  <a:pt x="133350" y="0"/>
                </a:moveTo>
                <a:lnTo>
                  <a:pt x="1695450" y="0"/>
                </a:lnTo>
                <a:cubicBezTo>
                  <a:pt x="1769097" y="0"/>
                  <a:pt x="1828800" y="59703"/>
                  <a:pt x="1828800" y="133350"/>
                </a:cubicBezTo>
                <a:lnTo>
                  <a:pt x="1828800" y="1514475"/>
                </a:lnTo>
                <a:cubicBezTo>
                  <a:pt x="1828800" y="1588122"/>
                  <a:pt x="1769097" y="1647825"/>
                  <a:pt x="1695450" y="1647825"/>
                </a:cubicBezTo>
                <a:lnTo>
                  <a:pt x="133350" y="1647825"/>
                </a:lnTo>
                <a:cubicBezTo>
                  <a:pt x="59703" y="1647825"/>
                  <a:pt x="0" y="1588122"/>
                  <a:pt x="0" y="15144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7C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9" name="Reasoning: in the">
            <a:extLst xmlns:a="http://schemas.openxmlformats.org/drawingml/2006/main">
              <a:ext uri="{FF2B5EF4-FFF2-40B4-BE49-F238E27FC236}">
                <a16:creationId xmlns:a16="http://schemas.microsoft.com/office/drawing/2014/main" id="{877CA062-BC3F-41F4-8C1D-D436A7AC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7224713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Reasoning: in the</a:t>
            </a:r>
          </a:p>
        </p:txBody>
      </p:sp>
      <p:sp>
        <p:nvSpPr>
          <p:cNvPr id="310" name="yellow region:">
            <a:extLst xmlns:a="http://schemas.openxmlformats.org/drawingml/2006/main">
              <a:ext uri="{FF2B5EF4-FFF2-40B4-BE49-F238E27FC236}">
                <a16:creationId xmlns:a16="http://schemas.microsoft.com/office/drawing/2014/main" id="{F8139C6B-02C1-4083-A38B-3420115E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7424738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yellow region:</a:t>
            </a:r>
          </a:p>
        </p:txBody>
      </p:sp>
      <p:sp>
        <p:nvSpPr>
          <p:cNvPr id="311" name="1. The road infrastruc-">
            <a:extLst xmlns:a="http://schemas.openxmlformats.org/drawingml/2006/main">
              <a:ext uri="{FF2B5EF4-FFF2-40B4-BE49-F238E27FC236}">
                <a16:creationId xmlns:a16="http://schemas.microsoft.com/office/drawing/2014/main" id="{41567495-DB4E-4528-AA1A-9F23192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7624763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The road infrastruc-</a:t>
            </a:r>
          </a:p>
        </p:txBody>
      </p:sp>
      <p:sp>
        <p:nvSpPr>
          <p:cNvPr id="312" name="ture is well-developed.">
            <a:extLst xmlns:a="http://schemas.openxmlformats.org/drawingml/2006/main">
              <a:ext uri="{FF2B5EF4-FFF2-40B4-BE49-F238E27FC236}">
                <a16:creationId xmlns:a16="http://schemas.microsoft.com/office/drawing/2014/main" id="{F73E1038-4300-4EA6-933F-165A7C89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7824788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ture is well-developed.</a:t>
            </a:r>
          </a:p>
        </p:txBody>
      </p:sp>
      <p:sp>
        <p:nvSpPr>
          <p:cNvPr id="313" name="2. Modern buildings">
            <a:extLst xmlns:a="http://schemas.openxmlformats.org/drawingml/2006/main">
              <a:ext uri="{FF2B5EF4-FFF2-40B4-BE49-F238E27FC236}">
                <a16:creationId xmlns:a16="http://schemas.microsoft.com/office/drawing/2014/main" id="{A12A3100-9675-46E9-994D-E7A3DB7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8024813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Modern buildings</a:t>
            </a:r>
          </a:p>
        </p:txBody>
      </p:sp>
      <p:sp>
        <p:nvSpPr>
          <p:cNvPr id="314" name="are prevalent…">
            <a:extLst xmlns:a="http://schemas.openxmlformats.org/drawingml/2006/main">
              <a:ext uri="{FF2B5EF4-FFF2-40B4-BE49-F238E27FC236}">
                <a16:creationId xmlns:a16="http://schemas.microsoft.com/office/drawing/2014/main" id="{8AF374C5-CAD1-49B5-B20B-8B9811C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8224838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prevalent…</a:t>
            </a:r>
          </a:p>
        </p:txBody>
      </p:sp>
      <p:sp>
        <p:nvSpPr>
          <p:cNvPr id="315" name="3. The degree of urba-">
            <a:extLst xmlns:a="http://schemas.openxmlformats.org/drawingml/2006/main">
              <a:ext uri="{FF2B5EF4-FFF2-40B4-BE49-F238E27FC236}">
                <a16:creationId xmlns:a16="http://schemas.microsoft.com/office/drawing/2014/main" id="{32A05130-A565-485E-BD34-6A1E44E3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8424863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The degree of urba-</a:t>
            </a:r>
          </a:p>
        </p:txBody>
      </p:sp>
      <p:sp>
        <p:nvSpPr>
          <p:cNvPr id="316" name="nization is high…">
            <a:extLst xmlns:a="http://schemas.openxmlformats.org/drawingml/2006/main">
              <a:ext uri="{FF2B5EF4-FFF2-40B4-BE49-F238E27FC236}">
                <a16:creationId xmlns:a16="http://schemas.microsoft.com/office/drawing/2014/main" id="{A7B5CE04-8858-42DD-BCDE-6E7279B6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2950" y="8624888"/>
            <a:ext cx="169545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nization is high…</a:t>
            </a:r>
          </a:p>
        </p:txBody>
      </p:sp>
      <p:sp>
        <p:nvSpPr>
          <p:cNvPr id="31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2F1836B-ACE0-4B84-9D20-9919F8A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7291388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20D73D4-48F5-4355-9070-A3A9D5CAEF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d98fef894448c"/>
          <a:stretch xmlns:a="http://schemas.openxmlformats.org/drawingml/2006/main"/>
        </p:blipFill>
        <p:spPr>
          <a:xfrm xmlns:a="http://schemas.openxmlformats.org/drawingml/2006/main">
            <a:off x="17926050" y="7321323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319" name="Beauty">
            <a:extLst xmlns:a="http://schemas.openxmlformats.org/drawingml/2006/main">
              <a:ext uri="{FF2B5EF4-FFF2-40B4-BE49-F238E27FC236}">
                <a16:creationId xmlns:a16="http://schemas.microsoft.com/office/drawing/2014/main" id="{B3A4685D-FED8-4CFD-800D-0AF3373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7319963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Beauty</a:t>
            </a:r>
          </a:p>
        </p:txBody>
      </p:sp>
      <p:sp>
        <p:nvSpPr>
          <p:cNvPr id="32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21B568B-E2A5-47D4-9888-0269684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7310438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FA51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1" name="×">
            <a:extLst xmlns:a="http://schemas.openxmlformats.org/drawingml/2006/main">
              <a:ext uri="{FF2B5EF4-FFF2-40B4-BE49-F238E27FC236}">
                <a16:creationId xmlns:a16="http://schemas.microsoft.com/office/drawing/2014/main" id="{9C6C6F2A-C8EA-4FFB-BFA3-9A6E678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7319963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×</a:t>
            </a:r>
          </a:p>
        </p:txBody>
      </p:sp>
      <p:sp>
        <p:nvSpPr>
          <p:cNvPr id="3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FBD291A-1E27-4C20-91BD-672A7E1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7691438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BDFB5B3-B62C-48CC-AF83-DA4E47DE86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4f5bf315d410d"/>
          <a:stretch xmlns:a="http://schemas.openxmlformats.org/drawingml/2006/main"/>
        </p:blipFill>
        <p:spPr>
          <a:xfrm xmlns:a="http://schemas.openxmlformats.org/drawingml/2006/main">
            <a:off x="17926050" y="7725682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24" name="Wealthy">
            <a:extLst xmlns:a="http://schemas.openxmlformats.org/drawingml/2006/main">
              <a:ext uri="{FF2B5EF4-FFF2-40B4-BE49-F238E27FC236}">
                <a16:creationId xmlns:a16="http://schemas.microsoft.com/office/drawing/2014/main" id="{70719D25-9C5A-4052-878A-46EDB53F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7720013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</a:t>
            </a:r>
          </a:p>
        </p:txBody>
      </p:sp>
      <p:sp>
        <p:nvSpPr>
          <p:cNvPr id="32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35D4460-08EC-4451-B179-F72B446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7710488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6" name="✓">
            <a:extLst xmlns:a="http://schemas.openxmlformats.org/drawingml/2006/main">
              <a:ext uri="{FF2B5EF4-FFF2-40B4-BE49-F238E27FC236}">
                <a16:creationId xmlns:a16="http://schemas.microsoft.com/office/drawing/2014/main" id="{78C8DB15-F925-41B8-8822-87FF7214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7720013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96EC0F4-616F-4120-A9E0-D7E0A578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8091488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9C8440B-81E8-489C-BB95-403311D7AF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1e0c39acb4653"/>
          <a:stretch xmlns:a="http://schemas.openxmlformats.org/drawingml/2006/main"/>
        </p:blipFill>
        <p:spPr>
          <a:xfrm xmlns:a="http://schemas.openxmlformats.org/drawingml/2006/main">
            <a:off x="17926050" y="8121423"/>
            <a:ext cx="180975" cy="206829"/>
          </a:xfrm>
          <a:prstGeom xmlns:a="http://schemas.openxmlformats.org/drawingml/2006/main" prst="rect">
            <a:avLst/>
          </a:prstGeom>
        </p:spPr>
      </p:pic>
      <p:sp>
        <p:nvSpPr>
          <p:cNvPr id="329" name="Safety">
            <a:extLst xmlns:a="http://schemas.openxmlformats.org/drawingml/2006/main">
              <a:ext uri="{FF2B5EF4-FFF2-40B4-BE49-F238E27FC236}">
                <a16:creationId xmlns:a16="http://schemas.microsoft.com/office/drawing/2014/main" id="{C1C3B7C3-9277-4A60-86F5-FFC446F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8120063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3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CB2EC08-A761-4217-BF25-A19D713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8110538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1" name="✓">
            <a:extLst xmlns:a="http://schemas.openxmlformats.org/drawingml/2006/main">
              <a:ext uri="{FF2B5EF4-FFF2-40B4-BE49-F238E27FC236}">
                <a16:creationId xmlns:a16="http://schemas.microsoft.com/office/drawing/2014/main" id="{DB7A2196-B3CA-4A2B-AC48-E6B4039A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8120063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1D3B09D-C116-4E1D-A3F0-AFDC5054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8491538"/>
            <a:ext cx="1076325" cy="266700"/>
          </a:xfrm>
          <a:custGeom xmlns:a="http://schemas.openxmlformats.org/drawingml/2006/main"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622" y="0"/>
                  <a:pt x="1076325" y="59703"/>
                  <a:pt x="1076325" y="133350"/>
                </a:cubicBezTo>
                <a:lnTo>
                  <a:pt x="1076325" y="133350"/>
                </a:lnTo>
                <a:cubicBezTo>
                  <a:pt x="1076325" y="206997"/>
                  <a:pt x="1016622" y="266700"/>
                  <a:pt x="942975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DED7D1"/>
          </a:solidFill>
          <a:ln xmlns:a="http://schemas.openxmlformats.org/drawingml/2006/main" w="9525">
            <a:solidFill>
              <a:srgbClr val="B8A99F"/>
            </a:solidFill>
            <a:prstDash val="solid"/>
          </a:ln>
        </p:spPr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C0B4069-F101-4CC5-9FC5-0B5C278B93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1f2c5a00f4d12"/>
          <a:stretch xmlns:a="http://schemas.openxmlformats.org/drawingml/2006/main"/>
        </p:blipFill>
        <p:spPr>
          <a:xfrm xmlns:a="http://schemas.openxmlformats.org/drawingml/2006/main">
            <a:off x="17926050" y="8525782"/>
            <a:ext cx="180975" cy="198211"/>
          </a:xfrm>
          <a:prstGeom xmlns:a="http://schemas.openxmlformats.org/drawingml/2006/main" prst="rect">
            <a:avLst/>
          </a:prstGeom>
        </p:spPr>
      </p:pic>
      <p:sp>
        <p:nvSpPr>
          <p:cNvPr id="334" name="Lively">
            <a:extLst xmlns:a="http://schemas.openxmlformats.org/drawingml/2006/main">
              <a:ext uri="{FF2B5EF4-FFF2-40B4-BE49-F238E27FC236}">
                <a16:creationId xmlns:a16="http://schemas.microsoft.com/office/drawing/2014/main" id="{559180FC-E94A-4FA5-BFFE-49E3E9AC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26075" y="8520113"/>
            <a:ext cx="79057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Lively</a:t>
            </a:r>
          </a:p>
        </p:txBody>
      </p:sp>
      <p:sp>
        <p:nvSpPr>
          <p:cNvPr id="3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2D7D897-9D9C-4F3A-8C02-8EDC942F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8510588"/>
            <a:ext cx="209550" cy="209550"/>
          </a:xfrm>
          <a:custGeom xmlns:a="http://schemas.openxmlformats.org/drawingml/2006/main">
            <a:pathLst>
              <a:path w="209550" h="209550">
                <a:moveTo>
                  <a:pt x="209550" y="104775"/>
                </a:moveTo>
                <a:cubicBezTo>
                  <a:pt x="209550" y="162641"/>
                  <a:pt x="162641" y="209550"/>
                  <a:pt x="104775" y="209550"/>
                </a:cubicBezTo>
                <a:cubicBezTo>
                  <a:pt x="46909" y="209550"/>
                  <a:pt x="0" y="162641"/>
                  <a:pt x="0" y="104775"/>
                </a:cubicBezTo>
                <a:cubicBezTo>
                  <a:pt x="0" y="46909"/>
                  <a:pt x="46909" y="0"/>
                  <a:pt x="104775" y="0"/>
                </a:cubicBezTo>
                <a:cubicBezTo>
                  <a:pt x="162641" y="0"/>
                  <a:pt x="209550" y="46909"/>
                  <a:pt x="209550" y="104775"/>
                </a:cubicBezTo>
                <a:close/>
              </a:path>
            </a:pathLst>
          </a:custGeom>
          <a:solidFill xmlns:a="http://schemas.openxmlformats.org/drawingml/2006/main">
            <a:srgbClr val="00C92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6" name="✓">
            <a:extLst xmlns:a="http://schemas.openxmlformats.org/drawingml/2006/main">
              <a:ext uri="{FF2B5EF4-FFF2-40B4-BE49-F238E27FC236}">
                <a16:creationId xmlns:a16="http://schemas.microsoft.com/office/drawing/2014/main" id="{AB213507-F815-4811-A839-3874F36A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6975" y="8520113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5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7" name="(a) UrbanFeel Data Statistics">
            <a:extLst xmlns:a="http://schemas.openxmlformats.org/drawingml/2006/main">
              <a:ext uri="{FF2B5EF4-FFF2-40B4-BE49-F238E27FC236}">
                <a16:creationId xmlns:a16="http://schemas.microsoft.com/office/drawing/2014/main" id="{7B37945C-191A-4E1F-BFBE-8350FCA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9482138"/>
            <a:ext cx="463867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UrbanFeel Data Statistics</a:t>
            </a:r>
          </a:p>
        </p:txBody>
      </p:sp>
      <p:sp>
        <p:nvSpPr>
          <p:cNvPr id="338" name="(b) Overview of the 11 Types of Tasks in UrbanFeel">
            <a:extLst xmlns:a="http://schemas.openxmlformats.org/drawingml/2006/main">
              <a:ext uri="{FF2B5EF4-FFF2-40B4-BE49-F238E27FC236}">
                <a16:creationId xmlns:a16="http://schemas.microsoft.com/office/drawing/2014/main" id="{C062F742-810A-458E-9955-57F7877E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9482138"/>
            <a:ext cx="1104900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Overview of the 11 Types of Tasks in UrbanFeel</a:t>
            </a:r>
          </a:p>
        </p:txBody>
      </p:sp>
    </p:spTree>
    <p:extLst>
      <p:ext uri="{BB962C8B-B14F-4D97-AF65-F5344CB8AC3E}">
        <p14:creationId xmlns:p14="http://schemas.microsoft.com/office/powerpoint/2010/main" val="1346984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3BD26FE-C79B-4B3B-8230-3436EBDA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481138"/>
            <a:ext cx="6038850" cy="657225"/>
          </a:xfrm>
          <a:custGeom xmlns:a="http://schemas.openxmlformats.org/drawingml/2006/main">
            <a:pathLst>
              <a:path w="6038850" h="657225">
                <a:moveTo>
                  <a:pt x="0" y="0"/>
                </a:moveTo>
                <a:lnTo>
                  <a:pt x="5753100" y="0"/>
                </a:lnTo>
                <a:lnTo>
                  <a:pt x="6038850" y="328613"/>
                </a:lnTo>
                <a:lnTo>
                  <a:pt x="5753100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Data Collection &amp; Pre-processing">
            <a:extLst xmlns:a="http://schemas.openxmlformats.org/drawingml/2006/main">
              <a:ext uri="{FF2B5EF4-FFF2-40B4-BE49-F238E27FC236}">
                <a16:creationId xmlns:a16="http://schemas.microsoft.com/office/drawing/2014/main" id="{6385A572-EB85-4EDC-801F-E7AAB05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1681163"/>
            <a:ext cx="54197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Collection &amp; Pre-processing</a:t>
            </a:r>
          </a:p>
        </p:txBody>
      </p:sp>
      <p:sp>
        <p:nvSpPr>
          <p:cNvPr id="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4A4F38B-947D-4803-9185-65509A78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81138"/>
            <a:ext cx="7553325" cy="657225"/>
          </a:xfrm>
          <a:custGeom xmlns:a="http://schemas.openxmlformats.org/drawingml/2006/main">
            <a:pathLst>
              <a:path w="7553325" h="657225">
                <a:moveTo>
                  <a:pt x="0" y="0"/>
                </a:moveTo>
                <a:lnTo>
                  <a:pt x="7267575" y="0"/>
                </a:lnTo>
                <a:lnTo>
                  <a:pt x="7553325" y="328613"/>
                </a:lnTo>
                <a:lnTo>
                  <a:pt x="7267575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EDCC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Question Generation">
            <a:extLst xmlns:a="http://schemas.openxmlformats.org/drawingml/2006/main">
              <a:ext uri="{FF2B5EF4-FFF2-40B4-BE49-F238E27FC236}">
                <a16:creationId xmlns:a16="http://schemas.microsoft.com/office/drawing/2014/main" id="{9A4A0C7E-B20E-490A-82F8-79F0747B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681163"/>
            <a:ext cx="69342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Generation</a:t>
            </a:r>
          </a:p>
        </p:txBody>
      </p:sp>
      <p:sp>
        <p:nvSpPr>
          <p:cNvPr id="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C4DCB65-75EA-4B39-AC95-EE46F431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481138"/>
            <a:ext cx="5638800" cy="657225"/>
          </a:xfrm>
          <a:custGeom xmlns:a="http://schemas.openxmlformats.org/drawingml/2006/main">
            <a:pathLst>
              <a:path w="5638800" h="657225">
                <a:moveTo>
                  <a:pt x="0" y="0"/>
                </a:moveTo>
                <a:lnTo>
                  <a:pt x="5353050" y="0"/>
                </a:lnTo>
                <a:lnTo>
                  <a:pt x="5638800" y="328613"/>
                </a:lnTo>
                <a:lnTo>
                  <a:pt x="5353050" y="657225"/>
                </a:lnTo>
                <a:lnTo>
                  <a:pt x="0" y="657225"/>
                </a:lnTo>
                <a:lnTo>
                  <a:pt x="285750" y="328613"/>
                </a:lnTo>
                <a:close/>
              </a:path>
            </a:pathLst>
          </a:custGeom>
          <a:solidFill xmlns:a="http://schemas.openxmlformats.org/drawingml/2006/main">
            <a:srgbClr val="EEDAD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LLMs Inference &amp; Quality Control">
            <a:extLst xmlns:a="http://schemas.openxmlformats.org/drawingml/2006/main">
              <a:ext uri="{FF2B5EF4-FFF2-40B4-BE49-F238E27FC236}">
                <a16:creationId xmlns:a16="http://schemas.microsoft.com/office/drawing/2014/main" id="{59E8C3BA-F2B8-4285-B9B1-8802786C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49325" y="1681163"/>
            <a:ext cx="5019675" cy="421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MLLMs Inference &amp; Quality Control</a:t>
            </a:r>
          </a:p>
        </p:txBody>
      </p:sp>
      <p:sp>
        <p:nvSpPr>
          <p:cNvPr id="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FA76783-4A1E-4AA4-993D-B75842F0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224088"/>
            <a:ext cx="5819775" cy="2733675"/>
          </a:xfrm>
          <a:custGeom xmlns:a="http://schemas.openxmlformats.org/drawingml/2006/main">
            <a:pathLst>
              <a:path w="5819775" h="2733675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600325"/>
                </a:lnTo>
                <a:cubicBezTo>
                  <a:pt x="5819775" y="2673972"/>
                  <a:pt x="5760072" y="2733675"/>
                  <a:pt x="5686425" y="2733675"/>
                </a:cubicBezTo>
                <a:lnTo>
                  <a:pt x="133350" y="2733675"/>
                </a:lnTo>
                <a:cubicBezTo>
                  <a:pt x="59703" y="2733675"/>
                  <a:pt x="0" y="2673972"/>
                  <a:pt x="0" y="26003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60AE517-FB36-4329-BF07-569A6AC6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43488"/>
            <a:ext cx="5819775" cy="2771775"/>
          </a:xfrm>
          <a:custGeom xmlns:a="http://schemas.openxmlformats.org/drawingml/2006/main">
            <a:pathLst>
              <a:path w="5819775" h="2771775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638425"/>
                </a:lnTo>
                <a:cubicBezTo>
                  <a:pt x="5819775" y="2712072"/>
                  <a:pt x="5760072" y="2771775"/>
                  <a:pt x="5686425" y="2771775"/>
                </a:cubicBezTo>
                <a:lnTo>
                  <a:pt x="133350" y="2771775"/>
                </a:lnTo>
                <a:cubicBezTo>
                  <a:pt x="59703" y="2771775"/>
                  <a:pt x="0" y="2712072"/>
                  <a:pt x="0" y="26384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72BB306-6FC6-4679-B4E3-D3A3A4DF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7920038"/>
            <a:ext cx="5819775" cy="2876550"/>
          </a:xfrm>
          <a:custGeom xmlns:a="http://schemas.openxmlformats.org/drawingml/2006/main">
            <a:pathLst>
              <a:path w="5819775" h="2876550">
                <a:moveTo>
                  <a:pt x="133350" y="0"/>
                </a:moveTo>
                <a:lnTo>
                  <a:pt x="5686425" y="0"/>
                </a:lnTo>
                <a:cubicBezTo>
                  <a:pt x="5760072" y="0"/>
                  <a:pt x="5819775" y="59703"/>
                  <a:pt x="5819775" y="133350"/>
                </a:cubicBezTo>
                <a:lnTo>
                  <a:pt x="5819775" y="2743200"/>
                </a:lnTo>
                <a:cubicBezTo>
                  <a:pt x="5819775" y="2816847"/>
                  <a:pt x="5760072" y="2876550"/>
                  <a:pt x="5686425" y="2876550"/>
                </a:cubicBezTo>
                <a:lnTo>
                  <a:pt x="133350" y="2876550"/>
                </a:lnTo>
                <a:cubicBezTo>
                  <a:pt x="59703" y="2876550"/>
                  <a:pt x="0" y="2816847"/>
                  <a:pt x="0" y="27432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CE9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99A4EDC-1491-424D-AE04-EA9D4BA8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4088"/>
            <a:ext cx="7248525" cy="2438400"/>
          </a:xfrm>
          <a:custGeom xmlns:a="http://schemas.openxmlformats.org/drawingml/2006/main">
            <a:pathLst>
              <a:path w="7248525" h="2438400">
                <a:moveTo>
                  <a:pt x="133350" y="0"/>
                </a:moveTo>
                <a:lnTo>
                  <a:pt x="7115175" y="0"/>
                </a:lnTo>
                <a:cubicBezTo>
                  <a:pt x="7188822" y="0"/>
                  <a:pt x="7248525" y="59703"/>
                  <a:pt x="7248525" y="133350"/>
                </a:cubicBezTo>
                <a:lnTo>
                  <a:pt x="7248525" y="2305050"/>
                </a:lnTo>
                <a:cubicBezTo>
                  <a:pt x="7248525" y="2378697"/>
                  <a:pt x="7188822" y="2438400"/>
                  <a:pt x="7115175" y="2438400"/>
                </a:cubicBezTo>
                <a:lnTo>
                  <a:pt x="133350" y="2438400"/>
                </a:lnTo>
                <a:cubicBezTo>
                  <a:pt x="59703" y="2438400"/>
                  <a:pt x="0" y="2378697"/>
                  <a:pt x="0" y="2305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3E3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E993946-838D-4762-B2CE-CB08A686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38688"/>
            <a:ext cx="7248525" cy="6057900"/>
          </a:xfrm>
          <a:custGeom xmlns:a="http://schemas.openxmlformats.org/drawingml/2006/main">
            <a:pathLst>
              <a:path w="7248525" h="6057900">
                <a:moveTo>
                  <a:pt x="133350" y="0"/>
                </a:moveTo>
                <a:lnTo>
                  <a:pt x="7115175" y="0"/>
                </a:lnTo>
                <a:cubicBezTo>
                  <a:pt x="7188822" y="0"/>
                  <a:pt x="7248525" y="59703"/>
                  <a:pt x="7248525" y="133350"/>
                </a:cubicBezTo>
                <a:lnTo>
                  <a:pt x="7248525" y="5924550"/>
                </a:lnTo>
                <a:cubicBezTo>
                  <a:pt x="7248525" y="5998197"/>
                  <a:pt x="7188822" y="6057900"/>
                  <a:pt x="7115175" y="6057900"/>
                </a:cubicBezTo>
                <a:lnTo>
                  <a:pt x="133350" y="6057900"/>
                </a:lnTo>
                <a:cubicBezTo>
                  <a:pt x="59703" y="6057900"/>
                  <a:pt x="0" y="5998197"/>
                  <a:pt x="0" y="5924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3E3C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97B4A9B-ADC5-4CBC-B3DC-2B268332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2224088"/>
            <a:ext cx="5553075" cy="1819275"/>
          </a:xfrm>
          <a:custGeom xmlns:a="http://schemas.openxmlformats.org/drawingml/2006/main">
            <a:pathLst>
              <a:path w="5553075" h="1819275">
                <a:moveTo>
                  <a:pt x="133350" y="0"/>
                </a:moveTo>
                <a:lnTo>
                  <a:pt x="5419725" y="0"/>
                </a:lnTo>
                <a:cubicBezTo>
                  <a:pt x="5493372" y="0"/>
                  <a:pt x="5553075" y="59703"/>
                  <a:pt x="5553075" y="133350"/>
                </a:cubicBezTo>
                <a:lnTo>
                  <a:pt x="5553075" y="1685925"/>
                </a:lnTo>
                <a:cubicBezTo>
                  <a:pt x="5553075" y="1759572"/>
                  <a:pt x="5493372" y="1819275"/>
                  <a:pt x="5419725" y="1819275"/>
                </a:cubicBezTo>
                <a:lnTo>
                  <a:pt x="133350" y="1819275"/>
                </a:lnTo>
                <a:cubicBezTo>
                  <a:pt x="59703" y="1819275"/>
                  <a:pt x="0" y="1759572"/>
                  <a:pt x="0" y="16859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1DD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8A2EE31-4162-448C-BEA3-7914D5D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4138613"/>
            <a:ext cx="5553075" cy="6657975"/>
          </a:xfrm>
          <a:custGeom xmlns:a="http://schemas.openxmlformats.org/drawingml/2006/main">
            <a:pathLst>
              <a:path w="5553075" h="6657975">
                <a:moveTo>
                  <a:pt x="133350" y="0"/>
                </a:moveTo>
                <a:lnTo>
                  <a:pt x="5419725" y="0"/>
                </a:lnTo>
                <a:cubicBezTo>
                  <a:pt x="5493372" y="0"/>
                  <a:pt x="5553075" y="59703"/>
                  <a:pt x="5553075" y="133350"/>
                </a:cubicBezTo>
                <a:lnTo>
                  <a:pt x="5553075" y="6524625"/>
                </a:lnTo>
                <a:cubicBezTo>
                  <a:pt x="5553075" y="6598272"/>
                  <a:pt x="5493372" y="6657975"/>
                  <a:pt x="5419725" y="6657975"/>
                </a:cubicBezTo>
                <a:lnTo>
                  <a:pt x="133350" y="6657975"/>
                </a:lnTo>
                <a:cubicBezTo>
                  <a:pt x="59703" y="6657975"/>
                  <a:pt x="0" y="6598272"/>
                  <a:pt x="0" y="6524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F1DD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Download-source">
            <a:extLst xmlns:a="http://schemas.openxmlformats.org/drawingml/2006/main">
              <a:ext uri="{FF2B5EF4-FFF2-40B4-BE49-F238E27FC236}">
                <a16:creationId xmlns:a16="http://schemas.microsoft.com/office/drawing/2014/main" id="{2CF50366-4999-43F3-9E46-D267260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2338388"/>
            <a:ext cx="3257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Download-source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7E8A0-C9E8-414C-9254-142E961E8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aac8146a646ee"/>
          <a:stretch xmlns:a="http://schemas.openxmlformats.org/drawingml/2006/main"/>
        </p:blipFill>
        <p:spPr>
          <a:xfrm xmlns:a="http://schemas.openxmlformats.org/drawingml/2006/main">
            <a:off x="381000" y="2690813"/>
            <a:ext cx="942975" cy="971550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376E0-4116-4E04-A5BD-476F47276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53c091e47451d"/>
          <a:stretch xmlns:a="http://schemas.openxmlformats.org/drawingml/2006/main"/>
        </p:blipFill>
        <p:spPr>
          <a:xfrm xmlns:a="http://schemas.openxmlformats.org/drawingml/2006/main">
            <a:off x="381000" y="3786188"/>
            <a:ext cx="942975" cy="94297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801FC-40AF-4335-8A7F-38B088D76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a622a108c4ac0"/>
          <a:stretch xmlns:a="http://schemas.openxmlformats.org/drawingml/2006/main"/>
        </p:blipFill>
        <p:spPr>
          <a:xfrm xmlns:a="http://schemas.openxmlformats.org/drawingml/2006/main">
            <a:off x="1628775" y="2690813"/>
            <a:ext cx="1876425" cy="97155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16A53-5A1E-48EE-BC16-814CC14F29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28a8f8b8248b2"/>
          <a:stretch xmlns:a="http://schemas.openxmlformats.org/drawingml/2006/main"/>
        </p:blipFill>
        <p:spPr>
          <a:xfrm xmlns:a="http://schemas.openxmlformats.org/drawingml/2006/main">
            <a:off x="3733800" y="2690813"/>
            <a:ext cx="1895475" cy="971550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D209A-3173-4911-AF13-CC62ECE53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34cffb98c4b2b"/>
          <a:stretch xmlns:a="http://schemas.openxmlformats.org/drawingml/2006/main"/>
        </p:blipFill>
        <p:spPr>
          <a:xfrm xmlns:a="http://schemas.openxmlformats.org/drawingml/2006/main">
            <a:off x="1638300" y="3776663"/>
            <a:ext cx="1343025" cy="952500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F140C-61F3-4E83-A28D-17EBCE94A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06bb59f2d4543"/>
          <a:stretch xmlns:a="http://schemas.openxmlformats.org/drawingml/2006/main"/>
        </p:blipFill>
        <p:spPr>
          <a:xfrm xmlns:a="http://schemas.openxmlformats.org/drawingml/2006/main">
            <a:off x="3000375" y="3776663"/>
            <a:ext cx="1323975" cy="952500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A2F82-592D-47E7-ABCB-134AEC0BA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eee141ec74466"/>
          <a:stretch xmlns:a="http://schemas.openxmlformats.org/drawingml/2006/main"/>
        </p:blipFill>
        <p:spPr>
          <a:xfrm xmlns:a="http://schemas.openxmlformats.org/drawingml/2006/main">
            <a:off x="4362450" y="3776663"/>
            <a:ext cx="1276350" cy="952500"/>
          </a:xfrm>
          <a:prstGeom xmlns:a="http://schemas.openxmlformats.org/drawingml/2006/main" prst="rect">
            <a:avLst/>
          </a:prstGeom>
        </p:spPr>
      </p:pic>
      <p:sp>
        <p:nvSpPr>
          <p:cNvPr id="2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091CBCF-9346-4E8D-8FC6-F5F7036E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0813"/>
            <a:ext cx="66675" cy="2038350"/>
          </a:xfrm>
          <a:custGeom xmlns:a="http://schemas.openxmlformats.org/drawingml/2006/main">
            <a:pathLst>
              <a:path w="66675" h="2038350">
                <a:moveTo>
                  <a:pt x="0" y="0"/>
                </a:moveTo>
                <a:lnTo>
                  <a:pt x="66675" y="0"/>
                </a:lnTo>
                <a:lnTo>
                  <a:pt x="66675" y="2038350"/>
                </a:lnTo>
                <a:lnTo>
                  <a:pt x="0" y="2038350"/>
                </a:lnTo>
                <a:close/>
              </a:path>
            </a:pathLst>
          </a:custGeom>
          <a:solidFill xmlns:a="http://schemas.openxmlformats.org/drawingml/2006/main">
            <a:srgbClr val="BAAAA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Image Grouping">
            <a:extLst xmlns:a="http://schemas.openxmlformats.org/drawingml/2006/main">
              <a:ext uri="{FF2B5EF4-FFF2-40B4-BE49-F238E27FC236}">
                <a16:creationId xmlns:a16="http://schemas.microsoft.com/office/drawing/2014/main" id="{EC2462A9-CC4F-4164-994D-1BC0A3AF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167313"/>
            <a:ext cx="263842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Grouping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6EC92-A65E-4BA1-81F3-21573183E1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9859460b7476c"/>
          <a:stretch xmlns:a="http://schemas.openxmlformats.org/drawingml/2006/main"/>
        </p:blipFill>
        <p:spPr>
          <a:xfrm xmlns:a="http://schemas.openxmlformats.org/drawingml/2006/main">
            <a:off x="266700" y="5529263"/>
            <a:ext cx="3152775" cy="1838325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B32F31-8513-4C15-8A10-99CD20223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6895c6f584077"/>
          <a:stretch xmlns:a="http://schemas.openxmlformats.org/drawingml/2006/main"/>
        </p:blipFill>
        <p:spPr>
          <a:xfrm xmlns:a="http://schemas.openxmlformats.org/drawingml/2006/main">
            <a:off x="3514725" y="5529263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B1565-B5AC-4459-A6C2-23042D0938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45cdbae0041bf"/>
          <a:stretch xmlns:a="http://schemas.openxmlformats.org/drawingml/2006/main"/>
        </p:blipFill>
        <p:spPr>
          <a:xfrm xmlns:a="http://schemas.openxmlformats.org/drawingml/2006/main">
            <a:off x="4467225" y="5529263"/>
            <a:ext cx="1333500" cy="66675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32414-35AF-48FD-B3D3-F859F522F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e51774f8849d0"/>
          <a:stretch xmlns:a="http://schemas.openxmlformats.org/drawingml/2006/main"/>
        </p:blipFill>
        <p:spPr>
          <a:xfrm xmlns:a="http://schemas.openxmlformats.org/drawingml/2006/main">
            <a:off x="3514725" y="6262688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C4C08E-636B-409E-A9FF-583679E7E7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ee187a10546e7"/>
          <a:stretch xmlns:a="http://schemas.openxmlformats.org/drawingml/2006/main"/>
        </p:blipFill>
        <p:spPr>
          <a:xfrm xmlns:a="http://schemas.openxmlformats.org/drawingml/2006/main">
            <a:off x="4467225" y="6262688"/>
            <a:ext cx="1333500" cy="66675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48E75-BE8E-4118-8DB7-B3D77741B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97d20975840f2"/>
          <a:stretch xmlns:a="http://schemas.openxmlformats.org/drawingml/2006/main"/>
        </p:blipFill>
        <p:spPr>
          <a:xfrm xmlns:a="http://schemas.openxmlformats.org/drawingml/2006/main">
            <a:off x="3514725" y="6996113"/>
            <a:ext cx="904875" cy="666750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ED962-67B4-415E-BBC6-7066D4D9F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07624508b47ed"/>
          <a:stretch xmlns:a="http://schemas.openxmlformats.org/drawingml/2006/main"/>
        </p:blipFill>
        <p:spPr>
          <a:xfrm xmlns:a="http://schemas.openxmlformats.org/drawingml/2006/main">
            <a:off x="4467225" y="6996113"/>
            <a:ext cx="1333500" cy="666750"/>
          </a:xfrm>
          <a:prstGeom xmlns:a="http://schemas.openxmlformats.org/drawingml/2006/main" prst="rect">
            <a:avLst/>
          </a:prstGeom>
        </p:spPr>
      </p:pic>
      <p:sp>
        <p:nvSpPr>
          <p:cNvPr id="31" name="○ Group the image in 50m">
            <a:extLst xmlns:a="http://schemas.openxmlformats.org/drawingml/2006/main">
              <a:ext uri="{FF2B5EF4-FFF2-40B4-BE49-F238E27FC236}">
                <a16:creationId xmlns:a16="http://schemas.microsoft.com/office/drawing/2014/main" id="{5586D042-1D4D-40B3-8006-A194627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7481888"/>
            <a:ext cx="551497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○ Group the image in 50m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7E9ED-F517-48FD-9FFD-A0E26780D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22a69262948bf"/>
          <a:stretch xmlns:a="http://schemas.openxmlformats.org/drawingml/2006/main"/>
        </p:blipFill>
        <p:spPr>
          <a:xfrm xmlns:a="http://schemas.openxmlformats.org/drawingml/2006/main">
            <a:off x="762000" y="7996238"/>
            <a:ext cx="5086350" cy="2724150"/>
          </a:xfrm>
          <a:prstGeom xmlns:a="http://schemas.openxmlformats.org/drawingml/2006/main" prst="rect">
            <a:avLst/>
          </a:prstGeom>
        </p:spPr>
      </p:pic>
      <p:sp>
        <p:nvSpPr>
          <p:cNvPr id="33" name="City Number">
            <a:extLst xmlns:a="http://schemas.openxmlformats.org/drawingml/2006/main">
              <a:ext uri="{FF2B5EF4-FFF2-40B4-BE49-F238E27FC236}">
                <a16:creationId xmlns:a16="http://schemas.microsoft.com/office/drawing/2014/main" id="{AF705C21-9BA1-482F-8352-745C7C42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9339263"/>
            <a:ext cx="22764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City Number</a:t>
            </a:r>
          </a:p>
        </p:txBody>
      </p:sp>
      <p:sp>
        <p:nvSpPr>
          <p:cNvPr id="3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8728A39-37D2-4431-8A0C-F8610EC6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20263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5C6B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0">
            <a:extLst xmlns:a="http://schemas.openxmlformats.org/drawingml/2006/main">
              <a:ext uri="{FF2B5EF4-FFF2-40B4-BE49-F238E27FC236}">
                <a16:creationId xmlns:a16="http://schemas.microsoft.com/office/drawing/2014/main" id="{0D32E248-AAE5-439D-93F9-D677A7A2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9701213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C9C1346-5F18-4EF6-A6F9-71CC3B0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977438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AD9B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1-2">
            <a:extLst xmlns:a="http://schemas.openxmlformats.org/drawingml/2006/main">
              <a:ext uri="{FF2B5EF4-FFF2-40B4-BE49-F238E27FC236}">
                <a16:creationId xmlns:a16="http://schemas.microsoft.com/office/drawing/2014/main" id="{A1C4ED36-AD33-4810-B334-6DE8416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9958388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1-2</a:t>
            </a:r>
          </a:p>
        </p:txBody>
      </p:sp>
      <p:sp>
        <p:nvSpPr>
          <p:cNvPr id="3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5E6E8D6-BFDE-4446-9D26-19A0053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234613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8B7A6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3-4">
            <a:extLst xmlns:a="http://schemas.openxmlformats.org/drawingml/2006/main">
              <a:ext uri="{FF2B5EF4-FFF2-40B4-BE49-F238E27FC236}">
                <a16:creationId xmlns:a16="http://schemas.microsoft.com/office/drawing/2014/main" id="{8EA18204-16C9-4523-BDB4-6F3F2A03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10215563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3-4</a:t>
            </a:r>
          </a:p>
        </p:txBody>
      </p:sp>
      <p:sp>
        <p:nvSpPr>
          <p:cNvPr id="4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80DFA87-B308-484F-BEA2-AADE6191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491788"/>
            <a:ext cx="295275" cy="180975"/>
          </a:xfrm>
          <a:custGeom xmlns:a="http://schemas.openxmlformats.org/drawingml/2006/main">
            <a:pathLst>
              <a:path w="295275" h="180975">
                <a:moveTo>
                  <a:pt x="19050" y="0"/>
                </a:moveTo>
                <a:lnTo>
                  <a:pt x="276225" y="0"/>
                </a:lnTo>
                <a:cubicBezTo>
                  <a:pt x="286746" y="0"/>
                  <a:pt x="295275" y="8529"/>
                  <a:pt x="295275" y="19050"/>
                </a:cubicBezTo>
                <a:lnTo>
                  <a:pt x="295275" y="161925"/>
                </a:lnTo>
                <a:cubicBezTo>
                  <a:pt x="295275" y="172446"/>
                  <a:pt x="286746" y="180975"/>
                  <a:pt x="276225" y="180975"/>
                </a:cubicBezTo>
                <a:lnTo>
                  <a:pt x="19050" y="180975"/>
                </a:lnTo>
                <a:cubicBezTo>
                  <a:pt x="8529" y="180975"/>
                  <a:pt x="0" y="172446"/>
                  <a:pt x="0" y="16192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5F534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5-6">
            <a:extLst xmlns:a="http://schemas.openxmlformats.org/drawingml/2006/main">
              <a:ext uri="{FF2B5EF4-FFF2-40B4-BE49-F238E27FC236}">
                <a16:creationId xmlns:a16="http://schemas.microsoft.com/office/drawing/2014/main" id="{8851A58C-E6AD-4149-958C-AB0009E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10472738"/>
            <a:ext cx="6286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5-6</a:t>
            </a:r>
          </a:p>
        </p:txBody>
      </p:sp>
      <p:sp>
        <p:nvSpPr>
          <p:cNvPr id="42" name="Question Types">
            <a:extLst xmlns:a="http://schemas.openxmlformats.org/drawingml/2006/main">
              <a:ext uri="{FF2B5EF4-FFF2-40B4-BE49-F238E27FC236}">
                <a16:creationId xmlns:a16="http://schemas.microsoft.com/office/drawing/2014/main" id="{F30F9D4C-D72E-475E-821E-A753109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8225" y="2347913"/>
            <a:ext cx="34861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 Types</a:t>
            </a:r>
          </a:p>
        </p:txBody>
      </p:sp>
      <p:sp>
        <p:nvSpPr>
          <p:cNvPr id="4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2AB183C-8BBD-48AA-9B68-8CC10273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3188"/>
            <a:ext cx="3476625" cy="942975"/>
          </a:xfrm>
          <a:custGeom xmlns:a="http://schemas.openxmlformats.org/drawingml/2006/main">
            <a:pathLst>
              <a:path w="3476625" h="942975">
                <a:moveTo>
                  <a:pt x="133350" y="0"/>
                </a:moveTo>
                <a:lnTo>
                  <a:pt x="3343275" y="0"/>
                </a:lnTo>
                <a:cubicBezTo>
                  <a:pt x="3416922" y="0"/>
                  <a:pt x="3476625" y="59703"/>
                  <a:pt x="3476625" y="133350"/>
                </a:cubicBezTo>
                <a:lnTo>
                  <a:pt x="3476625" y="809625"/>
                </a:lnTo>
                <a:cubicBezTo>
                  <a:pt x="3476625" y="883272"/>
                  <a:pt x="3416922" y="942975"/>
                  <a:pt x="3343275" y="942975"/>
                </a:cubicBezTo>
                <a:lnTo>
                  <a:pt x="133350" y="942975"/>
                </a:lnTo>
                <a:cubicBezTo>
                  <a:pt x="59703" y="942975"/>
                  <a:pt x="0" y="883272"/>
                  <a:pt x="0" y="809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7CF6AF1-E506-4DC1-94E5-FB5B473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43188"/>
            <a:ext cx="3495675" cy="942975"/>
          </a:xfrm>
          <a:custGeom xmlns:a="http://schemas.openxmlformats.org/drawingml/2006/main">
            <a:pathLst>
              <a:path w="3495675" h="942975">
                <a:moveTo>
                  <a:pt x="133350" y="0"/>
                </a:moveTo>
                <a:lnTo>
                  <a:pt x="3362325" y="0"/>
                </a:lnTo>
                <a:cubicBezTo>
                  <a:pt x="3435972" y="0"/>
                  <a:pt x="3495675" y="59703"/>
                  <a:pt x="3495675" y="133350"/>
                </a:cubicBezTo>
                <a:lnTo>
                  <a:pt x="3495675" y="809625"/>
                </a:lnTo>
                <a:cubicBezTo>
                  <a:pt x="3495675" y="883272"/>
                  <a:pt x="3435972" y="942975"/>
                  <a:pt x="3362325" y="942975"/>
                </a:cubicBezTo>
                <a:lnTo>
                  <a:pt x="133350" y="942975"/>
                </a:lnTo>
                <a:cubicBezTo>
                  <a:pt x="59703" y="942975"/>
                  <a:pt x="0" y="883272"/>
                  <a:pt x="0" y="8096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FC05752-80E2-4C6C-A08F-2E756A04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62363"/>
            <a:ext cx="3476625" cy="914400"/>
          </a:xfrm>
          <a:custGeom xmlns:a="http://schemas.openxmlformats.org/drawingml/2006/main">
            <a:pathLst>
              <a:path w="3476625" h="914400">
                <a:moveTo>
                  <a:pt x="133350" y="0"/>
                </a:moveTo>
                <a:lnTo>
                  <a:pt x="3343275" y="0"/>
                </a:lnTo>
                <a:cubicBezTo>
                  <a:pt x="3416922" y="0"/>
                  <a:pt x="3476625" y="59703"/>
                  <a:pt x="3476625" y="133350"/>
                </a:cubicBezTo>
                <a:lnTo>
                  <a:pt x="3476625" y="781050"/>
                </a:lnTo>
                <a:cubicBezTo>
                  <a:pt x="3476625" y="854697"/>
                  <a:pt x="3416922" y="914400"/>
                  <a:pt x="3343275" y="914400"/>
                </a:cubicBezTo>
                <a:lnTo>
                  <a:pt x="133350" y="914400"/>
                </a:lnTo>
                <a:cubicBezTo>
                  <a:pt x="59703" y="914400"/>
                  <a:pt x="0" y="854697"/>
                  <a:pt x="0" y="781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98AD8CB-1207-4296-BEB7-A552F799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62363"/>
            <a:ext cx="3495675" cy="914400"/>
          </a:xfrm>
          <a:custGeom xmlns:a="http://schemas.openxmlformats.org/drawingml/2006/main">
            <a:pathLst>
              <a:path w="3495675" h="914400">
                <a:moveTo>
                  <a:pt x="133350" y="0"/>
                </a:moveTo>
                <a:lnTo>
                  <a:pt x="3362325" y="0"/>
                </a:lnTo>
                <a:cubicBezTo>
                  <a:pt x="3435972" y="0"/>
                  <a:pt x="3495675" y="59703"/>
                  <a:pt x="3495675" y="133350"/>
                </a:cubicBezTo>
                <a:lnTo>
                  <a:pt x="3495675" y="781050"/>
                </a:lnTo>
                <a:cubicBezTo>
                  <a:pt x="3495675" y="854697"/>
                  <a:pt x="3435972" y="914400"/>
                  <a:pt x="3362325" y="914400"/>
                </a:cubicBezTo>
                <a:lnTo>
                  <a:pt x="133350" y="914400"/>
                </a:lnTo>
                <a:cubicBezTo>
                  <a:pt x="59703" y="914400"/>
                  <a:pt x="0" y="854697"/>
                  <a:pt x="0" y="7810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Q: Determine whether image A and image B">
            <a:extLst xmlns:a="http://schemas.openxmlformats.org/drawingml/2006/main">
              <a:ext uri="{FF2B5EF4-FFF2-40B4-BE49-F238E27FC236}">
                <a16:creationId xmlns:a16="http://schemas.microsoft.com/office/drawing/2014/main" id="{10126A58-B1FC-42E5-A9EF-E8EE2B77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738438"/>
            <a:ext cx="3343275" cy="239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whether image A and image B</a:t>
            </a:r>
          </a:p>
        </p:txBody>
      </p:sp>
      <p:sp>
        <p:nvSpPr>
          <p:cNvPr id="48" name="are from the same location.">
            <a:extLst xmlns:a="http://schemas.openxmlformats.org/drawingml/2006/main">
              <a:ext uri="{FF2B5EF4-FFF2-40B4-BE49-F238E27FC236}">
                <a16:creationId xmlns:a16="http://schemas.microsoft.com/office/drawing/2014/main" id="{E8126F0F-A19A-4CFB-865D-1385595B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947988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from the same location.</a:t>
            </a:r>
          </a:p>
        </p:txBody>
      </p:sp>
      <p:sp>
        <p:nvSpPr>
          <p:cNvPr id="49" name="⊕ Yes, same location.">
            <a:extLst xmlns:a="http://schemas.openxmlformats.org/drawingml/2006/main">
              <a:ext uri="{FF2B5EF4-FFF2-40B4-BE49-F238E27FC236}">
                <a16:creationId xmlns:a16="http://schemas.microsoft.com/office/drawing/2014/main" id="{D410CCCB-B176-49F2-BEE0-76F0C145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157538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⊕ Yes, same location.</a:t>
            </a:r>
          </a:p>
        </p:txBody>
      </p:sp>
      <p:sp>
        <p:nvSpPr>
          <p:cNvPr id="50" name="⊗ No, different location.">
            <a:extLst xmlns:a="http://schemas.openxmlformats.org/drawingml/2006/main">
              <a:ext uri="{FF2B5EF4-FFF2-40B4-BE49-F238E27FC236}">
                <a16:creationId xmlns:a16="http://schemas.microsoft.com/office/drawing/2014/main" id="{0EAE5761-5467-4670-BDE3-4631F13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367088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⊗ No, different location.</a:t>
            </a:r>
          </a:p>
        </p:txBody>
      </p:sp>
      <p:sp>
        <p:nvSpPr>
          <p:cNvPr id="51" name="Judgement">
            <a:extLst xmlns:a="http://schemas.openxmlformats.org/drawingml/2006/main">
              <a:ext uri="{FF2B5EF4-FFF2-40B4-BE49-F238E27FC236}">
                <a16:creationId xmlns:a16="http://schemas.microsoft.com/office/drawing/2014/main" id="{DE62FECA-022E-4903-A28F-CC0DAF4B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075" y="3233738"/>
            <a:ext cx="1343025" cy="30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2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2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712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Judgement</a:t>
            </a:r>
          </a:p>
        </p:txBody>
      </p:sp>
      <p:sp>
        <p:nvSpPr>
          <p:cNvPr id="52" name="Q: Which urban element has changed the most">
            <a:extLst xmlns:a="http://schemas.openxmlformats.org/drawingml/2006/main">
              <a:ext uri="{FF2B5EF4-FFF2-40B4-BE49-F238E27FC236}">
                <a16:creationId xmlns:a16="http://schemas.microsoft.com/office/drawing/2014/main" id="{C9BD0B8B-D52D-4014-843C-86293E06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2719388"/>
            <a:ext cx="3362325" cy="225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Which urban element has changed the most</a:t>
            </a:r>
          </a:p>
        </p:txBody>
      </p:sp>
      <p:sp>
        <p:nvSpPr>
          <p:cNvPr id="53" name="in terms of city development or renewal?">
            <a:extLst xmlns:a="http://schemas.openxmlformats.org/drawingml/2006/main">
              <a:ext uri="{FF2B5EF4-FFF2-40B4-BE49-F238E27FC236}">
                <a16:creationId xmlns:a16="http://schemas.microsoft.com/office/drawing/2014/main" id="{FB9AB169-9237-45A6-BD2A-6CBBF7F5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909888"/>
            <a:ext cx="3238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terms of city development or renewal?</a:t>
            </a:r>
          </a:p>
        </p:txBody>
      </p:sp>
      <p:sp>
        <p:nvSpPr>
          <p:cNvPr id="54" name="Multiple">
            <a:extLst xmlns:a="http://schemas.openxmlformats.org/drawingml/2006/main">
              <a:ext uri="{FF2B5EF4-FFF2-40B4-BE49-F238E27FC236}">
                <a16:creationId xmlns:a16="http://schemas.microsoft.com/office/drawing/2014/main" id="{8469F569-570F-4269-807E-34E4648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3138488"/>
            <a:ext cx="1171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Multiple</a:t>
            </a:r>
          </a:p>
        </p:txBody>
      </p:sp>
      <p:sp>
        <p:nvSpPr>
          <p:cNvPr id="55" name="Choice">
            <a:extLst xmlns:a="http://schemas.openxmlformats.org/drawingml/2006/main">
              <a:ext uri="{FF2B5EF4-FFF2-40B4-BE49-F238E27FC236}">
                <a16:creationId xmlns:a16="http://schemas.microsoft.com/office/drawing/2014/main" id="{765E75D7-5C3F-4E22-AF9B-120FC5A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3367088"/>
            <a:ext cx="1171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D926B0-5EB8-4FAF-961F-0F707C814F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9cfff946d41ac"/>
          <a:stretch xmlns:a="http://schemas.openxmlformats.org/drawingml/2006/main"/>
        </p:blipFill>
        <p:spPr>
          <a:xfrm xmlns:a="http://schemas.openxmlformats.org/drawingml/2006/main">
            <a:off x="10801350" y="3109913"/>
            <a:ext cx="238125" cy="219075"/>
          </a:xfrm>
          <a:prstGeom xmlns:a="http://schemas.openxmlformats.org/drawingml/2006/main" prst="rect">
            <a:avLst/>
          </a:prstGeom>
        </p:spPr>
      </p:pic>
      <p:sp>
        <p:nvSpPr>
          <p:cNvPr id="57" name="Road">
            <a:extLst xmlns:a="http://schemas.openxmlformats.org/drawingml/2006/main">
              <a:ext uri="{FF2B5EF4-FFF2-40B4-BE49-F238E27FC236}">
                <a16:creationId xmlns:a16="http://schemas.microsoft.com/office/drawing/2014/main" id="{B2FCB084-80FB-4C60-AD3D-0A597B06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0" y="3138488"/>
            <a:ext cx="6381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70CFE9-2F7D-4177-99F6-E7BD84A17D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7ec38364e493a"/>
          <a:stretch xmlns:a="http://schemas.openxmlformats.org/drawingml/2006/main"/>
        </p:blipFill>
        <p:spPr>
          <a:xfrm xmlns:a="http://schemas.openxmlformats.org/drawingml/2006/main">
            <a:off x="11582400" y="3109913"/>
            <a:ext cx="2476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Vehicle">
            <a:extLst xmlns:a="http://schemas.openxmlformats.org/drawingml/2006/main">
              <a:ext uri="{FF2B5EF4-FFF2-40B4-BE49-F238E27FC236}">
                <a16:creationId xmlns:a16="http://schemas.microsoft.com/office/drawing/2014/main" id="{5DB4D6CE-AA7C-4257-BA7F-46C72466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8625" y="3138488"/>
            <a:ext cx="7143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Vehicle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D2F8FD-06C2-4B91-A47E-D644FFE9F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0ec4a190d4f32"/>
          <a:stretch xmlns:a="http://schemas.openxmlformats.org/drawingml/2006/main"/>
        </p:blipFill>
        <p:spPr>
          <a:xfrm xmlns:a="http://schemas.openxmlformats.org/drawingml/2006/main">
            <a:off x="12449175" y="3109913"/>
            <a:ext cx="304800" cy="219075"/>
          </a:xfrm>
          <a:prstGeom xmlns:a="http://schemas.openxmlformats.org/drawingml/2006/main" prst="rect">
            <a:avLst/>
          </a:prstGeom>
        </p:spPr>
      </p:pic>
      <p:sp>
        <p:nvSpPr>
          <p:cNvPr id="61" name="Sky">
            <a:extLst xmlns:a="http://schemas.openxmlformats.org/drawingml/2006/main">
              <a:ext uri="{FF2B5EF4-FFF2-40B4-BE49-F238E27FC236}">
                <a16:creationId xmlns:a16="http://schemas.microsoft.com/office/drawing/2014/main" id="{0A7F309A-C538-4220-B060-1F34C33C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92075" y="3138488"/>
            <a:ext cx="3714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Sky</a:t>
            </a: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0F4B64-57AA-4A50-A73D-B5D1579A8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8ac854876413c"/>
          <a:stretch xmlns:a="http://schemas.openxmlformats.org/drawingml/2006/main"/>
        </p:blipFill>
        <p:spPr>
          <a:xfrm xmlns:a="http://schemas.openxmlformats.org/drawingml/2006/main">
            <a:off x="10829925" y="3338513"/>
            <a:ext cx="276225" cy="257175"/>
          </a:xfrm>
          <a:prstGeom xmlns:a="http://schemas.openxmlformats.org/drawingml/2006/main" prst="rect">
            <a:avLst/>
          </a:prstGeom>
        </p:spPr>
      </p:pic>
      <p:sp>
        <p:nvSpPr>
          <p:cNvPr id="63" name="Vegetation">
            <a:extLst xmlns:a="http://schemas.openxmlformats.org/drawingml/2006/main">
              <a:ext uri="{FF2B5EF4-FFF2-40B4-BE49-F238E27FC236}">
                <a16:creationId xmlns:a16="http://schemas.microsoft.com/office/drawing/2014/main" id="{9A8BC928-577A-4B38-9060-AAB82869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386138"/>
            <a:ext cx="107632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5F33C3-14C5-468B-903F-035DE7171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fca69c7374e9c"/>
          <a:stretch xmlns:a="http://schemas.openxmlformats.org/drawingml/2006/main"/>
        </p:blipFill>
        <p:spPr>
          <a:xfrm xmlns:a="http://schemas.openxmlformats.org/drawingml/2006/main">
            <a:off x="12020550" y="3348038"/>
            <a:ext cx="266700" cy="228600"/>
          </a:xfrm>
          <a:prstGeom xmlns:a="http://schemas.openxmlformats.org/drawingml/2006/main" prst="rect">
            <a:avLst/>
          </a:prstGeom>
        </p:spPr>
      </p:pic>
      <p:sp>
        <p:nvSpPr>
          <p:cNvPr id="65" name="Building">
            <a:extLst xmlns:a="http://schemas.openxmlformats.org/drawingml/2006/main">
              <a:ext uri="{FF2B5EF4-FFF2-40B4-BE49-F238E27FC236}">
                <a16:creationId xmlns:a16="http://schemas.microsoft.com/office/drawing/2014/main" id="{316D3D6F-E655-4620-A4CD-EACFB44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2975" y="3386138"/>
            <a:ext cx="7905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</a:t>
            </a:r>
          </a:p>
        </p:txBody>
      </p:sp>
      <p:sp>
        <p:nvSpPr>
          <p:cNvPr id="66" name="Q: Judge if the image appears {Beautiful,">
            <a:extLst xmlns:a="http://schemas.openxmlformats.org/drawingml/2006/main">
              <a:ext uri="{FF2B5EF4-FFF2-40B4-BE49-F238E27FC236}">
                <a16:creationId xmlns:a16="http://schemas.microsoft.com/office/drawing/2014/main" id="{F825CC4B-E68D-4C49-957C-5D71D80A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729038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Judge if the image appears {Beautiful,</a:t>
            </a:r>
          </a:p>
        </p:txBody>
      </p:sp>
      <p:sp>
        <p:nvSpPr>
          <p:cNvPr id="67" name="Wealthy, Safety, Lively} and explain why.">
            <a:extLst xmlns:a="http://schemas.openxmlformats.org/drawingml/2006/main">
              <a:ext uri="{FF2B5EF4-FFF2-40B4-BE49-F238E27FC236}">
                <a16:creationId xmlns:a16="http://schemas.microsoft.com/office/drawing/2014/main" id="{130D7659-5465-4F2B-BCFB-443CE339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948113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Wealthy, Safety, Lively} and explain why.</a:t>
            </a:r>
          </a:p>
        </p:txBody>
      </p:sp>
      <p:sp>
        <p:nvSpPr>
          <p:cNvPr id="68" name="A: The image is wealthy.">
            <a:extLst xmlns:a="http://schemas.openxmlformats.org/drawingml/2006/main">
              <a:ext uri="{FF2B5EF4-FFF2-40B4-BE49-F238E27FC236}">
                <a16:creationId xmlns:a16="http://schemas.microsoft.com/office/drawing/2014/main" id="{15B92F40-AE4D-4F3B-BC37-81DE920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167188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A: The image is wealthy.</a:t>
            </a:r>
          </a:p>
        </p:txBody>
      </p:sp>
      <p:sp>
        <p:nvSpPr>
          <p:cNvPr id="69" name="Because the building… the vegetation…">
            <a:extLst xmlns:a="http://schemas.openxmlformats.org/drawingml/2006/main">
              <a:ext uri="{FF2B5EF4-FFF2-40B4-BE49-F238E27FC236}">
                <a16:creationId xmlns:a16="http://schemas.microsoft.com/office/drawing/2014/main" id="{B5C8CE6A-ECEC-484D-A3A1-E250C449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386263"/>
            <a:ext cx="33432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Because the building… the vegetation…</a:t>
            </a:r>
          </a:p>
        </p:txBody>
      </p:sp>
      <p:sp>
        <p:nvSpPr>
          <p:cNvPr id="70" name="Open">
            <a:extLst xmlns:a="http://schemas.openxmlformats.org/drawingml/2006/main">
              <a:ext uri="{FF2B5EF4-FFF2-40B4-BE49-F238E27FC236}">
                <a16:creationId xmlns:a16="http://schemas.microsoft.com/office/drawing/2014/main" id="{B7973A45-A0C0-4974-B14A-9978EB16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186238"/>
            <a:ext cx="571500" cy="313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761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71" name="Q: Determine the chronological order of the">
            <a:extLst xmlns:a="http://schemas.openxmlformats.org/drawingml/2006/main">
              <a:ext uri="{FF2B5EF4-FFF2-40B4-BE49-F238E27FC236}">
                <a16:creationId xmlns:a16="http://schemas.microsoft.com/office/drawing/2014/main" id="{66C7E6B1-78AA-4122-83BC-15C7D33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3738563"/>
            <a:ext cx="323850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Q: Determine the chronological order of the</a:t>
            </a:r>
          </a:p>
        </p:txBody>
      </p:sp>
      <p:sp>
        <p:nvSpPr>
          <p:cNvPr id="72" name="images from least to most developed.">
            <a:extLst xmlns:a="http://schemas.openxmlformats.org/drawingml/2006/main">
              <a:ext uri="{FF2B5EF4-FFF2-40B4-BE49-F238E27FC236}">
                <a16:creationId xmlns:a16="http://schemas.microsoft.com/office/drawing/2014/main" id="{954F0C01-69DC-46DC-9B79-C51483F9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3919538"/>
            <a:ext cx="2990850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images from least to most developed.</a:t>
            </a:r>
          </a:p>
        </p:txBody>
      </p:sp>
      <p:sp>
        <p:nvSpPr>
          <p:cNvPr id="73" name="Sorting">
            <a:extLst xmlns:a="http://schemas.openxmlformats.org/drawingml/2006/main">
              <a:ext uri="{FF2B5EF4-FFF2-40B4-BE49-F238E27FC236}">
                <a16:creationId xmlns:a16="http://schemas.microsoft.com/office/drawing/2014/main" id="{F0BC58E9-2A2D-4694-B60C-C2810EE3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205288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9D6229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D6229"/>
                </a:solidFill>
                <a:latin typeface="Arial"/>
                <a:ea typeface="Arial"/>
                <a:cs typeface="Arial"/>
              </a:rPr>
              <a:t>Sorting</a:t>
            </a:r>
          </a:p>
        </p:txBody>
      </p:sp>
      <p:sp>
        <p:nvSpPr>
          <p:cNvPr id="7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2D83D02-5BA9-4D65-A10B-1BA22F2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21481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5" name="?">
            <a:extLst xmlns:a="http://schemas.openxmlformats.org/drawingml/2006/main">
              <a:ext uri="{FF2B5EF4-FFF2-40B4-BE49-F238E27FC236}">
                <a16:creationId xmlns:a16="http://schemas.microsoft.com/office/drawing/2014/main" id="{A9DB519A-ACD9-477B-A759-232AFF5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0" y="4233863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EC8EBC7-9657-4237-BABF-1494C2CA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21481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7" name="?">
            <a:extLst xmlns:a="http://schemas.openxmlformats.org/drawingml/2006/main">
              <a:ext uri="{FF2B5EF4-FFF2-40B4-BE49-F238E27FC236}">
                <a16:creationId xmlns:a16="http://schemas.microsoft.com/office/drawing/2014/main" id="{2D31FF8B-825E-4371-ACF1-4EDA9EC2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0" y="4233863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5A8D19F-94FE-4759-A53B-62A5EE60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21481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9" name="?">
            <a:extLst xmlns:a="http://schemas.openxmlformats.org/drawingml/2006/main">
              <a:ext uri="{FF2B5EF4-FFF2-40B4-BE49-F238E27FC236}">
                <a16:creationId xmlns:a16="http://schemas.microsoft.com/office/drawing/2014/main" id="{C9D1A3DF-1EAC-471B-85CC-27DA684A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15800" y="4233863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B8C0136-BEBA-4DDB-AF8C-CB8AE888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4214813"/>
            <a:ext cx="266700" cy="266700"/>
          </a:xfrm>
          <a:custGeom xmlns:a="http://schemas.openxmlformats.org/drawingml/2006/main">
            <a:pathLst>
              <a:path w="266700" h="266700">
                <a:moveTo>
                  <a:pt x="266700" y="133350"/>
                </a:moveTo>
                <a:cubicBezTo>
                  <a:pt x="266700" y="206997"/>
                  <a:pt x="206997" y="266700"/>
                  <a:pt x="133350" y="266700"/>
                </a:cubicBezTo>
                <a:cubicBezTo>
                  <a:pt x="59703" y="266700"/>
                  <a:pt x="0" y="206997"/>
                  <a:pt x="0" y="133350"/>
                </a:cubicBezTo>
                <a:cubicBezTo>
                  <a:pt x="0" y="59703"/>
                  <a:pt x="59703" y="0"/>
                  <a:pt x="133350" y="0"/>
                </a:cubicBezTo>
                <a:cubicBezTo>
                  <a:pt x="206997" y="0"/>
                  <a:pt x="266700" y="59703"/>
                  <a:pt x="266700" y="133350"/>
                </a:cubicBez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1" name="?">
            <a:extLst xmlns:a="http://schemas.openxmlformats.org/drawingml/2006/main">
              <a:ext uri="{FF2B5EF4-FFF2-40B4-BE49-F238E27FC236}">
                <a16:creationId xmlns:a16="http://schemas.microsoft.com/office/drawing/2014/main" id="{0D35A06E-E82A-4BE6-88D9-E062BCCC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4450" y="4233863"/>
            <a:ext cx="17145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82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664436BE-3721-4A5A-81AF-0C8E6A44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48163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269F3E9-138D-4C95-9D38-0D11FF6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3386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4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D430F4E2-3E86-453F-9694-3640FE39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4348163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3097701-8153-4464-8B8E-422F0D5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423386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B49E0320-DBFA-4D55-B092-BF8263AE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348163"/>
            <a:ext cx="314325" cy="191"/>
          </a:xfrm>
          <a:custGeom xmlns:a="http://schemas.openxmlformats.org/drawingml/2006/main">
            <a:pathLst>
              <a:path w="314325" h="191">
                <a:moveTo>
                  <a:pt x="3143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8340"/>
            </a:solidFill>
            <a:prstDash val="solid"/>
          </a:ln>
        </p:spPr>
      </p:sp>
      <p:sp>
        <p:nvSpPr>
          <p:cNvPr id="8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E1F7A1B-B11D-4329-AE7B-5253E2A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423386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C6834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8" name="Generate Question">
            <a:extLst xmlns:a="http://schemas.openxmlformats.org/drawingml/2006/main">
              <a:ext uri="{FF2B5EF4-FFF2-40B4-BE49-F238E27FC236}">
                <a16:creationId xmlns:a16="http://schemas.microsoft.com/office/drawing/2014/main" id="{532736CE-52F8-4A07-B93F-A21E8CDE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0100" y="4843463"/>
            <a:ext cx="35528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Question</a:t>
            </a:r>
          </a:p>
        </p:txBody>
      </p:sp>
      <p:sp>
        <p:nvSpPr>
          <p:cNvPr id="8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A10D16B-06C9-45B7-99E9-C644A11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148263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44D86F-62E1-454B-9CE7-3856B971E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7fab274034874"/>
          <a:stretch xmlns:a="http://schemas.openxmlformats.org/drawingml/2006/main"/>
        </p:blipFill>
        <p:spPr>
          <a:xfrm xmlns:a="http://schemas.openxmlformats.org/drawingml/2006/main">
            <a:off x="6257925" y="5062538"/>
            <a:ext cx="314325" cy="304800"/>
          </a:xfrm>
          <a:prstGeom xmlns:a="http://schemas.openxmlformats.org/drawingml/2006/main" prst="rect">
            <a:avLst/>
          </a:prstGeom>
        </p:spPr>
      </p:pic>
      <p:sp>
        <p:nvSpPr>
          <p:cNvPr id="91" name="Ruled Based">
            <a:extLst xmlns:a="http://schemas.openxmlformats.org/drawingml/2006/main">
              <a:ext uri="{FF2B5EF4-FFF2-40B4-BE49-F238E27FC236}">
                <a16:creationId xmlns:a16="http://schemas.microsoft.com/office/drawing/2014/main" id="{C543EEF6-0CD3-4641-B718-4CA555A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5129213"/>
            <a:ext cx="61531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Ruled Based</a:t>
            </a:r>
          </a:p>
        </p:txBody>
      </p:sp>
      <p:sp>
        <p:nvSpPr>
          <p:cNvPr id="9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C89706F-62F7-49F3-AFE9-347ED428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76863"/>
            <a:ext cx="6991350" cy="1257300"/>
          </a:xfrm>
          <a:custGeom xmlns:a="http://schemas.openxmlformats.org/drawingml/2006/main">
            <a:pathLst>
              <a:path w="6991350" h="1257300">
                <a:moveTo>
                  <a:pt x="142875" y="0"/>
                </a:moveTo>
                <a:lnTo>
                  <a:pt x="6848475" y="0"/>
                </a:lnTo>
                <a:cubicBezTo>
                  <a:pt x="6927383" y="0"/>
                  <a:pt x="6991350" y="63967"/>
                  <a:pt x="6991350" y="142875"/>
                </a:cubicBezTo>
                <a:lnTo>
                  <a:pt x="6991350" y="1114425"/>
                </a:lnTo>
                <a:cubicBezTo>
                  <a:pt x="6991350" y="1193333"/>
                  <a:pt x="6927383" y="1257300"/>
                  <a:pt x="6848475" y="1257300"/>
                </a:cubicBezTo>
                <a:lnTo>
                  <a:pt x="142875" y="1257300"/>
                </a:lnTo>
                <a:cubicBezTo>
                  <a:pt x="63967" y="1257300"/>
                  <a:pt x="0" y="1193333"/>
                  <a:pt x="0" y="111442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1E2E568-A9CE-40DC-B8F3-6A342DDE4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0de4141c44ea5"/>
          <a:stretch xmlns:a="http://schemas.openxmlformats.org/drawingml/2006/main"/>
        </p:blipFill>
        <p:spPr>
          <a:xfrm xmlns:a="http://schemas.openxmlformats.org/drawingml/2006/main">
            <a:off x="6400800" y="5481638"/>
            <a:ext cx="1781175" cy="447675"/>
          </a:xfrm>
          <a:prstGeom xmlns:a="http://schemas.openxmlformats.org/drawingml/2006/main" prst="rect">
            <a:avLst/>
          </a:prstGeom>
        </p:spPr>
      </p:pic>
      <p:sp>
        <p:nvSpPr>
          <p:cNvPr id="94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F5F949AC-B1B0-4E90-9930-AE3C54ED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48363"/>
            <a:ext cx="191" cy="323850"/>
          </a:xfrm>
          <a:custGeom xmlns:a="http://schemas.openxmlformats.org/drawingml/2006/main">
            <a:pathLst>
              <a:path w="191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5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ADD9550E-ACD2-4D11-A5C8-701C77F0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48363"/>
            <a:ext cx="191" cy="323850"/>
          </a:xfrm>
          <a:custGeom xmlns:a="http://schemas.openxmlformats.org/drawingml/2006/main">
            <a:pathLst>
              <a:path w="191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A7A6264A-8B4D-4781-BE81-5E8A315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272213"/>
            <a:ext cx="438150" cy="191"/>
          </a:xfrm>
          <a:custGeom xmlns:a="http://schemas.openxmlformats.org/drawingml/2006/main">
            <a:pathLst>
              <a:path w="438150" h="191">
                <a:moveTo>
                  <a:pt x="4381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482B80F-0DA5-40CF-AE07-4E7EBBA5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15791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211744" y="54557"/>
                </a:lnTo>
                <a:lnTo>
                  <a:pt x="211744" y="174043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8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02831B80-F1C8-48B7-A6ED-19009A0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272213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0272E306-ABCF-4A6E-80B6-40AAB270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615791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0" name="Distance=D₁₂">
            <a:extLst xmlns:a="http://schemas.openxmlformats.org/drawingml/2006/main">
              <a:ext uri="{FF2B5EF4-FFF2-40B4-BE49-F238E27FC236}">
                <a16:creationId xmlns:a16="http://schemas.microsoft.com/office/drawing/2014/main" id="{FA477001-B0B1-4DB8-AB95-91E87DEC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7525" y="5976938"/>
            <a:ext cx="12001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Distance=D₁₂</a:t>
            </a:r>
          </a:p>
        </p:txBody>
      </p:sp>
      <p:sp>
        <p:nvSpPr>
          <p:cNvPr id="101" name="(lat₁,lon₁)  (lat₂,lon₂)">
            <a:extLst xmlns:a="http://schemas.openxmlformats.org/drawingml/2006/main">
              <a:ext uri="{FF2B5EF4-FFF2-40B4-BE49-F238E27FC236}">
                <a16:creationId xmlns:a16="http://schemas.microsoft.com/office/drawing/2014/main" id="{F30A4F70-D601-4B9E-8F4E-7A6290F0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6405563"/>
            <a:ext cx="1724025" cy="236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8" b="0" i="0">
                <a:solidFill>
                  <a:srgbClr val="C085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8" b="0" i="0">
                <a:solidFill>
                  <a:srgbClr val="C08547"/>
                </a:solidFill>
                <a:latin typeface="Arial"/>
                <a:ea typeface="Arial"/>
                <a:cs typeface="Arial"/>
              </a:defRPr>
            </a:pPr>
            <a:r>
              <a:rPr sz="1328" b="0" i="0">
                <a:solidFill>
                  <a:srgbClr val="C08547"/>
                </a:solidFill>
                <a:latin typeface="Arial"/>
                <a:ea typeface="Arial"/>
                <a:cs typeface="Arial"/>
              </a:rPr>
              <a:t>(lat₁,lon₁)  (lat₂,lon₂)</a:t>
            </a:r>
          </a:p>
        </p:txBody>
      </p:sp>
      <p:sp>
        <p:nvSpPr>
          <p:cNvPr id="102" name="If D₁₂ &lt; 50m:">
            <a:extLst xmlns:a="http://schemas.openxmlformats.org/drawingml/2006/main">
              <a:ext uri="{FF2B5EF4-FFF2-40B4-BE49-F238E27FC236}">
                <a16:creationId xmlns:a16="http://schemas.microsoft.com/office/drawing/2014/main" id="{D706E1B0-A3B1-464F-AF9F-B198F0B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5576888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If D₁₂ &lt; 50m:</a:t>
            </a:r>
          </a:p>
        </p:txBody>
      </p:sp>
      <p:sp>
        <p:nvSpPr>
          <p:cNvPr id="103" name="= same location">
            <a:extLst xmlns:a="http://schemas.openxmlformats.org/drawingml/2006/main">
              <a:ext uri="{FF2B5EF4-FFF2-40B4-BE49-F238E27FC236}">
                <a16:creationId xmlns:a16="http://schemas.microsoft.com/office/drawing/2014/main" id="{C068689D-E3EB-429C-BF87-E9675DAB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5805488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same location</a:t>
            </a:r>
          </a:p>
        </p:txBody>
      </p:sp>
      <p:sp>
        <p:nvSpPr>
          <p:cNvPr id="104" name="Else:">
            <a:extLst xmlns:a="http://schemas.openxmlformats.org/drawingml/2006/main">
              <a:ext uri="{FF2B5EF4-FFF2-40B4-BE49-F238E27FC236}">
                <a16:creationId xmlns:a16="http://schemas.microsoft.com/office/drawing/2014/main" id="{6CE8879D-1E05-4D03-8604-2FAAFFA5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6034088"/>
            <a:ext cx="15335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Else:</a:t>
            </a:r>
          </a:p>
        </p:txBody>
      </p:sp>
      <p:sp>
        <p:nvSpPr>
          <p:cNvPr id="105" name="≠ different location">
            <a:extLst xmlns:a="http://schemas.openxmlformats.org/drawingml/2006/main">
              <a:ext uri="{FF2B5EF4-FFF2-40B4-BE49-F238E27FC236}">
                <a16:creationId xmlns:a16="http://schemas.microsoft.com/office/drawing/2014/main" id="{C1BC50B4-3650-436C-84EA-1E85EB51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6262688"/>
            <a:ext cx="1533525" cy="263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8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8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≠ different location</a:t>
            </a:r>
          </a:p>
        </p:txBody>
      </p:sp>
      <p:sp>
        <p:nvSpPr>
          <p:cNvPr id="106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50C5F67C-3D54-4B9B-AC04-A54E8297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72113"/>
            <a:ext cx="191" cy="1085850"/>
          </a:xfrm>
          <a:custGeom xmlns:a="http://schemas.openxmlformats.org/drawingml/2006/main">
            <a:pathLst>
              <a:path w="191" h="1085850">
                <a:moveTo>
                  <a:pt x="0" y="0"/>
                </a:moveTo>
                <a:lnTo>
                  <a:pt x="0" y="1085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B7C3B"/>
            </a:solidFill>
            <a:prstDash val="dash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B72584-B624-43D5-9289-DE6F17E24F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bc4030c714573"/>
          <a:stretch xmlns:a="http://schemas.openxmlformats.org/drawingml/2006/main"/>
        </p:blipFill>
        <p:spPr>
          <a:xfrm xmlns:a="http://schemas.openxmlformats.org/drawingml/2006/main">
            <a:off x="10153650" y="5586413"/>
            <a:ext cx="1200150" cy="857250"/>
          </a:xfrm>
          <a:prstGeom xmlns:a="http://schemas.openxmlformats.org/drawingml/2006/main" prst="rect">
            <a:avLst/>
          </a:prstGeom>
        </p:spPr>
      </p:pic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0554927-F9E4-4081-B234-A8F7AAA746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ca83cec684ed1"/>
          <a:stretch xmlns:a="http://schemas.openxmlformats.org/drawingml/2006/main"/>
        </p:blipFill>
        <p:spPr>
          <a:xfrm xmlns:a="http://schemas.openxmlformats.org/drawingml/2006/main">
            <a:off x="11868150" y="5586413"/>
            <a:ext cx="1162050" cy="857250"/>
          </a:xfrm>
          <a:prstGeom xmlns:a="http://schemas.openxmlformats.org/drawingml/2006/main" prst="rect">
            <a:avLst/>
          </a:prstGeom>
        </p:spPr>
      </p:pic>
      <p:sp>
        <p:nvSpPr>
          <p:cNvPr id="109" name="Reordering">
            <a:extLst xmlns:a="http://schemas.openxmlformats.org/drawingml/2006/main">
              <a:ext uri="{FF2B5EF4-FFF2-40B4-BE49-F238E27FC236}">
                <a16:creationId xmlns:a16="http://schemas.microsoft.com/office/drawing/2014/main" id="{E21E1E32-0AEF-4C41-91B1-3029051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5805488"/>
            <a:ext cx="885825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Reordering</a:t>
            </a:r>
          </a:p>
        </p:txBody>
      </p:sp>
      <p:sp>
        <p:nvSpPr>
          <p:cNvPr id="110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ED1E1BF1-1D41-47D2-971E-5F3B9C75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53138"/>
            <a:ext cx="571500" cy="191"/>
          </a:xfrm>
          <a:custGeom xmlns:a="http://schemas.openxmlformats.org/drawingml/2006/main">
            <a:pathLst>
              <a:path w="571500" h="191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77633"/>
            </a:solidFill>
            <a:prstDash val="solid"/>
          </a:ln>
        </p:spPr>
      </p:sp>
      <p:sp>
        <p:nvSpPr>
          <p:cNvPr id="11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76C0993-842D-4DA6-9AFF-0BA690F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938838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2" name="Time">
            <a:extLst xmlns:a="http://schemas.openxmlformats.org/drawingml/2006/main">
              <a:ext uri="{FF2B5EF4-FFF2-40B4-BE49-F238E27FC236}">
                <a16:creationId xmlns:a16="http://schemas.microsoft.com/office/drawing/2014/main" id="{F5BE479F-1EB6-4283-BAF4-0F20235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4925" y="5643563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 i="0">
                <a:solidFill>
                  <a:srgbClr val="B776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B776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776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13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C64E038A-59E3-4957-8C14-72D3BFEE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567363"/>
            <a:ext cx="247650" cy="476250"/>
          </a:xfrm>
          <a:custGeom xmlns:a="http://schemas.openxmlformats.org/drawingml/2006/main">
            <a:pathLst>
              <a:path w="247650" h="476250">
                <a:moveTo>
                  <a:pt x="0" y="0"/>
                </a:moveTo>
                <a:lnTo>
                  <a:pt x="2476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77633"/>
            </a:solidFill>
            <a:prstDash val="solid"/>
          </a:ln>
        </p:spPr>
      </p:sp>
      <p:sp>
        <p:nvSpPr>
          <p:cNvPr id="11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2D0D17C-E64D-4382-8040-EEE0C59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92931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339" y="55409"/>
                </a:lnTo>
                <a:lnTo>
                  <a:pt x="122349" y="284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E4F08EB-7C91-4A79-B2CC-65EF463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777038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67A065B-210B-474A-8B3E-C1C89AA00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45fca3b724d67"/>
          <a:stretch xmlns:a="http://schemas.openxmlformats.org/drawingml/2006/main"/>
        </p:blipFill>
        <p:spPr>
          <a:xfrm xmlns:a="http://schemas.openxmlformats.org/drawingml/2006/main">
            <a:off x="6257925" y="6719888"/>
            <a:ext cx="323850" cy="304800"/>
          </a:xfrm>
          <a:prstGeom xmlns:a="http://schemas.openxmlformats.org/drawingml/2006/main" prst="rect">
            <a:avLst/>
          </a:prstGeom>
        </p:spPr>
      </p:pic>
      <p:sp>
        <p:nvSpPr>
          <p:cNvPr id="117" name="Model Assistance &amp; Manual Quality Inspection">
            <a:extLst xmlns:a="http://schemas.openxmlformats.org/drawingml/2006/main">
              <a:ext uri="{FF2B5EF4-FFF2-40B4-BE49-F238E27FC236}">
                <a16:creationId xmlns:a16="http://schemas.microsoft.com/office/drawing/2014/main" id="{3F9FF427-F236-4252-932F-13A82139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6757988"/>
            <a:ext cx="6410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Assistance &amp; Manual Quality Inspection</a:t>
            </a:r>
          </a:p>
        </p:txBody>
      </p:sp>
      <p:sp>
        <p:nvSpPr>
          <p:cNvPr id="11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7B34CD7-2C7B-49A7-8522-998E52ED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7072313"/>
            <a:ext cx="6991350" cy="1247775"/>
          </a:xfrm>
          <a:custGeom xmlns:a="http://schemas.openxmlformats.org/drawingml/2006/main">
            <a:pathLst>
              <a:path w="6991350" h="1247775">
                <a:moveTo>
                  <a:pt x="133350" y="0"/>
                </a:moveTo>
                <a:lnTo>
                  <a:pt x="6858000" y="0"/>
                </a:lnTo>
                <a:cubicBezTo>
                  <a:pt x="6931647" y="0"/>
                  <a:pt x="6991350" y="59703"/>
                  <a:pt x="6991350" y="133350"/>
                </a:cubicBezTo>
                <a:lnTo>
                  <a:pt x="6991350" y="1114425"/>
                </a:lnTo>
                <a:cubicBezTo>
                  <a:pt x="6991350" y="1188072"/>
                  <a:pt x="6931647" y="1247775"/>
                  <a:pt x="6858000" y="1247775"/>
                </a:cubicBezTo>
                <a:lnTo>
                  <a:pt x="133350" y="1247775"/>
                </a:lnTo>
                <a:cubicBezTo>
                  <a:pt x="59703" y="1247775"/>
                  <a:pt x="0" y="1188072"/>
                  <a:pt x="0" y="111442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BD1330A-606C-400A-ABC4-5F0D9FA81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937dd0c4f436f"/>
          <a:stretch xmlns:a="http://schemas.openxmlformats.org/drawingml/2006/main"/>
        </p:blipFill>
        <p:spPr>
          <a:xfrm xmlns:a="http://schemas.openxmlformats.org/drawingml/2006/main">
            <a:off x="6267450" y="7234238"/>
            <a:ext cx="1895475" cy="981075"/>
          </a:xfrm>
          <a:prstGeom xmlns:a="http://schemas.openxmlformats.org/drawingml/2006/main" prst="rect">
            <a:avLst/>
          </a:prstGeom>
        </p:spPr>
      </p:pic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C863737-C359-4BB8-BD0A-A42A36EB9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d32b9f8554abc"/>
          <a:stretch xmlns:a="http://schemas.openxmlformats.org/drawingml/2006/main"/>
        </p:blipFill>
        <p:spPr>
          <a:xfrm xmlns:a="http://schemas.openxmlformats.org/drawingml/2006/main">
            <a:off x="9906000" y="7234238"/>
            <a:ext cx="1895475" cy="981075"/>
          </a:xfrm>
          <a:prstGeom xmlns:a="http://schemas.openxmlformats.org/drawingml/2006/main" prst="rect">
            <a:avLst/>
          </a:prstGeom>
        </p:spPr>
      </p:pic>
      <p:sp>
        <p:nvSpPr>
          <p:cNvPr id="12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4723FC3-0435-49F2-90C9-7A366F74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158038"/>
            <a:ext cx="901065" cy="180975"/>
          </a:xfrm>
          <a:custGeom xmlns:a="http://schemas.openxmlformats.org/drawingml/2006/main">
            <a:pathLst>
              <a:path w="901065" h="180975">
                <a:moveTo>
                  <a:pt x="38100" y="0"/>
                </a:moveTo>
                <a:lnTo>
                  <a:pt x="862965" y="0"/>
                </a:lnTo>
                <a:cubicBezTo>
                  <a:pt x="884007" y="0"/>
                  <a:pt x="901065" y="17058"/>
                  <a:pt x="901065" y="38100"/>
                </a:cubicBezTo>
                <a:lnTo>
                  <a:pt x="901065" y="142875"/>
                </a:lnTo>
                <a:cubicBezTo>
                  <a:pt x="901065" y="163917"/>
                  <a:pt x="884007" y="180975"/>
                  <a:pt x="862965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7D7EF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2" name="43%">
            <a:extLst xmlns:a="http://schemas.openxmlformats.org/drawingml/2006/main">
              <a:ext uri="{FF2B5EF4-FFF2-40B4-BE49-F238E27FC236}">
                <a16:creationId xmlns:a16="http://schemas.microsoft.com/office/drawing/2014/main" id="{46A8B6FA-FFCB-4BE6-86FC-186DA12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71580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43%</a:t>
            </a:r>
          </a:p>
        </p:txBody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84362B2-58D7-4775-A655-E9212095CF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03ddbf34d4028"/>
          <a:stretch xmlns:a="http://schemas.openxmlformats.org/drawingml/2006/main"/>
        </p:blipFill>
        <p:spPr>
          <a:xfrm xmlns:a="http://schemas.openxmlformats.org/drawingml/2006/main">
            <a:off x="8248650" y="715803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2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C820D1C-BC86-4CDF-B84C-260F25B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367588"/>
            <a:ext cx="880110" cy="180975"/>
          </a:xfrm>
          <a:custGeom xmlns:a="http://schemas.openxmlformats.org/drawingml/2006/main">
            <a:pathLst>
              <a:path w="880110" h="180975">
                <a:moveTo>
                  <a:pt x="38100" y="0"/>
                </a:moveTo>
                <a:lnTo>
                  <a:pt x="842010" y="0"/>
                </a:lnTo>
                <a:cubicBezTo>
                  <a:pt x="863052" y="0"/>
                  <a:pt x="880110" y="17058"/>
                  <a:pt x="880110" y="38100"/>
                </a:cubicBezTo>
                <a:lnTo>
                  <a:pt x="880110" y="142875"/>
                </a:lnTo>
                <a:cubicBezTo>
                  <a:pt x="880110" y="163917"/>
                  <a:pt x="863052" y="180975"/>
                  <a:pt x="84201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E91B6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5" name="42%">
            <a:extLst xmlns:a="http://schemas.openxmlformats.org/drawingml/2006/main">
              <a:ext uri="{FF2B5EF4-FFF2-40B4-BE49-F238E27FC236}">
                <a16:creationId xmlns:a16="http://schemas.microsoft.com/office/drawing/2014/main" id="{097A0636-3E09-40FB-A51C-ED6C595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736758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42%</a:t>
            </a:r>
          </a:p>
        </p:txBody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BCA377A-CFF0-4D93-B240-0E779F70F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0aa30e45f4dc2"/>
          <a:stretch xmlns:a="http://schemas.openxmlformats.org/drawingml/2006/main"/>
        </p:blipFill>
        <p:spPr>
          <a:xfrm xmlns:a="http://schemas.openxmlformats.org/drawingml/2006/main">
            <a:off x="8248650" y="736758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9F9E57E-BD2B-44F8-9FE3-4E02B1B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577138"/>
            <a:ext cx="83820" cy="180975"/>
          </a:xfrm>
          <a:custGeom xmlns:a="http://schemas.openxmlformats.org/drawingml/2006/main">
            <a:pathLst>
              <a:path w="83820" h="180975">
                <a:moveTo>
                  <a:pt x="38100" y="0"/>
                </a:moveTo>
                <a:lnTo>
                  <a:pt x="45720" y="0"/>
                </a:lnTo>
                <a:cubicBezTo>
                  <a:pt x="66762" y="0"/>
                  <a:pt x="83820" y="17058"/>
                  <a:pt x="83820" y="38100"/>
                </a:cubicBezTo>
                <a:lnTo>
                  <a:pt x="83820" y="142875"/>
                </a:lnTo>
                <a:cubicBezTo>
                  <a:pt x="83820" y="163917"/>
                  <a:pt x="66762" y="180975"/>
                  <a:pt x="4572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06B67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28" name="4%">
            <a:extLst xmlns:a="http://schemas.openxmlformats.org/drawingml/2006/main">
              <a:ext uri="{FF2B5EF4-FFF2-40B4-BE49-F238E27FC236}">
                <a16:creationId xmlns:a16="http://schemas.microsoft.com/office/drawing/2014/main" id="{2B3AD520-2096-4AD4-BACF-126F0449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75771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85175A-48B7-430F-AEA7-AEE969405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6be0d0ad94e95"/>
          <a:stretch xmlns:a="http://schemas.openxmlformats.org/drawingml/2006/main"/>
        </p:blipFill>
        <p:spPr>
          <a:xfrm xmlns:a="http://schemas.openxmlformats.org/drawingml/2006/main">
            <a:off x="8248650" y="757713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29B7237-1AA4-43A9-845B-0F51AA8F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786688"/>
            <a:ext cx="62865" cy="180975"/>
          </a:xfrm>
          <a:custGeom xmlns:a="http://schemas.openxmlformats.org/drawingml/2006/main">
            <a:pathLst>
              <a:path w="62865" h="180975">
                <a:moveTo>
                  <a:pt x="31432" y="0"/>
                </a:moveTo>
                <a:lnTo>
                  <a:pt x="31432" y="0"/>
                </a:lnTo>
                <a:cubicBezTo>
                  <a:pt x="48792" y="0"/>
                  <a:pt x="62865" y="14073"/>
                  <a:pt x="62865" y="31432"/>
                </a:cubicBezTo>
                <a:lnTo>
                  <a:pt x="62865" y="149543"/>
                </a:lnTo>
                <a:cubicBezTo>
                  <a:pt x="62865" y="166902"/>
                  <a:pt x="48792" y="180975"/>
                  <a:pt x="31432" y="180975"/>
                </a:cubicBezTo>
                <a:lnTo>
                  <a:pt x="31432" y="180975"/>
                </a:lnTo>
                <a:cubicBezTo>
                  <a:pt x="14073" y="180975"/>
                  <a:pt x="0" y="166902"/>
                  <a:pt x="0" y="149543"/>
                </a:cubicBezTo>
                <a:lnTo>
                  <a:pt x="0" y="31432"/>
                </a:lnTo>
                <a:cubicBezTo>
                  <a:pt x="0" y="14073"/>
                  <a:pt x="14073" y="0"/>
                  <a:pt x="31432" y="0"/>
                </a:cubicBezTo>
                <a:close/>
              </a:path>
            </a:pathLst>
          </a:custGeom>
          <a:solidFill xmlns:a="http://schemas.openxmlformats.org/drawingml/2006/main">
            <a:srgbClr val="E6BC6A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1" name="3%">
            <a:extLst xmlns:a="http://schemas.openxmlformats.org/drawingml/2006/main">
              <a:ext uri="{FF2B5EF4-FFF2-40B4-BE49-F238E27FC236}">
                <a16:creationId xmlns:a16="http://schemas.microsoft.com/office/drawing/2014/main" id="{64CF1317-BAA7-4F30-BA1B-FD82586B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778668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3%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F7AC64B-C0DF-4156-8B27-9B2CF247F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23025c2094bf4"/>
          <a:stretch xmlns:a="http://schemas.openxmlformats.org/drawingml/2006/main"/>
        </p:blipFill>
        <p:spPr>
          <a:xfrm xmlns:a="http://schemas.openxmlformats.org/drawingml/2006/main">
            <a:off x="8248650" y="778668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A43BA759-629A-43AE-A66F-C9099819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996238"/>
            <a:ext cx="191" cy="180975"/>
          </a:xfrm>
          <a:custGeom xmlns:a="http://schemas.openxmlformats.org/drawingml/2006/main">
            <a:pathLst>
              <a:path w="191" h="180975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180975"/>
                </a:lnTo>
                <a:cubicBezTo>
                  <a:pt x="0" y="180975"/>
                  <a:pt x="0" y="180975"/>
                  <a:pt x="0" y="180975"/>
                </a:cubicBezTo>
                <a:lnTo>
                  <a:pt x="0" y="180975"/>
                </a:lnTo>
                <a:cubicBezTo>
                  <a:pt x="0" y="180975"/>
                  <a:pt x="0" y="180975"/>
                  <a:pt x="0" y="180975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BAA71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4" name="0%">
            <a:extLst xmlns:a="http://schemas.openxmlformats.org/drawingml/2006/main">
              <a:ext uri="{FF2B5EF4-FFF2-40B4-BE49-F238E27FC236}">
                <a16:creationId xmlns:a16="http://schemas.microsoft.com/office/drawing/2014/main" id="{0CEA3031-BE32-491D-B793-E0493D78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79962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132728E-840C-4F9F-B1DA-7FBBFAD04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dffd3ba244212"/>
          <a:stretch xmlns:a="http://schemas.openxmlformats.org/drawingml/2006/main"/>
        </p:blipFill>
        <p:spPr>
          <a:xfrm xmlns:a="http://schemas.openxmlformats.org/drawingml/2006/main">
            <a:off x="8248650" y="799623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6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E819A351-1BBB-43AF-952D-3608E9CC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158038"/>
            <a:ext cx="838200" cy="180975"/>
          </a:xfrm>
          <a:custGeom xmlns:a="http://schemas.openxmlformats.org/drawingml/2006/main">
            <a:pathLst>
              <a:path w="838200" h="180975">
                <a:moveTo>
                  <a:pt x="38100" y="0"/>
                </a:moveTo>
                <a:lnTo>
                  <a:pt x="800100" y="0"/>
                </a:lnTo>
                <a:cubicBezTo>
                  <a:pt x="821142" y="0"/>
                  <a:pt x="838200" y="17058"/>
                  <a:pt x="838200" y="38100"/>
                </a:cubicBezTo>
                <a:lnTo>
                  <a:pt x="838200" y="142875"/>
                </a:lnTo>
                <a:cubicBezTo>
                  <a:pt x="838200" y="163917"/>
                  <a:pt x="821142" y="180975"/>
                  <a:pt x="80010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E91B6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37" name="40%">
            <a:extLst xmlns:a="http://schemas.openxmlformats.org/drawingml/2006/main">
              <a:ext uri="{FF2B5EF4-FFF2-40B4-BE49-F238E27FC236}">
                <a16:creationId xmlns:a16="http://schemas.microsoft.com/office/drawing/2014/main" id="{922FCAFD-50C6-4EEB-A631-D09D0EC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71580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6B079FA-18BF-4871-B160-4B3A8DD85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1c01c48074b24"/>
          <a:stretch xmlns:a="http://schemas.openxmlformats.org/drawingml/2006/main"/>
        </p:blipFill>
        <p:spPr>
          <a:xfrm xmlns:a="http://schemas.openxmlformats.org/drawingml/2006/main">
            <a:off x="11887200" y="715803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3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60CAEEC-1EF2-465E-AE78-9576D653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367588"/>
            <a:ext cx="628650" cy="180975"/>
          </a:xfrm>
          <a:custGeom xmlns:a="http://schemas.openxmlformats.org/drawingml/2006/main">
            <a:pathLst>
              <a:path w="628650" h="180975">
                <a:moveTo>
                  <a:pt x="38100" y="0"/>
                </a:moveTo>
                <a:lnTo>
                  <a:pt x="590550" y="0"/>
                </a:lnTo>
                <a:cubicBezTo>
                  <a:pt x="611592" y="0"/>
                  <a:pt x="628650" y="17058"/>
                  <a:pt x="628650" y="38100"/>
                </a:cubicBezTo>
                <a:lnTo>
                  <a:pt x="628650" y="142875"/>
                </a:lnTo>
                <a:cubicBezTo>
                  <a:pt x="628650" y="163917"/>
                  <a:pt x="611592" y="180975"/>
                  <a:pt x="59055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7D7EF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0" name="30%">
            <a:extLst xmlns:a="http://schemas.openxmlformats.org/drawingml/2006/main">
              <a:ext uri="{FF2B5EF4-FFF2-40B4-BE49-F238E27FC236}">
                <a16:creationId xmlns:a16="http://schemas.microsoft.com/office/drawing/2014/main" id="{A8FB08CF-DB7C-4A04-B6C2-1A52D571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736758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EF2ED92-3E02-4472-AB22-0BA50D6B8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a282221854fde"/>
          <a:stretch xmlns:a="http://schemas.openxmlformats.org/drawingml/2006/main"/>
        </p:blipFill>
        <p:spPr>
          <a:xfrm xmlns:a="http://schemas.openxmlformats.org/drawingml/2006/main">
            <a:off x="11887200" y="736758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DD2C1C4D-39A8-45FF-941A-05F032F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577138"/>
            <a:ext cx="398145" cy="180975"/>
          </a:xfrm>
          <a:custGeom xmlns:a="http://schemas.openxmlformats.org/drawingml/2006/main">
            <a:pathLst>
              <a:path w="398145" h="180975">
                <a:moveTo>
                  <a:pt x="38100" y="0"/>
                </a:moveTo>
                <a:lnTo>
                  <a:pt x="360045" y="0"/>
                </a:lnTo>
                <a:cubicBezTo>
                  <a:pt x="381087" y="0"/>
                  <a:pt x="398145" y="17058"/>
                  <a:pt x="398145" y="38100"/>
                </a:cubicBezTo>
                <a:lnTo>
                  <a:pt x="398145" y="142875"/>
                </a:lnTo>
                <a:cubicBezTo>
                  <a:pt x="398145" y="163917"/>
                  <a:pt x="381087" y="180975"/>
                  <a:pt x="360045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8BAA71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3" name="19%">
            <a:extLst xmlns:a="http://schemas.openxmlformats.org/drawingml/2006/main">
              <a:ext uri="{FF2B5EF4-FFF2-40B4-BE49-F238E27FC236}">
                <a16:creationId xmlns:a16="http://schemas.microsoft.com/office/drawing/2014/main" id="{9685D5BB-51EB-45B5-835B-887F6A53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75771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19%</a:t>
            </a:r>
          </a:p>
        </p:txBody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0079ADF-A0F1-40AA-B92E-633E0649A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9277918bf4455"/>
          <a:stretch xmlns:a="http://schemas.openxmlformats.org/drawingml/2006/main"/>
        </p:blipFill>
        <p:spPr>
          <a:xfrm xmlns:a="http://schemas.openxmlformats.org/drawingml/2006/main">
            <a:off x="11887200" y="757713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691C60A-FCFF-4F95-BB7B-5EA0C0B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786688"/>
            <a:ext cx="83820" cy="180975"/>
          </a:xfrm>
          <a:custGeom xmlns:a="http://schemas.openxmlformats.org/drawingml/2006/main">
            <a:pathLst>
              <a:path w="83820" h="180975">
                <a:moveTo>
                  <a:pt x="38100" y="0"/>
                </a:moveTo>
                <a:lnTo>
                  <a:pt x="45720" y="0"/>
                </a:lnTo>
                <a:cubicBezTo>
                  <a:pt x="66762" y="0"/>
                  <a:pt x="83820" y="17058"/>
                  <a:pt x="83820" y="38100"/>
                </a:cubicBezTo>
                <a:lnTo>
                  <a:pt x="83820" y="142875"/>
                </a:lnTo>
                <a:cubicBezTo>
                  <a:pt x="83820" y="163917"/>
                  <a:pt x="66762" y="180975"/>
                  <a:pt x="45720" y="180975"/>
                </a:cubicBezTo>
                <a:lnTo>
                  <a:pt x="38100" y="180975"/>
                </a:lnTo>
                <a:cubicBezTo>
                  <a:pt x="17058" y="180975"/>
                  <a:pt x="0" y="163917"/>
                  <a:pt x="0" y="1428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 xmlns:a="http://schemas.openxmlformats.org/drawingml/2006/main">
            <a:srgbClr val="E06B67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6" name="4%">
            <a:extLst xmlns:a="http://schemas.openxmlformats.org/drawingml/2006/main">
              <a:ext uri="{FF2B5EF4-FFF2-40B4-BE49-F238E27FC236}">
                <a16:creationId xmlns:a16="http://schemas.microsoft.com/office/drawing/2014/main" id="{ED7DA703-47CB-443B-8AC2-8F6987D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778668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4%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DD6EE17-49B3-411B-B796-52A88128C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2714789084d78"/>
          <a:stretch xmlns:a="http://schemas.openxmlformats.org/drawingml/2006/main"/>
        </p:blipFill>
        <p:spPr>
          <a:xfrm xmlns:a="http://schemas.openxmlformats.org/drawingml/2006/main">
            <a:off x="11887200" y="7786688"/>
            <a:ext cx="209550" cy="190500"/>
          </a:xfrm>
          <a:prstGeom xmlns:a="http://schemas.openxmlformats.org/drawingml/2006/main" prst="rect">
            <a:avLst/>
          </a:prstGeom>
        </p:spPr>
      </p:pic>
      <p:sp>
        <p:nvSpPr>
          <p:cNvPr id="14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834A3CB-36D0-4F2B-8079-B2C244C2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996238"/>
            <a:ext cx="62865" cy="180975"/>
          </a:xfrm>
          <a:custGeom xmlns:a="http://schemas.openxmlformats.org/drawingml/2006/main">
            <a:pathLst>
              <a:path w="62865" h="180975">
                <a:moveTo>
                  <a:pt x="31432" y="0"/>
                </a:moveTo>
                <a:lnTo>
                  <a:pt x="31432" y="0"/>
                </a:lnTo>
                <a:cubicBezTo>
                  <a:pt x="48792" y="0"/>
                  <a:pt x="62865" y="14073"/>
                  <a:pt x="62865" y="31432"/>
                </a:cubicBezTo>
                <a:lnTo>
                  <a:pt x="62865" y="149543"/>
                </a:lnTo>
                <a:cubicBezTo>
                  <a:pt x="62865" y="166902"/>
                  <a:pt x="48792" y="180975"/>
                  <a:pt x="31432" y="180975"/>
                </a:cubicBezTo>
                <a:lnTo>
                  <a:pt x="31432" y="180975"/>
                </a:lnTo>
                <a:cubicBezTo>
                  <a:pt x="14073" y="180975"/>
                  <a:pt x="0" y="166902"/>
                  <a:pt x="0" y="149543"/>
                </a:cubicBezTo>
                <a:lnTo>
                  <a:pt x="0" y="31432"/>
                </a:lnTo>
                <a:cubicBezTo>
                  <a:pt x="0" y="14073"/>
                  <a:pt x="14073" y="0"/>
                  <a:pt x="31432" y="0"/>
                </a:cubicBezTo>
                <a:close/>
              </a:path>
            </a:pathLst>
          </a:custGeom>
          <a:solidFill xmlns:a="http://schemas.openxmlformats.org/drawingml/2006/main">
            <a:srgbClr val="E6BC6A"/>
          </a:solidFill>
          <a:ln xmlns:a="http://schemas.openxmlformats.org/drawingml/2006/main" w="5715">
            <a:solidFill>
              <a:srgbClr val="887966"/>
            </a:solidFill>
            <a:prstDash val="solid"/>
          </a:ln>
        </p:spPr>
      </p:sp>
      <p:sp>
        <p:nvSpPr>
          <p:cNvPr id="149" name="3%">
            <a:extLst xmlns:a="http://schemas.openxmlformats.org/drawingml/2006/main">
              <a:ext uri="{FF2B5EF4-FFF2-40B4-BE49-F238E27FC236}">
                <a16:creationId xmlns:a16="http://schemas.microsoft.com/office/drawing/2014/main" id="{B3DB7E2B-60D3-4C32-A61F-2E375867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9700" y="7996238"/>
            <a:ext cx="45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3%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9E4B066-E424-4E1F-BE09-76B731B63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7e5683a146f4"/>
          <a:stretch xmlns:a="http://schemas.openxmlformats.org/drawingml/2006/main"/>
        </p:blipFill>
        <p:spPr>
          <a:xfrm xmlns:a="http://schemas.openxmlformats.org/drawingml/2006/main">
            <a:off x="11887200" y="7996238"/>
            <a:ext cx="209550" cy="190500"/>
          </a:xfrm>
          <a:prstGeom xmlns:a="http://schemas.openxmlformats.org/drawingml/2006/main" prst="rect">
            <a:avLst/>
          </a:prstGeom>
        </p:spPr>
      </p:pic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C4AB22A-8D0C-4D67-93A7-9DBB4B2F6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5a872bc8443bd"/>
          <a:stretch xmlns:a="http://schemas.openxmlformats.org/drawingml/2006/main"/>
        </p:blipFill>
        <p:spPr>
          <a:xfrm xmlns:a="http://schemas.openxmlformats.org/drawingml/2006/main">
            <a:off x="9401175" y="7386638"/>
            <a:ext cx="276225" cy="285750"/>
          </a:xfrm>
          <a:prstGeom xmlns:a="http://schemas.openxmlformats.org/drawingml/2006/main" prst="rect">
            <a:avLst/>
          </a:prstGeom>
        </p:spPr>
      </p:pic>
      <p:sp>
        <p:nvSpPr>
          <p:cNvPr id="152" name="Repair">
            <a:extLst xmlns:a="http://schemas.openxmlformats.org/drawingml/2006/main">
              <a:ext uri="{FF2B5EF4-FFF2-40B4-BE49-F238E27FC236}">
                <a16:creationId xmlns:a16="http://schemas.microsoft.com/office/drawing/2014/main" id="{5549B14A-280B-4F6A-AD1C-F4A2283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7824788"/>
            <a:ext cx="438150" cy="19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153" name="native connecting line">
            <a:extLst xmlns:a="http://schemas.openxmlformats.org/drawingml/2006/main">
              <a:ext uri="{FF2B5EF4-FFF2-40B4-BE49-F238E27FC236}">
                <a16:creationId xmlns:a16="http://schemas.microsoft.com/office/drawing/2014/main" id="{23061146-E2B9-460D-A98E-E7F80205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7720013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77633"/>
            </a:solidFill>
            <a:prstDash val="solid"/>
          </a:ln>
        </p:spPr>
      </p:sp>
      <p:sp>
        <p:nvSpPr>
          <p:cNvPr id="15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656AAD4-0A0B-4BF4-AD65-E975928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605713"/>
            <a:ext cx="228600" cy="228600"/>
          </a:xfrm>
          <a:custGeom xmlns:a="http://schemas.openxmlformats.org/drawingml/2006/main">
            <a:pathLst>
              <a:path w="228600" h="228600">
                <a:moveTo>
                  <a:pt x="114300" y="114300"/>
                </a:moveTo>
                <a:lnTo>
                  <a:pt x="16856" y="174043"/>
                </a:lnTo>
                <a:lnTo>
                  <a:pt x="16856" y="54557"/>
                </a:lnTo>
                <a:close/>
              </a:path>
            </a:pathLst>
          </a:custGeom>
          <a:solidFill xmlns:a="http://schemas.openxmlformats.org/drawingml/2006/main">
            <a:srgbClr val="B7763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9B45C92-0634-47B2-B9AB-472FD03B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8520113"/>
            <a:ext cx="76200" cy="266700"/>
          </a:xfrm>
          <a:custGeom xmlns:a="http://schemas.openxmlformats.org/drawingml/2006/main">
            <a:pathLst>
              <a:path w="76200" h="266700">
                <a:moveTo>
                  <a:pt x="19050" y="0"/>
                </a:moveTo>
                <a:lnTo>
                  <a:pt x="57150" y="0"/>
                </a:lnTo>
                <a:cubicBezTo>
                  <a:pt x="67671" y="0"/>
                  <a:pt x="76200" y="8529"/>
                  <a:pt x="76200" y="19050"/>
                </a:cubicBezTo>
                <a:lnTo>
                  <a:pt x="76200" y="247650"/>
                </a:lnTo>
                <a:cubicBezTo>
                  <a:pt x="76200" y="258171"/>
                  <a:pt x="67671" y="266700"/>
                  <a:pt x="57150" y="266700"/>
                </a:cubicBezTo>
                <a:lnTo>
                  <a:pt x="19050" y="266700"/>
                </a:lnTo>
                <a:cubicBezTo>
                  <a:pt x="8529" y="266700"/>
                  <a:pt x="0" y="258171"/>
                  <a:pt x="0" y="2476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BAD71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F59F012-5DB1-4593-AD38-16D324F0B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108815f4f448e"/>
          <a:stretch xmlns:a="http://schemas.openxmlformats.org/drawingml/2006/main"/>
        </p:blipFill>
        <p:spPr>
          <a:xfrm xmlns:a="http://schemas.openxmlformats.org/drawingml/2006/main">
            <a:off x="6248400" y="8472488"/>
            <a:ext cx="333375" cy="314325"/>
          </a:xfrm>
          <a:prstGeom xmlns:a="http://schemas.openxmlformats.org/drawingml/2006/main" prst="rect">
            <a:avLst/>
          </a:prstGeom>
        </p:spPr>
      </p:pic>
      <p:sp>
        <p:nvSpPr>
          <p:cNvPr id="157" name="Manual Annotation">
            <a:extLst xmlns:a="http://schemas.openxmlformats.org/drawingml/2006/main">
              <a:ext uri="{FF2B5EF4-FFF2-40B4-BE49-F238E27FC236}">
                <a16:creationId xmlns:a16="http://schemas.microsoft.com/office/drawing/2014/main" id="{CFC4B28E-A64F-43C2-83C9-88EBF750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8501063"/>
            <a:ext cx="64103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Annotation</a:t>
            </a:r>
          </a:p>
        </p:txBody>
      </p:sp>
      <p:sp>
        <p:nvSpPr>
          <p:cNvPr id="15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F816A6B4-EA37-4C6D-A115-7BEEC87B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8796338"/>
            <a:ext cx="6991350" cy="1885950"/>
          </a:xfrm>
          <a:custGeom xmlns:a="http://schemas.openxmlformats.org/drawingml/2006/main">
            <a:pathLst>
              <a:path w="6991350" h="1885950">
                <a:moveTo>
                  <a:pt x="133350" y="0"/>
                </a:moveTo>
                <a:lnTo>
                  <a:pt x="6858000" y="0"/>
                </a:lnTo>
                <a:cubicBezTo>
                  <a:pt x="6931647" y="0"/>
                  <a:pt x="6991350" y="59703"/>
                  <a:pt x="6991350" y="133350"/>
                </a:cubicBezTo>
                <a:lnTo>
                  <a:pt x="6991350" y="1752600"/>
                </a:lnTo>
                <a:cubicBezTo>
                  <a:pt x="6991350" y="1826247"/>
                  <a:pt x="6931647" y="1885950"/>
                  <a:pt x="6858000" y="1885950"/>
                </a:cubicBezTo>
                <a:lnTo>
                  <a:pt x="133350" y="1885950"/>
                </a:lnTo>
                <a:cubicBezTo>
                  <a:pt x="59703" y="1885950"/>
                  <a:pt x="0" y="1826247"/>
                  <a:pt x="0" y="17526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 xmlns:a="http://schemas.openxmlformats.org/drawingml/2006/main">
            <a:srgbClr val="E8C9A9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35112EB-C141-4F91-9C0A-64C9D621A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e18a13654e43"/>
          <a:stretch xmlns:a="http://schemas.openxmlformats.org/drawingml/2006/main"/>
        </p:blipFill>
        <p:spPr>
          <a:xfrm xmlns:a="http://schemas.openxmlformats.org/drawingml/2006/main">
            <a:off x="6296025" y="8986838"/>
            <a:ext cx="2095500" cy="1609725"/>
          </a:xfrm>
          <a:prstGeom xmlns:a="http://schemas.openxmlformats.org/drawingml/2006/main" prst="rect">
            <a:avLst/>
          </a:prstGeom>
        </p:spPr>
      </p:pic>
      <p:sp>
        <p:nvSpPr>
          <p:cNvPr id="16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E0A1D87-9732-4540-8EC9-D558A4AD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920163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1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1CE68F3-BF71-4D31-8610-B1DCCBF5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920163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2" name="Local Reason 1">
            <a:extLst xmlns:a="http://schemas.openxmlformats.org/drawingml/2006/main">
              <a:ext uri="{FF2B5EF4-FFF2-40B4-BE49-F238E27FC236}">
                <a16:creationId xmlns:a16="http://schemas.microsoft.com/office/drawing/2014/main" id="{FC4BE6DF-5D4D-478A-B301-DD271C11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8939213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1</a:t>
            </a:r>
          </a:p>
        </p:txBody>
      </p:sp>
      <p:sp>
        <p:nvSpPr>
          <p:cNvPr id="163" name="The sky has a lot of&#10;intersecting power lines…">
            <a:extLst xmlns:a="http://schemas.openxmlformats.org/drawingml/2006/main">
              <a:ext uri="{FF2B5EF4-FFF2-40B4-BE49-F238E27FC236}">
                <a16:creationId xmlns:a16="http://schemas.microsoft.com/office/drawing/2014/main" id="{871F083A-3185-45AE-85A2-9B7D599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9110663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sky has a lot of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5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5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intersecting power lines…</a:t>
            </a:r>
          </a:p>
        </p:txBody>
      </p:sp>
      <p:sp>
        <p:nvSpPr>
          <p:cNvPr id="164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2644D1D6-AD9D-4446-B6EE-8876DB7D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510713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CE7E535A-97D3-460B-9087-53CAE1C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510713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6" name="Local Reason 2">
            <a:extLst xmlns:a="http://schemas.openxmlformats.org/drawingml/2006/main">
              <a:ext uri="{FF2B5EF4-FFF2-40B4-BE49-F238E27FC236}">
                <a16:creationId xmlns:a16="http://schemas.microsoft.com/office/drawing/2014/main" id="{8F0196BE-DF1A-412C-8486-7418D847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9529763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2</a:t>
            </a:r>
          </a:p>
        </p:txBody>
      </p:sp>
      <p:sp>
        <p:nvSpPr>
          <p:cNvPr id="167" name="The traffic light poles are&#10;covered with posters…">
            <a:extLst xmlns:a="http://schemas.openxmlformats.org/drawingml/2006/main">
              <a:ext uri="{FF2B5EF4-FFF2-40B4-BE49-F238E27FC236}">
                <a16:creationId xmlns:a16="http://schemas.microsoft.com/office/drawing/2014/main" id="{A2D40813-E425-4A7C-8CEB-41C25E0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9701213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traffic light poles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with posters…</a:t>
            </a:r>
          </a:p>
        </p:txBody>
      </p:sp>
      <p:sp>
        <p:nvSpPr>
          <p:cNvPr id="168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10F6D96-C02B-466B-94F1-B05AC04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0101263"/>
            <a:ext cx="1933575" cy="552450"/>
          </a:xfrm>
          <a:custGeom xmlns:a="http://schemas.openxmlformats.org/drawingml/2006/main">
            <a:pathLst>
              <a:path w="1933575" h="552450">
                <a:moveTo>
                  <a:pt x="57150" y="0"/>
                </a:moveTo>
                <a:lnTo>
                  <a:pt x="1876425" y="0"/>
                </a:lnTo>
                <a:cubicBezTo>
                  <a:pt x="1907988" y="0"/>
                  <a:pt x="1933575" y="25587"/>
                  <a:pt x="1933575" y="57150"/>
                </a:cubicBezTo>
                <a:lnTo>
                  <a:pt x="1933575" y="495300"/>
                </a:lnTo>
                <a:cubicBezTo>
                  <a:pt x="1933575" y="526863"/>
                  <a:pt x="1907988" y="552450"/>
                  <a:pt x="1876425" y="552450"/>
                </a:cubicBezTo>
                <a:lnTo>
                  <a:pt x="57150" y="552450"/>
                </a:lnTo>
                <a:cubicBezTo>
                  <a:pt x="25587" y="552450"/>
                  <a:pt x="0" y="526863"/>
                  <a:pt x="0" y="4953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274AC32-F586-49C3-88A1-9666DF96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0101263"/>
            <a:ext cx="1276350" cy="190500"/>
          </a:xfrm>
          <a:custGeom xmlns:a="http://schemas.openxmlformats.org/drawingml/2006/main">
            <a:pathLst>
              <a:path w="1276350" h="190500">
                <a:moveTo>
                  <a:pt x="28575" y="0"/>
                </a:moveTo>
                <a:lnTo>
                  <a:pt x="1247775" y="0"/>
                </a:lnTo>
                <a:cubicBezTo>
                  <a:pt x="1263557" y="0"/>
                  <a:pt x="1276350" y="12793"/>
                  <a:pt x="1276350" y="28575"/>
                </a:cubicBezTo>
                <a:lnTo>
                  <a:pt x="1276350" y="161925"/>
                </a:lnTo>
                <a:cubicBezTo>
                  <a:pt x="1276350" y="177707"/>
                  <a:pt x="1263557" y="190500"/>
                  <a:pt x="12477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0" name="Local Reason 3">
            <a:extLst xmlns:a="http://schemas.openxmlformats.org/drawingml/2006/main">
              <a:ext uri="{FF2B5EF4-FFF2-40B4-BE49-F238E27FC236}">
                <a16:creationId xmlns:a16="http://schemas.microsoft.com/office/drawing/2014/main" id="{07958DC3-7950-4F80-884A-8F9E7D60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10120313"/>
            <a:ext cx="12287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Reason 3</a:t>
            </a:r>
          </a:p>
        </p:txBody>
      </p:sp>
      <p:sp>
        <p:nvSpPr>
          <p:cNvPr id="171" name="The road traffic markings&#10;are heavily worn…">
            <a:extLst xmlns:a="http://schemas.openxmlformats.org/drawingml/2006/main">
              <a:ext uri="{FF2B5EF4-FFF2-40B4-BE49-F238E27FC236}">
                <a16:creationId xmlns:a16="http://schemas.microsoft.com/office/drawing/2014/main" id="{4B03C897-CF52-4FC3-A104-96C06C0C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7725" y="10291763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road traffic markings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heavily worn…</a:t>
            </a:r>
          </a:p>
        </p:txBody>
      </p:sp>
      <p:sp>
        <p:nvSpPr>
          <p:cNvPr id="17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3426C09-27F1-4185-852D-96A4E27D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8920163"/>
            <a:ext cx="1800225" cy="1685925"/>
          </a:xfrm>
          <a:custGeom xmlns:a="http://schemas.openxmlformats.org/drawingml/2006/main">
            <a:pathLst>
              <a:path w="1800225" h="1685925">
                <a:moveTo>
                  <a:pt x="57150" y="0"/>
                </a:moveTo>
                <a:lnTo>
                  <a:pt x="1743075" y="0"/>
                </a:lnTo>
                <a:cubicBezTo>
                  <a:pt x="1774638" y="0"/>
                  <a:pt x="1800225" y="25587"/>
                  <a:pt x="1800225" y="57150"/>
                </a:cubicBezTo>
                <a:lnTo>
                  <a:pt x="1800225" y="1628775"/>
                </a:lnTo>
                <a:cubicBezTo>
                  <a:pt x="1800225" y="1660338"/>
                  <a:pt x="1774638" y="1685925"/>
                  <a:pt x="1743075" y="1685925"/>
                </a:cubicBezTo>
                <a:lnTo>
                  <a:pt x="57150" y="1685925"/>
                </a:lnTo>
                <a:cubicBezTo>
                  <a:pt x="25587" y="1685925"/>
                  <a:pt x="0" y="1660338"/>
                  <a:pt x="0" y="16287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DB48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4507AE5-9195-457E-9EFE-5DFD872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8920163"/>
            <a:ext cx="1171575" cy="190500"/>
          </a:xfrm>
          <a:custGeom xmlns:a="http://schemas.openxmlformats.org/drawingml/2006/main">
            <a:pathLst>
              <a:path w="1171575" h="190500">
                <a:moveTo>
                  <a:pt x="28575" y="0"/>
                </a:moveTo>
                <a:lnTo>
                  <a:pt x="1143000" y="0"/>
                </a:lnTo>
                <a:cubicBezTo>
                  <a:pt x="1158782" y="0"/>
                  <a:pt x="1171575" y="12793"/>
                  <a:pt x="1171575" y="28575"/>
                </a:cubicBezTo>
                <a:lnTo>
                  <a:pt x="1171575" y="161925"/>
                </a:lnTo>
                <a:cubicBezTo>
                  <a:pt x="1171575" y="177707"/>
                  <a:pt x="1158782" y="190500"/>
                  <a:pt x="1143000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 xmlns:a="http://schemas.openxmlformats.org/drawingml/2006/main">
            <a:srgbClr val="C98E5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4" name="Global Comment">
            <a:extLst xmlns:a="http://schemas.openxmlformats.org/drawingml/2006/main">
              <a:ext uri="{FF2B5EF4-FFF2-40B4-BE49-F238E27FC236}">
                <a16:creationId xmlns:a16="http://schemas.microsoft.com/office/drawing/2014/main" id="{47B14D9E-EA38-4809-A3E3-07650740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8939213"/>
            <a:ext cx="1114425" cy="195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7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97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Global Comment</a:t>
            </a:r>
          </a:p>
        </p:txBody>
      </p:sp>
      <p:sp>
        <p:nvSpPr>
          <p:cNvPr id="175" name="This scene is not&#10;beautiful. The sky has&#10;many cables obstructing&#10;the view, traffic lights ">
            <a:extLst xmlns:a="http://schemas.openxmlformats.org/drawingml/2006/main">
              <a:ext uri="{FF2B5EF4-FFF2-40B4-BE49-F238E27FC236}">
                <a16:creationId xmlns:a16="http://schemas.microsoft.com/office/drawing/2014/main" id="{10AEA837-EFE9-45B9-B697-60019300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9158288"/>
            <a:ext cx="1695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scene is not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beautiful. The sky has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many cables obstructing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view, traffic lights are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with posters,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the road markings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 unclear. The greenery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 poorly developed.</a:t>
            </a: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BD33F35-1450-4349-9670-AE9212161D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88acba7db439d"/>
          <a:stretch xmlns:a="http://schemas.openxmlformats.org/drawingml/2006/main"/>
        </p:blipFill>
        <p:spPr>
          <a:xfrm xmlns:a="http://schemas.openxmlformats.org/drawingml/2006/main">
            <a:off x="12372975" y="8967788"/>
            <a:ext cx="742950" cy="1733550"/>
          </a:xfrm>
          <a:prstGeom xmlns:a="http://schemas.openxmlformats.org/drawingml/2006/main" prst="rect">
            <a:avLst/>
          </a:prstGeom>
        </p:spPr>
      </p:pic>
      <p:sp>
        <p:nvSpPr>
          <p:cNvPr id="17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C84B857-77D7-4AAB-A041-A951AC7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309813"/>
            <a:ext cx="4800600" cy="447675"/>
          </a:xfrm>
          <a:custGeom xmlns:a="http://schemas.openxmlformats.org/drawingml/2006/main">
            <a:pathLst>
              <a:path w="4800600" h="447675">
                <a:moveTo>
                  <a:pt x="85725" y="0"/>
                </a:moveTo>
                <a:lnTo>
                  <a:pt x="4714875" y="0"/>
                </a:lnTo>
                <a:cubicBezTo>
                  <a:pt x="4762220" y="0"/>
                  <a:pt x="4800600" y="38380"/>
                  <a:pt x="4800600" y="85725"/>
                </a:cubicBezTo>
                <a:lnTo>
                  <a:pt x="4800600" y="361950"/>
                </a:lnTo>
                <a:cubicBezTo>
                  <a:pt x="4800600" y="409295"/>
                  <a:pt x="4762220" y="447675"/>
                  <a:pt x="4714875" y="447675"/>
                </a:cubicBezTo>
                <a:lnTo>
                  <a:pt x="85725" y="447675"/>
                </a:lnTo>
                <a:cubicBezTo>
                  <a:pt x="38380" y="447675"/>
                  <a:pt x="0" y="409295"/>
                  <a:pt x="0" y="361950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8" name="Input:">
            <a:extLst xmlns:a="http://schemas.openxmlformats.org/drawingml/2006/main">
              <a:ext uri="{FF2B5EF4-FFF2-40B4-BE49-F238E27FC236}">
                <a16:creationId xmlns:a16="http://schemas.microsoft.com/office/drawing/2014/main" id="{9262F555-00D9-40C4-ABFA-3520099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5150" y="2424113"/>
            <a:ext cx="7143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Input:</a:t>
            </a:r>
          </a:p>
        </p:txBody>
      </p:sp>
      <p:sp>
        <p:nvSpPr>
          <p:cNvPr id="179" name="Image &amp;">
            <a:extLst xmlns:a="http://schemas.openxmlformats.org/drawingml/2006/main">
              <a:ext uri="{FF2B5EF4-FFF2-40B4-BE49-F238E27FC236}">
                <a16:creationId xmlns:a16="http://schemas.microsoft.com/office/drawing/2014/main" id="{254B704D-FEAD-40C6-9380-F90921A7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0525" y="2424113"/>
            <a:ext cx="9429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&amp;</a:t>
            </a:r>
          </a:p>
        </p:txBody>
      </p:sp>
      <p:sp>
        <p:nvSpPr>
          <p:cNvPr id="180" name="Question">
            <a:extLst xmlns:a="http://schemas.openxmlformats.org/drawingml/2006/main">
              <a:ext uri="{FF2B5EF4-FFF2-40B4-BE49-F238E27FC236}">
                <a16:creationId xmlns:a16="http://schemas.microsoft.com/office/drawing/2014/main" id="{9D5E775A-4300-408F-A326-2BA39FCA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25" y="2424113"/>
            <a:ext cx="14382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06CA6B2-7924-413E-A047-4B8A831D8A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3f7ff1c74488d"/>
          <a:stretch xmlns:a="http://schemas.openxmlformats.org/drawingml/2006/main"/>
        </p:blipFill>
        <p:spPr>
          <a:xfrm xmlns:a="http://schemas.openxmlformats.org/drawingml/2006/main">
            <a:off x="15306675" y="2405063"/>
            <a:ext cx="295275" cy="238125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28734DC-43E9-4D45-8254-4AFF067BC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f91d9b00b458e"/>
          <a:stretch xmlns:a="http://schemas.openxmlformats.org/drawingml/2006/main"/>
        </p:blipFill>
        <p:spPr>
          <a:xfrm xmlns:a="http://schemas.openxmlformats.org/drawingml/2006/main">
            <a:off x="16649700" y="2405063"/>
            <a:ext cx="285750" cy="238125"/>
          </a:xfrm>
          <a:prstGeom xmlns:a="http://schemas.openxmlformats.org/drawingml/2006/main" prst="rect">
            <a:avLst/>
          </a:prstGeom>
        </p:spPr>
      </p:pic>
      <p:sp>
        <p:nvSpPr>
          <p:cNvPr id="183" name="LLMs">
            <a:extLst xmlns:a="http://schemas.openxmlformats.org/drawingml/2006/main">
              <a:ext uri="{FF2B5EF4-FFF2-40B4-BE49-F238E27FC236}">
                <a16:creationId xmlns:a16="http://schemas.microsoft.com/office/drawing/2014/main" id="{1D16B571-1251-4B6C-A76D-D64DDD7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35125" y="3043238"/>
            <a:ext cx="9810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LLMs</a:t>
            </a:r>
          </a:p>
        </p:txBody>
      </p:sp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068F919-524A-4FF9-9549-6D5E8C917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07b3d12b54062"/>
          <a:stretch xmlns:a="http://schemas.openxmlformats.org/drawingml/2006/main"/>
        </p:blipFill>
        <p:spPr>
          <a:xfrm xmlns:a="http://schemas.openxmlformats.org/drawingml/2006/main">
            <a:off x="15049500" y="2805113"/>
            <a:ext cx="2438400" cy="695325"/>
          </a:xfrm>
          <a:prstGeom xmlns:a="http://schemas.openxmlformats.org/drawingml/2006/main" prst="rect">
            <a:avLst/>
          </a:prstGeom>
        </p:spPr>
      </p:pic>
      <p:sp>
        <p:nvSpPr>
          <p:cNvPr id="18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93E3BB4B-4B88-4D0D-BB3C-6643D1F3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509963"/>
            <a:ext cx="4800600" cy="457200"/>
          </a:xfrm>
          <a:custGeom xmlns:a="http://schemas.openxmlformats.org/drawingml/2006/main">
            <a:pathLst>
              <a:path w="4800600" h="457200">
                <a:moveTo>
                  <a:pt x="85725" y="0"/>
                </a:moveTo>
                <a:lnTo>
                  <a:pt x="4714875" y="0"/>
                </a:lnTo>
                <a:cubicBezTo>
                  <a:pt x="4762220" y="0"/>
                  <a:pt x="4800600" y="38380"/>
                  <a:pt x="4800600" y="85725"/>
                </a:cubicBezTo>
                <a:lnTo>
                  <a:pt x="4800600" y="371475"/>
                </a:lnTo>
                <a:cubicBezTo>
                  <a:pt x="4800600" y="418820"/>
                  <a:pt x="4762220" y="457200"/>
                  <a:pt x="4714875" y="457200"/>
                </a:cubicBezTo>
                <a:lnTo>
                  <a:pt x="85725" y="457200"/>
                </a:lnTo>
                <a:cubicBezTo>
                  <a:pt x="38380" y="457200"/>
                  <a:pt x="0" y="418820"/>
                  <a:pt x="0" y="37147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6" name="Output:">
            <a:extLst xmlns:a="http://schemas.openxmlformats.org/drawingml/2006/main">
              <a:ext uri="{FF2B5EF4-FFF2-40B4-BE49-F238E27FC236}">
                <a16:creationId xmlns:a16="http://schemas.microsoft.com/office/drawing/2014/main" id="{EE9FC226-AEB0-4BF6-BE37-587A335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3225" y="3633788"/>
            <a:ext cx="9048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Output:</a:t>
            </a:r>
          </a:p>
        </p:txBody>
      </p:sp>
      <p:sp>
        <p:nvSpPr>
          <p:cNvPr id="187" name="Answer &amp;">
            <a:extLst xmlns:a="http://schemas.openxmlformats.org/drawingml/2006/main">
              <a:ext uri="{FF2B5EF4-FFF2-40B4-BE49-F238E27FC236}">
                <a16:creationId xmlns:a16="http://schemas.microsoft.com/office/drawing/2014/main" id="{B999A21D-2AB9-4EDD-B2A4-32224D6E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49575" y="3633788"/>
            <a:ext cx="1019175" cy="333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 &amp;</a:t>
            </a:r>
          </a:p>
        </p:txBody>
      </p:sp>
      <p:sp>
        <p:nvSpPr>
          <p:cNvPr id="188" name="Analysis">
            <a:extLst xmlns:a="http://schemas.openxmlformats.org/drawingml/2006/main">
              <a:ext uri="{FF2B5EF4-FFF2-40B4-BE49-F238E27FC236}">
                <a16:creationId xmlns:a16="http://schemas.microsoft.com/office/drawing/2014/main" id="{DDF1F1AF-54F9-4FA2-9BE8-E5DF1901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21175" y="3633788"/>
            <a:ext cx="1362075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E6879F6-9D5E-45B4-A2E0-D0D2E4223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fe2cdbc404c85"/>
          <a:stretch xmlns:a="http://schemas.openxmlformats.org/drawingml/2006/main"/>
        </p:blipFill>
        <p:spPr>
          <a:xfrm xmlns:a="http://schemas.openxmlformats.org/drawingml/2006/main">
            <a:off x="15325725" y="3595688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90FF6B9-AEDE-4C19-BC00-6D13390D2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2019332b143b9"/>
          <a:stretch xmlns:a="http://schemas.openxmlformats.org/drawingml/2006/main"/>
        </p:blipFill>
        <p:spPr>
          <a:xfrm xmlns:a="http://schemas.openxmlformats.org/drawingml/2006/main">
            <a:off x="16697325" y="3595688"/>
            <a:ext cx="295275" cy="304800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5F81B72-20EA-4C18-8DBB-C1782A550E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44ec3ea58455d"/>
          <a:stretch xmlns:a="http://schemas.openxmlformats.org/drawingml/2006/main"/>
        </p:blipFill>
        <p:spPr>
          <a:xfrm xmlns:a="http://schemas.openxmlformats.org/drawingml/2006/main">
            <a:off x="13449300" y="4271963"/>
            <a:ext cx="2724150" cy="1333500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C73E46F-FB6A-4335-B9A0-A607B31FF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58a09020a4b1d"/>
          <a:stretch xmlns:a="http://schemas.openxmlformats.org/drawingml/2006/main"/>
        </p:blipFill>
        <p:spPr>
          <a:xfrm xmlns:a="http://schemas.openxmlformats.org/drawingml/2006/main">
            <a:off x="16325850" y="4271963"/>
            <a:ext cx="2438400" cy="1333500"/>
          </a:xfrm>
          <a:prstGeom xmlns:a="http://schemas.openxmlformats.org/drawingml/2006/main" prst="rect">
            <a:avLst/>
          </a:prstGeom>
        </p:spPr>
      </p:pic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0AF1D8A-5591-431C-AFA0-B84FEB5841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f8009b4d9465d"/>
          <a:stretch xmlns:a="http://schemas.openxmlformats.org/drawingml/2006/main"/>
        </p:blipFill>
        <p:spPr>
          <a:xfrm xmlns:a="http://schemas.openxmlformats.org/drawingml/2006/main">
            <a:off x="13458825" y="7158038"/>
            <a:ext cx="2343150" cy="1247775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02FBE484-D52D-4207-BCCB-E5CC274F5A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d3daf776e416e"/>
          <a:stretch xmlns:a="http://schemas.openxmlformats.org/drawingml/2006/main"/>
        </p:blipFill>
        <p:spPr>
          <a:xfrm xmlns:a="http://schemas.openxmlformats.org/drawingml/2006/main">
            <a:off x="16002000" y="7158038"/>
            <a:ext cx="2762250" cy="1247775"/>
          </a:xfrm>
          <a:prstGeom xmlns:a="http://schemas.openxmlformats.org/drawingml/2006/main" prst="rect">
            <a:avLst/>
          </a:prstGeom>
        </p:spPr>
      </p:pic>
      <p:sp>
        <p:nvSpPr>
          <p:cNvPr id="19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63798A99-D116-46E8-9C93-3A171DB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719763"/>
            <a:ext cx="5305425" cy="800100"/>
          </a:xfrm>
          <a:custGeom xmlns:a="http://schemas.openxmlformats.org/drawingml/2006/main">
            <a:pathLst>
              <a:path w="5305425" h="800100">
                <a:moveTo>
                  <a:pt x="95250" y="0"/>
                </a:moveTo>
                <a:lnTo>
                  <a:pt x="5210175" y="0"/>
                </a:lnTo>
                <a:cubicBezTo>
                  <a:pt x="5262780" y="0"/>
                  <a:pt x="5305425" y="42645"/>
                  <a:pt x="5305425" y="95250"/>
                </a:cubicBezTo>
                <a:lnTo>
                  <a:pt x="5305425" y="704850"/>
                </a:lnTo>
                <a:cubicBezTo>
                  <a:pt x="5305425" y="757455"/>
                  <a:pt x="5262780" y="800100"/>
                  <a:pt x="5210175" y="800100"/>
                </a:cubicBezTo>
                <a:lnTo>
                  <a:pt x="95250" y="800100"/>
                </a:lnTo>
                <a:cubicBezTo>
                  <a:pt x="42645" y="800100"/>
                  <a:pt x="0" y="757455"/>
                  <a:pt x="0" y="7048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6" name="Question: Determine whether two images are from the">
            <a:extLst xmlns:a="http://schemas.openxmlformats.org/drawingml/2006/main">
              <a:ext uri="{FF2B5EF4-FFF2-40B4-BE49-F238E27FC236}">
                <a16:creationId xmlns:a16="http://schemas.microsoft.com/office/drawing/2014/main" id="{1C157E82-36DA-4192-8897-AAB2684E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5824538"/>
            <a:ext cx="5029200" cy="293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4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Question: Determine whether two images are from the</a:t>
            </a:r>
          </a:p>
        </p:txBody>
      </p:sp>
      <p:sp>
        <p:nvSpPr>
          <p:cNvPr id="197" name="same location.">
            <a:extLst xmlns:a="http://schemas.openxmlformats.org/drawingml/2006/main">
              <a:ext uri="{FF2B5EF4-FFF2-40B4-BE49-F238E27FC236}">
                <a16:creationId xmlns:a16="http://schemas.microsoft.com/office/drawing/2014/main" id="{0958CCD9-8B4A-48AC-AE0B-89BEC454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6053138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location.</a:t>
            </a:r>
          </a:p>
        </p:txBody>
      </p:sp>
      <p:sp>
        <p:nvSpPr>
          <p:cNvPr id="198" name="(A) Yes (B) No">
            <a:extLst xmlns:a="http://schemas.openxmlformats.org/drawingml/2006/main">
              <a:ext uri="{FF2B5EF4-FFF2-40B4-BE49-F238E27FC236}">
                <a16:creationId xmlns:a16="http://schemas.microsoft.com/office/drawing/2014/main" id="{4A41E2BA-3D52-4ACB-9193-07E35D6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7900" y="6281738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Yes (B) No</a:t>
            </a:r>
          </a:p>
        </p:txBody>
      </p:sp>
      <p:sp>
        <p:nvSpPr>
          <p:cNvPr id="19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75E8E0AC-BC73-45D5-A4BD-99044D9C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6615113"/>
            <a:ext cx="1552575" cy="381000"/>
          </a:xfrm>
          <a:custGeom xmlns:a="http://schemas.openxmlformats.org/drawingml/2006/main">
            <a:pathLst>
              <a:path w="1552575" h="381000">
                <a:moveTo>
                  <a:pt x="190500" y="0"/>
                </a:moveTo>
                <a:lnTo>
                  <a:pt x="1362075" y="0"/>
                </a:lnTo>
                <a:cubicBezTo>
                  <a:pt x="1467285" y="0"/>
                  <a:pt x="1552575" y="85290"/>
                  <a:pt x="1552575" y="190500"/>
                </a:cubicBezTo>
                <a:lnTo>
                  <a:pt x="1552575" y="190500"/>
                </a:lnTo>
                <a:cubicBezTo>
                  <a:pt x="1552575" y="295710"/>
                  <a:pt x="1467285" y="381000"/>
                  <a:pt x="13620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977357E-5625-493A-8752-BDDE57978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40f8d86364ee7"/>
          <a:stretch xmlns:a="http://schemas.openxmlformats.org/drawingml/2006/main"/>
        </p:blipFill>
        <p:spPr>
          <a:xfrm xmlns:a="http://schemas.openxmlformats.org/drawingml/2006/main">
            <a:off x="13458825" y="661511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01" name="Answer: A">
            <a:extLst xmlns:a="http://schemas.openxmlformats.org/drawingml/2006/main">
              <a:ext uri="{FF2B5EF4-FFF2-40B4-BE49-F238E27FC236}">
                <a16:creationId xmlns:a16="http://schemas.microsoft.com/office/drawing/2014/main" id="{913BB2CA-6043-481D-81CD-DA9EA0FB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6691313"/>
            <a:ext cx="1057275" cy="3015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Answer: A</a:t>
            </a:r>
          </a:p>
        </p:txBody>
      </p:sp>
      <p:sp>
        <p:nvSpPr>
          <p:cNvPr id="202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9A9B54C-C8F5-4DBD-9F90-51AB17A2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6615113"/>
            <a:ext cx="1962150" cy="381000"/>
          </a:xfrm>
          <a:custGeom xmlns:a="http://schemas.openxmlformats.org/drawingml/2006/main">
            <a:pathLst>
              <a:path w="1962150" h="381000">
                <a:moveTo>
                  <a:pt x="190500" y="0"/>
                </a:moveTo>
                <a:lnTo>
                  <a:pt x="1771650" y="0"/>
                </a:lnTo>
                <a:cubicBezTo>
                  <a:pt x="1876860" y="0"/>
                  <a:pt x="1962150" y="85290"/>
                  <a:pt x="1962150" y="190500"/>
                </a:cubicBezTo>
                <a:lnTo>
                  <a:pt x="1962150" y="190500"/>
                </a:lnTo>
                <a:cubicBezTo>
                  <a:pt x="1962150" y="295710"/>
                  <a:pt x="1876860" y="381000"/>
                  <a:pt x="177165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80036DF-7177-4A18-BD42-3EBF9A2B1B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564dcd1fc45df"/>
          <a:stretch xmlns:a="http://schemas.openxmlformats.org/drawingml/2006/main"/>
        </p:blipFill>
        <p:spPr>
          <a:xfrm xmlns:a="http://schemas.openxmlformats.org/drawingml/2006/main">
            <a:off x="15106650" y="661511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04" name="Ground Truth: B">
            <a:extLst xmlns:a="http://schemas.openxmlformats.org/drawingml/2006/main">
              <a:ext uri="{FF2B5EF4-FFF2-40B4-BE49-F238E27FC236}">
                <a16:creationId xmlns:a16="http://schemas.microsoft.com/office/drawing/2014/main" id="{CDA9D7A6-4A5C-487C-AD1B-3910BCD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7175" y="6691313"/>
            <a:ext cx="1466850" cy="26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 Truth: B</a:t>
            </a:r>
          </a:p>
        </p:txBody>
      </p:sp>
      <p:sp>
        <p:nvSpPr>
          <p:cNvPr id="20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328B5E48-677F-4EDF-AD2D-DEBA6C2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6615113"/>
            <a:ext cx="1066800" cy="381000"/>
          </a:xfrm>
          <a:custGeom xmlns:a="http://schemas.openxmlformats.org/drawingml/2006/main">
            <a:pathLst>
              <a:path w="1066800" h="381000">
                <a:moveTo>
                  <a:pt x="190500" y="0"/>
                </a:moveTo>
                <a:lnTo>
                  <a:pt x="876300" y="0"/>
                </a:lnTo>
                <a:cubicBezTo>
                  <a:pt x="981510" y="0"/>
                  <a:pt x="1066800" y="85290"/>
                  <a:pt x="1066800" y="190500"/>
                </a:cubicBezTo>
                <a:lnTo>
                  <a:pt x="1066800" y="190500"/>
                </a:lnTo>
                <a:cubicBezTo>
                  <a:pt x="1066800" y="295710"/>
                  <a:pt x="981510" y="381000"/>
                  <a:pt x="8763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FF595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6" name="Error">
            <a:extLst xmlns:a="http://schemas.openxmlformats.org/drawingml/2006/main">
              <a:ext uri="{FF2B5EF4-FFF2-40B4-BE49-F238E27FC236}">
                <a16:creationId xmlns:a16="http://schemas.microsoft.com/office/drawing/2014/main" id="{80CEB565-1E36-4AD7-B24E-CF08287B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2700" y="6691313"/>
            <a:ext cx="885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20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7110CB9-6E76-43C8-AB39-0B7E0917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615113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solidFill xmlns:a="http://schemas.openxmlformats.org/drawingml/2006/main">
            <a:srgbClr val="FF595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8" name="×">
            <a:extLst xmlns:a="http://schemas.openxmlformats.org/drawingml/2006/main">
              <a:ext uri="{FF2B5EF4-FFF2-40B4-BE49-F238E27FC236}">
                <a16:creationId xmlns:a16="http://schemas.microsoft.com/office/drawing/2014/main" id="{59A73ECD-04CD-42ED-894E-96934544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6624638"/>
            <a:ext cx="276225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09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5F031B43-F647-4FCF-8428-4F6E3D3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8501063"/>
            <a:ext cx="5305425" cy="1733550"/>
          </a:xfrm>
          <a:custGeom xmlns:a="http://schemas.openxmlformats.org/drawingml/2006/main">
            <a:pathLst>
              <a:path w="5305425" h="1733550">
                <a:moveTo>
                  <a:pt x="95250" y="0"/>
                </a:moveTo>
                <a:lnTo>
                  <a:pt x="5210175" y="0"/>
                </a:lnTo>
                <a:cubicBezTo>
                  <a:pt x="5262780" y="0"/>
                  <a:pt x="5305425" y="42645"/>
                  <a:pt x="5305425" y="95250"/>
                </a:cubicBezTo>
                <a:lnTo>
                  <a:pt x="5305425" y="1638300"/>
                </a:lnTo>
                <a:cubicBezTo>
                  <a:pt x="5305425" y="1690905"/>
                  <a:pt x="5262780" y="1733550"/>
                  <a:pt x="5210175" y="1733550"/>
                </a:cubicBezTo>
                <a:lnTo>
                  <a:pt x="95250" y="1733550"/>
                </a:lnTo>
                <a:cubicBezTo>
                  <a:pt x="42645" y="1733550"/>
                  <a:pt x="0" y="1690905"/>
                  <a:pt x="0" y="16383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0" name="Question: Which category best describes the change">
            <a:extLst xmlns:a="http://schemas.openxmlformats.org/drawingml/2006/main">
              <a:ext uri="{FF2B5EF4-FFF2-40B4-BE49-F238E27FC236}">
                <a16:creationId xmlns:a16="http://schemas.microsoft.com/office/drawing/2014/main" id="{3A32D347-D6DF-44D3-9CE0-7D1F1BC6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8596313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Question: Which category best describes the change</a:t>
            </a:r>
          </a:p>
        </p:txBody>
      </p:sp>
      <p:sp>
        <p:nvSpPr>
          <p:cNvPr id="211" name="between the two time periods?">
            <a:extLst xmlns:a="http://schemas.openxmlformats.org/drawingml/2006/main">
              <a:ext uri="{FF2B5EF4-FFF2-40B4-BE49-F238E27FC236}">
                <a16:creationId xmlns:a16="http://schemas.microsoft.com/office/drawing/2014/main" id="{60E74D7A-A5FF-40F2-934F-FB92BB2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8824913"/>
            <a:ext cx="50292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between the two time periods?</a:t>
            </a:r>
          </a:p>
        </p:txBody>
      </p:sp>
      <p:sp>
        <p:nvSpPr>
          <p:cNvPr id="212" name="(A)">
            <a:extLst xmlns:a="http://schemas.openxmlformats.org/drawingml/2006/main">
              <a:ext uri="{FF2B5EF4-FFF2-40B4-BE49-F238E27FC236}">
                <a16:creationId xmlns:a16="http://schemas.microsoft.com/office/drawing/2014/main" id="{A4A92018-D3D3-4741-993E-ADDE6095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9053513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(A)</a:t>
            </a:r>
          </a:p>
        </p:txBody>
      </p:sp>
      <p:pic>
        <p:nvPic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7FA9BD8-2799-4DC6-B7D4-24A9CDADE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4beb8c9a64d64"/>
          <a:stretch xmlns:a="http://schemas.openxmlformats.org/drawingml/2006/main"/>
        </p:blipFill>
        <p:spPr>
          <a:xfrm xmlns:a="http://schemas.openxmlformats.org/drawingml/2006/main">
            <a:off x="13963650" y="9005888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14" name="Road Change">
            <a:extLst xmlns:a="http://schemas.openxmlformats.org/drawingml/2006/main">
              <a:ext uri="{FF2B5EF4-FFF2-40B4-BE49-F238E27FC236}">
                <a16:creationId xmlns:a16="http://schemas.microsoft.com/office/drawing/2014/main" id="{93247557-5EB0-4767-AB6E-A1BD5603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9053513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Change</a:t>
            </a:r>
          </a:p>
        </p:txBody>
      </p:sp>
      <p:sp>
        <p:nvSpPr>
          <p:cNvPr id="215" name="(B)">
            <a:extLst xmlns:a="http://schemas.openxmlformats.org/drawingml/2006/main">
              <a:ext uri="{FF2B5EF4-FFF2-40B4-BE49-F238E27FC236}">
                <a16:creationId xmlns:a16="http://schemas.microsoft.com/office/drawing/2014/main" id="{1880DBF4-13C6-4717-A841-C3ACC96B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9282113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(B)</a:t>
            </a:r>
          </a:p>
        </p:txBody>
      </p:sp>
      <p:pic>
        <p:nvPic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CB76071-D38C-4BAC-9217-ACD9E7F242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5e1234c0e4028"/>
          <a:stretch xmlns:a="http://schemas.openxmlformats.org/drawingml/2006/main"/>
        </p:blipFill>
        <p:spPr>
          <a:xfrm xmlns:a="http://schemas.openxmlformats.org/drawingml/2006/main">
            <a:off x="13963650" y="9234488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17" name="Building Façade Change">
            <a:extLst xmlns:a="http://schemas.openxmlformats.org/drawingml/2006/main">
              <a:ext uri="{FF2B5EF4-FFF2-40B4-BE49-F238E27FC236}">
                <a16:creationId xmlns:a16="http://schemas.microsoft.com/office/drawing/2014/main" id="{F3E28F6C-9502-45B6-B7F0-4BFD926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9282113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Façade Change</a:t>
            </a:r>
          </a:p>
        </p:txBody>
      </p:sp>
      <p:sp>
        <p:nvSpPr>
          <p:cNvPr id="218" name="(C)">
            <a:extLst xmlns:a="http://schemas.openxmlformats.org/drawingml/2006/main">
              <a:ext uri="{FF2B5EF4-FFF2-40B4-BE49-F238E27FC236}">
                <a16:creationId xmlns:a16="http://schemas.microsoft.com/office/drawing/2014/main" id="{2307C0C8-8033-4B51-8AE6-49562C3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9510713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(C)</a:t>
            </a:r>
          </a:p>
        </p:txBody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DB18F7B-A828-4C29-AF04-56A918200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f1c1610e747c6"/>
          <a:stretch xmlns:a="http://schemas.openxmlformats.org/drawingml/2006/main"/>
        </p:blipFill>
        <p:spPr>
          <a:xfrm xmlns:a="http://schemas.openxmlformats.org/drawingml/2006/main">
            <a:off x="13963650" y="9463088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0" name="Building Presence Change">
            <a:extLst xmlns:a="http://schemas.openxmlformats.org/drawingml/2006/main">
              <a:ext uri="{FF2B5EF4-FFF2-40B4-BE49-F238E27FC236}">
                <a16:creationId xmlns:a16="http://schemas.microsoft.com/office/drawing/2014/main" id="{F10B1780-3B0E-406C-AC13-DC454067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9510713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Building Presence Change</a:t>
            </a:r>
          </a:p>
        </p:txBody>
      </p:sp>
      <p:sp>
        <p:nvSpPr>
          <p:cNvPr id="221" name="(D)">
            <a:extLst xmlns:a="http://schemas.openxmlformats.org/drawingml/2006/main">
              <a:ext uri="{FF2B5EF4-FFF2-40B4-BE49-F238E27FC236}">
                <a16:creationId xmlns:a16="http://schemas.microsoft.com/office/drawing/2014/main" id="{3984BDD7-38CF-4BAA-A8C2-BA70BA10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9739313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(D)</a:t>
            </a:r>
          </a:p>
        </p:txBody>
      </p:sp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B14DF44-DD65-4445-B60B-42A60C030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6b07a43c4964"/>
          <a:stretch xmlns:a="http://schemas.openxmlformats.org/drawingml/2006/main"/>
        </p:blipFill>
        <p:spPr>
          <a:xfrm xmlns:a="http://schemas.openxmlformats.org/drawingml/2006/main">
            <a:off x="13963650" y="9691688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3" name="Vegetation Change">
            <a:extLst xmlns:a="http://schemas.openxmlformats.org/drawingml/2006/main">
              <a:ext uri="{FF2B5EF4-FFF2-40B4-BE49-F238E27FC236}">
                <a16:creationId xmlns:a16="http://schemas.microsoft.com/office/drawing/2014/main" id="{C107BF99-A190-4886-9AB4-88590D6E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9739313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Vegetation Change</a:t>
            </a:r>
          </a:p>
        </p:txBody>
      </p:sp>
      <p:sp>
        <p:nvSpPr>
          <p:cNvPr id="224" name="(E)">
            <a:extLst xmlns:a="http://schemas.openxmlformats.org/drawingml/2006/main">
              <a:ext uri="{FF2B5EF4-FFF2-40B4-BE49-F238E27FC236}">
                <a16:creationId xmlns:a16="http://schemas.microsoft.com/office/drawing/2014/main" id="{AFB9421F-CC6C-473E-97B6-CBD9F6C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8850" y="9967913"/>
            <a:ext cx="295275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(E)</a:t>
            </a:r>
          </a:p>
        </p:txBody>
      </p:sp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9CFE75F-3BFB-48B5-A683-CA8809D8E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a54a16c74411"/>
          <a:stretch xmlns:a="http://schemas.openxmlformats.org/drawingml/2006/main"/>
        </p:blipFill>
        <p:spPr>
          <a:xfrm xmlns:a="http://schemas.openxmlformats.org/drawingml/2006/main">
            <a:off x="13963650" y="9920288"/>
            <a:ext cx="219075" cy="228600"/>
          </a:xfrm>
          <a:prstGeom xmlns:a="http://schemas.openxmlformats.org/drawingml/2006/main" prst="rect">
            <a:avLst/>
          </a:prstGeom>
        </p:spPr>
      </p:pic>
      <p:sp>
        <p:nvSpPr>
          <p:cNvPr id="226" name="Mobility-Related Change">
            <a:extLst xmlns:a="http://schemas.openxmlformats.org/drawingml/2006/main">
              <a:ext uri="{FF2B5EF4-FFF2-40B4-BE49-F238E27FC236}">
                <a16:creationId xmlns:a16="http://schemas.microsoft.com/office/drawing/2014/main" id="{C002A52B-51C8-40D3-8D32-59BC2D3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1300" y="9967913"/>
            <a:ext cx="44767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Mobility-Related Change</a:t>
            </a:r>
          </a:p>
        </p:txBody>
      </p:sp>
      <p:sp>
        <p:nvSpPr>
          <p:cNvPr id="227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BF1A6483-7C9C-4379-A532-34232986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10339388"/>
            <a:ext cx="1552575" cy="381000"/>
          </a:xfrm>
          <a:custGeom xmlns:a="http://schemas.openxmlformats.org/drawingml/2006/main">
            <a:pathLst>
              <a:path w="1552575" h="381000">
                <a:moveTo>
                  <a:pt x="190500" y="0"/>
                </a:moveTo>
                <a:lnTo>
                  <a:pt x="1362075" y="0"/>
                </a:lnTo>
                <a:cubicBezTo>
                  <a:pt x="1467285" y="0"/>
                  <a:pt x="1552575" y="85290"/>
                  <a:pt x="1552575" y="190500"/>
                </a:cubicBezTo>
                <a:lnTo>
                  <a:pt x="1552575" y="190500"/>
                </a:lnTo>
                <a:cubicBezTo>
                  <a:pt x="1552575" y="295710"/>
                  <a:pt x="1467285" y="381000"/>
                  <a:pt x="1362075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A6B4C86-044B-42B7-BAC1-AA916B0FD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da96e70684503"/>
          <a:stretch xmlns:a="http://schemas.openxmlformats.org/drawingml/2006/main"/>
        </p:blipFill>
        <p:spPr>
          <a:xfrm xmlns:a="http://schemas.openxmlformats.org/drawingml/2006/main">
            <a:off x="13458825" y="10339388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29" name="Answer: B">
            <a:extLst xmlns:a="http://schemas.openxmlformats.org/drawingml/2006/main">
              <a:ext uri="{FF2B5EF4-FFF2-40B4-BE49-F238E27FC236}">
                <a16:creationId xmlns:a16="http://schemas.microsoft.com/office/drawing/2014/main" id="{D3EC17FB-CB88-4889-94ED-91944271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77925" y="10415588"/>
            <a:ext cx="1057275" cy="299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8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Answer: B</a:t>
            </a:r>
          </a:p>
        </p:txBody>
      </p:sp>
      <p:sp>
        <p:nvSpPr>
          <p:cNvPr id="230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8418C0E7-15E0-4952-9A4A-8A522FEA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10339388"/>
            <a:ext cx="1962150" cy="381000"/>
          </a:xfrm>
          <a:custGeom xmlns:a="http://schemas.openxmlformats.org/drawingml/2006/main">
            <a:pathLst>
              <a:path w="1962150" h="381000">
                <a:moveTo>
                  <a:pt x="190500" y="0"/>
                </a:moveTo>
                <a:lnTo>
                  <a:pt x="1771650" y="0"/>
                </a:lnTo>
                <a:cubicBezTo>
                  <a:pt x="1876860" y="0"/>
                  <a:pt x="1962150" y="85290"/>
                  <a:pt x="1962150" y="190500"/>
                </a:cubicBezTo>
                <a:lnTo>
                  <a:pt x="1962150" y="190500"/>
                </a:lnTo>
                <a:cubicBezTo>
                  <a:pt x="1962150" y="295710"/>
                  <a:pt x="1876860" y="381000"/>
                  <a:pt x="177165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1B198"/>
          </a:solidFill>
          <a:ln xmlns:a="http://schemas.openxmlformats.org/drawingml/2006/main" w="9525">
            <a:noFill/>
            <a:prstDash val="solid"/>
          </a:ln>
        </p:spPr>
      </p:sp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EF07691-88D9-46BF-BCFF-7B50E8621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fc09626804a39"/>
          <a:stretch xmlns:a="http://schemas.openxmlformats.org/drawingml/2006/main"/>
        </p:blipFill>
        <p:spPr>
          <a:xfrm xmlns:a="http://schemas.openxmlformats.org/drawingml/2006/main">
            <a:off x="15106650" y="10339388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232" name="Ground Truth: B">
            <a:extLst xmlns:a="http://schemas.openxmlformats.org/drawingml/2006/main">
              <a:ext uri="{FF2B5EF4-FFF2-40B4-BE49-F238E27FC236}">
                <a16:creationId xmlns:a16="http://schemas.microsoft.com/office/drawing/2014/main" id="{9221BBAC-FFD1-4E3E-8FAA-2BA95AA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97175" y="10415588"/>
            <a:ext cx="1466850" cy="265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Ground Truth: B</a:t>
            </a:r>
          </a:p>
        </p:txBody>
      </p:sp>
      <p:sp>
        <p:nvSpPr>
          <p:cNvPr id="233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44BB8519-50B1-45CC-8A51-D9E01497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7925" y="10339388"/>
            <a:ext cx="1066800" cy="381000"/>
          </a:xfrm>
          <a:custGeom xmlns:a="http://schemas.openxmlformats.org/drawingml/2006/main">
            <a:pathLst>
              <a:path w="1066800" h="381000">
                <a:moveTo>
                  <a:pt x="190500" y="0"/>
                </a:moveTo>
                <a:lnTo>
                  <a:pt x="876300" y="0"/>
                </a:lnTo>
                <a:cubicBezTo>
                  <a:pt x="981510" y="0"/>
                  <a:pt x="1066800" y="85290"/>
                  <a:pt x="1066800" y="190500"/>
                </a:cubicBezTo>
                <a:lnTo>
                  <a:pt x="1066800" y="190500"/>
                </a:lnTo>
                <a:cubicBezTo>
                  <a:pt x="1066800" y="295710"/>
                  <a:pt x="981510" y="381000"/>
                  <a:pt x="876300" y="381000"/>
                </a:cubicBezTo>
                <a:lnTo>
                  <a:pt x="190500" y="381000"/>
                </a:lnTo>
                <a:cubicBezTo>
                  <a:pt x="85290" y="381000"/>
                  <a:pt x="0" y="295710"/>
                  <a:pt x="0" y="1905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FB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4" name="Correct">
            <a:extLst xmlns:a="http://schemas.openxmlformats.org/drawingml/2006/main">
              <a:ext uri="{FF2B5EF4-FFF2-40B4-BE49-F238E27FC236}">
                <a16:creationId xmlns:a16="http://schemas.microsoft.com/office/drawing/2014/main" id="{F3C5FBA3-8D48-46F2-AEE5-4B5B3E0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92700" y="10415588"/>
            <a:ext cx="88582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235" name="native diagram geometry">
            <a:extLst xmlns:a="http://schemas.openxmlformats.org/drawingml/2006/main">
              <a:ext uri="{FF2B5EF4-FFF2-40B4-BE49-F238E27FC236}">
                <a16:creationId xmlns:a16="http://schemas.microsoft.com/office/drawing/2014/main" id="{1975B20F-F53F-449F-A538-765D9A8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10339388"/>
            <a:ext cx="381000" cy="381000"/>
          </a:xfrm>
          <a:custGeom xmlns:a="http://schemas.openxmlformats.org/drawingml/2006/main">
            <a:pathLst>
              <a:path w="381000" h="381000">
                <a:moveTo>
                  <a:pt x="381000" y="190500"/>
                </a:moveTo>
                <a:cubicBezTo>
                  <a:pt x="381000" y="295710"/>
                  <a:pt x="295710" y="381000"/>
                  <a:pt x="190500" y="381000"/>
                </a:cubicBezTo>
                <a:cubicBezTo>
                  <a:pt x="85290" y="381000"/>
                  <a:pt x="0" y="295710"/>
                  <a:pt x="0" y="190500"/>
                </a:cubicBezTo>
                <a:cubicBezTo>
                  <a:pt x="0" y="85290"/>
                  <a:pt x="85290" y="0"/>
                  <a:pt x="190500" y="0"/>
                </a:cubicBezTo>
                <a:cubicBezTo>
                  <a:pt x="295710" y="0"/>
                  <a:pt x="381000" y="85290"/>
                  <a:pt x="381000" y="190500"/>
                </a:cubicBezTo>
                <a:close/>
              </a:path>
            </a:pathLst>
          </a:custGeom>
          <a:solidFill xmlns:a="http://schemas.openxmlformats.org/drawingml/2006/main">
            <a:srgbClr val="2FB68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6" name="✓">
            <a:extLst xmlns:a="http://schemas.openxmlformats.org/drawingml/2006/main">
              <a:ext uri="{FF2B5EF4-FFF2-40B4-BE49-F238E27FC236}">
                <a16:creationId xmlns:a16="http://schemas.microsoft.com/office/drawing/2014/main" id="{EFCA3270-CBA6-47D3-B32E-FAE09CE4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92625" y="10358438"/>
            <a:ext cx="2857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4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354389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2026-10-18T16:40:53.0940000Z</dcterms:created>
  <dcterms:modified xsi:type="dcterms:W3CDTF">2026-10-18T16:40:53.0940000Z</dcterms:modified>
</coreProperties>
</file>