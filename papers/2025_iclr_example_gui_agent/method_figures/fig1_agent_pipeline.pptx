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51435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914400" y="1859280"/>
            <a:ext cx="7315200" cy="1371600"/>
          </a:xfrm>
          <a:prstGeom prst="rect">
            <a:avLst/>
          </a:prstGeom>
        </p:spPr>
        <p:txBody>
          <a:bodyPr/>
          <a:lstStyle/>
          <a:p>
            <a:r>
              <a:rPr lang="en-US" sz="3600" b="1">
                <a:solidFill>
                  <a:srgbClr val="111827"/>
                </a:solidFill>
              </a:rPr>
              <a:t>Figure 1. Agent Pipeline</a:t>
            </a:r>
          </a:p>
          <a:p>
            <a:r>
              <a:rPr lang="en-US" sz="1800">
                <a:solidFill>
                  <a:srgbClr val="64748B"/>
                </a:solidFill>
              </a:rPr>
              <a:t>PaperFigureAssets placeholder PPT source</a:t>
            </a:r>
          </a:p>
        </p:txBody>
      </p:sp>
    </p:spTree>
  </p:cSld>
  <p:clrMapOvr>
    <a:masterClrMapping/>
  </p:clrMapOvr>
</p:sld>
</file>