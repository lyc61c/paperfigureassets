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5af4b46f8c44131" /><Relationship Type="http://schemas.openxmlformats.org/officeDocument/2006/relationships/extended-properties" Target="/docProps/app.xml" Id="Rfb284e11d77d48b1" /><Relationship Type="http://schemas.openxmlformats.org/officeDocument/2006/relationships/officeDocument" Target="/ppt/presentation.xml" Id="R79c372d379e542e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4978f2d8fc74b1f"/>
  </p:sldMasterIdLst>
  <p:notesMasterIdLst>
    <p:notesMasterId xmlns:r="http://schemas.openxmlformats.org/officeDocument/2006/relationships" r:id="Rc56758bbd82342c3"/>
  </p:notesMasterIdLst>
  <p:sldIdLst>
    <p:sldId xmlns:r="http://schemas.openxmlformats.org/officeDocument/2006/relationships" id="256" r:id="R0126bf0311f348ff"/>
  </p:sldIdLst>
  <p:sldSz cx="18535650" cy="52863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501e2718aba4dc1" /><Relationship Type="http://schemas.openxmlformats.org/officeDocument/2006/relationships/slideMaster" Target="/ppt/slideMasters/slideMaster1.xml" Id="Ra4978f2d8fc74b1f" /><Relationship Type="http://schemas.openxmlformats.org/officeDocument/2006/relationships/notesMaster" Target="/ppt/notesMasters/notesMaster1.xml" Id="Rc56758bbd82342c3" /><Relationship Type="http://schemas.openxmlformats.org/officeDocument/2006/relationships/presProps" Target="/ppt/presProps.xml" Id="R8f2e334c7f0c4d77" /><Relationship Type="http://schemas.openxmlformats.org/officeDocument/2006/relationships/tableStyles" Target="/ppt/tableStyles.xml" Id="R8ee2f5755b9f4343" /><Relationship Type="http://schemas.openxmlformats.org/officeDocument/2006/relationships/slide" Target="/ppt/slides/slide1.xml" Id="R0126bf0311f348f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0ca136a533e45e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bbf3c9b6fb7401d" /><Relationship Type="http://schemas.openxmlformats.org/officeDocument/2006/relationships/notesMaster" Target="/ppt/notesMasters/notesMaster1.xml" Id="R1d65be4639d247e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Figarium editable reconstruction — not author-provided PowerPoint.</a:t>
            </a:r>
          </a:p>
          <a:p xmlns:a="http://schemas.openxmlformats.org/drawingml/2006/main">
            <a:r>
              <a:t>Automated Environment Data Flywheel</a:t>
            </a:r>
          </a:p>
          <a:p xmlns:a="http://schemas.openxmlformats.org/drawingml/2006/main">
            <a:r>
              <a:t>Source: https://arxiv.org/abs/2610.14163v1</a:t>
            </a:r>
          </a:p>
          <a:p xmlns:a="http://schemas.openxmlformats.org/drawingml/2006/main">
            <a:r>
              <a:t>Approved image: fig2_data_flywheel_framework.png; SHA-256: 7920bf71fbf8b24181f7d8f95f92a3eb7bb36cc56f8f779ca727d7744b540c58</a:t>
            </a:r>
          </a:p>
          <a:p xmlns:a="http://schemas.openxmlformats.org/drawingml/2006/main">
            <a:r>
              <a:t>Text and vector paths are native editable PowerPoint objects. Arrow paths are not endpoint-bound connectors; plot paths are not data-bound charts. Photos/screenshots remain independent raster objects (4).</a:t>
            </a:r>
          </a:p>
          <a:p xmlns:a="http://schemas.openxmlformats.org/drawingml/2006/main">
            <a:r>
              <a:t>Font substitution: source PDF families mapped to Arial, Courier New (installed Windows fonts); equations may use Cambria Math. Source crop boundaries are preserved.</a:t>
            </a:r>
          </a:p>
          <a:p xmlns:a="http://schemas.openxmlformats.org/drawingml/2006/main">
            <a:r>
              <a:t>Final-file renderer: Artifact Tool PPTX roundtrip; this is not a PowerPoint application compatibility test.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b2675feac04c1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040297f5a6484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2bb43af6cf4d0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feef0f630840d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407da60a9045c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2ca122af884fa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5FDAE58-82E7-4513-A17B-23EEA5DC39F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53565" y="1997075"/>
            <a:ext cx="14828520" cy="763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7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430237E-3662-498A-A144-B4E13416DD9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780348" y="2907506"/>
            <a:ext cx="12974955" cy="587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61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D776903-4EEA-44AE-B0BE-16578DA4A03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53565" y="2202656"/>
            <a:ext cx="14828520" cy="8810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23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C276DEE-30B5-4F35-8C41-8EA959BF80A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42630" y="411163"/>
            <a:ext cx="16450389" cy="6461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7FE8AA3-1CC2-4021-9E25-249DFF9DEFE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42630" y="1468438"/>
            <a:ext cx="16450389" cy="3289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73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6213" indent="-176212">
              <a:lnSpc>
                <a:spcPct val="110000"/>
              </a:lnSpc>
              <a:spcBef>
                <a:spcPts val="0"/>
              </a:spcBef>
              <a:spcAft>
                <a:spcPts val="925"/>
              </a:spcAft>
              <a:buChar char="•"/>
            </a:lvl1pPr>
            <a:lvl2pPr marL="411163" indent="-176212">
              <a:lnSpc>
                <a:spcPct val="110000"/>
              </a:lnSpc>
              <a:spcBef>
                <a:spcPts val="0"/>
              </a:spcBef>
              <a:spcAft>
                <a:spcPts val="925"/>
              </a:spcAft>
              <a:buChar char="•"/>
            </a:lvl2pPr>
            <a:lvl3pPr marL="646113" indent="-176212">
              <a:lnSpc>
                <a:spcPct val="110000"/>
              </a:lnSpc>
              <a:spcBef>
                <a:spcPts val="0"/>
              </a:spcBef>
              <a:spcAft>
                <a:spcPts val="925"/>
              </a:spcAft>
              <a:buChar char="•"/>
            </a:lvl3pPr>
            <a:lvl4pPr marL="881063" indent="-176212">
              <a:lnSpc>
                <a:spcPct val="110000"/>
              </a:lnSpc>
              <a:spcBef>
                <a:spcPts val="0"/>
              </a:spcBef>
              <a:spcAft>
                <a:spcPts val="925"/>
              </a:spcAft>
              <a:buChar char="•"/>
            </a:lvl4pPr>
            <a:lvl5pPr marL="1116013" indent="-176212">
              <a:lnSpc>
                <a:spcPct val="110000"/>
              </a:lnSpc>
              <a:spcBef>
                <a:spcPts val="0"/>
              </a:spcBef>
              <a:spcAft>
                <a:spcPts val="925"/>
              </a:spcAft>
              <a:buChar char="•"/>
            </a:lvl5pPr>
            <a:lvl6pPr marL="1350963" indent="-176212">
              <a:lnSpc>
                <a:spcPct val="110000"/>
              </a:lnSpc>
              <a:spcBef>
                <a:spcPts val="0"/>
              </a:spcBef>
              <a:spcAft>
                <a:spcPts val="925"/>
              </a:spcAft>
              <a:buChar char="•"/>
            </a:lvl6pPr>
            <a:lvl7pPr marL="1585913" indent="-176212">
              <a:lnSpc>
                <a:spcPct val="110000"/>
              </a:lnSpc>
              <a:spcBef>
                <a:spcPts val="0"/>
              </a:spcBef>
              <a:spcAft>
                <a:spcPts val="925"/>
              </a:spcAft>
              <a:buChar char="•"/>
            </a:lvl7pPr>
            <a:lvl8pPr marL="1820863" indent="-176212">
              <a:lnSpc>
                <a:spcPct val="110000"/>
              </a:lnSpc>
              <a:spcBef>
                <a:spcPts val="0"/>
              </a:spcBef>
              <a:spcAft>
                <a:spcPts val="925"/>
              </a:spcAft>
              <a:buChar char="•"/>
            </a:lvl8pPr>
            <a:lvl9pPr marL="2055813" indent="-176212">
              <a:lnSpc>
                <a:spcPct val="110000"/>
              </a:lnSpc>
              <a:spcBef>
                <a:spcPts val="0"/>
              </a:spcBef>
              <a:spcAft>
                <a:spcPts val="925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8E483EC-08A4-47E4-B558-F3A5AD93B40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42630" y="411163"/>
            <a:ext cx="16450389" cy="6461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CE3A79E-F19A-4AA5-ABD4-0DE3267AAAA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42630" y="1468438"/>
            <a:ext cx="7645956" cy="3289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61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6213" indent="-176212">
              <a:lnSpc>
                <a:spcPct val="110000"/>
              </a:lnSpc>
              <a:spcBef>
                <a:spcPts val="0"/>
              </a:spcBef>
              <a:spcAft>
                <a:spcPts val="925"/>
              </a:spcAft>
              <a:buChar char="•"/>
            </a:lvl1pPr>
            <a:lvl2pPr marL="411163" indent="-176212">
              <a:lnSpc>
                <a:spcPct val="110000"/>
              </a:lnSpc>
              <a:spcBef>
                <a:spcPts val="0"/>
              </a:spcBef>
              <a:spcAft>
                <a:spcPts val="925"/>
              </a:spcAft>
              <a:buChar char="•"/>
            </a:lvl2pPr>
            <a:lvl3pPr marL="646113" indent="-176212">
              <a:lnSpc>
                <a:spcPct val="110000"/>
              </a:lnSpc>
              <a:spcBef>
                <a:spcPts val="0"/>
              </a:spcBef>
              <a:spcAft>
                <a:spcPts val="925"/>
              </a:spcAft>
              <a:buChar char="•"/>
            </a:lvl3pPr>
            <a:lvl4pPr marL="881063" indent="-176212">
              <a:lnSpc>
                <a:spcPct val="110000"/>
              </a:lnSpc>
              <a:spcBef>
                <a:spcPts val="0"/>
              </a:spcBef>
              <a:spcAft>
                <a:spcPts val="925"/>
              </a:spcAft>
              <a:buChar char="•"/>
            </a:lvl4pPr>
            <a:lvl5pPr marL="1116013" indent="-176212">
              <a:lnSpc>
                <a:spcPct val="110000"/>
              </a:lnSpc>
              <a:spcBef>
                <a:spcPts val="0"/>
              </a:spcBef>
              <a:spcAft>
                <a:spcPts val="925"/>
              </a:spcAft>
              <a:buChar char="•"/>
            </a:lvl5pPr>
            <a:lvl6pPr marL="1350963" indent="-176212">
              <a:lnSpc>
                <a:spcPct val="110000"/>
              </a:lnSpc>
              <a:spcBef>
                <a:spcPts val="0"/>
              </a:spcBef>
              <a:spcAft>
                <a:spcPts val="925"/>
              </a:spcAft>
              <a:buChar char="•"/>
            </a:lvl6pPr>
            <a:lvl7pPr marL="1585913" indent="-176212">
              <a:lnSpc>
                <a:spcPct val="110000"/>
              </a:lnSpc>
              <a:spcBef>
                <a:spcPts val="0"/>
              </a:spcBef>
              <a:spcAft>
                <a:spcPts val="925"/>
              </a:spcAft>
              <a:buChar char="•"/>
            </a:lvl7pPr>
            <a:lvl8pPr marL="1820863" indent="-176212">
              <a:lnSpc>
                <a:spcPct val="110000"/>
              </a:lnSpc>
              <a:spcBef>
                <a:spcPts val="0"/>
              </a:spcBef>
              <a:spcAft>
                <a:spcPts val="925"/>
              </a:spcAft>
              <a:buChar char="•"/>
            </a:lvl8pPr>
            <a:lvl9pPr marL="2055813" indent="-176212">
              <a:lnSpc>
                <a:spcPct val="110000"/>
              </a:lnSpc>
              <a:spcBef>
                <a:spcPts val="0"/>
              </a:spcBef>
              <a:spcAft>
                <a:spcPts val="925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08FBF56A-09DB-4271-826B-492951180C8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9847064" y="1468438"/>
            <a:ext cx="7645956" cy="3289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61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6213" indent="-176212">
              <a:lnSpc>
                <a:spcPct val="110000"/>
              </a:lnSpc>
              <a:spcBef>
                <a:spcPts val="0"/>
              </a:spcBef>
              <a:spcAft>
                <a:spcPts val="925"/>
              </a:spcAft>
              <a:buChar char="•"/>
            </a:lvl1pPr>
            <a:lvl2pPr marL="411163" indent="-176212">
              <a:lnSpc>
                <a:spcPct val="110000"/>
              </a:lnSpc>
              <a:spcBef>
                <a:spcPts val="0"/>
              </a:spcBef>
              <a:spcAft>
                <a:spcPts val="925"/>
              </a:spcAft>
              <a:buChar char="•"/>
            </a:lvl2pPr>
            <a:lvl3pPr marL="646113" indent="-176212">
              <a:lnSpc>
                <a:spcPct val="110000"/>
              </a:lnSpc>
              <a:spcBef>
                <a:spcPts val="0"/>
              </a:spcBef>
              <a:spcAft>
                <a:spcPts val="925"/>
              </a:spcAft>
              <a:buChar char="•"/>
            </a:lvl3pPr>
            <a:lvl4pPr marL="881063" indent="-176212">
              <a:lnSpc>
                <a:spcPct val="110000"/>
              </a:lnSpc>
              <a:spcBef>
                <a:spcPts val="0"/>
              </a:spcBef>
              <a:spcAft>
                <a:spcPts val="925"/>
              </a:spcAft>
              <a:buChar char="•"/>
            </a:lvl4pPr>
            <a:lvl5pPr marL="1116013" indent="-176212">
              <a:lnSpc>
                <a:spcPct val="110000"/>
              </a:lnSpc>
              <a:spcBef>
                <a:spcPts val="0"/>
              </a:spcBef>
              <a:spcAft>
                <a:spcPts val="925"/>
              </a:spcAft>
              <a:buChar char="•"/>
            </a:lvl5pPr>
            <a:lvl6pPr marL="1350963" indent="-176212">
              <a:lnSpc>
                <a:spcPct val="110000"/>
              </a:lnSpc>
              <a:spcBef>
                <a:spcPts val="0"/>
              </a:spcBef>
              <a:spcAft>
                <a:spcPts val="925"/>
              </a:spcAft>
              <a:buChar char="•"/>
            </a:lvl6pPr>
            <a:lvl7pPr marL="1585913" indent="-176212">
              <a:lnSpc>
                <a:spcPct val="110000"/>
              </a:lnSpc>
              <a:spcBef>
                <a:spcPts val="0"/>
              </a:spcBef>
              <a:spcAft>
                <a:spcPts val="925"/>
              </a:spcAft>
              <a:buChar char="•"/>
            </a:lvl7pPr>
            <a:lvl8pPr marL="1820863" indent="-176212">
              <a:lnSpc>
                <a:spcPct val="110000"/>
              </a:lnSpc>
              <a:spcBef>
                <a:spcPts val="0"/>
              </a:spcBef>
              <a:spcAft>
                <a:spcPts val="925"/>
              </a:spcAft>
              <a:buChar char="•"/>
            </a:lvl8pPr>
            <a:lvl9pPr marL="2055813" indent="-176212">
              <a:lnSpc>
                <a:spcPct val="110000"/>
              </a:lnSpc>
              <a:spcBef>
                <a:spcPts val="0"/>
              </a:spcBef>
              <a:spcAft>
                <a:spcPts val="925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D954D73-4919-4D78-85A8-84591A69B89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42630" y="411163"/>
            <a:ext cx="16450389" cy="6461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A320311-3940-48C0-AC0F-369FB6C3ADC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42630" y="1468438"/>
            <a:ext cx="7645956" cy="3289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73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6213" indent="-176212">
              <a:lnSpc>
                <a:spcPct val="110000"/>
              </a:lnSpc>
              <a:spcBef>
                <a:spcPts val="0"/>
              </a:spcBef>
              <a:spcAft>
                <a:spcPts val="925"/>
              </a:spcAft>
              <a:buChar char="•"/>
            </a:lvl1pPr>
            <a:lvl2pPr marL="411163" indent="-176212">
              <a:lnSpc>
                <a:spcPct val="110000"/>
              </a:lnSpc>
              <a:spcBef>
                <a:spcPts val="0"/>
              </a:spcBef>
              <a:spcAft>
                <a:spcPts val="925"/>
              </a:spcAft>
              <a:buChar char="•"/>
            </a:lvl2pPr>
            <a:lvl3pPr marL="646113" indent="-176212">
              <a:lnSpc>
                <a:spcPct val="110000"/>
              </a:lnSpc>
              <a:spcBef>
                <a:spcPts val="0"/>
              </a:spcBef>
              <a:spcAft>
                <a:spcPts val="925"/>
              </a:spcAft>
              <a:buChar char="•"/>
            </a:lvl3pPr>
            <a:lvl4pPr marL="881063" indent="-176212">
              <a:lnSpc>
                <a:spcPct val="110000"/>
              </a:lnSpc>
              <a:spcBef>
                <a:spcPts val="0"/>
              </a:spcBef>
              <a:spcAft>
                <a:spcPts val="925"/>
              </a:spcAft>
              <a:buChar char="•"/>
            </a:lvl4pPr>
            <a:lvl5pPr marL="1116013" indent="-176212">
              <a:lnSpc>
                <a:spcPct val="110000"/>
              </a:lnSpc>
              <a:spcBef>
                <a:spcPts val="0"/>
              </a:spcBef>
              <a:spcAft>
                <a:spcPts val="925"/>
              </a:spcAft>
              <a:buChar char="•"/>
            </a:lvl5pPr>
            <a:lvl6pPr marL="1350963" indent="-176212">
              <a:lnSpc>
                <a:spcPct val="110000"/>
              </a:lnSpc>
              <a:spcBef>
                <a:spcPts val="0"/>
              </a:spcBef>
              <a:spcAft>
                <a:spcPts val="925"/>
              </a:spcAft>
              <a:buChar char="•"/>
            </a:lvl6pPr>
            <a:lvl7pPr marL="1585913" indent="-176212">
              <a:lnSpc>
                <a:spcPct val="110000"/>
              </a:lnSpc>
              <a:spcBef>
                <a:spcPts val="0"/>
              </a:spcBef>
              <a:spcAft>
                <a:spcPts val="925"/>
              </a:spcAft>
              <a:buChar char="•"/>
            </a:lvl7pPr>
            <a:lvl8pPr marL="1820863" indent="-176212">
              <a:lnSpc>
                <a:spcPct val="110000"/>
              </a:lnSpc>
              <a:spcBef>
                <a:spcPts val="0"/>
              </a:spcBef>
              <a:spcAft>
                <a:spcPts val="925"/>
              </a:spcAft>
              <a:buChar char="•"/>
            </a:lvl8pPr>
            <a:lvl9pPr marL="2055813" indent="-176212">
              <a:lnSpc>
                <a:spcPct val="110000"/>
              </a:lnSpc>
              <a:spcBef>
                <a:spcPts val="0"/>
              </a:spcBef>
              <a:spcAft>
                <a:spcPts val="925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cc5e7110bcb4434" /><Relationship Type="http://schemas.openxmlformats.org/officeDocument/2006/relationships/slideLayout" Target="/ppt/slideLayouts/slideLayout1.xml" Id="Rc88c8998ddba40fa" /><Relationship Type="http://schemas.openxmlformats.org/officeDocument/2006/relationships/slideLayout" Target="/ppt/slideLayouts/slideLayout2.xml" Id="R8aa096d4ea234f59" /><Relationship Type="http://schemas.openxmlformats.org/officeDocument/2006/relationships/slideLayout" Target="/ppt/slideLayouts/slideLayout3.xml" Id="R9b946fd6a99a44e2" /><Relationship Type="http://schemas.openxmlformats.org/officeDocument/2006/relationships/slideLayout" Target="/ppt/slideLayouts/slideLayout4.xml" Id="R2a6bc79af1804863" /><Relationship Type="http://schemas.openxmlformats.org/officeDocument/2006/relationships/slideLayout" Target="/ppt/slideLayouts/slideLayout5.xml" Id="R3b1df30f941040a9" /><Relationship Type="http://schemas.openxmlformats.org/officeDocument/2006/relationships/slideLayout" Target="/ppt/slideLayouts/slideLayout6.xml" Id="Rcfd6dec2c8714a1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88c8998ddba40fa"/>
    <p:sldLayoutId xmlns:r="http://schemas.openxmlformats.org/officeDocument/2006/relationships" id="2147483650" r:id="R8aa096d4ea234f59"/>
    <p:sldLayoutId xmlns:r="http://schemas.openxmlformats.org/officeDocument/2006/relationships" id="2147483651" r:id="R9b946fd6a99a44e2"/>
    <p:sldLayoutId xmlns:r="http://schemas.openxmlformats.org/officeDocument/2006/relationships" id="2147483652" r:id="R2a6bc79af1804863"/>
    <p:sldLayoutId xmlns:r="http://schemas.openxmlformats.org/officeDocument/2006/relationships" id="2147483653" r:id="R3b1df30f941040a9"/>
    <p:sldLayoutId xmlns:r="http://schemas.openxmlformats.org/officeDocument/2006/relationships" id="2147483654" r:id="Rcfd6dec2c8714a1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25bb35568f44e2a" /><Relationship Type="http://schemas.openxmlformats.org/officeDocument/2006/relationships/image" Target="/ppt/media/image.png" Id="Rc8655238b6564b94" /><Relationship Type="http://schemas.openxmlformats.org/officeDocument/2006/relationships/image" Target="/ppt/media/image2.png" Id="R0c16421f59044ad6" /><Relationship Type="http://schemas.openxmlformats.org/officeDocument/2006/relationships/image" Target="/ppt/media/image3.png" Id="R239252b7f86746d7" /><Relationship Type="http://schemas.openxmlformats.org/officeDocument/2006/relationships/image" Target="/ppt/media/image4.png" Id="R0a0a95a3110f42c3" /><Relationship Type="http://schemas.openxmlformats.org/officeDocument/2006/relationships/notesSlide" Target="/ppt/notesSlides/notesSlide1.xml" Id="Rf73519aa59fe468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0" name="path-1">
            <a:extLst xmlns:a="http://schemas.openxmlformats.org/drawingml/2006/main">
              <a:ext uri="{FF2B5EF4-FFF2-40B4-BE49-F238E27FC236}">
                <a16:creationId xmlns:a16="http://schemas.microsoft.com/office/drawing/2014/main" id="{5500A97B-032D-4E5E-A71D-C1F84B6F5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535650" cy="5286375"/>
          </a:xfrm>
          <a:custGeom xmlns:a="http://schemas.openxmlformats.org/drawingml/2006/main">
            <a:pathLst>
              <a:path w="18535650" h="5286375">
                <a:moveTo>
                  <a:pt x="0" y="5286375"/>
                </a:moveTo>
                <a:lnTo>
                  <a:pt x="18535650" y="5286375"/>
                </a:lnTo>
                <a:lnTo>
                  <a:pt x="18535650" y="0"/>
                </a:lnTo>
                <a:lnTo>
                  <a:pt x="0" y="0"/>
                </a:lnTo>
                <a:lnTo>
                  <a:pt x="0" y="528637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ath-2">
            <a:extLst xmlns:a="http://schemas.openxmlformats.org/drawingml/2006/main">
              <a:ext uri="{FF2B5EF4-FFF2-40B4-BE49-F238E27FC236}">
                <a16:creationId xmlns:a16="http://schemas.microsoft.com/office/drawing/2014/main" id="{7E87E610-D2DE-49FD-932D-527B60CB2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206" y="229260"/>
            <a:ext cx="3592007" cy="4351459"/>
          </a:xfrm>
          <a:custGeom xmlns:a="http://schemas.openxmlformats.org/drawingml/2006/main">
            <a:pathLst>
              <a:path w="3592007" h="4351459">
                <a:moveTo>
                  <a:pt x="184732" y="0"/>
                </a:moveTo>
                <a:lnTo>
                  <a:pt x="3407275" y="0"/>
                </a:lnTo>
                <a:cubicBezTo>
                  <a:pt x="3509630" y="0"/>
                  <a:pt x="3592007" y="82377"/>
                  <a:pt x="3592007" y="184732"/>
                </a:cubicBezTo>
                <a:lnTo>
                  <a:pt x="3592007" y="4166727"/>
                </a:lnTo>
                <a:cubicBezTo>
                  <a:pt x="3592007" y="4269083"/>
                  <a:pt x="3509630" y="4351459"/>
                  <a:pt x="3407275" y="4351459"/>
                </a:cubicBezTo>
                <a:lnTo>
                  <a:pt x="184732" y="4351459"/>
                </a:lnTo>
                <a:cubicBezTo>
                  <a:pt x="82377" y="4351459"/>
                  <a:pt x="0" y="4269083"/>
                  <a:pt x="0" y="4166727"/>
                </a:cubicBezTo>
                <a:lnTo>
                  <a:pt x="0" y="184732"/>
                </a:lnTo>
                <a:cubicBezTo>
                  <a:pt x="0" y="82377"/>
                  <a:pt x="82377" y="0"/>
                  <a:pt x="184732" y="0"/>
                </a:cubicBezTo>
              </a:path>
            </a:pathLst>
          </a:custGeom>
          <a:solidFill xmlns:a="http://schemas.openxmlformats.org/drawingml/2006/main">
            <a:srgbClr val="F0F7F5"/>
          </a:solidFill>
          <a:ln xmlns:a="http://schemas.openxmlformats.org/drawingml/2006/main" w="25657">
            <a:solidFill>
              <a:srgbClr val="237F7B"/>
            </a:solidFill>
            <a:prstDash val="solid"/>
          </a:ln>
        </p:spPr>
      </p:sp>
      <p:sp>
        <p:nvSpPr>
          <p:cNvPr id="3" name="path-3">
            <a:extLst xmlns:a="http://schemas.openxmlformats.org/drawingml/2006/main">
              <a:ext uri="{FF2B5EF4-FFF2-40B4-BE49-F238E27FC236}">
                <a16:creationId xmlns:a16="http://schemas.microsoft.com/office/drawing/2014/main" id="{7A97BAD1-0D6A-4C37-BBF3-74A353FC6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69" y="239523"/>
            <a:ext cx="3571481" cy="626036"/>
          </a:xfrm>
          <a:custGeom xmlns:a="http://schemas.openxmlformats.org/drawingml/2006/main">
            <a:pathLst>
              <a:path w="3571481" h="626036">
                <a:moveTo>
                  <a:pt x="174469" y="0"/>
                </a:moveTo>
                <a:lnTo>
                  <a:pt x="3397012" y="0"/>
                </a:lnTo>
                <a:cubicBezTo>
                  <a:pt x="3513324" y="0"/>
                  <a:pt x="3571481" y="58156"/>
                  <a:pt x="3571481" y="174469"/>
                </a:cubicBezTo>
                <a:lnTo>
                  <a:pt x="3571481" y="626036"/>
                </a:lnTo>
                <a:lnTo>
                  <a:pt x="0" y="626036"/>
                </a:lnTo>
                <a:lnTo>
                  <a:pt x="0" y="174469"/>
                </a:lnTo>
                <a:cubicBezTo>
                  <a:pt x="0" y="58156"/>
                  <a:pt x="58156" y="0"/>
                  <a:pt x="174469" y="0"/>
                </a:cubicBezTo>
              </a:path>
            </a:pathLst>
          </a:custGeom>
          <a:solidFill xmlns:a="http://schemas.openxmlformats.org/drawingml/2006/main">
            <a:srgbClr val="DDEE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th-4">
            <a:extLst xmlns:a="http://schemas.openxmlformats.org/drawingml/2006/main">
              <a:ext uri="{FF2B5EF4-FFF2-40B4-BE49-F238E27FC236}">
                <a16:creationId xmlns:a16="http://schemas.microsoft.com/office/drawing/2014/main" id="{90FCB7AB-9E94-4058-817C-41E1DD51D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69" y="865559"/>
            <a:ext cx="3571481" cy="191"/>
          </a:xfrm>
          <a:custGeom xmlns:a="http://schemas.openxmlformats.org/drawingml/2006/main">
            <a:pathLst>
              <a:path w="3571481" h="191">
                <a:moveTo>
                  <a:pt x="0" y="0"/>
                </a:moveTo>
                <a:lnTo>
                  <a:pt x="357148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394">
            <a:solidFill>
              <a:srgbClr val="B6D0CC"/>
            </a:solidFill>
            <a:prstDash val="solid"/>
          </a:ln>
        </p:spPr>
      </p:sp>
      <p:sp>
        <p:nvSpPr>
          <p:cNvPr id="5" name="path-5">
            <a:extLst xmlns:a="http://schemas.openxmlformats.org/drawingml/2006/main">
              <a:ext uri="{FF2B5EF4-FFF2-40B4-BE49-F238E27FC236}">
                <a16:creationId xmlns:a16="http://schemas.microsoft.com/office/drawing/2014/main" id="{ADBD7C07-4676-4E17-B3B6-046CA4BB4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04" y="434518"/>
            <a:ext cx="205258" cy="225783"/>
          </a:xfrm>
          <a:custGeom xmlns:a="http://schemas.openxmlformats.org/drawingml/2006/main">
            <a:pathLst>
              <a:path w="205258" h="225783">
                <a:moveTo>
                  <a:pt x="0" y="35920"/>
                </a:moveTo>
                <a:lnTo>
                  <a:pt x="102629" y="0"/>
                </a:lnTo>
                <a:lnTo>
                  <a:pt x="205258" y="112892"/>
                </a:lnTo>
                <a:lnTo>
                  <a:pt x="102629" y="225783"/>
                </a:lnTo>
                <a:lnTo>
                  <a:pt x="0" y="189863"/>
                </a:lnTo>
                <a:lnTo>
                  <a:pt x="102629" y="0"/>
                </a:lnTo>
                <a:moveTo>
                  <a:pt x="0" y="35920"/>
                </a:moveTo>
                <a:lnTo>
                  <a:pt x="102629" y="225783"/>
                </a:lnTo>
                <a:moveTo>
                  <a:pt x="102629" y="0"/>
                </a:moveTo>
                <a:lnTo>
                  <a:pt x="102629" y="225783"/>
                </a:lnTo>
              </a:path>
            </a:pathLst>
          </a:custGeom>
          <a:noFill xmlns:a="http://schemas.openxmlformats.org/drawingml/2006/main"/>
          <a:ln xmlns:a="http://schemas.openxmlformats.org/drawingml/2006/main" w="12829">
            <a:solidFill>
              <a:srgbClr val="237F7B"/>
            </a:solidFill>
            <a:prstDash val="solid"/>
          </a:ln>
        </p:spPr>
      </p:sp>
      <p:sp>
        <p:nvSpPr>
          <p:cNvPr id="6" name="path-6">
            <a:extLst xmlns:a="http://schemas.openxmlformats.org/drawingml/2006/main">
              <a:ext uri="{FF2B5EF4-FFF2-40B4-BE49-F238E27FC236}">
                <a16:creationId xmlns:a16="http://schemas.microsoft.com/office/drawing/2014/main" id="{1ED144BD-A838-4B77-B03B-676A0C3D2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778" y="449912"/>
            <a:ext cx="41051" cy="41051"/>
          </a:xfrm>
          <a:custGeom xmlns:a="http://schemas.openxmlformats.org/drawingml/2006/main">
            <a:pathLst>
              <a:path w="41051" h="41051">
                <a:moveTo>
                  <a:pt x="41051" y="20526"/>
                </a:moveTo>
                <a:cubicBezTo>
                  <a:pt x="41051" y="31856"/>
                  <a:pt x="31856" y="41051"/>
                  <a:pt x="20526" y="41051"/>
                </a:cubicBezTo>
                <a:cubicBezTo>
                  <a:pt x="9195" y="41051"/>
                  <a:pt x="0" y="31856"/>
                  <a:pt x="0" y="20526"/>
                </a:cubicBezTo>
                <a:cubicBezTo>
                  <a:pt x="0" y="9195"/>
                  <a:pt x="9195" y="0"/>
                  <a:pt x="20526" y="0"/>
                </a:cubicBezTo>
                <a:cubicBezTo>
                  <a:pt x="31856" y="0"/>
                  <a:pt x="41051" y="9195"/>
                  <a:pt x="41051" y="20526"/>
                </a:cubicBezTo>
              </a:path>
            </a:pathLst>
          </a:custGeom>
          <a:solidFill xmlns:a="http://schemas.openxmlformats.org/drawingml/2006/main">
            <a:srgbClr val="237F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ath-7">
            <a:extLst xmlns:a="http://schemas.openxmlformats.org/drawingml/2006/main">
              <a:ext uri="{FF2B5EF4-FFF2-40B4-BE49-F238E27FC236}">
                <a16:creationId xmlns:a16="http://schemas.microsoft.com/office/drawing/2014/main" id="{A16C6F40-4A36-49E1-95BA-F781A56BC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778" y="603855"/>
            <a:ext cx="41051" cy="41051"/>
          </a:xfrm>
          <a:custGeom xmlns:a="http://schemas.openxmlformats.org/drawingml/2006/main">
            <a:pathLst>
              <a:path w="41051" h="41051">
                <a:moveTo>
                  <a:pt x="41051" y="20526"/>
                </a:moveTo>
                <a:cubicBezTo>
                  <a:pt x="41051" y="31856"/>
                  <a:pt x="31856" y="41051"/>
                  <a:pt x="20526" y="41051"/>
                </a:cubicBezTo>
                <a:cubicBezTo>
                  <a:pt x="9195" y="41051"/>
                  <a:pt x="0" y="31856"/>
                  <a:pt x="0" y="20526"/>
                </a:cubicBezTo>
                <a:cubicBezTo>
                  <a:pt x="0" y="9196"/>
                  <a:pt x="9195" y="0"/>
                  <a:pt x="20526" y="0"/>
                </a:cubicBezTo>
                <a:cubicBezTo>
                  <a:pt x="31856" y="0"/>
                  <a:pt x="41051" y="9196"/>
                  <a:pt x="41051" y="20526"/>
                </a:cubicBezTo>
              </a:path>
            </a:pathLst>
          </a:custGeom>
          <a:solidFill xmlns:a="http://schemas.openxmlformats.org/drawingml/2006/main">
            <a:srgbClr val="237F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ath-8">
            <a:extLst xmlns:a="http://schemas.openxmlformats.org/drawingml/2006/main">
              <a:ext uri="{FF2B5EF4-FFF2-40B4-BE49-F238E27FC236}">
                <a16:creationId xmlns:a16="http://schemas.microsoft.com/office/drawing/2014/main" id="{C0115DBC-615B-4982-A051-B6BF903EC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407" y="413992"/>
            <a:ext cx="41051" cy="41051"/>
          </a:xfrm>
          <a:custGeom xmlns:a="http://schemas.openxmlformats.org/drawingml/2006/main">
            <a:pathLst>
              <a:path w="41051" h="41051">
                <a:moveTo>
                  <a:pt x="41051" y="20526"/>
                </a:moveTo>
                <a:cubicBezTo>
                  <a:pt x="41051" y="31856"/>
                  <a:pt x="31856" y="41051"/>
                  <a:pt x="20526" y="41051"/>
                </a:cubicBezTo>
                <a:cubicBezTo>
                  <a:pt x="9195" y="41051"/>
                  <a:pt x="0" y="31856"/>
                  <a:pt x="0" y="20526"/>
                </a:cubicBezTo>
                <a:cubicBezTo>
                  <a:pt x="0" y="9196"/>
                  <a:pt x="9195" y="0"/>
                  <a:pt x="20526" y="0"/>
                </a:cubicBezTo>
                <a:cubicBezTo>
                  <a:pt x="31856" y="0"/>
                  <a:pt x="41051" y="9196"/>
                  <a:pt x="41051" y="20526"/>
                </a:cubicBezTo>
              </a:path>
            </a:pathLst>
          </a:custGeom>
          <a:solidFill xmlns:a="http://schemas.openxmlformats.org/drawingml/2006/main">
            <a:srgbClr val="237F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ath-9">
            <a:extLst xmlns:a="http://schemas.openxmlformats.org/drawingml/2006/main">
              <a:ext uri="{FF2B5EF4-FFF2-40B4-BE49-F238E27FC236}">
                <a16:creationId xmlns:a16="http://schemas.microsoft.com/office/drawing/2014/main" id="{0659FA7E-CCB2-4CE9-863B-67E05E46F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407" y="639775"/>
            <a:ext cx="41051" cy="41052"/>
          </a:xfrm>
          <a:custGeom xmlns:a="http://schemas.openxmlformats.org/drawingml/2006/main">
            <a:pathLst>
              <a:path w="41051" h="41052">
                <a:moveTo>
                  <a:pt x="41051" y="20526"/>
                </a:moveTo>
                <a:cubicBezTo>
                  <a:pt x="41051" y="31856"/>
                  <a:pt x="31856" y="41052"/>
                  <a:pt x="20526" y="41052"/>
                </a:cubicBezTo>
                <a:cubicBezTo>
                  <a:pt x="9195" y="41052"/>
                  <a:pt x="0" y="31856"/>
                  <a:pt x="0" y="20526"/>
                </a:cubicBezTo>
                <a:cubicBezTo>
                  <a:pt x="0" y="9196"/>
                  <a:pt x="9195" y="0"/>
                  <a:pt x="20526" y="0"/>
                </a:cubicBezTo>
                <a:cubicBezTo>
                  <a:pt x="31856" y="0"/>
                  <a:pt x="41051" y="9196"/>
                  <a:pt x="41051" y="20526"/>
                </a:cubicBezTo>
              </a:path>
            </a:pathLst>
          </a:custGeom>
          <a:solidFill xmlns:a="http://schemas.openxmlformats.org/drawingml/2006/main">
            <a:srgbClr val="237F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ath-10">
            <a:extLst xmlns:a="http://schemas.openxmlformats.org/drawingml/2006/main">
              <a:ext uri="{FF2B5EF4-FFF2-40B4-BE49-F238E27FC236}">
                <a16:creationId xmlns:a16="http://schemas.microsoft.com/office/drawing/2014/main" id="{CE840839-DBAE-4E27-B09B-487B582AE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35" y="526884"/>
            <a:ext cx="41052" cy="41051"/>
          </a:xfrm>
          <a:custGeom xmlns:a="http://schemas.openxmlformats.org/drawingml/2006/main">
            <a:pathLst>
              <a:path w="41052" h="41051">
                <a:moveTo>
                  <a:pt x="41052" y="20526"/>
                </a:moveTo>
                <a:cubicBezTo>
                  <a:pt x="41052" y="31856"/>
                  <a:pt x="31856" y="41051"/>
                  <a:pt x="20526" y="41051"/>
                </a:cubicBezTo>
                <a:cubicBezTo>
                  <a:pt x="9196" y="41051"/>
                  <a:pt x="0" y="31856"/>
                  <a:pt x="0" y="20526"/>
                </a:cubicBezTo>
                <a:cubicBezTo>
                  <a:pt x="0" y="9196"/>
                  <a:pt x="9196" y="0"/>
                  <a:pt x="20526" y="0"/>
                </a:cubicBezTo>
                <a:cubicBezTo>
                  <a:pt x="31856" y="0"/>
                  <a:pt x="41052" y="9196"/>
                  <a:pt x="41052" y="20526"/>
                </a:cubicBezTo>
              </a:path>
            </a:pathLst>
          </a:custGeom>
          <a:solidFill xmlns:a="http://schemas.openxmlformats.org/drawingml/2006/main">
            <a:srgbClr val="237F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ath-11">
            <a:extLst xmlns:a="http://schemas.openxmlformats.org/drawingml/2006/main">
              <a:ext uri="{FF2B5EF4-FFF2-40B4-BE49-F238E27FC236}">
                <a16:creationId xmlns:a16="http://schemas.microsoft.com/office/drawing/2014/main" id="{27722CCB-4754-4A1E-BA4E-5D58CBC98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934" y="1745443"/>
            <a:ext cx="602089" cy="662270"/>
          </a:xfrm>
          <a:custGeom xmlns:a="http://schemas.openxmlformats.org/drawingml/2006/main">
            <a:pathLst>
              <a:path w="602089" h="662270">
                <a:moveTo>
                  <a:pt x="0" y="105352"/>
                </a:moveTo>
                <a:lnTo>
                  <a:pt x="301045" y="0"/>
                </a:lnTo>
                <a:lnTo>
                  <a:pt x="602089" y="331135"/>
                </a:lnTo>
                <a:lnTo>
                  <a:pt x="301045" y="662270"/>
                </a:lnTo>
                <a:lnTo>
                  <a:pt x="0" y="556919"/>
                </a:lnTo>
                <a:lnTo>
                  <a:pt x="301045" y="0"/>
                </a:lnTo>
                <a:moveTo>
                  <a:pt x="0" y="105352"/>
                </a:moveTo>
                <a:lnTo>
                  <a:pt x="301045" y="662270"/>
                </a:lnTo>
                <a:moveTo>
                  <a:pt x="301045" y="0"/>
                </a:moveTo>
                <a:lnTo>
                  <a:pt x="301045" y="662270"/>
                </a:lnTo>
              </a:path>
            </a:pathLst>
          </a:custGeom>
          <a:noFill xmlns:a="http://schemas.openxmlformats.org/drawingml/2006/main"/>
          <a:ln xmlns:a="http://schemas.openxmlformats.org/drawingml/2006/main" w="37631">
            <a:solidFill>
              <a:srgbClr val="237F7B"/>
            </a:solidFill>
            <a:prstDash val="solid"/>
          </a:ln>
        </p:spPr>
      </p:sp>
      <p:sp>
        <p:nvSpPr>
          <p:cNvPr id="12" name="path-12">
            <a:extLst xmlns:a="http://schemas.openxmlformats.org/drawingml/2006/main">
              <a:ext uri="{FF2B5EF4-FFF2-40B4-BE49-F238E27FC236}">
                <a16:creationId xmlns:a16="http://schemas.microsoft.com/office/drawing/2014/main" id="{83574658-3E17-4F17-9562-D14156D69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753" y="1790613"/>
            <a:ext cx="120363" cy="120363"/>
          </a:xfrm>
          <a:custGeom xmlns:a="http://schemas.openxmlformats.org/drawingml/2006/main">
            <a:pathLst>
              <a:path w="120363" h="120363">
                <a:moveTo>
                  <a:pt x="120363" y="60181"/>
                </a:moveTo>
                <a:cubicBezTo>
                  <a:pt x="120363" y="93433"/>
                  <a:pt x="93433" y="120363"/>
                  <a:pt x="60181" y="120363"/>
                </a:cubicBezTo>
                <a:cubicBezTo>
                  <a:pt x="26930" y="120363"/>
                  <a:pt x="0" y="93433"/>
                  <a:pt x="0" y="60181"/>
                </a:cubicBezTo>
                <a:cubicBezTo>
                  <a:pt x="0" y="26930"/>
                  <a:pt x="26930" y="0"/>
                  <a:pt x="60181" y="0"/>
                </a:cubicBezTo>
                <a:cubicBezTo>
                  <a:pt x="93433" y="0"/>
                  <a:pt x="120363" y="26930"/>
                  <a:pt x="120363" y="60181"/>
                </a:cubicBezTo>
              </a:path>
            </a:pathLst>
          </a:custGeom>
          <a:solidFill xmlns:a="http://schemas.openxmlformats.org/drawingml/2006/main">
            <a:srgbClr val="237F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path-13">
            <a:extLst xmlns:a="http://schemas.openxmlformats.org/drawingml/2006/main">
              <a:ext uri="{FF2B5EF4-FFF2-40B4-BE49-F238E27FC236}">
                <a16:creationId xmlns:a16="http://schemas.microsoft.com/office/drawing/2014/main" id="{D3DCE798-6DA7-427D-8303-0657FF3C2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753" y="2242180"/>
            <a:ext cx="120363" cy="120363"/>
          </a:xfrm>
          <a:custGeom xmlns:a="http://schemas.openxmlformats.org/drawingml/2006/main">
            <a:pathLst>
              <a:path w="120363" h="120363">
                <a:moveTo>
                  <a:pt x="120363" y="60182"/>
                </a:moveTo>
                <a:cubicBezTo>
                  <a:pt x="120363" y="93433"/>
                  <a:pt x="93433" y="120363"/>
                  <a:pt x="60181" y="120363"/>
                </a:cubicBezTo>
                <a:cubicBezTo>
                  <a:pt x="26930" y="120363"/>
                  <a:pt x="0" y="93433"/>
                  <a:pt x="0" y="60182"/>
                </a:cubicBezTo>
                <a:cubicBezTo>
                  <a:pt x="0" y="26930"/>
                  <a:pt x="26930" y="0"/>
                  <a:pt x="60181" y="0"/>
                </a:cubicBezTo>
                <a:cubicBezTo>
                  <a:pt x="93433" y="0"/>
                  <a:pt x="120363" y="26930"/>
                  <a:pt x="120363" y="60182"/>
                </a:cubicBezTo>
              </a:path>
            </a:pathLst>
          </a:custGeom>
          <a:solidFill xmlns:a="http://schemas.openxmlformats.org/drawingml/2006/main">
            <a:srgbClr val="237F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ath-14">
            <a:extLst xmlns:a="http://schemas.openxmlformats.org/drawingml/2006/main">
              <a:ext uri="{FF2B5EF4-FFF2-40B4-BE49-F238E27FC236}">
                <a16:creationId xmlns:a16="http://schemas.microsoft.com/office/drawing/2014/main" id="{FBBABA61-6A18-4C92-8D5D-C3266B919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797" y="1685193"/>
            <a:ext cx="120363" cy="120432"/>
          </a:xfrm>
          <a:custGeom xmlns:a="http://schemas.openxmlformats.org/drawingml/2006/main">
            <a:pathLst>
              <a:path w="120363" h="120432">
                <a:moveTo>
                  <a:pt x="120363" y="60250"/>
                </a:moveTo>
                <a:cubicBezTo>
                  <a:pt x="120363" y="93488"/>
                  <a:pt x="93433" y="120432"/>
                  <a:pt x="60182" y="120432"/>
                </a:cubicBezTo>
                <a:cubicBezTo>
                  <a:pt x="26930" y="120432"/>
                  <a:pt x="0" y="93488"/>
                  <a:pt x="0" y="60250"/>
                </a:cubicBezTo>
                <a:cubicBezTo>
                  <a:pt x="0" y="26998"/>
                  <a:pt x="26930" y="0"/>
                  <a:pt x="60182" y="0"/>
                </a:cubicBezTo>
                <a:cubicBezTo>
                  <a:pt x="93433" y="0"/>
                  <a:pt x="120363" y="26998"/>
                  <a:pt x="120363" y="60250"/>
                </a:cubicBezTo>
              </a:path>
            </a:pathLst>
          </a:custGeom>
          <a:solidFill xmlns:a="http://schemas.openxmlformats.org/drawingml/2006/main">
            <a:srgbClr val="237F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ath-15">
            <a:extLst xmlns:a="http://schemas.openxmlformats.org/drawingml/2006/main">
              <a:ext uri="{FF2B5EF4-FFF2-40B4-BE49-F238E27FC236}">
                <a16:creationId xmlns:a16="http://schemas.microsoft.com/office/drawing/2014/main" id="{7E17FCA2-3542-4D97-9983-E7A395BDA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797" y="2347532"/>
            <a:ext cx="120363" cy="120431"/>
          </a:xfrm>
          <a:custGeom xmlns:a="http://schemas.openxmlformats.org/drawingml/2006/main">
            <a:pathLst>
              <a:path w="120363" h="120431">
                <a:moveTo>
                  <a:pt x="120363" y="60181"/>
                </a:moveTo>
                <a:cubicBezTo>
                  <a:pt x="120363" y="93433"/>
                  <a:pt x="93433" y="120431"/>
                  <a:pt x="60182" y="120431"/>
                </a:cubicBezTo>
                <a:cubicBezTo>
                  <a:pt x="26930" y="120431"/>
                  <a:pt x="0" y="93433"/>
                  <a:pt x="0" y="60181"/>
                </a:cubicBezTo>
                <a:cubicBezTo>
                  <a:pt x="0" y="26943"/>
                  <a:pt x="26930" y="0"/>
                  <a:pt x="60182" y="0"/>
                </a:cubicBezTo>
                <a:cubicBezTo>
                  <a:pt x="93433" y="0"/>
                  <a:pt x="120363" y="26943"/>
                  <a:pt x="120363" y="60181"/>
                </a:cubicBezTo>
              </a:path>
            </a:pathLst>
          </a:custGeom>
          <a:solidFill xmlns:a="http://schemas.openxmlformats.org/drawingml/2006/main">
            <a:srgbClr val="237F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path-16">
            <a:extLst xmlns:a="http://schemas.openxmlformats.org/drawingml/2006/main">
              <a:ext uri="{FF2B5EF4-FFF2-40B4-BE49-F238E27FC236}">
                <a16:creationId xmlns:a16="http://schemas.microsoft.com/office/drawing/2014/main" id="{A3FA5CED-3AB2-47B4-8733-8699398C6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842" y="2016397"/>
            <a:ext cx="120363" cy="120363"/>
          </a:xfrm>
          <a:custGeom xmlns:a="http://schemas.openxmlformats.org/drawingml/2006/main">
            <a:pathLst>
              <a:path w="120363" h="120363">
                <a:moveTo>
                  <a:pt x="120363" y="60181"/>
                </a:moveTo>
                <a:cubicBezTo>
                  <a:pt x="120363" y="93433"/>
                  <a:pt x="93433" y="120363"/>
                  <a:pt x="60181" y="120363"/>
                </a:cubicBezTo>
                <a:cubicBezTo>
                  <a:pt x="26930" y="120363"/>
                  <a:pt x="0" y="93433"/>
                  <a:pt x="0" y="60181"/>
                </a:cubicBezTo>
                <a:cubicBezTo>
                  <a:pt x="0" y="26930"/>
                  <a:pt x="26930" y="0"/>
                  <a:pt x="60181" y="0"/>
                </a:cubicBezTo>
                <a:cubicBezTo>
                  <a:pt x="93433" y="0"/>
                  <a:pt x="120363" y="26930"/>
                  <a:pt x="120363" y="60181"/>
                </a:cubicBezTo>
              </a:path>
            </a:pathLst>
          </a:custGeom>
          <a:solidFill xmlns:a="http://schemas.openxmlformats.org/drawingml/2006/main">
            <a:srgbClr val="237F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path-17">
            <a:extLst xmlns:a="http://schemas.openxmlformats.org/drawingml/2006/main">
              <a:ext uri="{FF2B5EF4-FFF2-40B4-BE49-F238E27FC236}">
                <a16:creationId xmlns:a16="http://schemas.microsoft.com/office/drawing/2014/main" id="{2DB37E88-69E2-45E9-AFAA-8685837D3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6771" y="1542909"/>
            <a:ext cx="882607" cy="677350"/>
          </a:xfrm>
          <a:custGeom xmlns:a="http://schemas.openxmlformats.org/drawingml/2006/main">
            <a:pathLst>
              <a:path w="882607" h="677350">
                <a:moveTo>
                  <a:pt x="51314" y="0"/>
                </a:moveTo>
                <a:lnTo>
                  <a:pt x="831292" y="0"/>
                </a:lnTo>
                <a:cubicBezTo>
                  <a:pt x="859728" y="0"/>
                  <a:pt x="882607" y="22879"/>
                  <a:pt x="882607" y="51314"/>
                </a:cubicBezTo>
                <a:lnTo>
                  <a:pt x="882607" y="626035"/>
                </a:lnTo>
                <a:cubicBezTo>
                  <a:pt x="882607" y="654470"/>
                  <a:pt x="859728" y="677350"/>
                  <a:pt x="831292" y="677350"/>
                </a:cubicBezTo>
                <a:lnTo>
                  <a:pt x="51314" y="677350"/>
                </a:lnTo>
                <a:cubicBezTo>
                  <a:pt x="22879" y="677350"/>
                  <a:pt x="0" y="654470"/>
                  <a:pt x="0" y="626035"/>
                </a:cubicBezTo>
                <a:lnTo>
                  <a:pt x="0" y="51314"/>
                </a:lnTo>
                <a:cubicBezTo>
                  <a:pt x="0" y="22879"/>
                  <a:pt x="22879" y="0"/>
                  <a:pt x="51314" y="0"/>
                </a:cubicBezTo>
              </a:path>
            </a:pathLst>
          </a:custGeom>
          <a:solidFill xmlns:a="http://schemas.openxmlformats.org/drawingml/2006/main">
            <a:srgbClr val="F0F7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ath-18">
            <a:extLst xmlns:a="http://schemas.openxmlformats.org/drawingml/2006/main">
              <a:ext uri="{FF2B5EF4-FFF2-40B4-BE49-F238E27FC236}">
                <a16:creationId xmlns:a16="http://schemas.microsoft.com/office/drawing/2014/main" id="{109C015F-582A-488F-B226-36535C330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7296" y="1566007"/>
            <a:ext cx="841556" cy="631153"/>
          </a:xfrm>
          <a:custGeom xmlns:a="http://schemas.openxmlformats.org/drawingml/2006/main">
            <a:pathLst>
              <a:path w="841556" h="631153">
                <a:moveTo>
                  <a:pt x="788955" y="0"/>
                </a:moveTo>
                <a:lnTo>
                  <a:pt x="52600" y="0"/>
                </a:lnTo>
                <a:cubicBezTo>
                  <a:pt x="23577" y="0"/>
                  <a:pt x="0" y="23563"/>
                  <a:pt x="0" y="52587"/>
                </a:cubicBezTo>
                <a:lnTo>
                  <a:pt x="0" y="578566"/>
                </a:lnTo>
                <a:cubicBezTo>
                  <a:pt x="0" y="607589"/>
                  <a:pt x="23577" y="631153"/>
                  <a:pt x="52600" y="631153"/>
                </a:cubicBezTo>
                <a:lnTo>
                  <a:pt x="788955" y="631153"/>
                </a:lnTo>
                <a:cubicBezTo>
                  <a:pt x="817979" y="631153"/>
                  <a:pt x="841556" y="607589"/>
                  <a:pt x="841556" y="578566"/>
                </a:cubicBezTo>
                <a:lnTo>
                  <a:pt x="841556" y="52587"/>
                </a:lnTo>
                <a:cubicBezTo>
                  <a:pt x="841556" y="23563"/>
                  <a:pt x="817979" y="0"/>
                  <a:pt x="788955" y="0"/>
                </a:cubicBezTo>
                <a:moveTo>
                  <a:pt x="210389" y="315576"/>
                </a:moveTo>
                <a:lnTo>
                  <a:pt x="157788" y="315576"/>
                </a:lnTo>
                <a:lnTo>
                  <a:pt x="157788" y="368177"/>
                </a:lnTo>
                <a:lnTo>
                  <a:pt x="105201" y="368177"/>
                </a:lnTo>
                <a:lnTo>
                  <a:pt x="105201" y="315576"/>
                </a:lnTo>
                <a:lnTo>
                  <a:pt x="157788" y="315576"/>
                </a:lnTo>
                <a:lnTo>
                  <a:pt x="157788" y="262976"/>
                </a:lnTo>
                <a:lnTo>
                  <a:pt x="210389" y="262976"/>
                </a:lnTo>
                <a:lnTo>
                  <a:pt x="210389" y="210375"/>
                </a:lnTo>
                <a:lnTo>
                  <a:pt x="157788" y="210375"/>
                </a:lnTo>
                <a:lnTo>
                  <a:pt x="157788" y="157788"/>
                </a:lnTo>
                <a:lnTo>
                  <a:pt x="105201" y="157788"/>
                </a:lnTo>
                <a:lnTo>
                  <a:pt x="105201" y="105187"/>
                </a:lnTo>
                <a:lnTo>
                  <a:pt x="157788" y="105187"/>
                </a:lnTo>
                <a:lnTo>
                  <a:pt x="157788" y="157788"/>
                </a:lnTo>
                <a:lnTo>
                  <a:pt x="210389" y="157788"/>
                </a:lnTo>
                <a:lnTo>
                  <a:pt x="210389" y="210375"/>
                </a:lnTo>
                <a:lnTo>
                  <a:pt x="262989" y="210375"/>
                </a:lnTo>
                <a:lnTo>
                  <a:pt x="262989" y="262976"/>
                </a:lnTo>
                <a:lnTo>
                  <a:pt x="210389" y="262976"/>
                </a:lnTo>
                <a:lnTo>
                  <a:pt x="210389" y="315576"/>
                </a:lnTo>
                <a:moveTo>
                  <a:pt x="262989" y="368177"/>
                </a:moveTo>
                <a:lnTo>
                  <a:pt x="420778" y="368177"/>
                </a:lnTo>
                <a:lnTo>
                  <a:pt x="420778" y="420778"/>
                </a:lnTo>
                <a:lnTo>
                  <a:pt x="262989" y="420778"/>
                </a:lnTo>
                <a:close/>
              </a:path>
            </a:pathLst>
          </a:custGeom>
          <a:solidFill xmlns:a="http://schemas.openxmlformats.org/drawingml/2006/main">
            <a:srgbClr val="ABC9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ath-19">
            <a:extLst xmlns:a="http://schemas.openxmlformats.org/drawingml/2006/main">
              <a:ext uri="{FF2B5EF4-FFF2-40B4-BE49-F238E27FC236}">
                <a16:creationId xmlns:a16="http://schemas.microsoft.com/office/drawing/2014/main" id="{A783BB82-ADED-417B-ABF6-DDD48B3B6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3090" y="1686589"/>
            <a:ext cx="882608" cy="677350"/>
          </a:xfrm>
          <a:custGeom xmlns:a="http://schemas.openxmlformats.org/drawingml/2006/main">
            <a:pathLst>
              <a:path w="882608" h="677350">
                <a:moveTo>
                  <a:pt x="51315" y="0"/>
                </a:moveTo>
                <a:lnTo>
                  <a:pt x="831293" y="0"/>
                </a:lnTo>
                <a:cubicBezTo>
                  <a:pt x="859728" y="0"/>
                  <a:pt x="882608" y="22879"/>
                  <a:pt x="882608" y="51314"/>
                </a:cubicBezTo>
                <a:lnTo>
                  <a:pt x="882608" y="626035"/>
                </a:lnTo>
                <a:cubicBezTo>
                  <a:pt x="882608" y="654470"/>
                  <a:pt x="859728" y="677350"/>
                  <a:pt x="831293" y="677350"/>
                </a:cubicBezTo>
                <a:lnTo>
                  <a:pt x="51315" y="677350"/>
                </a:lnTo>
                <a:cubicBezTo>
                  <a:pt x="22880" y="677350"/>
                  <a:pt x="0" y="654470"/>
                  <a:pt x="0" y="626035"/>
                </a:cubicBezTo>
                <a:lnTo>
                  <a:pt x="0" y="51314"/>
                </a:lnTo>
                <a:cubicBezTo>
                  <a:pt x="0" y="22879"/>
                  <a:pt x="22880" y="0"/>
                  <a:pt x="51315" y="0"/>
                </a:cubicBezTo>
              </a:path>
            </a:pathLst>
          </a:custGeom>
          <a:solidFill xmlns:a="http://schemas.openxmlformats.org/drawingml/2006/main">
            <a:srgbClr val="F0F7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ath-20">
            <a:extLst xmlns:a="http://schemas.openxmlformats.org/drawingml/2006/main">
              <a:ext uri="{FF2B5EF4-FFF2-40B4-BE49-F238E27FC236}">
                <a16:creationId xmlns:a16="http://schemas.microsoft.com/office/drawing/2014/main" id="{DC046FF2-C2CB-4C82-BA3E-FC43F1A72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3616" y="1709687"/>
            <a:ext cx="841555" cy="631153"/>
          </a:xfrm>
          <a:custGeom xmlns:a="http://schemas.openxmlformats.org/drawingml/2006/main">
            <a:pathLst>
              <a:path w="841555" h="631153">
                <a:moveTo>
                  <a:pt x="788955" y="0"/>
                </a:moveTo>
                <a:lnTo>
                  <a:pt x="52601" y="0"/>
                </a:lnTo>
                <a:cubicBezTo>
                  <a:pt x="23577" y="0"/>
                  <a:pt x="0" y="23563"/>
                  <a:pt x="0" y="52587"/>
                </a:cubicBezTo>
                <a:lnTo>
                  <a:pt x="0" y="578566"/>
                </a:lnTo>
                <a:cubicBezTo>
                  <a:pt x="0" y="607589"/>
                  <a:pt x="23577" y="631153"/>
                  <a:pt x="52601" y="631153"/>
                </a:cubicBezTo>
                <a:lnTo>
                  <a:pt x="788955" y="631153"/>
                </a:lnTo>
                <a:cubicBezTo>
                  <a:pt x="817978" y="631153"/>
                  <a:pt x="841555" y="607589"/>
                  <a:pt x="841555" y="578566"/>
                </a:cubicBezTo>
                <a:lnTo>
                  <a:pt x="841555" y="52587"/>
                </a:lnTo>
                <a:cubicBezTo>
                  <a:pt x="841555" y="23563"/>
                  <a:pt x="817978" y="0"/>
                  <a:pt x="788955" y="0"/>
                </a:cubicBezTo>
                <a:moveTo>
                  <a:pt x="210389" y="315576"/>
                </a:moveTo>
                <a:lnTo>
                  <a:pt x="157789" y="315576"/>
                </a:lnTo>
                <a:lnTo>
                  <a:pt x="157789" y="368177"/>
                </a:lnTo>
                <a:lnTo>
                  <a:pt x="105201" y="368177"/>
                </a:lnTo>
                <a:lnTo>
                  <a:pt x="105201" y="315576"/>
                </a:lnTo>
                <a:lnTo>
                  <a:pt x="157789" y="315576"/>
                </a:lnTo>
                <a:lnTo>
                  <a:pt x="157789" y="262976"/>
                </a:lnTo>
                <a:lnTo>
                  <a:pt x="210389" y="262976"/>
                </a:lnTo>
                <a:lnTo>
                  <a:pt x="210389" y="210375"/>
                </a:lnTo>
                <a:lnTo>
                  <a:pt x="157789" y="210375"/>
                </a:lnTo>
                <a:lnTo>
                  <a:pt x="157789" y="157788"/>
                </a:lnTo>
                <a:lnTo>
                  <a:pt x="105201" y="157788"/>
                </a:lnTo>
                <a:lnTo>
                  <a:pt x="105201" y="105187"/>
                </a:lnTo>
                <a:lnTo>
                  <a:pt x="157789" y="105187"/>
                </a:lnTo>
                <a:lnTo>
                  <a:pt x="157789" y="157788"/>
                </a:lnTo>
                <a:lnTo>
                  <a:pt x="210389" y="157788"/>
                </a:lnTo>
                <a:lnTo>
                  <a:pt x="210389" y="210375"/>
                </a:lnTo>
                <a:lnTo>
                  <a:pt x="262990" y="210375"/>
                </a:lnTo>
                <a:lnTo>
                  <a:pt x="262990" y="262976"/>
                </a:lnTo>
                <a:lnTo>
                  <a:pt x="210389" y="262976"/>
                </a:lnTo>
                <a:lnTo>
                  <a:pt x="210389" y="315576"/>
                </a:lnTo>
                <a:moveTo>
                  <a:pt x="262990" y="368177"/>
                </a:moveTo>
                <a:lnTo>
                  <a:pt x="420778" y="368177"/>
                </a:lnTo>
                <a:lnTo>
                  <a:pt x="420778" y="420778"/>
                </a:lnTo>
                <a:lnTo>
                  <a:pt x="262990" y="420778"/>
                </a:lnTo>
                <a:close/>
              </a:path>
            </a:pathLst>
          </a:custGeom>
          <a:solidFill xmlns:a="http://schemas.openxmlformats.org/drawingml/2006/main">
            <a:srgbClr val="679A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path-21">
            <a:extLst xmlns:a="http://schemas.openxmlformats.org/drawingml/2006/main">
              <a:ext uri="{FF2B5EF4-FFF2-40B4-BE49-F238E27FC236}">
                <a16:creationId xmlns:a16="http://schemas.microsoft.com/office/drawing/2014/main" id="{F1C2CAC4-9AE9-4580-85A1-05895C589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9410" y="1830269"/>
            <a:ext cx="882607" cy="677350"/>
          </a:xfrm>
          <a:custGeom xmlns:a="http://schemas.openxmlformats.org/drawingml/2006/main">
            <a:pathLst>
              <a:path w="882607" h="677350">
                <a:moveTo>
                  <a:pt x="51314" y="0"/>
                </a:moveTo>
                <a:lnTo>
                  <a:pt x="831292" y="0"/>
                </a:lnTo>
                <a:cubicBezTo>
                  <a:pt x="859728" y="0"/>
                  <a:pt x="882607" y="22879"/>
                  <a:pt x="882607" y="51314"/>
                </a:cubicBezTo>
                <a:lnTo>
                  <a:pt x="882607" y="626035"/>
                </a:lnTo>
                <a:cubicBezTo>
                  <a:pt x="882607" y="654470"/>
                  <a:pt x="859728" y="677350"/>
                  <a:pt x="831292" y="677350"/>
                </a:cubicBezTo>
                <a:lnTo>
                  <a:pt x="51314" y="677350"/>
                </a:lnTo>
                <a:cubicBezTo>
                  <a:pt x="22879" y="677350"/>
                  <a:pt x="0" y="654470"/>
                  <a:pt x="0" y="626035"/>
                </a:cubicBezTo>
                <a:lnTo>
                  <a:pt x="0" y="51314"/>
                </a:lnTo>
                <a:cubicBezTo>
                  <a:pt x="0" y="22879"/>
                  <a:pt x="22879" y="0"/>
                  <a:pt x="51314" y="0"/>
                </a:cubicBezTo>
              </a:path>
            </a:pathLst>
          </a:custGeom>
          <a:solidFill xmlns:a="http://schemas.openxmlformats.org/drawingml/2006/main">
            <a:srgbClr val="F0F7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path-22">
            <a:extLst xmlns:a="http://schemas.openxmlformats.org/drawingml/2006/main">
              <a:ext uri="{FF2B5EF4-FFF2-40B4-BE49-F238E27FC236}">
                <a16:creationId xmlns:a16="http://schemas.microsoft.com/office/drawing/2014/main" id="{5E921259-20F5-4C75-9962-FD4361B7E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9936" y="1853367"/>
            <a:ext cx="841556" cy="631153"/>
          </a:xfrm>
          <a:custGeom xmlns:a="http://schemas.openxmlformats.org/drawingml/2006/main">
            <a:pathLst>
              <a:path w="841556" h="631153">
                <a:moveTo>
                  <a:pt x="788955" y="0"/>
                </a:moveTo>
                <a:lnTo>
                  <a:pt x="52601" y="0"/>
                </a:lnTo>
                <a:cubicBezTo>
                  <a:pt x="23577" y="0"/>
                  <a:pt x="0" y="23563"/>
                  <a:pt x="0" y="52587"/>
                </a:cubicBezTo>
                <a:lnTo>
                  <a:pt x="0" y="578566"/>
                </a:lnTo>
                <a:cubicBezTo>
                  <a:pt x="0" y="607589"/>
                  <a:pt x="23577" y="631153"/>
                  <a:pt x="52601" y="631153"/>
                </a:cubicBezTo>
                <a:lnTo>
                  <a:pt x="788955" y="631153"/>
                </a:lnTo>
                <a:cubicBezTo>
                  <a:pt x="817979" y="631153"/>
                  <a:pt x="841556" y="607589"/>
                  <a:pt x="841556" y="578566"/>
                </a:cubicBezTo>
                <a:lnTo>
                  <a:pt x="841556" y="52587"/>
                </a:lnTo>
                <a:cubicBezTo>
                  <a:pt x="841556" y="23563"/>
                  <a:pt x="817979" y="0"/>
                  <a:pt x="788955" y="0"/>
                </a:cubicBezTo>
                <a:moveTo>
                  <a:pt x="210389" y="315576"/>
                </a:moveTo>
                <a:lnTo>
                  <a:pt x="157788" y="315576"/>
                </a:lnTo>
                <a:lnTo>
                  <a:pt x="157788" y="368177"/>
                </a:lnTo>
                <a:lnTo>
                  <a:pt x="105201" y="368177"/>
                </a:lnTo>
                <a:lnTo>
                  <a:pt x="105201" y="315576"/>
                </a:lnTo>
                <a:lnTo>
                  <a:pt x="157788" y="315576"/>
                </a:lnTo>
                <a:lnTo>
                  <a:pt x="157788" y="262976"/>
                </a:lnTo>
                <a:lnTo>
                  <a:pt x="210389" y="262976"/>
                </a:lnTo>
                <a:lnTo>
                  <a:pt x="210389" y="210375"/>
                </a:lnTo>
                <a:lnTo>
                  <a:pt x="157788" y="210375"/>
                </a:lnTo>
                <a:lnTo>
                  <a:pt x="157788" y="157788"/>
                </a:lnTo>
                <a:lnTo>
                  <a:pt x="105201" y="157788"/>
                </a:lnTo>
                <a:lnTo>
                  <a:pt x="105201" y="105187"/>
                </a:lnTo>
                <a:lnTo>
                  <a:pt x="157788" y="105187"/>
                </a:lnTo>
                <a:lnTo>
                  <a:pt x="157788" y="157788"/>
                </a:lnTo>
                <a:lnTo>
                  <a:pt x="210389" y="157788"/>
                </a:lnTo>
                <a:lnTo>
                  <a:pt x="210389" y="210375"/>
                </a:lnTo>
                <a:lnTo>
                  <a:pt x="262989" y="210375"/>
                </a:lnTo>
                <a:lnTo>
                  <a:pt x="262989" y="262976"/>
                </a:lnTo>
                <a:lnTo>
                  <a:pt x="210389" y="262976"/>
                </a:lnTo>
                <a:lnTo>
                  <a:pt x="210389" y="315576"/>
                </a:lnTo>
                <a:moveTo>
                  <a:pt x="262989" y="368177"/>
                </a:moveTo>
                <a:lnTo>
                  <a:pt x="420778" y="368177"/>
                </a:lnTo>
                <a:lnTo>
                  <a:pt x="420778" y="420778"/>
                </a:lnTo>
                <a:lnTo>
                  <a:pt x="262989" y="420778"/>
                </a:lnTo>
                <a:close/>
              </a:path>
            </a:pathLst>
          </a:custGeom>
          <a:solidFill xmlns:a="http://schemas.openxmlformats.org/drawingml/2006/main">
            <a:srgbClr val="173E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path-23">
            <a:extLst xmlns:a="http://schemas.openxmlformats.org/drawingml/2006/main">
              <a:ext uri="{FF2B5EF4-FFF2-40B4-BE49-F238E27FC236}">
                <a16:creationId xmlns:a16="http://schemas.microsoft.com/office/drawing/2014/main" id="{CBE1FDE7-AA83-4670-A2EE-B62768DA0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071" y="1625012"/>
            <a:ext cx="1005762" cy="287361"/>
          </a:xfrm>
          <a:custGeom xmlns:a="http://schemas.openxmlformats.org/drawingml/2006/main">
            <a:pathLst>
              <a:path w="1005762" h="287361">
                <a:moveTo>
                  <a:pt x="0" y="287361"/>
                </a:moveTo>
                <a:cubicBezTo>
                  <a:pt x="307886" y="0"/>
                  <a:pt x="759453" y="0"/>
                  <a:pt x="1005762" y="225783"/>
                </a:cubicBezTo>
              </a:path>
            </a:pathLst>
          </a:custGeom>
          <a:noFill xmlns:a="http://schemas.openxmlformats.org/drawingml/2006/main"/>
          <a:ln xmlns:a="http://schemas.openxmlformats.org/drawingml/2006/main" w="34894">
            <a:solidFill>
              <a:srgbClr val="237F7B"/>
            </a:solidFill>
            <a:prstDash val="solid"/>
          </a:ln>
        </p:spPr>
      </p:sp>
      <p:sp>
        <p:nvSpPr>
          <p:cNvPr id="24" name="path-24">
            <a:extLst xmlns:a="http://schemas.openxmlformats.org/drawingml/2006/main">
              <a:ext uri="{FF2B5EF4-FFF2-40B4-BE49-F238E27FC236}">
                <a16:creationId xmlns:a16="http://schemas.microsoft.com/office/drawing/2014/main" id="{0E91BCB7-F99E-40CE-AD78-886A1F571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3145" y="1680390"/>
            <a:ext cx="187564" cy="182214"/>
          </a:xfrm>
          <a:custGeom xmlns:a="http://schemas.openxmlformats.org/drawingml/2006/main">
            <a:pathLst>
              <a:path w="187564" h="182214">
                <a:moveTo>
                  <a:pt x="117873" y="0"/>
                </a:moveTo>
                <a:lnTo>
                  <a:pt x="187564" y="182214"/>
                </a:lnTo>
                <a:lnTo>
                  <a:pt x="0" y="128601"/>
                </a:lnTo>
                <a:lnTo>
                  <a:pt x="117873" y="0"/>
                </a:lnTo>
              </a:path>
            </a:pathLst>
          </a:custGeom>
          <a:solidFill xmlns:a="http://schemas.openxmlformats.org/drawingml/2006/main">
            <a:srgbClr val="237F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path-25">
            <a:extLst xmlns:a="http://schemas.openxmlformats.org/drawingml/2006/main">
              <a:ext uri="{FF2B5EF4-FFF2-40B4-BE49-F238E27FC236}">
                <a16:creationId xmlns:a16="http://schemas.microsoft.com/office/drawing/2014/main" id="{FCF457A9-B705-4B5D-8774-002EDAE79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071" y="2281835"/>
            <a:ext cx="1005762" cy="431041"/>
          </a:xfrm>
          <a:custGeom xmlns:a="http://schemas.openxmlformats.org/drawingml/2006/main">
            <a:pathLst>
              <a:path w="1005762" h="431041">
                <a:moveTo>
                  <a:pt x="1005762" y="0"/>
                </a:moveTo>
                <a:cubicBezTo>
                  <a:pt x="779979" y="431041"/>
                  <a:pt x="246309" y="431041"/>
                  <a:pt x="0" y="41052"/>
                </a:cubicBezTo>
              </a:path>
            </a:pathLst>
          </a:custGeom>
          <a:noFill xmlns:a="http://schemas.openxmlformats.org/drawingml/2006/main"/>
          <a:ln xmlns:a="http://schemas.openxmlformats.org/drawingml/2006/main" w="34894">
            <a:solidFill>
              <a:srgbClr val="237F7B"/>
            </a:solidFill>
            <a:prstDash val="solid"/>
          </a:ln>
        </p:spPr>
      </p:sp>
      <p:sp>
        <p:nvSpPr>
          <p:cNvPr id="26" name="path-26">
            <a:extLst xmlns:a="http://schemas.openxmlformats.org/drawingml/2006/main">
              <a:ext uri="{FF2B5EF4-FFF2-40B4-BE49-F238E27FC236}">
                <a16:creationId xmlns:a16="http://schemas.microsoft.com/office/drawing/2014/main" id="{C30C4848-7223-4C3E-9A00-47E34E291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2766" y="2308136"/>
            <a:ext cx="166888" cy="194078"/>
          </a:xfrm>
          <a:custGeom xmlns:a="http://schemas.openxmlformats.org/drawingml/2006/main">
            <a:pathLst>
              <a:path w="166888" h="194078">
                <a:moveTo>
                  <a:pt x="19404" y="194078"/>
                </a:moveTo>
                <a:lnTo>
                  <a:pt x="0" y="0"/>
                </a:lnTo>
                <a:lnTo>
                  <a:pt x="166888" y="100918"/>
                </a:lnTo>
                <a:lnTo>
                  <a:pt x="19404" y="194078"/>
                </a:lnTo>
              </a:path>
            </a:pathLst>
          </a:custGeom>
          <a:solidFill xmlns:a="http://schemas.openxmlformats.org/drawingml/2006/main">
            <a:srgbClr val="237F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path-27">
            <a:extLst xmlns:a="http://schemas.openxmlformats.org/drawingml/2006/main">
              <a:ext uri="{FF2B5EF4-FFF2-40B4-BE49-F238E27FC236}">
                <a16:creationId xmlns:a16="http://schemas.microsoft.com/office/drawing/2014/main" id="{6E1EF319-9366-4619-97D3-88CADAED0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751" y="2446041"/>
            <a:ext cx="738927" cy="328412"/>
          </a:xfrm>
          <a:custGeom xmlns:a="http://schemas.openxmlformats.org/drawingml/2006/main">
            <a:pathLst>
              <a:path w="738927" h="328412">
                <a:moveTo>
                  <a:pt x="164206" y="0"/>
                </a:moveTo>
                <a:lnTo>
                  <a:pt x="574721" y="0"/>
                </a:lnTo>
                <a:cubicBezTo>
                  <a:pt x="665691" y="0"/>
                  <a:pt x="738927" y="73236"/>
                  <a:pt x="738927" y="164206"/>
                </a:cubicBezTo>
                <a:cubicBezTo>
                  <a:pt x="738927" y="255176"/>
                  <a:pt x="665691" y="328412"/>
                  <a:pt x="574721" y="328412"/>
                </a:cubicBezTo>
                <a:lnTo>
                  <a:pt x="164206" y="328412"/>
                </a:lnTo>
                <a:cubicBezTo>
                  <a:pt x="73236" y="328412"/>
                  <a:pt x="0" y="255176"/>
                  <a:pt x="0" y="164206"/>
                </a:cubicBezTo>
                <a:cubicBezTo>
                  <a:pt x="0" y="73236"/>
                  <a:pt x="73236" y="0"/>
                  <a:pt x="164206" y="0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8473">
            <a:solidFill>
              <a:srgbClr val="78AAA4"/>
            </a:solidFill>
            <a:prstDash val="solid"/>
          </a:ln>
        </p:spPr>
      </p:sp>
      <p:sp>
        <p:nvSpPr>
          <p:cNvPr id="28" name="path-28">
            <a:extLst xmlns:a="http://schemas.openxmlformats.org/drawingml/2006/main">
              <a:ext uri="{FF2B5EF4-FFF2-40B4-BE49-F238E27FC236}">
                <a16:creationId xmlns:a16="http://schemas.microsoft.com/office/drawing/2014/main" id="{A36E637D-5174-4048-9ABD-9B8ED7601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7591" y="2497356"/>
            <a:ext cx="225783" cy="225783"/>
          </a:xfrm>
          <a:custGeom xmlns:a="http://schemas.openxmlformats.org/drawingml/2006/main">
            <a:pathLst>
              <a:path w="225783" h="225783">
                <a:moveTo>
                  <a:pt x="225783" y="112892"/>
                </a:moveTo>
                <a:cubicBezTo>
                  <a:pt x="225783" y="175221"/>
                  <a:pt x="175222" y="225783"/>
                  <a:pt x="112892" y="225783"/>
                </a:cubicBezTo>
                <a:cubicBezTo>
                  <a:pt x="50562" y="225783"/>
                  <a:pt x="0" y="175221"/>
                  <a:pt x="0" y="112892"/>
                </a:cubicBezTo>
                <a:cubicBezTo>
                  <a:pt x="0" y="50561"/>
                  <a:pt x="50562" y="0"/>
                  <a:pt x="112892" y="0"/>
                </a:cubicBezTo>
                <a:cubicBezTo>
                  <a:pt x="175222" y="0"/>
                  <a:pt x="225783" y="50561"/>
                  <a:pt x="225783" y="112892"/>
                </a:cubicBezTo>
              </a:path>
            </a:pathLst>
          </a:custGeom>
          <a:solidFill xmlns:a="http://schemas.openxmlformats.org/drawingml/2006/main">
            <a:srgbClr val="E6F1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path-29">
            <a:extLst xmlns:a="http://schemas.openxmlformats.org/drawingml/2006/main">
              <a:ext uri="{FF2B5EF4-FFF2-40B4-BE49-F238E27FC236}">
                <a16:creationId xmlns:a16="http://schemas.microsoft.com/office/drawing/2014/main" id="{5BC766CE-5CA4-4D99-ABF5-414CD1E62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8905" y="2558933"/>
            <a:ext cx="112892" cy="92367"/>
          </a:xfrm>
          <a:custGeom xmlns:a="http://schemas.openxmlformats.org/drawingml/2006/main">
            <a:pathLst>
              <a:path w="112892" h="92367">
                <a:moveTo>
                  <a:pt x="0" y="51315"/>
                </a:moveTo>
                <a:lnTo>
                  <a:pt x="41052" y="92367"/>
                </a:lnTo>
                <a:lnTo>
                  <a:pt x="112892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683">
            <a:solidFill>
              <a:srgbClr val="32724F"/>
            </a:solidFill>
            <a:prstDash val="solid"/>
          </a:ln>
        </p:spPr>
      </p:sp>
      <p:sp>
        <p:nvSpPr>
          <p:cNvPr id="30" name="path-30">
            <a:extLst xmlns:a="http://schemas.openxmlformats.org/drawingml/2006/main">
              <a:ext uri="{FF2B5EF4-FFF2-40B4-BE49-F238E27FC236}">
                <a16:creationId xmlns:a16="http://schemas.microsoft.com/office/drawing/2014/main" id="{66FE2FA3-594F-4A1A-ACE5-B1BB007D0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7055" y="2497356"/>
            <a:ext cx="225783" cy="225783"/>
          </a:xfrm>
          <a:custGeom xmlns:a="http://schemas.openxmlformats.org/drawingml/2006/main">
            <a:pathLst>
              <a:path w="225783" h="225783">
                <a:moveTo>
                  <a:pt x="225783" y="112892"/>
                </a:moveTo>
                <a:cubicBezTo>
                  <a:pt x="225783" y="175221"/>
                  <a:pt x="175222" y="225783"/>
                  <a:pt x="112892" y="225783"/>
                </a:cubicBezTo>
                <a:cubicBezTo>
                  <a:pt x="50562" y="225783"/>
                  <a:pt x="0" y="175221"/>
                  <a:pt x="0" y="112892"/>
                </a:cubicBezTo>
                <a:cubicBezTo>
                  <a:pt x="0" y="50561"/>
                  <a:pt x="50562" y="0"/>
                  <a:pt x="112892" y="0"/>
                </a:cubicBezTo>
                <a:cubicBezTo>
                  <a:pt x="175222" y="0"/>
                  <a:pt x="225783" y="50561"/>
                  <a:pt x="225783" y="112892"/>
                </a:cubicBezTo>
              </a:path>
            </a:pathLst>
          </a:custGeom>
          <a:solidFill xmlns:a="http://schemas.openxmlformats.org/drawingml/2006/main">
            <a:srgbClr val="FAED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path-31">
            <a:extLst xmlns:a="http://schemas.openxmlformats.org/drawingml/2006/main">
              <a:ext uri="{FF2B5EF4-FFF2-40B4-BE49-F238E27FC236}">
                <a16:creationId xmlns:a16="http://schemas.microsoft.com/office/drawing/2014/main" id="{E1B769F3-9515-48D6-9BF3-944E204A2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8632" y="2558933"/>
            <a:ext cx="102629" cy="102629"/>
          </a:xfrm>
          <a:custGeom xmlns:a="http://schemas.openxmlformats.org/drawingml/2006/main">
            <a:pathLst>
              <a:path w="102629" h="102629">
                <a:moveTo>
                  <a:pt x="0" y="0"/>
                </a:moveTo>
                <a:lnTo>
                  <a:pt x="102629" y="102629"/>
                </a:lnTo>
                <a:moveTo>
                  <a:pt x="102629" y="0"/>
                </a:moveTo>
                <a:lnTo>
                  <a:pt x="0" y="102629"/>
                </a:lnTo>
              </a:path>
            </a:pathLst>
          </a:custGeom>
          <a:noFill xmlns:a="http://schemas.openxmlformats.org/drawingml/2006/main"/>
          <a:ln xmlns:a="http://schemas.openxmlformats.org/drawingml/2006/main" w="26683">
            <a:solidFill>
              <a:srgbClr val="C57735"/>
            </a:solidFill>
            <a:prstDash val="solid"/>
          </a:ln>
        </p:spPr>
      </p:sp>
      <p:sp>
        <p:nvSpPr>
          <p:cNvPr id="32" name="path-32">
            <a:extLst xmlns:a="http://schemas.openxmlformats.org/drawingml/2006/main">
              <a:ext uri="{FF2B5EF4-FFF2-40B4-BE49-F238E27FC236}">
                <a16:creationId xmlns:a16="http://schemas.microsoft.com/office/drawing/2014/main" id="{255CED48-DB32-40E4-830B-DE6425561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4394" y="2938660"/>
            <a:ext cx="191" cy="656823"/>
          </a:xfrm>
          <a:custGeom xmlns:a="http://schemas.openxmlformats.org/drawingml/2006/main">
            <a:pathLst>
              <a:path w="191" h="656823">
                <a:moveTo>
                  <a:pt x="0" y="65682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4894">
            <a:solidFill>
              <a:srgbClr val="237F7B"/>
            </a:solidFill>
            <a:prstDash val="solid"/>
          </a:ln>
        </p:spPr>
      </p:sp>
      <p:sp>
        <p:nvSpPr>
          <p:cNvPr id="33" name="path-33">
            <a:extLst xmlns:a="http://schemas.openxmlformats.org/drawingml/2006/main">
              <a:ext uri="{FF2B5EF4-FFF2-40B4-BE49-F238E27FC236}">
                <a16:creationId xmlns:a16="http://schemas.microsoft.com/office/drawing/2014/main" id="{1F42A716-A8C3-45A3-BADC-5D2A58CC4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7159" y="2921240"/>
            <a:ext cx="174469" cy="174469"/>
          </a:xfrm>
          <a:custGeom xmlns:a="http://schemas.openxmlformats.org/drawingml/2006/main">
            <a:pathLst>
              <a:path w="174469" h="174469">
                <a:moveTo>
                  <a:pt x="0" y="174469"/>
                </a:moveTo>
                <a:lnTo>
                  <a:pt x="87234" y="0"/>
                </a:lnTo>
                <a:lnTo>
                  <a:pt x="174469" y="174469"/>
                </a:lnTo>
                <a:lnTo>
                  <a:pt x="0" y="174469"/>
                </a:lnTo>
              </a:path>
            </a:pathLst>
          </a:custGeom>
          <a:solidFill xmlns:a="http://schemas.openxmlformats.org/drawingml/2006/main">
            <a:srgbClr val="237F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path-34">
            <a:extLst xmlns:a="http://schemas.openxmlformats.org/drawingml/2006/main">
              <a:ext uri="{FF2B5EF4-FFF2-40B4-BE49-F238E27FC236}">
                <a16:creationId xmlns:a16="http://schemas.microsoft.com/office/drawing/2014/main" id="{AF431D6A-2695-43C3-BC1F-C72BCD69E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463" y="3616010"/>
            <a:ext cx="3181491" cy="615772"/>
          </a:xfrm>
          <a:custGeom xmlns:a="http://schemas.openxmlformats.org/drawingml/2006/main">
            <a:pathLst>
              <a:path w="3181491" h="615772">
                <a:moveTo>
                  <a:pt x="102629" y="0"/>
                </a:moveTo>
                <a:lnTo>
                  <a:pt x="3078863" y="0"/>
                </a:lnTo>
                <a:cubicBezTo>
                  <a:pt x="3135733" y="0"/>
                  <a:pt x="3181491" y="45758"/>
                  <a:pt x="3181491" y="102628"/>
                </a:cubicBezTo>
                <a:lnTo>
                  <a:pt x="3181491" y="513144"/>
                </a:lnTo>
                <a:cubicBezTo>
                  <a:pt x="3181491" y="570014"/>
                  <a:pt x="3135733" y="615772"/>
                  <a:pt x="3078863" y="615772"/>
                </a:cubicBezTo>
                <a:lnTo>
                  <a:pt x="102629" y="615772"/>
                </a:lnTo>
                <a:cubicBezTo>
                  <a:pt x="45759" y="615772"/>
                  <a:pt x="0" y="570014"/>
                  <a:pt x="0" y="513144"/>
                </a:cubicBezTo>
                <a:lnTo>
                  <a:pt x="0" y="102628"/>
                </a:lnTo>
                <a:cubicBezTo>
                  <a:pt x="0" y="45758"/>
                  <a:pt x="45759" y="0"/>
                  <a:pt x="102629" y="0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8473">
            <a:solidFill>
              <a:srgbClr val="B6D0CC"/>
            </a:solidFill>
            <a:prstDash val="solid"/>
          </a:ln>
        </p:spPr>
      </p:sp>
      <p:sp>
        <p:nvSpPr>
          <p:cNvPr id="35" name="path-35">
            <a:extLst xmlns:a="http://schemas.openxmlformats.org/drawingml/2006/main">
              <a:ext uri="{FF2B5EF4-FFF2-40B4-BE49-F238E27FC236}">
                <a16:creationId xmlns:a16="http://schemas.microsoft.com/office/drawing/2014/main" id="{33A9ACD3-2E2C-4525-9631-AD0A4478E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829" y="3708375"/>
            <a:ext cx="431041" cy="431041"/>
          </a:xfrm>
          <a:custGeom xmlns:a="http://schemas.openxmlformats.org/drawingml/2006/main">
            <a:pathLst>
              <a:path w="431041" h="431041">
                <a:moveTo>
                  <a:pt x="61577" y="0"/>
                </a:moveTo>
                <a:lnTo>
                  <a:pt x="369463" y="0"/>
                </a:lnTo>
                <a:cubicBezTo>
                  <a:pt x="403564" y="0"/>
                  <a:pt x="431041" y="27478"/>
                  <a:pt x="431041" y="61577"/>
                </a:cubicBezTo>
                <a:lnTo>
                  <a:pt x="431041" y="369464"/>
                </a:lnTo>
                <a:cubicBezTo>
                  <a:pt x="431041" y="403564"/>
                  <a:pt x="403564" y="431041"/>
                  <a:pt x="369463" y="431041"/>
                </a:cubicBezTo>
                <a:lnTo>
                  <a:pt x="61577" y="431041"/>
                </a:lnTo>
                <a:cubicBezTo>
                  <a:pt x="27477" y="431041"/>
                  <a:pt x="0" y="403564"/>
                  <a:pt x="0" y="369464"/>
                </a:cubicBezTo>
                <a:lnTo>
                  <a:pt x="0" y="61577"/>
                </a:lnTo>
                <a:cubicBezTo>
                  <a:pt x="0" y="27478"/>
                  <a:pt x="27477" y="0"/>
                  <a:pt x="61577" y="0"/>
                </a:cubicBezTo>
              </a:path>
            </a:pathLst>
          </a:custGeom>
          <a:solidFill xmlns:a="http://schemas.openxmlformats.org/drawingml/2006/main">
            <a:srgbClr val="DDEEE9"/>
          </a:solidFill>
          <a:ln xmlns:a="http://schemas.openxmlformats.org/drawingml/2006/main" w="20526">
            <a:solidFill>
              <a:srgbClr val="237F7B"/>
            </a:solidFill>
            <a:prstDash val="solid"/>
          </a:ln>
        </p:spPr>
      </p:sp>
      <p:sp>
        <p:nvSpPr>
          <p:cNvPr id="36" name="path-36">
            <a:extLst xmlns:a="http://schemas.openxmlformats.org/drawingml/2006/main">
              <a:ext uri="{FF2B5EF4-FFF2-40B4-BE49-F238E27FC236}">
                <a16:creationId xmlns:a16="http://schemas.microsoft.com/office/drawing/2014/main" id="{C9CC7358-DA3C-475F-BEB8-14C3D1CD4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203" y="3806680"/>
            <a:ext cx="210293" cy="234432"/>
          </a:xfrm>
          <a:custGeom xmlns:a="http://schemas.openxmlformats.org/drawingml/2006/main">
            <a:pathLst>
              <a:path w="210293" h="234432">
                <a:moveTo>
                  <a:pt x="105146" y="0"/>
                </a:moveTo>
                <a:lnTo>
                  <a:pt x="210293" y="56541"/>
                </a:lnTo>
                <a:lnTo>
                  <a:pt x="210293" y="177890"/>
                </a:lnTo>
                <a:lnTo>
                  <a:pt x="105146" y="234432"/>
                </a:lnTo>
                <a:lnTo>
                  <a:pt x="0" y="177890"/>
                </a:lnTo>
                <a:lnTo>
                  <a:pt x="0" y="56541"/>
                </a:lnTo>
                <a:lnTo>
                  <a:pt x="10514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406">
            <a:solidFill>
              <a:srgbClr val="237F7B"/>
            </a:solidFill>
            <a:prstDash val="solid"/>
          </a:ln>
        </p:spPr>
      </p:sp>
      <p:sp>
        <p:nvSpPr>
          <p:cNvPr id="37" name="path-37">
            <a:extLst xmlns:a="http://schemas.openxmlformats.org/drawingml/2006/main">
              <a:ext uri="{FF2B5EF4-FFF2-40B4-BE49-F238E27FC236}">
                <a16:creationId xmlns:a16="http://schemas.microsoft.com/office/drawing/2014/main" id="{8880B810-179D-49BE-B338-3427CCBE5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203" y="3863221"/>
            <a:ext cx="210293" cy="177890"/>
          </a:xfrm>
          <a:custGeom xmlns:a="http://schemas.openxmlformats.org/drawingml/2006/main">
            <a:pathLst>
              <a:path w="210293" h="177890">
                <a:moveTo>
                  <a:pt x="0" y="0"/>
                </a:moveTo>
                <a:lnTo>
                  <a:pt x="105146" y="56610"/>
                </a:lnTo>
                <a:lnTo>
                  <a:pt x="210293" y="0"/>
                </a:lnTo>
                <a:moveTo>
                  <a:pt x="105146" y="56610"/>
                </a:moveTo>
                <a:lnTo>
                  <a:pt x="105146" y="177890"/>
                </a:lnTo>
              </a:path>
            </a:pathLst>
          </a:custGeom>
          <a:noFill xmlns:a="http://schemas.openxmlformats.org/drawingml/2006/main"/>
          <a:ln xmlns:a="http://schemas.openxmlformats.org/drawingml/2006/main" w="19406">
            <a:solidFill>
              <a:srgbClr val="237F7B"/>
            </a:solidFill>
            <a:prstDash val="solid"/>
          </a:ln>
        </p:spPr>
      </p:sp>
      <p:sp>
        <p:nvSpPr>
          <p:cNvPr id="38" name="path-38">
            <a:extLst xmlns:a="http://schemas.openxmlformats.org/drawingml/2006/main">
              <a:ext uri="{FF2B5EF4-FFF2-40B4-BE49-F238E27FC236}">
                <a16:creationId xmlns:a16="http://schemas.microsoft.com/office/drawing/2014/main" id="{0BFA07A8-8890-4946-9F6B-0A6046F40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973" y="3708375"/>
            <a:ext cx="431041" cy="431041"/>
          </a:xfrm>
          <a:custGeom xmlns:a="http://schemas.openxmlformats.org/drawingml/2006/main">
            <a:pathLst>
              <a:path w="431041" h="431041">
                <a:moveTo>
                  <a:pt x="61577" y="0"/>
                </a:moveTo>
                <a:lnTo>
                  <a:pt x="369463" y="0"/>
                </a:lnTo>
                <a:cubicBezTo>
                  <a:pt x="403564" y="0"/>
                  <a:pt x="431041" y="27478"/>
                  <a:pt x="431041" y="61577"/>
                </a:cubicBezTo>
                <a:lnTo>
                  <a:pt x="431041" y="369464"/>
                </a:lnTo>
                <a:cubicBezTo>
                  <a:pt x="431041" y="403564"/>
                  <a:pt x="403564" y="431041"/>
                  <a:pt x="369463" y="431041"/>
                </a:cubicBezTo>
                <a:lnTo>
                  <a:pt x="61577" y="431041"/>
                </a:lnTo>
                <a:cubicBezTo>
                  <a:pt x="27477" y="431041"/>
                  <a:pt x="0" y="403564"/>
                  <a:pt x="0" y="369464"/>
                </a:cubicBezTo>
                <a:lnTo>
                  <a:pt x="0" y="61577"/>
                </a:lnTo>
                <a:cubicBezTo>
                  <a:pt x="0" y="27478"/>
                  <a:pt x="27477" y="0"/>
                  <a:pt x="61577" y="0"/>
                </a:cubicBezTo>
              </a:path>
            </a:pathLst>
          </a:custGeom>
          <a:solidFill xmlns:a="http://schemas.openxmlformats.org/drawingml/2006/main">
            <a:srgbClr val="DDEEE9"/>
          </a:solidFill>
          <a:ln xmlns:a="http://schemas.openxmlformats.org/drawingml/2006/main" w="20526">
            <a:solidFill>
              <a:srgbClr val="237F7B"/>
            </a:solidFill>
            <a:prstDash val="solid"/>
          </a:ln>
        </p:spPr>
      </p:sp>
      <p:sp>
        <p:nvSpPr>
          <p:cNvPr id="39" name="path-39">
            <a:extLst xmlns:a="http://schemas.openxmlformats.org/drawingml/2006/main">
              <a:ext uri="{FF2B5EF4-FFF2-40B4-BE49-F238E27FC236}">
                <a16:creationId xmlns:a16="http://schemas.microsoft.com/office/drawing/2014/main" id="{4EDC1FB9-51E1-4E2A-A2AB-ACC942E13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47" y="3806680"/>
            <a:ext cx="210293" cy="234432"/>
          </a:xfrm>
          <a:custGeom xmlns:a="http://schemas.openxmlformats.org/drawingml/2006/main">
            <a:pathLst>
              <a:path w="210293" h="234432">
                <a:moveTo>
                  <a:pt x="105146" y="0"/>
                </a:moveTo>
                <a:lnTo>
                  <a:pt x="210293" y="56541"/>
                </a:lnTo>
                <a:lnTo>
                  <a:pt x="210293" y="177890"/>
                </a:lnTo>
                <a:lnTo>
                  <a:pt x="105146" y="234432"/>
                </a:lnTo>
                <a:lnTo>
                  <a:pt x="0" y="177890"/>
                </a:lnTo>
                <a:lnTo>
                  <a:pt x="0" y="56541"/>
                </a:lnTo>
                <a:lnTo>
                  <a:pt x="10514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406">
            <a:solidFill>
              <a:srgbClr val="237F7B"/>
            </a:solidFill>
            <a:prstDash val="solid"/>
          </a:ln>
        </p:spPr>
      </p:sp>
      <p:sp>
        <p:nvSpPr>
          <p:cNvPr id="40" name="path-40">
            <a:extLst xmlns:a="http://schemas.openxmlformats.org/drawingml/2006/main">
              <a:ext uri="{FF2B5EF4-FFF2-40B4-BE49-F238E27FC236}">
                <a16:creationId xmlns:a16="http://schemas.microsoft.com/office/drawing/2014/main" id="{547028CE-4C64-47E8-8798-7BBADC50F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47" y="3863221"/>
            <a:ext cx="210293" cy="177890"/>
          </a:xfrm>
          <a:custGeom xmlns:a="http://schemas.openxmlformats.org/drawingml/2006/main">
            <a:pathLst>
              <a:path w="210293" h="177890">
                <a:moveTo>
                  <a:pt x="0" y="0"/>
                </a:moveTo>
                <a:lnTo>
                  <a:pt x="105146" y="56610"/>
                </a:lnTo>
                <a:lnTo>
                  <a:pt x="210293" y="0"/>
                </a:lnTo>
                <a:moveTo>
                  <a:pt x="105146" y="56610"/>
                </a:moveTo>
                <a:lnTo>
                  <a:pt x="105146" y="177890"/>
                </a:lnTo>
              </a:path>
            </a:pathLst>
          </a:custGeom>
          <a:noFill xmlns:a="http://schemas.openxmlformats.org/drawingml/2006/main"/>
          <a:ln xmlns:a="http://schemas.openxmlformats.org/drawingml/2006/main" w="19406">
            <a:solidFill>
              <a:srgbClr val="237F7B"/>
            </a:solidFill>
            <a:prstDash val="solid"/>
          </a:ln>
        </p:spPr>
      </p:sp>
      <p:sp>
        <p:nvSpPr>
          <p:cNvPr id="41" name="path-41">
            <a:extLst xmlns:a="http://schemas.openxmlformats.org/drawingml/2006/main">
              <a:ext uri="{FF2B5EF4-FFF2-40B4-BE49-F238E27FC236}">
                <a16:creationId xmlns:a16="http://schemas.microsoft.com/office/drawing/2014/main" id="{CFFA3EA1-C3D4-43C5-9A51-33A23EA78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8117" y="3708375"/>
            <a:ext cx="431041" cy="431041"/>
          </a:xfrm>
          <a:custGeom xmlns:a="http://schemas.openxmlformats.org/drawingml/2006/main">
            <a:pathLst>
              <a:path w="431041" h="431041">
                <a:moveTo>
                  <a:pt x="61577" y="0"/>
                </a:moveTo>
                <a:lnTo>
                  <a:pt x="369464" y="0"/>
                </a:lnTo>
                <a:cubicBezTo>
                  <a:pt x="403564" y="0"/>
                  <a:pt x="431041" y="27478"/>
                  <a:pt x="431041" y="61577"/>
                </a:cubicBezTo>
                <a:lnTo>
                  <a:pt x="431041" y="369464"/>
                </a:lnTo>
                <a:cubicBezTo>
                  <a:pt x="431041" y="403564"/>
                  <a:pt x="403564" y="431041"/>
                  <a:pt x="369464" y="431041"/>
                </a:cubicBezTo>
                <a:lnTo>
                  <a:pt x="61577" y="431041"/>
                </a:lnTo>
                <a:cubicBezTo>
                  <a:pt x="27477" y="431041"/>
                  <a:pt x="0" y="403564"/>
                  <a:pt x="0" y="369464"/>
                </a:cubicBezTo>
                <a:lnTo>
                  <a:pt x="0" y="61577"/>
                </a:lnTo>
                <a:cubicBezTo>
                  <a:pt x="0" y="27478"/>
                  <a:pt x="27477" y="0"/>
                  <a:pt x="61577" y="0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6421">
            <a:solidFill>
              <a:srgbClr val="B6D0CC"/>
            </a:solidFill>
            <a:prstDash val="solid"/>
          </a:ln>
        </p:spPr>
      </p:sp>
      <p:sp>
        <p:nvSpPr>
          <p:cNvPr id="42" name="path-42">
            <a:extLst xmlns:a="http://schemas.openxmlformats.org/drawingml/2006/main">
              <a:ext uri="{FF2B5EF4-FFF2-40B4-BE49-F238E27FC236}">
                <a16:creationId xmlns:a16="http://schemas.microsoft.com/office/drawing/2014/main" id="{D73F6A77-5C37-4274-8563-15F009A8F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8491" y="3806680"/>
            <a:ext cx="210293" cy="234432"/>
          </a:xfrm>
          <a:custGeom xmlns:a="http://schemas.openxmlformats.org/drawingml/2006/main">
            <a:pathLst>
              <a:path w="210293" h="234432">
                <a:moveTo>
                  <a:pt x="105147" y="0"/>
                </a:moveTo>
                <a:lnTo>
                  <a:pt x="210293" y="56541"/>
                </a:lnTo>
                <a:lnTo>
                  <a:pt x="210293" y="177890"/>
                </a:lnTo>
                <a:lnTo>
                  <a:pt x="105147" y="234432"/>
                </a:lnTo>
                <a:lnTo>
                  <a:pt x="0" y="177890"/>
                </a:lnTo>
                <a:lnTo>
                  <a:pt x="0" y="56541"/>
                </a:lnTo>
                <a:lnTo>
                  <a:pt x="10514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406">
            <a:solidFill>
              <a:srgbClr val="78AAA4"/>
            </a:solidFill>
            <a:prstDash val="solid"/>
          </a:ln>
        </p:spPr>
      </p:sp>
      <p:sp>
        <p:nvSpPr>
          <p:cNvPr id="43" name="path-43">
            <a:extLst xmlns:a="http://schemas.openxmlformats.org/drawingml/2006/main">
              <a:ext uri="{FF2B5EF4-FFF2-40B4-BE49-F238E27FC236}">
                <a16:creationId xmlns:a16="http://schemas.microsoft.com/office/drawing/2014/main" id="{E1ACB492-6362-406A-8205-78145FBBB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8491" y="3863221"/>
            <a:ext cx="210293" cy="177890"/>
          </a:xfrm>
          <a:custGeom xmlns:a="http://schemas.openxmlformats.org/drawingml/2006/main">
            <a:pathLst>
              <a:path w="210293" h="177890">
                <a:moveTo>
                  <a:pt x="0" y="0"/>
                </a:moveTo>
                <a:lnTo>
                  <a:pt x="105147" y="56610"/>
                </a:lnTo>
                <a:lnTo>
                  <a:pt x="210293" y="0"/>
                </a:lnTo>
                <a:moveTo>
                  <a:pt x="105147" y="56610"/>
                </a:moveTo>
                <a:lnTo>
                  <a:pt x="105147" y="177890"/>
                </a:lnTo>
              </a:path>
            </a:pathLst>
          </a:custGeom>
          <a:noFill xmlns:a="http://schemas.openxmlformats.org/drawingml/2006/main"/>
          <a:ln xmlns:a="http://schemas.openxmlformats.org/drawingml/2006/main" w="19406">
            <a:solidFill>
              <a:srgbClr val="78AAA4"/>
            </a:solidFill>
            <a:prstDash val="solid"/>
          </a:ln>
        </p:spPr>
      </p:sp>
      <p:sp>
        <p:nvSpPr>
          <p:cNvPr id="44" name="path-44">
            <a:extLst xmlns:a="http://schemas.openxmlformats.org/drawingml/2006/main">
              <a:ext uri="{FF2B5EF4-FFF2-40B4-BE49-F238E27FC236}">
                <a16:creationId xmlns:a16="http://schemas.microsoft.com/office/drawing/2014/main" id="{9FA30EF9-FD6F-4D5B-8768-ACBF501ED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1261" y="3708375"/>
            <a:ext cx="431041" cy="431041"/>
          </a:xfrm>
          <a:custGeom xmlns:a="http://schemas.openxmlformats.org/drawingml/2006/main">
            <a:pathLst>
              <a:path w="431041" h="431041">
                <a:moveTo>
                  <a:pt x="61577" y="0"/>
                </a:moveTo>
                <a:lnTo>
                  <a:pt x="369464" y="0"/>
                </a:lnTo>
                <a:cubicBezTo>
                  <a:pt x="403563" y="0"/>
                  <a:pt x="431041" y="27478"/>
                  <a:pt x="431041" y="61577"/>
                </a:cubicBezTo>
                <a:lnTo>
                  <a:pt x="431041" y="369464"/>
                </a:lnTo>
                <a:cubicBezTo>
                  <a:pt x="431041" y="403564"/>
                  <a:pt x="403563" y="431041"/>
                  <a:pt x="369464" y="431041"/>
                </a:cubicBezTo>
                <a:lnTo>
                  <a:pt x="61577" y="431041"/>
                </a:lnTo>
                <a:cubicBezTo>
                  <a:pt x="27477" y="431041"/>
                  <a:pt x="0" y="403564"/>
                  <a:pt x="0" y="369464"/>
                </a:cubicBezTo>
                <a:lnTo>
                  <a:pt x="0" y="61577"/>
                </a:lnTo>
                <a:cubicBezTo>
                  <a:pt x="0" y="27478"/>
                  <a:pt x="27477" y="0"/>
                  <a:pt x="61577" y="0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6421">
            <a:solidFill>
              <a:srgbClr val="B6D0CC"/>
            </a:solidFill>
            <a:prstDash val="solid"/>
          </a:ln>
        </p:spPr>
      </p:sp>
      <p:sp>
        <p:nvSpPr>
          <p:cNvPr id="45" name="path-45">
            <a:extLst xmlns:a="http://schemas.openxmlformats.org/drawingml/2006/main">
              <a:ext uri="{FF2B5EF4-FFF2-40B4-BE49-F238E27FC236}">
                <a16:creationId xmlns:a16="http://schemas.microsoft.com/office/drawing/2014/main" id="{8FDA49D6-3479-4DE2-AD44-D85F1C9E5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1634" y="3806680"/>
            <a:ext cx="210293" cy="234432"/>
          </a:xfrm>
          <a:custGeom xmlns:a="http://schemas.openxmlformats.org/drawingml/2006/main">
            <a:pathLst>
              <a:path w="210293" h="234432">
                <a:moveTo>
                  <a:pt x="105147" y="0"/>
                </a:moveTo>
                <a:lnTo>
                  <a:pt x="210293" y="56541"/>
                </a:lnTo>
                <a:lnTo>
                  <a:pt x="210293" y="177890"/>
                </a:lnTo>
                <a:lnTo>
                  <a:pt x="105147" y="234432"/>
                </a:lnTo>
                <a:lnTo>
                  <a:pt x="0" y="177890"/>
                </a:lnTo>
                <a:lnTo>
                  <a:pt x="0" y="56541"/>
                </a:lnTo>
                <a:lnTo>
                  <a:pt x="10514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406">
            <a:solidFill>
              <a:srgbClr val="78AAA4"/>
            </a:solidFill>
            <a:prstDash val="solid"/>
          </a:ln>
        </p:spPr>
      </p:sp>
      <p:sp>
        <p:nvSpPr>
          <p:cNvPr id="46" name="path-46">
            <a:extLst xmlns:a="http://schemas.openxmlformats.org/drawingml/2006/main">
              <a:ext uri="{FF2B5EF4-FFF2-40B4-BE49-F238E27FC236}">
                <a16:creationId xmlns:a16="http://schemas.microsoft.com/office/drawing/2014/main" id="{D7870F89-E0A4-462B-A575-69D48E629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1634" y="3863221"/>
            <a:ext cx="210293" cy="177890"/>
          </a:xfrm>
          <a:custGeom xmlns:a="http://schemas.openxmlformats.org/drawingml/2006/main">
            <a:pathLst>
              <a:path w="210293" h="177890">
                <a:moveTo>
                  <a:pt x="0" y="0"/>
                </a:moveTo>
                <a:lnTo>
                  <a:pt x="105147" y="56610"/>
                </a:lnTo>
                <a:lnTo>
                  <a:pt x="210293" y="0"/>
                </a:lnTo>
                <a:moveTo>
                  <a:pt x="105147" y="56610"/>
                </a:moveTo>
                <a:lnTo>
                  <a:pt x="105147" y="177890"/>
                </a:lnTo>
              </a:path>
            </a:pathLst>
          </a:custGeom>
          <a:noFill xmlns:a="http://schemas.openxmlformats.org/drawingml/2006/main"/>
          <a:ln xmlns:a="http://schemas.openxmlformats.org/drawingml/2006/main" w="19406">
            <a:solidFill>
              <a:srgbClr val="78AAA4"/>
            </a:solidFill>
            <a:prstDash val="solid"/>
          </a:ln>
        </p:spPr>
      </p:sp>
      <p:sp>
        <p:nvSpPr>
          <p:cNvPr id="47" name="path-47">
            <a:extLst xmlns:a="http://schemas.openxmlformats.org/drawingml/2006/main">
              <a:ext uri="{FF2B5EF4-FFF2-40B4-BE49-F238E27FC236}">
                <a16:creationId xmlns:a16="http://schemas.microsoft.com/office/drawing/2014/main" id="{F9382624-9FE8-47F4-B334-114E26E99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405" y="3708375"/>
            <a:ext cx="431041" cy="431041"/>
          </a:xfrm>
          <a:custGeom xmlns:a="http://schemas.openxmlformats.org/drawingml/2006/main">
            <a:pathLst>
              <a:path w="431041" h="431041">
                <a:moveTo>
                  <a:pt x="61577" y="0"/>
                </a:moveTo>
                <a:lnTo>
                  <a:pt x="369463" y="0"/>
                </a:lnTo>
                <a:cubicBezTo>
                  <a:pt x="403563" y="0"/>
                  <a:pt x="431041" y="27478"/>
                  <a:pt x="431041" y="61577"/>
                </a:cubicBezTo>
                <a:lnTo>
                  <a:pt x="431041" y="369464"/>
                </a:lnTo>
                <a:cubicBezTo>
                  <a:pt x="431041" y="403564"/>
                  <a:pt x="403563" y="431041"/>
                  <a:pt x="369463" y="431041"/>
                </a:cubicBezTo>
                <a:lnTo>
                  <a:pt x="61577" y="431041"/>
                </a:lnTo>
                <a:cubicBezTo>
                  <a:pt x="27477" y="431041"/>
                  <a:pt x="0" y="403564"/>
                  <a:pt x="0" y="369464"/>
                </a:cubicBezTo>
                <a:lnTo>
                  <a:pt x="0" y="61577"/>
                </a:lnTo>
                <a:cubicBezTo>
                  <a:pt x="0" y="27478"/>
                  <a:pt x="27477" y="0"/>
                  <a:pt x="61577" y="0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6421">
            <a:solidFill>
              <a:srgbClr val="B6D0CC"/>
            </a:solidFill>
            <a:prstDash val="solid"/>
          </a:ln>
        </p:spPr>
      </p:sp>
      <p:sp>
        <p:nvSpPr>
          <p:cNvPr id="48" name="path-48">
            <a:extLst xmlns:a="http://schemas.openxmlformats.org/drawingml/2006/main">
              <a:ext uri="{FF2B5EF4-FFF2-40B4-BE49-F238E27FC236}">
                <a16:creationId xmlns:a16="http://schemas.microsoft.com/office/drawing/2014/main" id="{6963B2BA-9067-40E0-B9A9-550DBF4C5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4779" y="3806680"/>
            <a:ext cx="210293" cy="234432"/>
          </a:xfrm>
          <a:custGeom xmlns:a="http://schemas.openxmlformats.org/drawingml/2006/main">
            <a:pathLst>
              <a:path w="210293" h="234432">
                <a:moveTo>
                  <a:pt x="105146" y="0"/>
                </a:moveTo>
                <a:lnTo>
                  <a:pt x="210293" y="56541"/>
                </a:lnTo>
                <a:lnTo>
                  <a:pt x="210293" y="177890"/>
                </a:lnTo>
                <a:lnTo>
                  <a:pt x="105146" y="234432"/>
                </a:lnTo>
                <a:lnTo>
                  <a:pt x="0" y="177890"/>
                </a:lnTo>
                <a:lnTo>
                  <a:pt x="0" y="56541"/>
                </a:lnTo>
                <a:lnTo>
                  <a:pt x="10514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406">
            <a:solidFill>
              <a:srgbClr val="78AAA4"/>
            </a:solidFill>
            <a:prstDash val="solid"/>
          </a:ln>
        </p:spPr>
      </p:sp>
      <p:sp>
        <p:nvSpPr>
          <p:cNvPr id="49" name="path-49">
            <a:extLst xmlns:a="http://schemas.openxmlformats.org/drawingml/2006/main">
              <a:ext uri="{FF2B5EF4-FFF2-40B4-BE49-F238E27FC236}">
                <a16:creationId xmlns:a16="http://schemas.microsoft.com/office/drawing/2014/main" id="{0051FC3B-0D2C-4A71-9395-13FA05FF7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4779" y="3863221"/>
            <a:ext cx="210293" cy="177890"/>
          </a:xfrm>
          <a:custGeom xmlns:a="http://schemas.openxmlformats.org/drawingml/2006/main">
            <a:pathLst>
              <a:path w="210293" h="177890">
                <a:moveTo>
                  <a:pt x="0" y="0"/>
                </a:moveTo>
                <a:lnTo>
                  <a:pt x="105146" y="56610"/>
                </a:lnTo>
                <a:lnTo>
                  <a:pt x="210293" y="0"/>
                </a:lnTo>
                <a:moveTo>
                  <a:pt x="105146" y="56610"/>
                </a:moveTo>
                <a:lnTo>
                  <a:pt x="105146" y="177890"/>
                </a:lnTo>
              </a:path>
            </a:pathLst>
          </a:custGeom>
          <a:noFill xmlns:a="http://schemas.openxmlformats.org/drawingml/2006/main"/>
          <a:ln xmlns:a="http://schemas.openxmlformats.org/drawingml/2006/main" w="19406">
            <a:solidFill>
              <a:srgbClr val="78AAA4"/>
            </a:solidFill>
            <a:prstDash val="solid"/>
          </a:ln>
        </p:spPr>
      </p:sp>
      <p:sp>
        <p:nvSpPr>
          <p:cNvPr id="50" name="path-50">
            <a:extLst xmlns:a="http://schemas.openxmlformats.org/drawingml/2006/main">
              <a:ext uri="{FF2B5EF4-FFF2-40B4-BE49-F238E27FC236}">
                <a16:creationId xmlns:a16="http://schemas.microsoft.com/office/drawing/2014/main" id="{C73BFCA2-FB25-468B-878C-F3AD1C6DB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7548" y="3708375"/>
            <a:ext cx="431041" cy="431041"/>
          </a:xfrm>
          <a:custGeom xmlns:a="http://schemas.openxmlformats.org/drawingml/2006/main">
            <a:pathLst>
              <a:path w="431041" h="431041">
                <a:moveTo>
                  <a:pt x="61577" y="0"/>
                </a:moveTo>
                <a:lnTo>
                  <a:pt x="369463" y="0"/>
                </a:lnTo>
                <a:cubicBezTo>
                  <a:pt x="403564" y="0"/>
                  <a:pt x="431041" y="27478"/>
                  <a:pt x="431041" y="61577"/>
                </a:cubicBezTo>
                <a:lnTo>
                  <a:pt x="431041" y="369464"/>
                </a:lnTo>
                <a:cubicBezTo>
                  <a:pt x="431041" y="403564"/>
                  <a:pt x="403564" y="431041"/>
                  <a:pt x="369463" y="431041"/>
                </a:cubicBezTo>
                <a:lnTo>
                  <a:pt x="61577" y="431041"/>
                </a:lnTo>
                <a:cubicBezTo>
                  <a:pt x="27477" y="431041"/>
                  <a:pt x="0" y="403564"/>
                  <a:pt x="0" y="369464"/>
                </a:cubicBezTo>
                <a:lnTo>
                  <a:pt x="0" y="61577"/>
                </a:lnTo>
                <a:cubicBezTo>
                  <a:pt x="0" y="27478"/>
                  <a:pt x="27477" y="0"/>
                  <a:pt x="61577" y="0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6421">
            <a:solidFill>
              <a:srgbClr val="B6D0CC"/>
            </a:solidFill>
            <a:prstDash val="solid"/>
          </a:ln>
        </p:spPr>
      </p:sp>
      <p:sp>
        <p:nvSpPr>
          <p:cNvPr id="51" name="path-51">
            <a:extLst xmlns:a="http://schemas.openxmlformats.org/drawingml/2006/main">
              <a:ext uri="{FF2B5EF4-FFF2-40B4-BE49-F238E27FC236}">
                <a16:creationId xmlns:a16="http://schemas.microsoft.com/office/drawing/2014/main" id="{BE468F86-C888-4DC0-BE55-208CF4924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7922" y="3806680"/>
            <a:ext cx="210293" cy="234432"/>
          </a:xfrm>
          <a:custGeom xmlns:a="http://schemas.openxmlformats.org/drawingml/2006/main">
            <a:pathLst>
              <a:path w="210293" h="234432">
                <a:moveTo>
                  <a:pt x="105147" y="0"/>
                </a:moveTo>
                <a:lnTo>
                  <a:pt x="210293" y="56541"/>
                </a:lnTo>
                <a:lnTo>
                  <a:pt x="210293" y="177890"/>
                </a:lnTo>
                <a:lnTo>
                  <a:pt x="105147" y="234432"/>
                </a:lnTo>
                <a:lnTo>
                  <a:pt x="0" y="177890"/>
                </a:lnTo>
                <a:lnTo>
                  <a:pt x="0" y="56541"/>
                </a:lnTo>
                <a:lnTo>
                  <a:pt x="10514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406">
            <a:solidFill>
              <a:srgbClr val="78AAA4"/>
            </a:solidFill>
            <a:prstDash val="solid"/>
          </a:ln>
        </p:spPr>
      </p:sp>
      <p:sp>
        <p:nvSpPr>
          <p:cNvPr id="52" name="path-52">
            <a:extLst xmlns:a="http://schemas.openxmlformats.org/drawingml/2006/main">
              <a:ext uri="{FF2B5EF4-FFF2-40B4-BE49-F238E27FC236}">
                <a16:creationId xmlns:a16="http://schemas.microsoft.com/office/drawing/2014/main" id="{3851143D-480C-4EFF-B8FE-D5AAA1EAD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7922" y="3863221"/>
            <a:ext cx="210293" cy="177890"/>
          </a:xfrm>
          <a:custGeom xmlns:a="http://schemas.openxmlformats.org/drawingml/2006/main">
            <a:pathLst>
              <a:path w="210293" h="177890">
                <a:moveTo>
                  <a:pt x="0" y="0"/>
                </a:moveTo>
                <a:lnTo>
                  <a:pt x="105147" y="56610"/>
                </a:lnTo>
                <a:lnTo>
                  <a:pt x="210293" y="0"/>
                </a:lnTo>
                <a:moveTo>
                  <a:pt x="105147" y="56610"/>
                </a:moveTo>
                <a:lnTo>
                  <a:pt x="105147" y="177890"/>
                </a:lnTo>
              </a:path>
            </a:pathLst>
          </a:custGeom>
          <a:noFill xmlns:a="http://schemas.openxmlformats.org/drawingml/2006/main"/>
          <a:ln xmlns:a="http://schemas.openxmlformats.org/drawingml/2006/main" w="19406">
            <a:solidFill>
              <a:srgbClr val="78AAA4"/>
            </a:solidFill>
            <a:prstDash val="solid"/>
          </a:ln>
        </p:spPr>
      </p:sp>
      <p:sp>
        <p:nvSpPr>
          <p:cNvPr id="53" name="path-53">
            <a:extLst xmlns:a="http://schemas.openxmlformats.org/drawingml/2006/main">
              <a:ext uri="{FF2B5EF4-FFF2-40B4-BE49-F238E27FC236}">
                <a16:creationId xmlns:a16="http://schemas.microsoft.com/office/drawing/2014/main" id="{3A729F5E-3786-4334-BB2D-ECA5D6B23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0430" y="2076578"/>
            <a:ext cx="472092" cy="191"/>
          </a:xfrm>
          <a:custGeom xmlns:a="http://schemas.openxmlformats.org/drawingml/2006/main">
            <a:pathLst>
              <a:path w="472092" h="191">
                <a:moveTo>
                  <a:pt x="0" y="0"/>
                </a:moveTo>
                <a:lnTo>
                  <a:pt x="472092" y="0"/>
                </a:lnTo>
              </a:path>
            </a:pathLst>
          </a:custGeom>
          <a:noFill xmlns:a="http://schemas.openxmlformats.org/drawingml/2006/main"/>
          <a:ln xmlns:a="http://schemas.openxmlformats.org/drawingml/2006/main" w="34894">
            <a:solidFill>
              <a:srgbClr val="237F7B"/>
            </a:solidFill>
            <a:prstDash val="solid"/>
          </a:ln>
        </p:spPr>
      </p:sp>
      <p:sp>
        <p:nvSpPr>
          <p:cNvPr id="54" name="path-54">
            <a:extLst xmlns:a="http://schemas.openxmlformats.org/drawingml/2006/main">
              <a:ext uri="{FF2B5EF4-FFF2-40B4-BE49-F238E27FC236}">
                <a16:creationId xmlns:a16="http://schemas.microsoft.com/office/drawing/2014/main" id="{2E38BDC9-6796-4AA6-AD59-40B22E77F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5473" y="1989343"/>
            <a:ext cx="174469" cy="174469"/>
          </a:xfrm>
          <a:custGeom xmlns:a="http://schemas.openxmlformats.org/drawingml/2006/main">
            <a:pathLst>
              <a:path w="174469" h="174469">
                <a:moveTo>
                  <a:pt x="0" y="0"/>
                </a:moveTo>
                <a:lnTo>
                  <a:pt x="174469" y="87234"/>
                </a:lnTo>
                <a:lnTo>
                  <a:pt x="0" y="174469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37F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path-55">
            <a:extLst xmlns:a="http://schemas.openxmlformats.org/drawingml/2006/main">
              <a:ext uri="{FF2B5EF4-FFF2-40B4-BE49-F238E27FC236}">
                <a16:creationId xmlns:a16="http://schemas.microsoft.com/office/drawing/2014/main" id="{5FF03F21-DE7B-4BF1-930C-6EE6E82FA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8042" y="1111868"/>
            <a:ext cx="1488117" cy="1672848"/>
          </a:xfrm>
          <a:custGeom xmlns:a="http://schemas.openxmlformats.org/drawingml/2006/main">
            <a:pathLst>
              <a:path w="1488117" h="1672848">
                <a:moveTo>
                  <a:pt x="123154" y="0"/>
                </a:moveTo>
                <a:lnTo>
                  <a:pt x="1364962" y="0"/>
                </a:lnTo>
                <a:cubicBezTo>
                  <a:pt x="1433163" y="0"/>
                  <a:pt x="1488117" y="54954"/>
                  <a:pt x="1488117" y="123154"/>
                </a:cubicBezTo>
                <a:lnTo>
                  <a:pt x="1488117" y="1549694"/>
                </a:lnTo>
                <a:cubicBezTo>
                  <a:pt x="1488117" y="1617894"/>
                  <a:pt x="1433163" y="1672848"/>
                  <a:pt x="1364962" y="1672848"/>
                </a:cubicBezTo>
                <a:lnTo>
                  <a:pt x="123154" y="1672848"/>
                </a:lnTo>
                <a:cubicBezTo>
                  <a:pt x="54954" y="1672848"/>
                  <a:pt x="0" y="1617894"/>
                  <a:pt x="0" y="1549694"/>
                </a:cubicBezTo>
                <a:lnTo>
                  <a:pt x="0" y="123154"/>
                </a:lnTo>
                <a:cubicBezTo>
                  <a:pt x="0" y="54954"/>
                  <a:pt x="54954" y="0"/>
                  <a:pt x="123154" y="0"/>
                </a:cubicBezTo>
              </a:path>
            </a:pathLst>
          </a:custGeom>
          <a:solidFill xmlns:a="http://schemas.openxmlformats.org/drawingml/2006/main">
            <a:srgbClr val="F3EFF7"/>
          </a:solidFill>
          <a:ln xmlns:a="http://schemas.openxmlformats.org/drawingml/2006/main" w="18473">
            <a:solidFill>
              <a:srgbClr val="CABFD5"/>
            </a:solidFill>
            <a:prstDash val="solid"/>
          </a:ln>
        </p:spPr>
      </p:sp>
      <p:sp>
        <p:nvSpPr>
          <p:cNvPr id="56" name="path-56">
            <a:extLst xmlns:a="http://schemas.openxmlformats.org/drawingml/2006/main">
              <a:ext uri="{FF2B5EF4-FFF2-40B4-BE49-F238E27FC236}">
                <a16:creationId xmlns:a16="http://schemas.microsoft.com/office/drawing/2014/main" id="{BD840D70-DC69-4C1B-B747-ED23DF96E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4625" y="1245285"/>
            <a:ext cx="1488117" cy="1672849"/>
          </a:xfrm>
          <a:custGeom xmlns:a="http://schemas.openxmlformats.org/drawingml/2006/main">
            <a:pathLst>
              <a:path w="1488117" h="1672849">
                <a:moveTo>
                  <a:pt x="123155" y="0"/>
                </a:moveTo>
                <a:lnTo>
                  <a:pt x="1364963" y="0"/>
                </a:lnTo>
                <a:cubicBezTo>
                  <a:pt x="1433163" y="0"/>
                  <a:pt x="1488117" y="54954"/>
                  <a:pt x="1488117" y="123155"/>
                </a:cubicBezTo>
                <a:lnTo>
                  <a:pt x="1488117" y="1549694"/>
                </a:lnTo>
                <a:cubicBezTo>
                  <a:pt x="1488117" y="1617895"/>
                  <a:pt x="1433163" y="1672849"/>
                  <a:pt x="1364963" y="1672849"/>
                </a:cubicBezTo>
                <a:lnTo>
                  <a:pt x="123155" y="1672849"/>
                </a:lnTo>
                <a:cubicBezTo>
                  <a:pt x="54954" y="1672849"/>
                  <a:pt x="0" y="1617895"/>
                  <a:pt x="0" y="1549694"/>
                </a:cubicBezTo>
                <a:lnTo>
                  <a:pt x="0" y="123155"/>
                </a:lnTo>
                <a:cubicBezTo>
                  <a:pt x="0" y="54954"/>
                  <a:pt x="54954" y="0"/>
                  <a:pt x="123155" y="0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0526">
            <a:solidFill>
              <a:srgbClr val="B8A9C9"/>
            </a:solidFill>
            <a:prstDash val="solid"/>
          </a:ln>
        </p:spPr>
      </p:sp>
      <p:sp>
        <p:nvSpPr>
          <p:cNvPr id="57" name="path-57">
            <a:extLst xmlns:a="http://schemas.openxmlformats.org/drawingml/2006/main">
              <a:ext uri="{FF2B5EF4-FFF2-40B4-BE49-F238E27FC236}">
                <a16:creationId xmlns:a16="http://schemas.microsoft.com/office/drawing/2014/main" id="{40557717-308C-4A88-84C4-F2DFFF58C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0408" y="1871321"/>
            <a:ext cx="1036550" cy="287360"/>
          </a:xfrm>
          <a:custGeom xmlns:a="http://schemas.openxmlformats.org/drawingml/2006/main">
            <a:pathLst>
              <a:path w="1036550" h="287360">
                <a:moveTo>
                  <a:pt x="0" y="0"/>
                </a:moveTo>
                <a:lnTo>
                  <a:pt x="1036550" y="0"/>
                </a:lnTo>
                <a:moveTo>
                  <a:pt x="0" y="143681"/>
                </a:moveTo>
                <a:lnTo>
                  <a:pt x="851819" y="143681"/>
                </a:lnTo>
                <a:moveTo>
                  <a:pt x="0" y="287360"/>
                </a:moveTo>
                <a:lnTo>
                  <a:pt x="944185" y="287360"/>
                </a:lnTo>
              </a:path>
            </a:pathLst>
          </a:custGeom>
          <a:noFill xmlns:a="http://schemas.openxmlformats.org/drawingml/2006/main"/>
          <a:ln xmlns:a="http://schemas.openxmlformats.org/drawingml/2006/main" w="41052">
            <a:solidFill>
              <a:srgbClr val="D9D3E1"/>
            </a:solidFill>
            <a:prstDash val="solid"/>
          </a:ln>
        </p:spPr>
      </p:sp>
      <p:sp>
        <p:nvSpPr>
          <p:cNvPr id="58" name="path-58">
            <a:extLst xmlns:a="http://schemas.openxmlformats.org/drawingml/2006/main">
              <a:ext uri="{FF2B5EF4-FFF2-40B4-BE49-F238E27FC236}">
                <a16:creationId xmlns:a16="http://schemas.microsoft.com/office/drawing/2014/main" id="{39568217-FA5C-487A-B69F-BFC7BA7CF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2511" y="2384464"/>
            <a:ext cx="328412" cy="328412"/>
          </a:xfrm>
          <a:custGeom xmlns:a="http://schemas.openxmlformats.org/drawingml/2006/main">
            <a:pathLst>
              <a:path w="328412" h="328412">
                <a:moveTo>
                  <a:pt x="328412" y="164206"/>
                </a:moveTo>
                <a:cubicBezTo>
                  <a:pt x="328412" y="254917"/>
                  <a:pt x="254915" y="328412"/>
                  <a:pt x="164206" y="328412"/>
                </a:cubicBezTo>
                <a:cubicBezTo>
                  <a:pt x="73496" y="328412"/>
                  <a:pt x="0" y="254917"/>
                  <a:pt x="0" y="164206"/>
                </a:cubicBezTo>
                <a:cubicBezTo>
                  <a:pt x="0" y="73496"/>
                  <a:pt x="73496" y="0"/>
                  <a:pt x="164206" y="0"/>
                </a:cubicBezTo>
                <a:cubicBezTo>
                  <a:pt x="254915" y="0"/>
                  <a:pt x="328412" y="73496"/>
                  <a:pt x="328412" y="164206"/>
                </a:cubicBezTo>
              </a:path>
            </a:pathLst>
          </a:custGeom>
          <a:solidFill xmlns:a="http://schemas.openxmlformats.org/drawingml/2006/main">
            <a:srgbClr val="FAED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path-59">
            <a:extLst xmlns:a="http://schemas.openxmlformats.org/drawingml/2006/main">
              <a:ext uri="{FF2B5EF4-FFF2-40B4-BE49-F238E27FC236}">
                <a16:creationId xmlns:a16="http://schemas.microsoft.com/office/drawing/2014/main" id="{C31E00DA-B94B-444B-83B7-1F900D0F6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140" y="2487093"/>
            <a:ext cx="123155" cy="123155"/>
          </a:xfrm>
          <a:custGeom xmlns:a="http://schemas.openxmlformats.org/drawingml/2006/main">
            <a:pathLst>
              <a:path w="123155" h="123155">
                <a:moveTo>
                  <a:pt x="0" y="0"/>
                </a:moveTo>
                <a:lnTo>
                  <a:pt x="123155" y="123155"/>
                </a:lnTo>
                <a:moveTo>
                  <a:pt x="123155" y="0"/>
                </a:moveTo>
                <a:lnTo>
                  <a:pt x="0" y="123155"/>
                </a:lnTo>
              </a:path>
            </a:pathLst>
          </a:custGeom>
          <a:noFill xmlns:a="http://schemas.openxmlformats.org/drawingml/2006/main"/>
          <a:ln xmlns:a="http://schemas.openxmlformats.org/drawingml/2006/main" w="28736">
            <a:solidFill>
              <a:srgbClr val="C57735"/>
            </a:solidFill>
            <a:prstDash val="solid"/>
          </a:ln>
        </p:spPr>
      </p:sp>
      <p:sp>
        <p:nvSpPr>
          <p:cNvPr id="60" name="path-60">
            <a:extLst xmlns:a="http://schemas.openxmlformats.org/drawingml/2006/main">
              <a:ext uri="{FF2B5EF4-FFF2-40B4-BE49-F238E27FC236}">
                <a16:creationId xmlns:a16="http://schemas.microsoft.com/office/drawing/2014/main" id="{0156401C-DF22-48FE-B392-04D2AAA53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5918" y="2384464"/>
            <a:ext cx="328412" cy="328412"/>
          </a:xfrm>
          <a:custGeom xmlns:a="http://schemas.openxmlformats.org/drawingml/2006/main">
            <a:pathLst>
              <a:path w="328412" h="328412">
                <a:moveTo>
                  <a:pt x="328412" y="164206"/>
                </a:moveTo>
                <a:cubicBezTo>
                  <a:pt x="328412" y="254917"/>
                  <a:pt x="254915" y="328412"/>
                  <a:pt x="164206" y="328412"/>
                </a:cubicBezTo>
                <a:cubicBezTo>
                  <a:pt x="73495" y="328412"/>
                  <a:pt x="0" y="254917"/>
                  <a:pt x="0" y="164206"/>
                </a:cubicBezTo>
                <a:cubicBezTo>
                  <a:pt x="0" y="73496"/>
                  <a:pt x="73495" y="0"/>
                  <a:pt x="164206" y="0"/>
                </a:cubicBezTo>
                <a:cubicBezTo>
                  <a:pt x="254915" y="0"/>
                  <a:pt x="328412" y="73496"/>
                  <a:pt x="328412" y="164206"/>
                </a:cubicBezTo>
              </a:path>
            </a:pathLst>
          </a:custGeom>
          <a:solidFill xmlns:a="http://schemas.openxmlformats.org/drawingml/2006/main">
            <a:srgbClr val="E6F1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path-61">
            <a:extLst xmlns:a="http://schemas.openxmlformats.org/drawingml/2006/main">
              <a:ext uri="{FF2B5EF4-FFF2-40B4-BE49-F238E27FC236}">
                <a16:creationId xmlns:a16="http://schemas.microsoft.com/office/drawing/2014/main" id="{27003D86-E29B-4A38-9BF2-066AD7F1F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8283" y="2487093"/>
            <a:ext cx="153943" cy="123155"/>
          </a:xfrm>
          <a:custGeom xmlns:a="http://schemas.openxmlformats.org/drawingml/2006/main">
            <a:pathLst>
              <a:path w="153943" h="123155">
                <a:moveTo>
                  <a:pt x="0" y="61577"/>
                </a:moveTo>
                <a:lnTo>
                  <a:pt x="61577" y="123155"/>
                </a:lnTo>
                <a:lnTo>
                  <a:pt x="153943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736">
            <a:solidFill>
              <a:srgbClr val="32724F"/>
            </a:solidFill>
            <a:prstDash val="solid"/>
          </a:ln>
        </p:spPr>
      </p:sp>
      <p:sp>
        <p:nvSpPr>
          <p:cNvPr id="62" name="path-62">
            <a:extLst xmlns:a="http://schemas.openxmlformats.org/drawingml/2006/main">
              <a:ext uri="{FF2B5EF4-FFF2-40B4-BE49-F238E27FC236}">
                <a16:creationId xmlns:a16="http://schemas.microsoft.com/office/drawing/2014/main" id="{8B363656-8BB3-4D73-964C-6812A30A7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7736" y="2076578"/>
            <a:ext cx="287361" cy="191"/>
          </a:xfrm>
          <a:custGeom xmlns:a="http://schemas.openxmlformats.org/drawingml/2006/main">
            <a:pathLst>
              <a:path w="287361" h="191">
                <a:moveTo>
                  <a:pt x="0" y="0"/>
                </a:moveTo>
                <a:lnTo>
                  <a:pt x="287361" y="0"/>
                </a:lnTo>
              </a:path>
            </a:pathLst>
          </a:custGeom>
          <a:noFill xmlns:a="http://schemas.openxmlformats.org/drawingml/2006/main"/>
          <a:ln xmlns:a="http://schemas.openxmlformats.org/drawingml/2006/main" w="34894">
            <a:solidFill>
              <a:srgbClr val="32006E"/>
            </a:solidFill>
            <a:prstDash val="solid"/>
          </a:ln>
        </p:spPr>
      </p:sp>
      <p:sp>
        <p:nvSpPr>
          <p:cNvPr id="63" name="path-63">
            <a:extLst xmlns:a="http://schemas.openxmlformats.org/drawingml/2006/main">
              <a:ext uri="{FF2B5EF4-FFF2-40B4-BE49-F238E27FC236}">
                <a16:creationId xmlns:a16="http://schemas.microsoft.com/office/drawing/2014/main" id="{2821314A-99B4-44AC-A5F0-8CAE530BD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8047" y="1989343"/>
            <a:ext cx="174469" cy="174469"/>
          </a:xfrm>
          <a:custGeom xmlns:a="http://schemas.openxmlformats.org/drawingml/2006/main">
            <a:pathLst>
              <a:path w="174469" h="174469">
                <a:moveTo>
                  <a:pt x="0" y="0"/>
                </a:moveTo>
                <a:lnTo>
                  <a:pt x="174469" y="87234"/>
                </a:lnTo>
                <a:lnTo>
                  <a:pt x="0" y="174469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3200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path-64">
            <a:extLst xmlns:a="http://schemas.openxmlformats.org/drawingml/2006/main">
              <a:ext uri="{FF2B5EF4-FFF2-40B4-BE49-F238E27FC236}">
                <a16:creationId xmlns:a16="http://schemas.microsoft.com/office/drawing/2014/main" id="{4AD004AE-736D-4112-AFFC-77145542B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7200" y="229260"/>
            <a:ext cx="8292403" cy="4351459"/>
          </a:xfrm>
          <a:custGeom xmlns:a="http://schemas.openxmlformats.org/drawingml/2006/main">
            <a:pathLst>
              <a:path w="8292403" h="4351459">
                <a:moveTo>
                  <a:pt x="184731" y="0"/>
                </a:moveTo>
                <a:lnTo>
                  <a:pt x="8107672" y="0"/>
                </a:lnTo>
                <a:cubicBezTo>
                  <a:pt x="8210027" y="0"/>
                  <a:pt x="8292403" y="82377"/>
                  <a:pt x="8292403" y="184732"/>
                </a:cubicBezTo>
                <a:lnTo>
                  <a:pt x="8292403" y="4166727"/>
                </a:lnTo>
                <a:cubicBezTo>
                  <a:pt x="8292403" y="4269083"/>
                  <a:pt x="8210027" y="4351459"/>
                  <a:pt x="8107672" y="4351459"/>
                </a:cubicBezTo>
                <a:lnTo>
                  <a:pt x="184731" y="4351459"/>
                </a:lnTo>
                <a:cubicBezTo>
                  <a:pt x="82377" y="4351459"/>
                  <a:pt x="0" y="4269083"/>
                  <a:pt x="0" y="4166727"/>
                </a:cubicBezTo>
                <a:lnTo>
                  <a:pt x="0" y="184732"/>
                </a:lnTo>
                <a:cubicBezTo>
                  <a:pt x="0" y="82377"/>
                  <a:pt x="82377" y="0"/>
                  <a:pt x="184731" y="0"/>
                </a:cubicBezTo>
              </a:path>
            </a:pathLst>
          </a:custGeom>
          <a:solidFill xmlns:a="http://schemas.openxmlformats.org/drawingml/2006/main">
            <a:srgbClr val="F5F1FA"/>
          </a:solidFill>
          <a:ln xmlns:a="http://schemas.openxmlformats.org/drawingml/2006/main" w="25657">
            <a:solidFill>
              <a:srgbClr val="32006E"/>
            </a:solidFill>
            <a:prstDash val="solid"/>
          </a:ln>
        </p:spPr>
      </p:sp>
      <p:sp>
        <p:nvSpPr>
          <p:cNvPr id="65" name="path-65">
            <a:extLst xmlns:a="http://schemas.openxmlformats.org/drawingml/2006/main">
              <a:ext uri="{FF2B5EF4-FFF2-40B4-BE49-F238E27FC236}">
                <a16:creationId xmlns:a16="http://schemas.microsoft.com/office/drawing/2014/main" id="{D2FA2CEA-3E5D-4A5F-A200-C9C04039A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7462" y="239523"/>
            <a:ext cx="8271879" cy="626036"/>
          </a:xfrm>
          <a:custGeom xmlns:a="http://schemas.openxmlformats.org/drawingml/2006/main">
            <a:pathLst>
              <a:path w="8271879" h="626036">
                <a:moveTo>
                  <a:pt x="174469" y="0"/>
                </a:moveTo>
                <a:lnTo>
                  <a:pt x="8097410" y="0"/>
                </a:lnTo>
                <a:cubicBezTo>
                  <a:pt x="8213722" y="0"/>
                  <a:pt x="8271879" y="58156"/>
                  <a:pt x="8271879" y="174469"/>
                </a:cubicBezTo>
                <a:lnTo>
                  <a:pt x="8271879" y="626036"/>
                </a:lnTo>
                <a:lnTo>
                  <a:pt x="0" y="626036"/>
                </a:lnTo>
                <a:lnTo>
                  <a:pt x="0" y="174469"/>
                </a:lnTo>
                <a:cubicBezTo>
                  <a:pt x="0" y="58156"/>
                  <a:pt x="58157" y="0"/>
                  <a:pt x="174469" y="0"/>
                </a:cubicBezTo>
              </a:path>
            </a:pathLst>
          </a:custGeom>
          <a:solidFill xmlns:a="http://schemas.openxmlformats.org/drawingml/2006/main">
            <a:srgbClr val="EEE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path-66">
            <a:extLst xmlns:a="http://schemas.openxmlformats.org/drawingml/2006/main">
              <a:ext uri="{FF2B5EF4-FFF2-40B4-BE49-F238E27FC236}">
                <a16:creationId xmlns:a16="http://schemas.microsoft.com/office/drawing/2014/main" id="{1D9318D9-F0B1-4337-85CE-CCB20575B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7462" y="865559"/>
            <a:ext cx="8271879" cy="191"/>
          </a:xfrm>
          <a:custGeom xmlns:a="http://schemas.openxmlformats.org/drawingml/2006/main">
            <a:pathLst>
              <a:path w="8271879" h="191">
                <a:moveTo>
                  <a:pt x="0" y="0"/>
                </a:moveTo>
                <a:lnTo>
                  <a:pt x="827187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394">
            <a:solidFill>
              <a:srgbClr val="D7CAE6"/>
            </a:solidFill>
            <a:prstDash val="solid"/>
          </a:ln>
        </p:spPr>
      </p:sp>
      <p:sp>
        <p:nvSpPr>
          <p:cNvPr id="67" name="path-67">
            <a:extLst xmlns:a="http://schemas.openxmlformats.org/drawingml/2006/main">
              <a:ext uri="{FF2B5EF4-FFF2-40B4-BE49-F238E27FC236}">
                <a16:creationId xmlns:a16="http://schemas.microsoft.com/office/drawing/2014/main" id="{FDA57767-1DC4-4081-B542-C287065D2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3509" y="413992"/>
            <a:ext cx="297624" cy="266835"/>
          </a:xfrm>
          <a:custGeom xmlns:a="http://schemas.openxmlformats.org/drawingml/2006/main">
            <a:pathLst>
              <a:path w="297624" h="266835">
                <a:moveTo>
                  <a:pt x="41052" y="0"/>
                </a:moveTo>
                <a:lnTo>
                  <a:pt x="256572" y="0"/>
                </a:lnTo>
                <a:cubicBezTo>
                  <a:pt x="279287" y="0"/>
                  <a:pt x="297624" y="18336"/>
                  <a:pt x="297624" y="41051"/>
                </a:cubicBezTo>
                <a:lnTo>
                  <a:pt x="297624" y="225783"/>
                </a:lnTo>
                <a:cubicBezTo>
                  <a:pt x="297624" y="248498"/>
                  <a:pt x="279287" y="266835"/>
                  <a:pt x="256572" y="266835"/>
                </a:cubicBezTo>
                <a:lnTo>
                  <a:pt x="41052" y="266835"/>
                </a:lnTo>
                <a:cubicBezTo>
                  <a:pt x="18336" y="266835"/>
                  <a:pt x="0" y="248498"/>
                  <a:pt x="0" y="225783"/>
                </a:cubicBezTo>
                <a:lnTo>
                  <a:pt x="0" y="41051"/>
                </a:lnTo>
                <a:cubicBezTo>
                  <a:pt x="0" y="18336"/>
                  <a:pt x="18336" y="0"/>
                  <a:pt x="41052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23605">
            <a:solidFill>
              <a:srgbClr val="32006E"/>
            </a:solidFill>
            <a:prstDash val="solid"/>
          </a:ln>
        </p:spPr>
      </p:sp>
      <p:sp>
        <p:nvSpPr>
          <p:cNvPr id="68" name="path-68">
            <a:extLst xmlns:a="http://schemas.openxmlformats.org/drawingml/2006/main">
              <a:ext uri="{FF2B5EF4-FFF2-40B4-BE49-F238E27FC236}">
                <a16:creationId xmlns:a16="http://schemas.microsoft.com/office/drawing/2014/main" id="{578431F1-6929-4F35-A17D-8616E8C4D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349" y="485832"/>
            <a:ext cx="164206" cy="123154"/>
          </a:xfrm>
          <a:custGeom xmlns:a="http://schemas.openxmlformats.org/drawingml/2006/main">
            <a:pathLst>
              <a:path w="164206" h="123154">
                <a:moveTo>
                  <a:pt x="0" y="0"/>
                </a:moveTo>
                <a:lnTo>
                  <a:pt x="61577" y="61577"/>
                </a:lnTo>
                <a:lnTo>
                  <a:pt x="0" y="123154"/>
                </a:lnTo>
                <a:moveTo>
                  <a:pt x="92366" y="123154"/>
                </a:moveTo>
                <a:lnTo>
                  <a:pt x="164206" y="123154"/>
                </a:lnTo>
              </a:path>
            </a:pathLst>
          </a:custGeom>
          <a:noFill xmlns:a="http://schemas.openxmlformats.org/drawingml/2006/main"/>
          <a:ln xmlns:a="http://schemas.openxmlformats.org/drawingml/2006/main" w="23605">
            <a:solidFill>
              <a:srgbClr val="32006E"/>
            </a:solidFill>
            <a:prstDash val="solid"/>
          </a:ln>
        </p:spPr>
      </p:sp>
      <p:sp>
        <p:nvSpPr>
          <p:cNvPr id="69" name="path-69">
            <a:extLst xmlns:a="http://schemas.openxmlformats.org/drawingml/2006/main">
              <a:ext uri="{FF2B5EF4-FFF2-40B4-BE49-F238E27FC236}">
                <a16:creationId xmlns:a16="http://schemas.microsoft.com/office/drawing/2014/main" id="{67798A33-A229-4D8D-AA24-276869FDE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1132" y="1409491"/>
            <a:ext cx="708139" cy="2514404"/>
          </a:xfrm>
          <a:custGeom xmlns:a="http://schemas.openxmlformats.org/drawingml/2006/main">
            <a:pathLst>
              <a:path w="708139" h="2514404">
                <a:moveTo>
                  <a:pt x="0" y="0"/>
                </a:moveTo>
                <a:lnTo>
                  <a:pt x="0" y="2514404"/>
                </a:lnTo>
                <a:lnTo>
                  <a:pt x="236046" y="2514404"/>
                </a:lnTo>
                <a:moveTo>
                  <a:pt x="0" y="277098"/>
                </a:moveTo>
                <a:lnTo>
                  <a:pt x="236046" y="277098"/>
                </a:lnTo>
                <a:moveTo>
                  <a:pt x="0" y="1662585"/>
                </a:moveTo>
                <a:lnTo>
                  <a:pt x="236046" y="1662585"/>
                </a:lnTo>
                <a:moveTo>
                  <a:pt x="0" y="2093627"/>
                </a:moveTo>
                <a:lnTo>
                  <a:pt x="236046" y="2093627"/>
                </a:lnTo>
                <a:moveTo>
                  <a:pt x="502881" y="472092"/>
                </a:moveTo>
                <a:lnTo>
                  <a:pt x="502881" y="1221282"/>
                </a:lnTo>
                <a:lnTo>
                  <a:pt x="708139" y="1221282"/>
                </a:lnTo>
                <a:moveTo>
                  <a:pt x="502881" y="769716"/>
                </a:moveTo>
                <a:lnTo>
                  <a:pt x="708139" y="769716"/>
                </a:lnTo>
              </a:path>
            </a:pathLst>
          </a:custGeom>
          <a:noFill xmlns:a="http://schemas.openxmlformats.org/drawingml/2006/main"/>
          <a:ln xmlns:a="http://schemas.openxmlformats.org/drawingml/2006/main" w="20526">
            <a:solidFill>
              <a:srgbClr val="C7BDD4"/>
            </a:solidFill>
            <a:prstDash val="solid"/>
          </a:ln>
        </p:spPr>
      </p:sp>
      <p:sp>
        <p:nvSpPr>
          <p:cNvPr id="70" name="path-70">
            <a:extLst xmlns:a="http://schemas.openxmlformats.org/drawingml/2006/main">
              <a:ext uri="{FF2B5EF4-FFF2-40B4-BE49-F238E27FC236}">
                <a16:creationId xmlns:a16="http://schemas.microsoft.com/office/drawing/2014/main" id="{1A3EAD4A-1951-47E0-9DC5-A4073801D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5864" y="1481331"/>
            <a:ext cx="3119914" cy="369463"/>
          </a:xfrm>
          <a:custGeom xmlns:a="http://schemas.openxmlformats.org/drawingml/2006/main">
            <a:pathLst>
              <a:path w="3119914" h="369463">
                <a:moveTo>
                  <a:pt x="61577" y="0"/>
                </a:moveTo>
                <a:lnTo>
                  <a:pt x="3058336" y="0"/>
                </a:lnTo>
                <a:cubicBezTo>
                  <a:pt x="3092437" y="0"/>
                  <a:pt x="3119914" y="27477"/>
                  <a:pt x="3119914" y="61577"/>
                </a:cubicBezTo>
                <a:lnTo>
                  <a:pt x="3119914" y="307886"/>
                </a:lnTo>
                <a:cubicBezTo>
                  <a:pt x="3119914" y="341986"/>
                  <a:pt x="3092437" y="369463"/>
                  <a:pt x="3058336" y="369463"/>
                </a:cubicBezTo>
                <a:lnTo>
                  <a:pt x="61577" y="369463"/>
                </a:lnTo>
                <a:cubicBezTo>
                  <a:pt x="27477" y="369463"/>
                  <a:pt x="0" y="341986"/>
                  <a:pt x="0" y="307886"/>
                </a:cubicBezTo>
                <a:lnTo>
                  <a:pt x="0" y="61577"/>
                </a:lnTo>
                <a:cubicBezTo>
                  <a:pt x="0" y="27477"/>
                  <a:pt x="27477" y="0"/>
                  <a:pt x="61577" y="0"/>
                </a:cubicBezTo>
              </a:path>
            </a:pathLst>
          </a:custGeom>
          <a:solidFill xmlns:a="http://schemas.openxmlformats.org/drawingml/2006/main">
            <a:srgbClr val="E7D9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path-71">
            <a:extLst xmlns:a="http://schemas.openxmlformats.org/drawingml/2006/main">
              <a:ext uri="{FF2B5EF4-FFF2-40B4-BE49-F238E27FC236}">
                <a16:creationId xmlns:a16="http://schemas.microsoft.com/office/drawing/2014/main" id="{657DCE3F-937E-4DC2-8A89-F602D20DA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8493" y="1563434"/>
            <a:ext cx="266835" cy="205258"/>
          </a:xfrm>
          <a:custGeom xmlns:a="http://schemas.openxmlformats.org/drawingml/2006/main">
            <a:pathLst>
              <a:path w="266835" h="205258">
                <a:moveTo>
                  <a:pt x="10263" y="20526"/>
                </a:moveTo>
                <a:cubicBezTo>
                  <a:pt x="10263" y="6842"/>
                  <a:pt x="17105" y="0"/>
                  <a:pt x="30789" y="0"/>
                </a:cubicBezTo>
                <a:lnTo>
                  <a:pt x="102628" y="0"/>
                </a:lnTo>
                <a:lnTo>
                  <a:pt x="143680" y="41052"/>
                </a:lnTo>
                <a:lnTo>
                  <a:pt x="236046" y="41052"/>
                </a:lnTo>
                <a:cubicBezTo>
                  <a:pt x="256572" y="41052"/>
                  <a:pt x="266835" y="51314"/>
                  <a:pt x="266835" y="71840"/>
                </a:cubicBezTo>
                <a:lnTo>
                  <a:pt x="266835" y="174469"/>
                </a:lnTo>
                <a:cubicBezTo>
                  <a:pt x="266835" y="194995"/>
                  <a:pt x="256572" y="205258"/>
                  <a:pt x="236046" y="205258"/>
                </a:cubicBezTo>
                <a:lnTo>
                  <a:pt x="30789" y="205258"/>
                </a:lnTo>
                <a:cubicBezTo>
                  <a:pt x="10263" y="205258"/>
                  <a:pt x="0" y="194995"/>
                  <a:pt x="0" y="174469"/>
                </a:cubicBezTo>
                <a:lnTo>
                  <a:pt x="0" y="51314"/>
                </a:lnTo>
                <a:cubicBezTo>
                  <a:pt x="0" y="30789"/>
                  <a:pt x="3421" y="20526"/>
                  <a:pt x="10263" y="20526"/>
                </a:cubicBezTo>
              </a:path>
            </a:pathLst>
          </a:custGeom>
          <a:solidFill xmlns:a="http://schemas.openxmlformats.org/drawingml/2006/main">
            <a:srgbClr val="E2D5F0"/>
          </a:solidFill>
          <a:ln xmlns:a="http://schemas.openxmlformats.org/drawingml/2006/main" w="16421">
            <a:solidFill>
              <a:srgbClr val="80649E"/>
            </a:solidFill>
            <a:prstDash val="solid"/>
          </a:ln>
        </p:spPr>
      </p:sp>
      <p:sp>
        <p:nvSpPr>
          <p:cNvPr id="72" name="path-72">
            <a:extLst xmlns:a="http://schemas.openxmlformats.org/drawingml/2006/main">
              <a:ext uri="{FF2B5EF4-FFF2-40B4-BE49-F238E27FC236}">
                <a16:creationId xmlns:a16="http://schemas.microsoft.com/office/drawing/2014/main" id="{9E090909-912B-43D5-A9C4-58CB3036F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0585" y="2056052"/>
            <a:ext cx="266834" cy="205258"/>
          </a:xfrm>
          <a:custGeom xmlns:a="http://schemas.openxmlformats.org/drawingml/2006/main">
            <a:pathLst>
              <a:path w="266834" h="205258">
                <a:moveTo>
                  <a:pt x="10262" y="20526"/>
                </a:moveTo>
                <a:cubicBezTo>
                  <a:pt x="10262" y="6842"/>
                  <a:pt x="17104" y="0"/>
                  <a:pt x="30788" y="0"/>
                </a:cubicBezTo>
                <a:lnTo>
                  <a:pt x="102628" y="0"/>
                </a:lnTo>
                <a:lnTo>
                  <a:pt x="143681" y="41051"/>
                </a:lnTo>
                <a:lnTo>
                  <a:pt x="236045" y="41051"/>
                </a:lnTo>
                <a:cubicBezTo>
                  <a:pt x="256571" y="41051"/>
                  <a:pt x="266834" y="51314"/>
                  <a:pt x="266834" y="71840"/>
                </a:cubicBezTo>
                <a:lnTo>
                  <a:pt x="266834" y="174469"/>
                </a:lnTo>
                <a:cubicBezTo>
                  <a:pt x="266834" y="194995"/>
                  <a:pt x="256571" y="205258"/>
                  <a:pt x="236045" y="205258"/>
                </a:cubicBezTo>
                <a:lnTo>
                  <a:pt x="30788" y="205258"/>
                </a:lnTo>
                <a:cubicBezTo>
                  <a:pt x="10262" y="205258"/>
                  <a:pt x="0" y="194995"/>
                  <a:pt x="0" y="174469"/>
                </a:cubicBezTo>
                <a:lnTo>
                  <a:pt x="0" y="51314"/>
                </a:lnTo>
                <a:cubicBezTo>
                  <a:pt x="0" y="30789"/>
                  <a:pt x="3421" y="20526"/>
                  <a:pt x="10262" y="20526"/>
                </a:cubicBezTo>
              </a:path>
            </a:pathLst>
          </a:custGeom>
          <a:solidFill xmlns:a="http://schemas.openxmlformats.org/drawingml/2006/main">
            <a:srgbClr val="F4C4AE"/>
          </a:solidFill>
          <a:ln xmlns:a="http://schemas.openxmlformats.org/drawingml/2006/main" w="16421">
            <a:solidFill>
              <a:srgbClr val="80649E"/>
            </a:solidFill>
            <a:prstDash val="solid"/>
          </a:ln>
        </p:spPr>
      </p:sp>
      <p:sp>
        <p:nvSpPr>
          <p:cNvPr id="73" name="path-73">
            <a:extLst xmlns:a="http://schemas.openxmlformats.org/drawingml/2006/main">
              <a:ext uri="{FF2B5EF4-FFF2-40B4-BE49-F238E27FC236}">
                <a16:creationId xmlns:a16="http://schemas.microsoft.com/office/drawing/2014/main" id="{0899D5AC-3C9A-470B-8180-201097088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0585" y="2507619"/>
            <a:ext cx="266834" cy="205258"/>
          </a:xfrm>
          <a:custGeom xmlns:a="http://schemas.openxmlformats.org/drawingml/2006/main">
            <a:pathLst>
              <a:path w="266834" h="205258">
                <a:moveTo>
                  <a:pt x="10262" y="20526"/>
                </a:moveTo>
                <a:cubicBezTo>
                  <a:pt x="10262" y="6842"/>
                  <a:pt x="17104" y="0"/>
                  <a:pt x="30788" y="0"/>
                </a:cubicBezTo>
                <a:lnTo>
                  <a:pt x="102628" y="0"/>
                </a:lnTo>
                <a:lnTo>
                  <a:pt x="143681" y="41052"/>
                </a:lnTo>
                <a:lnTo>
                  <a:pt x="236045" y="41052"/>
                </a:lnTo>
                <a:cubicBezTo>
                  <a:pt x="256571" y="41052"/>
                  <a:pt x="266834" y="51314"/>
                  <a:pt x="266834" y="71840"/>
                </a:cubicBezTo>
                <a:lnTo>
                  <a:pt x="266834" y="174469"/>
                </a:lnTo>
                <a:cubicBezTo>
                  <a:pt x="266834" y="194995"/>
                  <a:pt x="256571" y="205258"/>
                  <a:pt x="236045" y="205258"/>
                </a:cubicBezTo>
                <a:lnTo>
                  <a:pt x="30788" y="205258"/>
                </a:lnTo>
                <a:cubicBezTo>
                  <a:pt x="10262" y="205258"/>
                  <a:pt x="0" y="194995"/>
                  <a:pt x="0" y="174469"/>
                </a:cubicBezTo>
                <a:lnTo>
                  <a:pt x="0" y="51314"/>
                </a:lnTo>
                <a:cubicBezTo>
                  <a:pt x="0" y="30789"/>
                  <a:pt x="3421" y="20526"/>
                  <a:pt x="10262" y="20526"/>
                </a:cubicBezTo>
              </a:path>
            </a:pathLst>
          </a:custGeom>
          <a:solidFill xmlns:a="http://schemas.openxmlformats.org/drawingml/2006/main">
            <a:srgbClr val="B8DCC5"/>
          </a:solidFill>
          <a:ln xmlns:a="http://schemas.openxmlformats.org/drawingml/2006/main" w="16421">
            <a:solidFill>
              <a:srgbClr val="80649E"/>
            </a:solidFill>
            <a:prstDash val="solid"/>
          </a:ln>
        </p:spPr>
      </p:sp>
      <p:sp>
        <p:nvSpPr>
          <p:cNvPr id="74" name="path-74">
            <a:extLst xmlns:a="http://schemas.openxmlformats.org/drawingml/2006/main">
              <a:ext uri="{FF2B5EF4-FFF2-40B4-BE49-F238E27FC236}">
                <a16:creationId xmlns:a16="http://schemas.microsoft.com/office/drawing/2014/main" id="{A996593D-8AFD-4E56-B5E7-6D809C747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8493" y="2948923"/>
            <a:ext cx="266835" cy="205258"/>
          </a:xfrm>
          <a:custGeom xmlns:a="http://schemas.openxmlformats.org/drawingml/2006/main">
            <a:pathLst>
              <a:path w="266835" h="205258">
                <a:moveTo>
                  <a:pt x="10263" y="20526"/>
                </a:moveTo>
                <a:cubicBezTo>
                  <a:pt x="10263" y="6842"/>
                  <a:pt x="17105" y="0"/>
                  <a:pt x="30789" y="0"/>
                </a:cubicBezTo>
                <a:lnTo>
                  <a:pt x="102628" y="0"/>
                </a:lnTo>
                <a:lnTo>
                  <a:pt x="143680" y="41052"/>
                </a:lnTo>
                <a:lnTo>
                  <a:pt x="236046" y="41052"/>
                </a:lnTo>
                <a:cubicBezTo>
                  <a:pt x="256572" y="41052"/>
                  <a:pt x="266835" y="51314"/>
                  <a:pt x="266835" y="71840"/>
                </a:cubicBezTo>
                <a:lnTo>
                  <a:pt x="266835" y="174469"/>
                </a:lnTo>
                <a:cubicBezTo>
                  <a:pt x="266835" y="194995"/>
                  <a:pt x="256572" y="205258"/>
                  <a:pt x="236046" y="205258"/>
                </a:cubicBezTo>
                <a:lnTo>
                  <a:pt x="30789" y="205258"/>
                </a:lnTo>
                <a:cubicBezTo>
                  <a:pt x="10263" y="205258"/>
                  <a:pt x="0" y="194995"/>
                  <a:pt x="0" y="174469"/>
                </a:cubicBezTo>
                <a:lnTo>
                  <a:pt x="0" y="51314"/>
                </a:lnTo>
                <a:cubicBezTo>
                  <a:pt x="0" y="30789"/>
                  <a:pt x="3421" y="20526"/>
                  <a:pt x="10263" y="20526"/>
                </a:cubicBezTo>
              </a:path>
            </a:pathLst>
          </a:custGeom>
          <a:solidFill xmlns:a="http://schemas.openxmlformats.org/drawingml/2006/main">
            <a:srgbClr val="E2D5F0"/>
          </a:solidFill>
          <a:ln xmlns:a="http://schemas.openxmlformats.org/drawingml/2006/main" w="16421">
            <a:solidFill>
              <a:srgbClr val="80649E"/>
            </a:solidFill>
            <a:prstDash val="solid"/>
          </a:ln>
        </p:spPr>
      </p:sp>
      <p:sp>
        <p:nvSpPr>
          <p:cNvPr id="75" name="path-75">
            <a:extLst xmlns:a="http://schemas.openxmlformats.org/drawingml/2006/main">
              <a:ext uri="{FF2B5EF4-FFF2-40B4-BE49-F238E27FC236}">
                <a16:creationId xmlns:a16="http://schemas.microsoft.com/office/drawing/2014/main" id="{B48F909A-5C9A-416F-8931-F9F0CA9ED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8493" y="3379963"/>
            <a:ext cx="266835" cy="205258"/>
          </a:xfrm>
          <a:custGeom xmlns:a="http://schemas.openxmlformats.org/drawingml/2006/main">
            <a:pathLst>
              <a:path w="266835" h="205258">
                <a:moveTo>
                  <a:pt x="10263" y="20526"/>
                </a:moveTo>
                <a:cubicBezTo>
                  <a:pt x="10263" y="6842"/>
                  <a:pt x="17105" y="0"/>
                  <a:pt x="30789" y="0"/>
                </a:cubicBezTo>
                <a:lnTo>
                  <a:pt x="102628" y="0"/>
                </a:lnTo>
                <a:lnTo>
                  <a:pt x="143680" y="41051"/>
                </a:lnTo>
                <a:lnTo>
                  <a:pt x="236046" y="41051"/>
                </a:lnTo>
                <a:cubicBezTo>
                  <a:pt x="256572" y="41051"/>
                  <a:pt x="266835" y="51314"/>
                  <a:pt x="266835" y="71840"/>
                </a:cubicBezTo>
                <a:lnTo>
                  <a:pt x="266835" y="174469"/>
                </a:lnTo>
                <a:cubicBezTo>
                  <a:pt x="266835" y="194995"/>
                  <a:pt x="256572" y="205258"/>
                  <a:pt x="236046" y="205258"/>
                </a:cubicBezTo>
                <a:lnTo>
                  <a:pt x="30789" y="205258"/>
                </a:lnTo>
                <a:cubicBezTo>
                  <a:pt x="10263" y="205258"/>
                  <a:pt x="0" y="194995"/>
                  <a:pt x="0" y="174469"/>
                </a:cubicBezTo>
                <a:lnTo>
                  <a:pt x="0" y="51314"/>
                </a:lnTo>
                <a:cubicBezTo>
                  <a:pt x="0" y="30789"/>
                  <a:pt x="3421" y="20526"/>
                  <a:pt x="10263" y="20526"/>
                </a:cubicBezTo>
              </a:path>
            </a:pathLst>
          </a:custGeom>
          <a:solidFill xmlns:a="http://schemas.openxmlformats.org/drawingml/2006/main">
            <a:srgbClr val="E2D5F0"/>
          </a:solidFill>
          <a:ln xmlns:a="http://schemas.openxmlformats.org/drawingml/2006/main" w="16421">
            <a:solidFill>
              <a:srgbClr val="80649E"/>
            </a:solidFill>
            <a:prstDash val="solid"/>
          </a:ln>
        </p:spPr>
      </p:sp>
      <p:sp>
        <p:nvSpPr>
          <p:cNvPr id="76" name="path-76">
            <a:extLst xmlns:a="http://schemas.openxmlformats.org/drawingml/2006/main">
              <a:ext uri="{FF2B5EF4-FFF2-40B4-BE49-F238E27FC236}">
                <a16:creationId xmlns:a16="http://schemas.microsoft.com/office/drawing/2014/main" id="{D96CE4F0-4684-4648-9A69-3F7FAD8A8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8493" y="3811004"/>
            <a:ext cx="266835" cy="205258"/>
          </a:xfrm>
          <a:custGeom xmlns:a="http://schemas.openxmlformats.org/drawingml/2006/main">
            <a:pathLst>
              <a:path w="266835" h="205258">
                <a:moveTo>
                  <a:pt x="10263" y="20526"/>
                </a:moveTo>
                <a:cubicBezTo>
                  <a:pt x="10263" y="6842"/>
                  <a:pt x="17105" y="0"/>
                  <a:pt x="30789" y="0"/>
                </a:cubicBezTo>
                <a:lnTo>
                  <a:pt x="102628" y="0"/>
                </a:lnTo>
                <a:lnTo>
                  <a:pt x="143680" y="41052"/>
                </a:lnTo>
                <a:lnTo>
                  <a:pt x="236046" y="41052"/>
                </a:lnTo>
                <a:cubicBezTo>
                  <a:pt x="256572" y="41052"/>
                  <a:pt x="266835" y="51315"/>
                  <a:pt x="266835" y="71840"/>
                </a:cubicBezTo>
                <a:lnTo>
                  <a:pt x="266835" y="174469"/>
                </a:lnTo>
                <a:cubicBezTo>
                  <a:pt x="266835" y="194995"/>
                  <a:pt x="256572" y="205258"/>
                  <a:pt x="236046" y="205258"/>
                </a:cubicBezTo>
                <a:lnTo>
                  <a:pt x="30789" y="205258"/>
                </a:lnTo>
                <a:cubicBezTo>
                  <a:pt x="10263" y="205258"/>
                  <a:pt x="0" y="194995"/>
                  <a:pt x="0" y="174469"/>
                </a:cubicBezTo>
                <a:lnTo>
                  <a:pt x="0" y="51315"/>
                </a:lnTo>
                <a:cubicBezTo>
                  <a:pt x="0" y="30789"/>
                  <a:pt x="3421" y="20526"/>
                  <a:pt x="10263" y="20526"/>
                </a:cubicBezTo>
              </a:path>
            </a:pathLst>
          </a:custGeom>
          <a:solidFill xmlns:a="http://schemas.openxmlformats.org/drawingml/2006/main">
            <a:srgbClr val="E2D5F0"/>
          </a:solidFill>
          <a:ln xmlns:a="http://schemas.openxmlformats.org/drawingml/2006/main" w="16421">
            <a:solidFill>
              <a:srgbClr val="80649E"/>
            </a:solidFill>
            <a:prstDash val="solid"/>
          </a:ln>
        </p:spPr>
      </p:sp>
      <p:sp>
        <p:nvSpPr>
          <p:cNvPr id="77" name="path-77">
            <a:extLst xmlns:a="http://schemas.openxmlformats.org/drawingml/2006/main">
              <a:ext uri="{FF2B5EF4-FFF2-40B4-BE49-F238E27FC236}">
                <a16:creationId xmlns:a16="http://schemas.microsoft.com/office/drawing/2014/main" id="{8569A159-4217-4192-88CC-2DBF4611B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453" y="2507619"/>
            <a:ext cx="482354" cy="191"/>
          </a:xfrm>
          <a:custGeom xmlns:a="http://schemas.openxmlformats.org/drawingml/2006/main">
            <a:pathLst>
              <a:path w="482354" h="191">
                <a:moveTo>
                  <a:pt x="0" y="0"/>
                </a:moveTo>
                <a:lnTo>
                  <a:pt x="482354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683">
            <a:solidFill>
              <a:srgbClr val="8D7AAB"/>
            </a:solidFill>
            <a:prstDash val="solid"/>
          </a:ln>
        </p:spPr>
      </p:sp>
      <p:sp>
        <p:nvSpPr>
          <p:cNvPr id="78" name="path-78">
            <a:extLst xmlns:a="http://schemas.openxmlformats.org/drawingml/2006/main">
              <a:ext uri="{FF2B5EF4-FFF2-40B4-BE49-F238E27FC236}">
                <a16:creationId xmlns:a16="http://schemas.microsoft.com/office/drawing/2014/main" id="{464A3D43-B22C-4CF0-9E54-81C258AAE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2424" y="2447588"/>
            <a:ext cx="120103" cy="120062"/>
          </a:xfrm>
          <a:custGeom xmlns:a="http://schemas.openxmlformats.org/drawingml/2006/main">
            <a:pathLst>
              <a:path w="120103" h="120062">
                <a:moveTo>
                  <a:pt x="120103" y="120062"/>
                </a:moveTo>
                <a:lnTo>
                  <a:pt x="0" y="60031"/>
                </a:lnTo>
                <a:lnTo>
                  <a:pt x="120103" y="0"/>
                </a:lnTo>
                <a:lnTo>
                  <a:pt x="120103" y="120062"/>
                </a:lnTo>
              </a:path>
            </a:pathLst>
          </a:custGeom>
          <a:solidFill xmlns:a="http://schemas.openxmlformats.org/drawingml/2006/main">
            <a:srgbClr val="8D7A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path-79">
            <a:extLst xmlns:a="http://schemas.openxmlformats.org/drawingml/2006/main">
              <a:ext uri="{FF2B5EF4-FFF2-40B4-BE49-F238E27FC236}">
                <a16:creationId xmlns:a16="http://schemas.microsoft.com/office/drawing/2014/main" id="{B63C2759-5785-41DB-930C-2EE7A0B16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734" y="2447588"/>
            <a:ext cx="120103" cy="120062"/>
          </a:xfrm>
          <a:custGeom xmlns:a="http://schemas.openxmlformats.org/drawingml/2006/main">
            <a:pathLst>
              <a:path w="120103" h="120062">
                <a:moveTo>
                  <a:pt x="0" y="0"/>
                </a:moveTo>
                <a:lnTo>
                  <a:pt x="120103" y="60031"/>
                </a:lnTo>
                <a:lnTo>
                  <a:pt x="0" y="120062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8D7A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path-80">
            <a:extLst xmlns:a="http://schemas.openxmlformats.org/drawingml/2006/main">
              <a:ext uri="{FF2B5EF4-FFF2-40B4-BE49-F238E27FC236}">
                <a16:creationId xmlns:a16="http://schemas.microsoft.com/office/drawing/2014/main" id="{ACFF6D14-2F3A-4034-ABC1-47FF043CF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1277" y="1789217"/>
            <a:ext cx="3130178" cy="1436803"/>
          </a:xfrm>
          <a:custGeom xmlns:a="http://schemas.openxmlformats.org/drawingml/2006/main">
            <a:pathLst>
              <a:path w="3130178" h="1436803">
                <a:moveTo>
                  <a:pt x="112892" y="0"/>
                </a:moveTo>
                <a:lnTo>
                  <a:pt x="3017286" y="0"/>
                </a:lnTo>
                <a:cubicBezTo>
                  <a:pt x="3079820" y="0"/>
                  <a:pt x="3130178" y="50357"/>
                  <a:pt x="3130178" y="112892"/>
                </a:cubicBezTo>
                <a:lnTo>
                  <a:pt x="3130178" y="1323912"/>
                </a:lnTo>
                <a:cubicBezTo>
                  <a:pt x="3130178" y="1386446"/>
                  <a:pt x="3079820" y="1436803"/>
                  <a:pt x="3017286" y="1436803"/>
                </a:cubicBezTo>
                <a:lnTo>
                  <a:pt x="112892" y="1436803"/>
                </a:lnTo>
                <a:cubicBezTo>
                  <a:pt x="50357" y="1436803"/>
                  <a:pt x="0" y="1386446"/>
                  <a:pt x="0" y="1323912"/>
                </a:cubicBezTo>
                <a:lnTo>
                  <a:pt x="0" y="112892"/>
                </a:lnTo>
                <a:cubicBezTo>
                  <a:pt x="0" y="50357"/>
                  <a:pt x="50357" y="0"/>
                  <a:pt x="112892" y="0"/>
                </a:cubicBezTo>
              </a:path>
            </a:pathLst>
          </a:custGeom>
          <a:solidFill xmlns:a="http://schemas.openxmlformats.org/drawingml/2006/main">
            <a:srgbClr val="2B23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path-81">
            <a:extLst xmlns:a="http://schemas.openxmlformats.org/drawingml/2006/main">
              <a:ext uri="{FF2B5EF4-FFF2-40B4-BE49-F238E27FC236}">
                <a16:creationId xmlns:a16="http://schemas.microsoft.com/office/drawing/2014/main" id="{0E406B34-5C0B-4FF8-83DA-684AE65D9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1277" y="1789217"/>
            <a:ext cx="3130178" cy="307886"/>
          </a:xfrm>
          <a:custGeom xmlns:a="http://schemas.openxmlformats.org/drawingml/2006/main">
            <a:pathLst>
              <a:path w="3130178" h="307886">
                <a:moveTo>
                  <a:pt x="112892" y="0"/>
                </a:moveTo>
                <a:lnTo>
                  <a:pt x="3017286" y="0"/>
                </a:lnTo>
                <a:cubicBezTo>
                  <a:pt x="3092547" y="0"/>
                  <a:pt x="3130178" y="37631"/>
                  <a:pt x="3130178" y="112892"/>
                </a:cubicBezTo>
                <a:lnTo>
                  <a:pt x="3130178" y="307886"/>
                </a:lnTo>
                <a:lnTo>
                  <a:pt x="0" y="307886"/>
                </a:lnTo>
                <a:lnTo>
                  <a:pt x="0" y="112892"/>
                </a:lnTo>
                <a:cubicBezTo>
                  <a:pt x="0" y="37631"/>
                  <a:pt x="37631" y="0"/>
                  <a:pt x="112892" y="0"/>
                </a:cubicBezTo>
              </a:path>
            </a:pathLst>
          </a:custGeom>
          <a:solidFill xmlns:a="http://schemas.openxmlformats.org/drawingml/2006/main">
            <a:srgbClr val="473B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path-82">
            <a:extLst xmlns:a="http://schemas.openxmlformats.org/drawingml/2006/main">
              <a:ext uri="{FF2B5EF4-FFF2-40B4-BE49-F238E27FC236}">
                <a16:creationId xmlns:a16="http://schemas.microsoft.com/office/drawing/2014/main" id="{22533B4A-9922-4007-BCBF-061B51C55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5221" y="1902109"/>
            <a:ext cx="82102" cy="82103"/>
          </a:xfrm>
          <a:custGeom xmlns:a="http://schemas.openxmlformats.org/drawingml/2006/main">
            <a:pathLst>
              <a:path w="82102" h="82103">
                <a:moveTo>
                  <a:pt x="82102" y="41052"/>
                </a:moveTo>
                <a:cubicBezTo>
                  <a:pt x="82102" y="63712"/>
                  <a:pt x="63712" y="82103"/>
                  <a:pt x="41051" y="82103"/>
                </a:cubicBezTo>
                <a:cubicBezTo>
                  <a:pt x="18391" y="82103"/>
                  <a:pt x="0" y="63712"/>
                  <a:pt x="0" y="41052"/>
                </a:cubicBezTo>
                <a:cubicBezTo>
                  <a:pt x="0" y="18391"/>
                  <a:pt x="18391" y="0"/>
                  <a:pt x="41051" y="0"/>
                </a:cubicBezTo>
                <a:cubicBezTo>
                  <a:pt x="63712" y="0"/>
                  <a:pt x="82102" y="18391"/>
                  <a:pt x="82102" y="41052"/>
                </a:cubicBezTo>
              </a:path>
            </a:pathLst>
          </a:custGeom>
          <a:solidFill xmlns:a="http://schemas.openxmlformats.org/drawingml/2006/main">
            <a:srgbClr val="C8B6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path-83">
            <a:extLst xmlns:a="http://schemas.openxmlformats.org/drawingml/2006/main">
              <a:ext uri="{FF2B5EF4-FFF2-40B4-BE49-F238E27FC236}">
                <a16:creationId xmlns:a16="http://schemas.microsoft.com/office/drawing/2014/main" id="{A2A1E97E-0B85-4009-9599-F492E83D2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9427" y="1902109"/>
            <a:ext cx="82102" cy="82103"/>
          </a:xfrm>
          <a:custGeom xmlns:a="http://schemas.openxmlformats.org/drawingml/2006/main">
            <a:pathLst>
              <a:path w="82102" h="82103">
                <a:moveTo>
                  <a:pt x="82102" y="41052"/>
                </a:moveTo>
                <a:cubicBezTo>
                  <a:pt x="82102" y="63712"/>
                  <a:pt x="63712" y="82103"/>
                  <a:pt x="41051" y="82103"/>
                </a:cubicBezTo>
                <a:cubicBezTo>
                  <a:pt x="18391" y="82103"/>
                  <a:pt x="0" y="63712"/>
                  <a:pt x="0" y="41052"/>
                </a:cubicBezTo>
                <a:cubicBezTo>
                  <a:pt x="0" y="18391"/>
                  <a:pt x="18391" y="0"/>
                  <a:pt x="41051" y="0"/>
                </a:cubicBezTo>
                <a:cubicBezTo>
                  <a:pt x="63712" y="0"/>
                  <a:pt x="82102" y="18391"/>
                  <a:pt x="82102" y="41052"/>
                </a:cubicBezTo>
              </a:path>
            </a:pathLst>
          </a:custGeom>
          <a:solidFill xmlns:a="http://schemas.openxmlformats.org/drawingml/2006/main">
            <a:srgbClr val="C8B6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path-84">
            <a:extLst xmlns:a="http://schemas.openxmlformats.org/drawingml/2006/main">
              <a:ext uri="{FF2B5EF4-FFF2-40B4-BE49-F238E27FC236}">
                <a16:creationId xmlns:a16="http://schemas.microsoft.com/office/drawing/2014/main" id="{755C7246-F898-4397-8C59-C421DED83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3632" y="1902109"/>
            <a:ext cx="82102" cy="82103"/>
          </a:xfrm>
          <a:custGeom xmlns:a="http://schemas.openxmlformats.org/drawingml/2006/main">
            <a:pathLst>
              <a:path w="82102" h="82103">
                <a:moveTo>
                  <a:pt x="82102" y="41052"/>
                </a:moveTo>
                <a:cubicBezTo>
                  <a:pt x="82102" y="63712"/>
                  <a:pt x="63712" y="82103"/>
                  <a:pt x="41051" y="82103"/>
                </a:cubicBezTo>
                <a:cubicBezTo>
                  <a:pt x="18391" y="82103"/>
                  <a:pt x="0" y="63712"/>
                  <a:pt x="0" y="41052"/>
                </a:cubicBezTo>
                <a:cubicBezTo>
                  <a:pt x="0" y="18391"/>
                  <a:pt x="18391" y="0"/>
                  <a:pt x="41051" y="0"/>
                </a:cubicBezTo>
                <a:cubicBezTo>
                  <a:pt x="63712" y="0"/>
                  <a:pt x="82102" y="18391"/>
                  <a:pt x="82102" y="41052"/>
                </a:cubicBezTo>
              </a:path>
            </a:pathLst>
          </a:custGeom>
          <a:solidFill xmlns:a="http://schemas.openxmlformats.org/drawingml/2006/main">
            <a:srgbClr val="C8B6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path-85">
            <a:extLst xmlns:a="http://schemas.openxmlformats.org/drawingml/2006/main">
              <a:ext uri="{FF2B5EF4-FFF2-40B4-BE49-F238E27FC236}">
                <a16:creationId xmlns:a16="http://schemas.microsoft.com/office/drawing/2014/main" id="{FC30CE6B-7524-4B8B-AF0F-00FEB5E32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4989" y="3431278"/>
            <a:ext cx="2052575" cy="1005762"/>
          </a:xfrm>
          <a:custGeom xmlns:a="http://schemas.openxmlformats.org/drawingml/2006/main">
            <a:pathLst>
              <a:path w="2052575" h="1005762">
                <a:moveTo>
                  <a:pt x="102630" y="0"/>
                </a:moveTo>
                <a:lnTo>
                  <a:pt x="1949946" y="0"/>
                </a:lnTo>
                <a:cubicBezTo>
                  <a:pt x="2006817" y="0"/>
                  <a:pt x="2052575" y="45759"/>
                  <a:pt x="2052575" y="102628"/>
                </a:cubicBezTo>
                <a:lnTo>
                  <a:pt x="2052575" y="903133"/>
                </a:lnTo>
                <a:cubicBezTo>
                  <a:pt x="2052575" y="960003"/>
                  <a:pt x="2006817" y="1005762"/>
                  <a:pt x="1949946" y="1005762"/>
                </a:cubicBezTo>
                <a:lnTo>
                  <a:pt x="102630" y="1005762"/>
                </a:lnTo>
                <a:cubicBezTo>
                  <a:pt x="45758" y="1005762"/>
                  <a:pt x="0" y="960003"/>
                  <a:pt x="0" y="903133"/>
                </a:cubicBezTo>
                <a:lnTo>
                  <a:pt x="0" y="102628"/>
                </a:lnTo>
                <a:cubicBezTo>
                  <a:pt x="0" y="45759"/>
                  <a:pt x="45758" y="0"/>
                  <a:pt x="102630" y="0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8473">
            <a:solidFill>
              <a:srgbClr val="B7A6CA"/>
            </a:solidFill>
            <a:prstDash val="solid"/>
          </a:ln>
        </p:spPr>
      </p:sp>
      <p:sp>
        <p:nvSpPr>
          <p:cNvPr id="86" name="path-86">
            <a:extLst xmlns:a="http://schemas.openxmlformats.org/drawingml/2006/main">
              <a:ext uri="{FF2B5EF4-FFF2-40B4-BE49-F238E27FC236}">
                <a16:creationId xmlns:a16="http://schemas.microsoft.com/office/drawing/2014/main" id="{3925067C-4484-4D9C-99A6-803409EEA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2447" y="3880327"/>
            <a:ext cx="426115" cy="417261"/>
          </a:xfrm>
          <a:custGeom xmlns:a="http://schemas.openxmlformats.org/drawingml/2006/main">
            <a:pathLst>
              <a:path w="426115" h="417261">
                <a:moveTo>
                  <a:pt x="213058" y="0"/>
                </a:moveTo>
                <a:cubicBezTo>
                  <a:pt x="95403" y="0"/>
                  <a:pt x="0" y="95362"/>
                  <a:pt x="0" y="213016"/>
                </a:cubicBezTo>
                <a:cubicBezTo>
                  <a:pt x="0" y="307147"/>
                  <a:pt x="61043" y="387006"/>
                  <a:pt x="145706" y="415167"/>
                </a:cubicBezTo>
                <a:cubicBezTo>
                  <a:pt x="156337" y="417151"/>
                  <a:pt x="160251" y="410570"/>
                  <a:pt x="160251" y="404959"/>
                </a:cubicBezTo>
                <a:cubicBezTo>
                  <a:pt x="160251" y="399883"/>
                  <a:pt x="160088" y="383092"/>
                  <a:pt x="159977" y="365303"/>
                </a:cubicBezTo>
                <a:cubicBezTo>
                  <a:pt x="100700" y="378180"/>
                  <a:pt x="88193" y="340125"/>
                  <a:pt x="88193" y="340125"/>
                </a:cubicBezTo>
                <a:cubicBezTo>
                  <a:pt x="78518" y="315535"/>
                  <a:pt x="64561" y="308967"/>
                  <a:pt x="64561" y="308967"/>
                </a:cubicBezTo>
                <a:cubicBezTo>
                  <a:pt x="45212" y="295762"/>
                  <a:pt x="66012" y="296022"/>
                  <a:pt x="66012" y="296022"/>
                </a:cubicBezTo>
                <a:cubicBezTo>
                  <a:pt x="87385" y="297527"/>
                  <a:pt x="98674" y="317998"/>
                  <a:pt x="98674" y="317998"/>
                </a:cubicBezTo>
                <a:cubicBezTo>
                  <a:pt x="117640" y="350552"/>
                  <a:pt x="148484" y="341137"/>
                  <a:pt x="160676" y="335691"/>
                </a:cubicBezTo>
                <a:cubicBezTo>
                  <a:pt x="162551" y="321898"/>
                  <a:pt x="168106" y="312538"/>
                  <a:pt x="174195" y="307201"/>
                </a:cubicBezTo>
                <a:cubicBezTo>
                  <a:pt x="126836" y="301796"/>
                  <a:pt x="77122" y="283569"/>
                  <a:pt x="77122" y="201891"/>
                </a:cubicBezTo>
                <a:cubicBezTo>
                  <a:pt x="77122" y="178642"/>
                  <a:pt x="85415" y="159662"/>
                  <a:pt x="99044" y="144761"/>
                </a:cubicBezTo>
                <a:cubicBezTo>
                  <a:pt x="96854" y="139355"/>
                  <a:pt x="89588" y="117708"/>
                  <a:pt x="101124" y="88356"/>
                </a:cubicBezTo>
                <a:cubicBezTo>
                  <a:pt x="101124" y="88356"/>
                  <a:pt x="119036" y="82636"/>
                  <a:pt x="159718" y="110168"/>
                </a:cubicBezTo>
                <a:cubicBezTo>
                  <a:pt x="176713" y="105461"/>
                  <a:pt x="194941" y="103121"/>
                  <a:pt x="213058" y="103011"/>
                </a:cubicBezTo>
                <a:cubicBezTo>
                  <a:pt x="231175" y="103121"/>
                  <a:pt x="249402" y="105461"/>
                  <a:pt x="266397" y="110168"/>
                </a:cubicBezTo>
                <a:cubicBezTo>
                  <a:pt x="307079" y="82636"/>
                  <a:pt x="324937" y="88356"/>
                  <a:pt x="324937" y="88356"/>
                </a:cubicBezTo>
                <a:cubicBezTo>
                  <a:pt x="336527" y="117708"/>
                  <a:pt x="329261" y="139355"/>
                  <a:pt x="327016" y="144706"/>
                </a:cubicBezTo>
                <a:cubicBezTo>
                  <a:pt x="340700" y="159662"/>
                  <a:pt x="348994" y="178642"/>
                  <a:pt x="348994" y="201891"/>
                </a:cubicBezTo>
                <a:cubicBezTo>
                  <a:pt x="348994" y="283734"/>
                  <a:pt x="299115" y="301742"/>
                  <a:pt x="251701" y="307038"/>
                </a:cubicBezTo>
                <a:cubicBezTo>
                  <a:pt x="259350" y="313606"/>
                  <a:pt x="266138" y="326605"/>
                  <a:pt x="266138" y="346487"/>
                </a:cubicBezTo>
                <a:cubicBezTo>
                  <a:pt x="266138" y="374978"/>
                  <a:pt x="265917" y="397912"/>
                  <a:pt x="265917" y="404959"/>
                </a:cubicBezTo>
                <a:cubicBezTo>
                  <a:pt x="265917" y="410624"/>
                  <a:pt x="269722" y="417261"/>
                  <a:pt x="280519" y="415167"/>
                </a:cubicBezTo>
                <a:cubicBezTo>
                  <a:pt x="365125" y="386951"/>
                  <a:pt x="426115" y="307147"/>
                  <a:pt x="426115" y="213016"/>
                </a:cubicBezTo>
                <a:cubicBezTo>
                  <a:pt x="426115" y="95362"/>
                  <a:pt x="330712" y="0"/>
                  <a:pt x="213058" y="0"/>
                </a:cubicBezTo>
              </a:path>
            </a:pathLst>
          </a:custGeom>
          <a:solidFill xmlns:a="http://schemas.openxmlformats.org/drawingml/2006/main">
            <a:srgbClr val="1816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" name="path-87">
            <a:extLst xmlns:a="http://schemas.openxmlformats.org/drawingml/2006/main">
              <a:ext uri="{FF2B5EF4-FFF2-40B4-BE49-F238E27FC236}">
                <a16:creationId xmlns:a16="http://schemas.microsoft.com/office/drawing/2014/main" id="{A9A54E8E-BF6E-4984-ACAD-49B4FC78B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7065" y="4182287"/>
            <a:ext cx="84457" cy="49125"/>
          </a:xfrm>
          <a:custGeom xmlns:a="http://schemas.openxmlformats.org/drawingml/2006/main">
            <a:pathLst>
              <a:path w="84457" h="49125">
                <a:moveTo>
                  <a:pt x="6090" y="3900"/>
                </a:moveTo>
                <a:cubicBezTo>
                  <a:pt x="5611" y="4967"/>
                  <a:pt x="3955" y="5296"/>
                  <a:pt x="2450" y="4543"/>
                </a:cubicBezTo>
                <a:cubicBezTo>
                  <a:pt x="904" y="3845"/>
                  <a:pt x="0" y="2409"/>
                  <a:pt x="534" y="1383"/>
                </a:cubicBezTo>
                <a:cubicBezTo>
                  <a:pt x="958" y="260"/>
                  <a:pt x="2668" y="0"/>
                  <a:pt x="4174" y="698"/>
                </a:cubicBezTo>
                <a:cubicBezTo>
                  <a:pt x="5721" y="1383"/>
                  <a:pt x="6623" y="2833"/>
                  <a:pt x="6090" y="3900"/>
                </a:cubicBezTo>
                <a:moveTo>
                  <a:pt x="14696" y="13520"/>
                </a:moveTo>
                <a:cubicBezTo>
                  <a:pt x="13684" y="14478"/>
                  <a:pt x="11700" y="14054"/>
                  <a:pt x="10372" y="12561"/>
                </a:cubicBezTo>
                <a:cubicBezTo>
                  <a:pt x="8977" y="11057"/>
                  <a:pt x="8718" y="9086"/>
                  <a:pt x="9729" y="8128"/>
                </a:cubicBezTo>
                <a:cubicBezTo>
                  <a:pt x="10797" y="7211"/>
                  <a:pt x="12712" y="7636"/>
                  <a:pt x="14109" y="9141"/>
                </a:cubicBezTo>
                <a:cubicBezTo>
                  <a:pt x="15504" y="10633"/>
                  <a:pt x="15763" y="12561"/>
                  <a:pt x="14696" y="13520"/>
                </a:cubicBezTo>
                <a:moveTo>
                  <a:pt x="23139" y="25821"/>
                </a:moveTo>
                <a:cubicBezTo>
                  <a:pt x="21813" y="26725"/>
                  <a:pt x="19664" y="25862"/>
                  <a:pt x="18337" y="23947"/>
                </a:cubicBezTo>
                <a:cubicBezTo>
                  <a:pt x="17051" y="22072"/>
                  <a:pt x="17051" y="19773"/>
                  <a:pt x="18391" y="18870"/>
                </a:cubicBezTo>
                <a:cubicBezTo>
                  <a:pt x="19718" y="17953"/>
                  <a:pt x="21813" y="18815"/>
                  <a:pt x="23139" y="20690"/>
                </a:cubicBezTo>
                <a:cubicBezTo>
                  <a:pt x="24481" y="22606"/>
                  <a:pt x="24481" y="24850"/>
                  <a:pt x="23139" y="25821"/>
                </a:cubicBezTo>
                <a:moveTo>
                  <a:pt x="34634" y="37686"/>
                </a:moveTo>
                <a:cubicBezTo>
                  <a:pt x="33458" y="38958"/>
                  <a:pt x="30954" y="38589"/>
                  <a:pt x="29133" y="36823"/>
                </a:cubicBezTo>
                <a:cubicBezTo>
                  <a:pt x="27314" y="35113"/>
                  <a:pt x="26780" y="32705"/>
                  <a:pt x="27957" y="31432"/>
                </a:cubicBezTo>
                <a:cubicBezTo>
                  <a:pt x="29133" y="30091"/>
                  <a:pt x="31637" y="30460"/>
                  <a:pt x="33458" y="32225"/>
                </a:cubicBezTo>
                <a:cubicBezTo>
                  <a:pt x="35333" y="33936"/>
                  <a:pt x="35866" y="36399"/>
                  <a:pt x="34634" y="37686"/>
                </a:cubicBezTo>
                <a:moveTo>
                  <a:pt x="50508" y="44527"/>
                </a:moveTo>
                <a:cubicBezTo>
                  <a:pt x="49973" y="46238"/>
                  <a:pt x="47565" y="46977"/>
                  <a:pt x="45171" y="46238"/>
                </a:cubicBezTo>
                <a:cubicBezTo>
                  <a:pt x="42763" y="45540"/>
                  <a:pt x="41216" y="43556"/>
                  <a:pt x="41694" y="41900"/>
                </a:cubicBezTo>
                <a:cubicBezTo>
                  <a:pt x="42174" y="40189"/>
                  <a:pt x="44582" y="39450"/>
                  <a:pt x="47031" y="40189"/>
                </a:cubicBezTo>
                <a:cubicBezTo>
                  <a:pt x="49439" y="40887"/>
                  <a:pt x="50986" y="42871"/>
                  <a:pt x="50508" y="44527"/>
                </a:cubicBezTo>
                <a:moveTo>
                  <a:pt x="67941" y="45800"/>
                </a:moveTo>
                <a:cubicBezTo>
                  <a:pt x="67995" y="47565"/>
                  <a:pt x="65956" y="49016"/>
                  <a:pt x="63452" y="49070"/>
                </a:cubicBezTo>
                <a:cubicBezTo>
                  <a:pt x="60880" y="49125"/>
                  <a:pt x="58800" y="47675"/>
                  <a:pt x="58800" y="45964"/>
                </a:cubicBezTo>
                <a:cubicBezTo>
                  <a:pt x="58800" y="44199"/>
                  <a:pt x="60769" y="42762"/>
                  <a:pt x="63343" y="42708"/>
                </a:cubicBezTo>
                <a:cubicBezTo>
                  <a:pt x="65847" y="42653"/>
                  <a:pt x="67941" y="44090"/>
                  <a:pt x="67941" y="45800"/>
                </a:cubicBezTo>
                <a:moveTo>
                  <a:pt x="84183" y="43077"/>
                </a:moveTo>
                <a:cubicBezTo>
                  <a:pt x="84457" y="44787"/>
                  <a:pt x="82692" y="46553"/>
                  <a:pt x="80174" y="46977"/>
                </a:cubicBezTo>
                <a:cubicBezTo>
                  <a:pt x="77711" y="47469"/>
                  <a:pt x="75426" y="46389"/>
                  <a:pt x="75096" y="44678"/>
                </a:cubicBezTo>
                <a:cubicBezTo>
                  <a:pt x="74783" y="42926"/>
                  <a:pt x="76589" y="41161"/>
                  <a:pt x="79051" y="40724"/>
                </a:cubicBezTo>
                <a:cubicBezTo>
                  <a:pt x="81569" y="40299"/>
                  <a:pt x="83868" y="41312"/>
                  <a:pt x="84183" y="43077"/>
                </a:cubicBezTo>
              </a:path>
            </a:pathLst>
          </a:custGeom>
          <a:solidFill xmlns:a="http://schemas.openxmlformats.org/drawingml/2006/main">
            <a:srgbClr val="1816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" name="path-88">
            <a:extLst xmlns:a="http://schemas.openxmlformats.org/drawingml/2006/main">
              <a:ext uri="{FF2B5EF4-FFF2-40B4-BE49-F238E27FC236}">
                <a16:creationId xmlns:a16="http://schemas.microsoft.com/office/drawing/2014/main" id="{718D944D-7B1D-4D61-98FE-59E94A72A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4717" y="3912237"/>
            <a:ext cx="330341" cy="330342"/>
          </a:xfrm>
          <a:custGeom xmlns:a="http://schemas.openxmlformats.org/drawingml/2006/main">
            <a:pathLst>
              <a:path w="330341" h="330342">
                <a:moveTo>
                  <a:pt x="165164" y="330342"/>
                </a:moveTo>
                <a:cubicBezTo>
                  <a:pt x="256408" y="330342"/>
                  <a:pt x="330341" y="256422"/>
                  <a:pt x="330341" y="165177"/>
                </a:cubicBezTo>
                <a:cubicBezTo>
                  <a:pt x="330341" y="73934"/>
                  <a:pt x="256408" y="0"/>
                  <a:pt x="165164" y="0"/>
                </a:cubicBezTo>
                <a:cubicBezTo>
                  <a:pt x="73975" y="0"/>
                  <a:pt x="0" y="73934"/>
                  <a:pt x="0" y="165177"/>
                </a:cubicBezTo>
                <a:cubicBezTo>
                  <a:pt x="0" y="256422"/>
                  <a:pt x="73975" y="330342"/>
                  <a:pt x="165164" y="330342"/>
                </a:cubicBezTo>
              </a:path>
            </a:pathLst>
          </a:custGeom>
          <a:solidFill xmlns:a="http://schemas.openxmlformats.org/drawingml/2006/main">
            <a:srgbClr val="FFD2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path-89">
            <a:extLst xmlns:a="http://schemas.openxmlformats.org/drawingml/2006/main">
              <a:ext uri="{FF2B5EF4-FFF2-40B4-BE49-F238E27FC236}">
                <a16:creationId xmlns:a16="http://schemas.microsoft.com/office/drawing/2014/main" id="{38A0EC45-A872-44E2-9994-A4990CD32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5697" y="3893217"/>
            <a:ext cx="368382" cy="368396"/>
          </a:xfrm>
          <a:custGeom xmlns:a="http://schemas.openxmlformats.org/drawingml/2006/main">
            <a:pathLst>
              <a:path w="368382" h="368396">
                <a:moveTo>
                  <a:pt x="349362" y="184198"/>
                </a:moveTo>
                <a:cubicBezTo>
                  <a:pt x="349362" y="92954"/>
                  <a:pt x="275428" y="19021"/>
                  <a:pt x="184185" y="19021"/>
                </a:cubicBezTo>
                <a:cubicBezTo>
                  <a:pt x="92995" y="19021"/>
                  <a:pt x="19021" y="92954"/>
                  <a:pt x="19021" y="184198"/>
                </a:cubicBezTo>
                <a:cubicBezTo>
                  <a:pt x="19021" y="275442"/>
                  <a:pt x="92995" y="349362"/>
                  <a:pt x="184185" y="349362"/>
                </a:cubicBezTo>
                <a:cubicBezTo>
                  <a:pt x="275428" y="349362"/>
                  <a:pt x="349362" y="275442"/>
                  <a:pt x="349362" y="184198"/>
                </a:cubicBezTo>
                <a:moveTo>
                  <a:pt x="0" y="184198"/>
                </a:moveTo>
                <a:cubicBezTo>
                  <a:pt x="0" y="82472"/>
                  <a:pt x="82473" y="0"/>
                  <a:pt x="184185" y="0"/>
                </a:cubicBezTo>
                <a:cubicBezTo>
                  <a:pt x="285909" y="0"/>
                  <a:pt x="368382" y="82472"/>
                  <a:pt x="368382" y="184198"/>
                </a:cubicBezTo>
                <a:cubicBezTo>
                  <a:pt x="368382" y="285910"/>
                  <a:pt x="285909" y="368396"/>
                  <a:pt x="184185" y="368396"/>
                </a:cubicBezTo>
                <a:cubicBezTo>
                  <a:pt x="82473" y="368396"/>
                  <a:pt x="0" y="285910"/>
                  <a:pt x="0" y="184198"/>
                </a:cubicBezTo>
              </a:path>
            </a:pathLst>
          </a:custGeom>
          <a:solidFill xmlns:a="http://schemas.openxmlformats.org/drawingml/2006/main">
            <a:srgbClr val="FF9D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path-90">
            <a:extLst xmlns:a="http://schemas.openxmlformats.org/drawingml/2006/main">
              <a:ext uri="{FF2B5EF4-FFF2-40B4-BE49-F238E27FC236}">
                <a16:creationId xmlns:a16="http://schemas.microsoft.com/office/drawing/2014/main" id="{05EB994C-9B95-4243-ACEB-7EECBE6E5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8323" y="3993862"/>
            <a:ext cx="178534" cy="53189"/>
          </a:xfrm>
          <a:custGeom xmlns:a="http://schemas.openxmlformats.org/drawingml/2006/main">
            <a:pathLst>
              <a:path w="178534" h="53189">
                <a:moveTo>
                  <a:pt x="145226" y="38656"/>
                </a:moveTo>
                <a:cubicBezTo>
                  <a:pt x="151330" y="40736"/>
                  <a:pt x="153684" y="53189"/>
                  <a:pt x="159827" y="49932"/>
                </a:cubicBezTo>
                <a:cubicBezTo>
                  <a:pt x="178534" y="39984"/>
                  <a:pt x="175905" y="12411"/>
                  <a:pt x="155653" y="6198"/>
                </a:cubicBezTo>
                <a:cubicBezTo>
                  <a:pt x="135402" y="0"/>
                  <a:pt x="117750" y="21387"/>
                  <a:pt x="127698" y="40093"/>
                </a:cubicBezTo>
                <a:cubicBezTo>
                  <a:pt x="130585" y="45540"/>
                  <a:pt x="139835" y="36672"/>
                  <a:pt x="145281" y="38601"/>
                </a:cubicBezTo>
                <a:lnTo>
                  <a:pt x="145226" y="38656"/>
                </a:lnTo>
                <a:moveTo>
                  <a:pt x="33306" y="38656"/>
                </a:moveTo>
                <a:cubicBezTo>
                  <a:pt x="27204" y="40736"/>
                  <a:pt x="24809" y="53189"/>
                  <a:pt x="18706" y="49932"/>
                </a:cubicBezTo>
                <a:cubicBezTo>
                  <a:pt x="0" y="39984"/>
                  <a:pt x="2614" y="12411"/>
                  <a:pt x="22880" y="6198"/>
                </a:cubicBezTo>
                <a:cubicBezTo>
                  <a:pt x="43132" y="0"/>
                  <a:pt x="60771" y="21387"/>
                  <a:pt x="50836" y="40093"/>
                </a:cubicBezTo>
                <a:cubicBezTo>
                  <a:pt x="47948" y="45540"/>
                  <a:pt x="38643" y="36672"/>
                  <a:pt x="33252" y="38601"/>
                </a:cubicBezTo>
                <a:lnTo>
                  <a:pt x="33306" y="38656"/>
                </a:lnTo>
              </a:path>
            </a:pathLst>
          </a:custGeom>
          <a:solidFill xmlns:a="http://schemas.openxmlformats.org/drawingml/2006/main">
            <a:srgbClr val="3A3B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" name="path-91">
            <a:extLst xmlns:a="http://schemas.openxmlformats.org/drawingml/2006/main">
              <a:ext uri="{FF2B5EF4-FFF2-40B4-BE49-F238E27FC236}">
                <a16:creationId xmlns:a16="http://schemas.microsoft.com/office/drawing/2014/main" id="{8F0B514F-E88B-47AC-9235-90DA095CE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6978" y="4062130"/>
            <a:ext cx="123523" cy="84401"/>
          </a:xfrm>
          <a:custGeom xmlns:a="http://schemas.openxmlformats.org/drawingml/2006/main">
            <a:pathLst>
              <a:path w="123523" h="84401">
                <a:moveTo>
                  <a:pt x="61728" y="84401"/>
                </a:moveTo>
                <a:cubicBezTo>
                  <a:pt x="108457" y="84401"/>
                  <a:pt x="123523" y="42761"/>
                  <a:pt x="123523" y="21374"/>
                </a:cubicBezTo>
                <a:cubicBezTo>
                  <a:pt x="123523" y="10262"/>
                  <a:pt x="116038" y="13725"/>
                  <a:pt x="104065" y="19664"/>
                </a:cubicBezTo>
                <a:cubicBezTo>
                  <a:pt x="93009" y="25123"/>
                  <a:pt x="78148" y="32650"/>
                  <a:pt x="61781" y="32650"/>
                </a:cubicBezTo>
                <a:cubicBezTo>
                  <a:pt x="27572" y="32650"/>
                  <a:pt x="0" y="0"/>
                  <a:pt x="0" y="21374"/>
                </a:cubicBezTo>
                <a:cubicBezTo>
                  <a:pt x="0" y="42761"/>
                  <a:pt x="15010" y="84401"/>
                  <a:pt x="61781" y="84401"/>
                </a:cubicBezTo>
                <a:lnTo>
                  <a:pt x="61728" y="84401"/>
                </a:lnTo>
              </a:path>
            </a:pathLst>
          </a:custGeom>
          <a:solidFill xmlns:a="http://schemas.openxmlformats.org/drawingml/2006/main">
            <a:srgbClr val="FF32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" name="path-92">
            <a:extLst xmlns:a="http://schemas.openxmlformats.org/drawingml/2006/main">
              <a:ext uri="{FF2B5EF4-FFF2-40B4-BE49-F238E27FC236}">
                <a16:creationId xmlns:a16="http://schemas.microsoft.com/office/drawing/2014/main" id="{4675FD38-9D84-481A-A117-23889E76E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6922" y="4072119"/>
            <a:ext cx="123579" cy="63506"/>
          </a:xfrm>
          <a:custGeom xmlns:a="http://schemas.openxmlformats.org/drawingml/2006/main">
            <a:pathLst>
              <a:path w="123579" h="63506">
                <a:moveTo>
                  <a:pt x="25972" y="63506"/>
                </a:moveTo>
                <a:cubicBezTo>
                  <a:pt x="31048" y="53243"/>
                  <a:pt x="40190" y="45484"/>
                  <a:pt x="51205" y="42173"/>
                </a:cubicBezTo>
                <a:cubicBezTo>
                  <a:pt x="53080" y="41585"/>
                  <a:pt x="55050" y="44896"/>
                  <a:pt x="57088" y="48263"/>
                </a:cubicBezTo>
                <a:cubicBezTo>
                  <a:pt x="59005" y="51478"/>
                  <a:pt x="60990" y="54789"/>
                  <a:pt x="62959" y="54789"/>
                </a:cubicBezTo>
                <a:cubicBezTo>
                  <a:pt x="65108" y="54789"/>
                  <a:pt x="67242" y="51533"/>
                  <a:pt x="69268" y="48372"/>
                </a:cubicBezTo>
                <a:cubicBezTo>
                  <a:pt x="71471" y="45006"/>
                  <a:pt x="73551" y="41803"/>
                  <a:pt x="75576" y="42392"/>
                </a:cubicBezTo>
                <a:cubicBezTo>
                  <a:pt x="85783" y="45649"/>
                  <a:pt x="94336" y="52764"/>
                  <a:pt x="99317" y="62220"/>
                </a:cubicBezTo>
                <a:cubicBezTo>
                  <a:pt x="117066" y="48263"/>
                  <a:pt x="123579" y="25438"/>
                  <a:pt x="123579" y="11385"/>
                </a:cubicBezTo>
                <a:cubicBezTo>
                  <a:pt x="123579" y="273"/>
                  <a:pt x="116094" y="3736"/>
                  <a:pt x="104121" y="9674"/>
                </a:cubicBezTo>
                <a:lnTo>
                  <a:pt x="103478" y="9989"/>
                </a:lnTo>
                <a:cubicBezTo>
                  <a:pt x="92476" y="15449"/>
                  <a:pt x="77875" y="22660"/>
                  <a:pt x="61783" y="22660"/>
                </a:cubicBezTo>
                <a:cubicBezTo>
                  <a:pt x="45705" y="22660"/>
                  <a:pt x="31103" y="15449"/>
                  <a:pt x="20101" y="9989"/>
                </a:cubicBezTo>
                <a:cubicBezTo>
                  <a:pt x="7745" y="3845"/>
                  <a:pt x="0" y="0"/>
                  <a:pt x="0" y="11385"/>
                </a:cubicBezTo>
                <a:cubicBezTo>
                  <a:pt x="0" y="25876"/>
                  <a:pt x="6951" y="49658"/>
                  <a:pt x="25972" y="63506"/>
                </a:cubicBezTo>
              </a:path>
            </a:pathLst>
          </a:custGeom>
          <a:solidFill xmlns:a="http://schemas.openxmlformats.org/drawingml/2006/main">
            <a:srgbClr val="3A3B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" name="path-93">
            <a:extLst xmlns:a="http://schemas.openxmlformats.org/drawingml/2006/main">
              <a:ext uri="{FF2B5EF4-FFF2-40B4-BE49-F238E27FC236}">
                <a16:creationId xmlns:a16="http://schemas.microsoft.com/office/drawing/2014/main" id="{2E8F31B4-0481-4779-BDB7-67CFF30EF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0574" y="4023911"/>
            <a:ext cx="341602" cy="255656"/>
          </a:xfrm>
          <a:custGeom xmlns:a="http://schemas.openxmlformats.org/drawingml/2006/main">
            <a:pathLst>
              <a:path w="341602" h="255656">
                <a:moveTo>
                  <a:pt x="321023" y="30939"/>
                </a:moveTo>
                <a:cubicBezTo>
                  <a:pt x="341602" y="30939"/>
                  <a:pt x="341602" y="0"/>
                  <a:pt x="321023" y="0"/>
                </a:cubicBezTo>
                <a:cubicBezTo>
                  <a:pt x="300456" y="0"/>
                  <a:pt x="300456" y="30939"/>
                  <a:pt x="321023" y="30939"/>
                </a:cubicBezTo>
                <a:moveTo>
                  <a:pt x="100000" y="30939"/>
                </a:moveTo>
                <a:cubicBezTo>
                  <a:pt x="120582" y="30939"/>
                  <a:pt x="120582" y="0"/>
                  <a:pt x="100000" y="0"/>
                </a:cubicBezTo>
                <a:cubicBezTo>
                  <a:pt x="79421" y="0"/>
                  <a:pt x="79421" y="30939"/>
                  <a:pt x="100000" y="30939"/>
                </a:cubicBezTo>
                <a:moveTo>
                  <a:pt x="68199" y="83225"/>
                </a:moveTo>
                <a:cubicBezTo>
                  <a:pt x="60496" y="83225"/>
                  <a:pt x="53654" y="86318"/>
                  <a:pt x="48851" y="92092"/>
                </a:cubicBezTo>
                <a:cubicBezTo>
                  <a:pt x="44732" y="97169"/>
                  <a:pt x="42542" y="103478"/>
                  <a:pt x="42542" y="109949"/>
                </a:cubicBezTo>
                <a:cubicBezTo>
                  <a:pt x="39546" y="109088"/>
                  <a:pt x="36453" y="108609"/>
                  <a:pt x="33292" y="108554"/>
                </a:cubicBezTo>
                <a:cubicBezTo>
                  <a:pt x="25916" y="108554"/>
                  <a:pt x="19294" y="111331"/>
                  <a:pt x="14587" y="116409"/>
                </a:cubicBezTo>
                <a:cubicBezTo>
                  <a:pt x="5924" y="125399"/>
                  <a:pt x="4379" y="139028"/>
                  <a:pt x="10796" y="149715"/>
                </a:cubicBezTo>
                <a:cubicBezTo>
                  <a:pt x="6568" y="153136"/>
                  <a:pt x="3571" y="157843"/>
                  <a:pt x="2299" y="163125"/>
                </a:cubicBezTo>
                <a:cubicBezTo>
                  <a:pt x="1122" y="167408"/>
                  <a:pt x="0" y="176440"/>
                  <a:pt x="6089" y="185635"/>
                </a:cubicBezTo>
                <a:cubicBezTo>
                  <a:pt x="1435" y="192751"/>
                  <a:pt x="793" y="201782"/>
                  <a:pt x="4324" y="209472"/>
                </a:cubicBezTo>
                <a:cubicBezTo>
                  <a:pt x="9181" y="220542"/>
                  <a:pt x="21264" y="229204"/>
                  <a:pt x="44787" y="238495"/>
                </a:cubicBezTo>
                <a:cubicBezTo>
                  <a:pt x="59373" y="244270"/>
                  <a:pt x="72797" y="248020"/>
                  <a:pt x="72906" y="248074"/>
                </a:cubicBezTo>
                <a:cubicBezTo>
                  <a:pt x="89848" y="252713"/>
                  <a:pt x="107266" y="255285"/>
                  <a:pt x="124865" y="255656"/>
                </a:cubicBezTo>
                <a:cubicBezTo>
                  <a:pt x="152711" y="255656"/>
                  <a:pt x="172648" y="247103"/>
                  <a:pt x="184088" y="230272"/>
                </a:cubicBezTo>
                <a:cubicBezTo>
                  <a:pt x="202520" y="203218"/>
                  <a:pt x="199907" y="178478"/>
                  <a:pt x="176015" y="154573"/>
                </a:cubicBezTo>
                <a:cubicBezTo>
                  <a:pt x="162865" y="141381"/>
                  <a:pt x="154038" y="121923"/>
                  <a:pt x="152232" y="117640"/>
                </a:cubicBezTo>
                <a:cubicBezTo>
                  <a:pt x="148537" y="105023"/>
                  <a:pt x="138753" y="90970"/>
                  <a:pt x="122510" y="90970"/>
                </a:cubicBezTo>
                <a:cubicBezTo>
                  <a:pt x="113795" y="91080"/>
                  <a:pt x="105612" y="95458"/>
                  <a:pt x="100643" y="102628"/>
                </a:cubicBezTo>
                <a:cubicBezTo>
                  <a:pt x="95882" y="96635"/>
                  <a:pt x="91244" y="91928"/>
                  <a:pt x="87070" y="89260"/>
                </a:cubicBezTo>
                <a:cubicBezTo>
                  <a:pt x="81515" y="85469"/>
                  <a:pt x="74933" y="83375"/>
                  <a:pt x="68199" y="83225"/>
                </a:cubicBezTo>
                <a:moveTo>
                  <a:pt x="68199" y="102191"/>
                </a:moveTo>
                <a:cubicBezTo>
                  <a:pt x="70609" y="102191"/>
                  <a:pt x="73591" y="103258"/>
                  <a:pt x="76861" y="105297"/>
                </a:cubicBezTo>
                <a:cubicBezTo>
                  <a:pt x="87015" y="111769"/>
                  <a:pt x="106583" y="145391"/>
                  <a:pt x="113739" y="158432"/>
                </a:cubicBezTo>
                <a:cubicBezTo>
                  <a:pt x="116093" y="162810"/>
                  <a:pt x="120267" y="164685"/>
                  <a:pt x="123894" y="164685"/>
                </a:cubicBezTo>
                <a:cubicBezTo>
                  <a:pt x="131269" y="164685"/>
                  <a:pt x="136989" y="157406"/>
                  <a:pt x="124646" y="148114"/>
                </a:cubicBezTo>
                <a:cubicBezTo>
                  <a:pt x="105995" y="134211"/>
                  <a:pt x="112508" y="111441"/>
                  <a:pt x="121389" y="110059"/>
                </a:cubicBezTo>
                <a:cubicBezTo>
                  <a:pt x="121758" y="109949"/>
                  <a:pt x="122182" y="109949"/>
                  <a:pt x="122510" y="109949"/>
                </a:cubicBezTo>
                <a:cubicBezTo>
                  <a:pt x="130626" y="109949"/>
                  <a:pt x="134155" y="123894"/>
                  <a:pt x="134155" y="123894"/>
                </a:cubicBezTo>
                <a:cubicBezTo>
                  <a:pt x="134155" y="123894"/>
                  <a:pt x="144638" y="150139"/>
                  <a:pt x="162591" y="168106"/>
                </a:cubicBezTo>
                <a:cubicBezTo>
                  <a:pt x="180503" y="186004"/>
                  <a:pt x="181460" y="200441"/>
                  <a:pt x="168420" y="219571"/>
                </a:cubicBezTo>
                <a:cubicBezTo>
                  <a:pt x="159444" y="232667"/>
                  <a:pt x="142393" y="236580"/>
                  <a:pt x="124865" y="236580"/>
                </a:cubicBezTo>
                <a:cubicBezTo>
                  <a:pt x="106733" y="236580"/>
                  <a:pt x="88138" y="232297"/>
                  <a:pt x="77710" y="229683"/>
                </a:cubicBezTo>
                <a:cubicBezTo>
                  <a:pt x="77176" y="229519"/>
                  <a:pt x="13779" y="211607"/>
                  <a:pt x="21798" y="196377"/>
                </a:cubicBezTo>
                <a:cubicBezTo>
                  <a:pt x="23139" y="193818"/>
                  <a:pt x="25382" y="192751"/>
                  <a:pt x="28161" y="192751"/>
                </a:cubicBezTo>
                <a:cubicBezTo>
                  <a:pt x="39491" y="192751"/>
                  <a:pt x="60016" y="209581"/>
                  <a:pt x="68898" y="209581"/>
                </a:cubicBezTo>
                <a:cubicBezTo>
                  <a:pt x="70868" y="209581"/>
                  <a:pt x="72264" y="208775"/>
                  <a:pt x="72853" y="206749"/>
                </a:cubicBezTo>
                <a:cubicBezTo>
                  <a:pt x="76587" y="193175"/>
                  <a:pt x="15544" y="187509"/>
                  <a:pt x="20675" y="167887"/>
                </a:cubicBezTo>
                <a:cubicBezTo>
                  <a:pt x="21648" y="164412"/>
                  <a:pt x="24043" y="163084"/>
                  <a:pt x="27518" y="163084"/>
                </a:cubicBezTo>
                <a:cubicBezTo>
                  <a:pt x="42433" y="163084"/>
                  <a:pt x="76000" y="189329"/>
                  <a:pt x="83006" y="189329"/>
                </a:cubicBezTo>
                <a:cubicBezTo>
                  <a:pt x="83539" y="189329"/>
                  <a:pt x="83963" y="189220"/>
                  <a:pt x="84183" y="188892"/>
                </a:cubicBezTo>
                <a:cubicBezTo>
                  <a:pt x="87713" y="183172"/>
                  <a:pt x="85729" y="179163"/>
                  <a:pt x="60880" y="164151"/>
                </a:cubicBezTo>
                <a:cubicBezTo>
                  <a:pt x="36125" y="149127"/>
                  <a:pt x="18651" y="140096"/>
                  <a:pt x="28544" y="129298"/>
                </a:cubicBezTo>
                <a:cubicBezTo>
                  <a:pt x="29708" y="128067"/>
                  <a:pt x="31322" y="127479"/>
                  <a:pt x="33292" y="127479"/>
                </a:cubicBezTo>
                <a:cubicBezTo>
                  <a:pt x="48372" y="127479"/>
                  <a:pt x="83963" y="159923"/>
                  <a:pt x="83963" y="159923"/>
                </a:cubicBezTo>
                <a:cubicBezTo>
                  <a:pt x="83963" y="159923"/>
                  <a:pt x="93583" y="169925"/>
                  <a:pt x="99413" y="169925"/>
                </a:cubicBezTo>
                <a:cubicBezTo>
                  <a:pt x="100753" y="169925"/>
                  <a:pt x="101875" y="169434"/>
                  <a:pt x="102670" y="168106"/>
                </a:cubicBezTo>
                <a:cubicBezTo>
                  <a:pt x="106733" y="161155"/>
                  <a:pt x="64355" y="129025"/>
                  <a:pt x="61947" y="115779"/>
                </a:cubicBezTo>
                <a:cubicBezTo>
                  <a:pt x="60345" y="106734"/>
                  <a:pt x="63123" y="102191"/>
                  <a:pt x="68199" y="102191"/>
                </a:cubicBezTo>
              </a:path>
            </a:pathLst>
          </a:custGeom>
          <a:solidFill xmlns:a="http://schemas.openxmlformats.org/drawingml/2006/main">
            <a:srgbClr val="FF9D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" name="path-94">
            <a:extLst xmlns:a="http://schemas.openxmlformats.org/drawingml/2006/main">
              <a:ext uri="{FF2B5EF4-FFF2-40B4-BE49-F238E27FC236}">
                <a16:creationId xmlns:a16="http://schemas.microsoft.com/office/drawing/2014/main" id="{A49D2E06-C807-4F00-BF10-E9135EC6E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4298" y="4122790"/>
            <a:ext cx="167737" cy="147375"/>
          </a:xfrm>
          <a:custGeom xmlns:a="http://schemas.openxmlformats.org/drawingml/2006/main">
            <a:pathLst>
              <a:path w="167737" h="147375">
                <a:moveTo>
                  <a:pt x="154696" y="120691"/>
                </a:moveTo>
                <a:cubicBezTo>
                  <a:pt x="167737" y="101507"/>
                  <a:pt x="166780" y="87070"/>
                  <a:pt x="148868" y="69172"/>
                </a:cubicBezTo>
                <a:cubicBezTo>
                  <a:pt x="130914" y="51260"/>
                  <a:pt x="120432" y="24959"/>
                  <a:pt x="120432" y="24959"/>
                </a:cubicBezTo>
                <a:cubicBezTo>
                  <a:pt x="120432" y="24959"/>
                  <a:pt x="116531" y="9729"/>
                  <a:pt x="107665" y="11179"/>
                </a:cubicBezTo>
                <a:cubicBezTo>
                  <a:pt x="98784" y="12617"/>
                  <a:pt x="92271" y="35332"/>
                  <a:pt x="110922" y="49234"/>
                </a:cubicBezTo>
                <a:cubicBezTo>
                  <a:pt x="129463" y="63179"/>
                  <a:pt x="107187" y="72647"/>
                  <a:pt x="100016" y="59552"/>
                </a:cubicBezTo>
                <a:cubicBezTo>
                  <a:pt x="92914" y="46511"/>
                  <a:pt x="73292" y="12890"/>
                  <a:pt x="63137" y="6417"/>
                </a:cubicBezTo>
                <a:cubicBezTo>
                  <a:pt x="52985" y="0"/>
                  <a:pt x="45868" y="3585"/>
                  <a:pt x="48223" y="16900"/>
                </a:cubicBezTo>
                <a:cubicBezTo>
                  <a:pt x="50631" y="30145"/>
                  <a:pt x="93064" y="62275"/>
                  <a:pt x="88946" y="69172"/>
                </a:cubicBezTo>
                <a:cubicBezTo>
                  <a:pt x="84786" y="76178"/>
                  <a:pt x="70239" y="61043"/>
                  <a:pt x="70239" y="61043"/>
                </a:cubicBezTo>
                <a:cubicBezTo>
                  <a:pt x="70239" y="61043"/>
                  <a:pt x="24755" y="19623"/>
                  <a:pt x="14820" y="30419"/>
                </a:cubicBezTo>
                <a:cubicBezTo>
                  <a:pt x="4927" y="41216"/>
                  <a:pt x="22401" y="50247"/>
                  <a:pt x="47156" y="65272"/>
                </a:cubicBezTo>
                <a:cubicBezTo>
                  <a:pt x="72005" y="80283"/>
                  <a:pt x="73989" y="84292"/>
                  <a:pt x="70460" y="90012"/>
                </a:cubicBezTo>
                <a:cubicBezTo>
                  <a:pt x="66874" y="95677"/>
                  <a:pt x="12084" y="49439"/>
                  <a:pt x="6951" y="69062"/>
                </a:cubicBezTo>
                <a:cubicBezTo>
                  <a:pt x="1821" y="88630"/>
                  <a:pt x="62864" y="94295"/>
                  <a:pt x="59129" y="107815"/>
                </a:cubicBezTo>
                <a:cubicBezTo>
                  <a:pt x="55325" y="121334"/>
                  <a:pt x="16038" y="82267"/>
                  <a:pt x="8074" y="97442"/>
                </a:cubicBezTo>
                <a:cubicBezTo>
                  <a:pt x="0" y="112727"/>
                  <a:pt x="63452" y="130639"/>
                  <a:pt x="63987" y="130804"/>
                </a:cubicBezTo>
                <a:cubicBezTo>
                  <a:pt x="84403" y="136086"/>
                  <a:pt x="136470" y="147375"/>
                  <a:pt x="154696" y="120691"/>
                </a:cubicBezTo>
              </a:path>
            </a:pathLst>
          </a:custGeom>
          <a:solidFill xmlns:a="http://schemas.openxmlformats.org/drawingml/2006/main">
            <a:srgbClr val="FFD2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" name="path-95">
            <a:extLst xmlns:a="http://schemas.openxmlformats.org/drawingml/2006/main">
              <a:ext uri="{FF2B5EF4-FFF2-40B4-BE49-F238E27FC236}">
                <a16:creationId xmlns:a16="http://schemas.microsoft.com/office/drawing/2014/main" id="{E6EEFC38-75D2-40BE-AFB6-379C6DEB2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9077" y="4107136"/>
            <a:ext cx="202534" cy="172430"/>
          </a:xfrm>
          <a:custGeom xmlns:a="http://schemas.openxmlformats.org/drawingml/2006/main">
            <a:pathLst>
              <a:path w="202534" h="172430">
                <a:moveTo>
                  <a:pt x="134335" y="0"/>
                </a:moveTo>
                <a:cubicBezTo>
                  <a:pt x="142024" y="0"/>
                  <a:pt x="148921" y="3092"/>
                  <a:pt x="153684" y="8867"/>
                </a:cubicBezTo>
                <a:cubicBezTo>
                  <a:pt x="157747" y="13944"/>
                  <a:pt x="159992" y="20252"/>
                  <a:pt x="159992" y="26724"/>
                </a:cubicBezTo>
                <a:cubicBezTo>
                  <a:pt x="162974" y="25808"/>
                  <a:pt x="166135" y="25329"/>
                  <a:pt x="169282" y="25329"/>
                </a:cubicBezTo>
                <a:cubicBezTo>
                  <a:pt x="176617" y="25329"/>
                  <a:pt x="183295" y="28106"/>
                  <a:pt x="188002" y="33183"/>
                </a:cubicBezTo>
                <a:cubicBezTo>
                  <a:pt x="196609" y="42173"/>
                  <a:pt x="198155" y="55803"/>
                  <a:pt x="191793" y="66490"/>
                </a:cubicBezTo>
                <a:cubicBezTo>
                  <a:pt x="195965" y="69911"/>
                  <a:pt x="198949" y="74618"/>
                  <a:pt x="200235" y="79900"/>
                </a:cubicBezTo>
                <a:cubicBezTo>
                  <a:pt x="201412" y="84183"/>
                  <a:pt x="202534" y="93215"/>
                  <a:pt x="196445" y="102410"/>
                </a:cubicBezTo>
                <a:cubicBezTo>
                  <a:pt x="201097" y="109525"/>
                  <a:pt x="201727" y="118557"/>
                  <a:pt x="198210" y="126247"/>
                </a:cubicBezTo>
                <a:cubicBezTo>
                  <a:pt x="193338" y="137317"/>
                  <a:pt x="181256" y="145979"/>
                  <a:pt x="157747" y="155270"/>
                </a:cubicBezTo>
                <a:cubicBezTo>
                  <a:pt x="143091" y="161045"/>
                  <a:pt x="129737" y="164795"/>
                  <a:pt x="129626" y="164849"/>
                </a:cubicBezTo>
                <a:cubicBezTo>
                  <a:pt x="112686" y="169488"/>
                  <a:pt x="95253" y="172060"/>
                  <a:pt x="77669" y="172430"/>
                </a:cubicBezTo>
                <a:cubicBezTo>
                  <a:pt x="49822" y="172430"/>
                  <a:pt x="29886" y="163878"/>
                  <a:pt x="18445" y="147046"/>
                </a:cubicBezTo>
                <a:cubicBezTo>
                  <a:pt x="0" y="119993"/>
                  <a:pt x="2627" y="95253"/>
                  <a:pt x="26518" y="71347"/>
                </a:cubicBezTo>
                <a:cubicBezTo>
                  <a:pt x="39724" y="58156"/>
                  <a:pt x="48536" y="38698"/>
                  <a:pt x="50356" y="34415"/>
                </a:cubicBezTo>
                <a:cubicBezTo>
                  <a:pt x="54051" y="21798"/>
                  <a:pt x="63766" y="7745"/>
                  <a:pt x="79968" y="7745"/>
                </a:cubicBezTo>
                <a:cubicBezTo>
                  <a:pt x="88739" y="7854"/>
                  <a:pt x="96908" y="12233"/>
                  <a:pt x="101890" y="19403"/>
                </a:cubicBezTo>
                <a:cubicBezTo>
                  <a:pt x="106583" y="13410"/>
                  <a:pt x="111290" y="8703"/>
                  <a:pt x="115519" y="6035"/>
                </a:cubicBezTo>
                <a:cubicBezTo>
                  <a:pt x="121075" y="2244"/>
                  <a:pt x="127601" y="150"/>
                  <a:pt x="134335" y="0"/>
                </a:cubicBezTo>
                <a:moveTo>
                  <a:pt x="134335" y="18966"/>
                </a:moveTo>
                <a:cubicBezTo>
                  <a:pt x="131925" y="18966"/>
                  <a:pt x="128929" y="20033"/>
                  <a:pt x="125672" y="22072"/>
                </a:cubicBezTo>
                <a:cubicBezTo>
                  <a:pt x="115573" y="28544"/>
                  <a:pt x="95951" y="62165"/>
                  <a:pt x="88795" y="75207"/>
                </a:cubicBezTo>
                <a:cubicBezTo>
                  <a:pt x="86809" y="79051"/>
                  <a:pt x="82910" y="81405"/>
                  <a:pt x="78627" y="81460"/>
                </a:cubicBezTo>
                <a:cubicBezTo>
                  <a:pt x="71306" y="81460"/>
                  <a:pt x="65532" y="74181"/>
                  <a:pt x="77943" y="64889"/>
                </a:cubicBezTo>
                <a:cubicBezTo>
                  <a:pt x="96539" y="50986"/>
                  <a:pt x="90012" y="28216"/>
                  <a:pt x="81144" y="26834"/>
                </a:cubicBezTo>
                <a:cubicBezTo>
                  <a:pt x="80776" y="26779"/>
                  <a:pt x="80392" y="26724"/>
                  <a:pt x="79968" y="26724"/>
                </a:cubicBezTo>
                <a:cubicBezTo>
                  <a:pt x="71894" y="26724"/>
                  <a:pt x="68364" y="40668"/>
                  <a:pt x="68364" y="40668"/>
                </a:cubicBezTo>
                <a:cubicBezTo>
                  <a:pt x="68364" y="40668"/>
                  <a:pt x="57896" y="66914"/>
                  <a:pt x="39984" y="84881"/>
                </a:cubicBezTo>
                <a:cubicBezTo>
                  <a:pt x="22031" y="102779"/>
                  <a:pt x="21059" y="117216"/>
                  <a:pt x="34154" y="136345"/>
                </a:cubicBezTo>
                <a:cubicBezTo>
                  <a:pt x="43090" y="149442"/>
                  <a:pt x="60195" y="153355"/>
                  <a:pt x="77669" y="153355"/>
                </a:cubicBezTo>
                <a:cubicBezTo>
                  <a:pt x="95841" y="153355"/>
                  <a:pt x="114396" y="149072"/>
                  <a:pt x="124865" y="146458"/>
                </a:cubicBezTo>
                <a:cubicBezTo>
                  <a:pt x="125343" y="146294"/>
                  <a:pt x="188796" y="128382"/>
                  <a:pt x="180777" y="113152"/>
                </a:cubicBezTo>
                <a:cubicBezTo>
                  <a:pt x="179394" y="110593"/>
                  <a:pt x="177205" y="109525"/>
                  <a:pt x="174413" y="109525"/>
                </a:cubicBezTo>
                <a:cubicBezTo>
                  <a:pt x="163083" y="109525"/>
                  <a:pt x="142504" y="126356"/>
                  <a:pt x="133636" y="126356"/>
                </a:cubicBezTo>
                <a:cubicBezTo>
                  <a:pt x="131652" y="126356"/>
                  <a:pt x="130270" y="125549"/>
                  <a:pt x="129737" y="123524"/>
                </a:cubicBezTo>
                <a:cubicBezTo>
                  <a:pt x="125891" y="109949"/>
                  <a:pt x="186975" y="104284"/>
                  <a:pt x="181844" y="84662"/>
                </a:cubicBezTo>
                <a:cubicBezTo>
                  <a:pt x="180941" y="81187"/>
                  <a:pt x="178533" y="79859"/>
                  <a:pt x="175002" y="79859"/>
                </a:cubicBezTo>
                <a:cubicBezTo>
                  <a:pt x="160101" y="79859"/>
                  <a:pt x="126520" y="106104"/>
                  <a:pt x="119474" y="106104"/>
                </a:cubicBezTo>
                <a:cubicBezTo>
                  <a:pt x="119050" y="106104"/>
                  <a:pt x="118611" y="105995"/>
                  <a:pt x="118406" y="105666"/>
                </a:cubicBezTo>
                <a:cubicBezTo>
                  <a:pt x="114876" y="99947"/>
                  <a:pt x="116791" y="95937"/>
                  <a:pt x="141600" y="80926"/>
                </a:cubicBezTo>
                <a:cubicBezTo>
                  <a:pt x="166450" y="65902"/>
                  <a:pt x="183883" y="56870"/>
                  <a:pt x="173935" y="46073"/>
                </a:cubicBezTo>
                <a:cubicBezTo>
                  <a:pt x="172812" y="44842"/>
                  <a:pt x="171212" y="44254"/>
                  <a:pt x="169282" y="44254"/>
                </a:cubicBezTo>
                <a:cubicBezTo>
                  <a:pt x="154162" y="44254"/>
                  <a:pt x="118557" y="76698"/>
                  <a:pt x="118557" y="76698"/>
                </a:cubicBezTo>
                <a:cubicBezTo>
                  <a:pt x="118557" y="76698"/>
                  <a:pt x="108937" y="86700"/>
                  <a:pt x="103163" y="86700"/>
                </a:cubicBezTo>
                <a:cubicBezTo>
                  <a:pt x="101835" y="86742"/>
                  <a:pt x="100549" y="86057"/>
                  <a:pt x="99904" y="84881"/>
                </a:cubicBezTo>
                <a:cubicBezTo>
                  <a:pt x="95786" y="77929"/>
                  <a:pt x="138179" y="45800"/>
                  <a:pt x="140533" y="32554"/>
                </a:cubicBezTo>
                <a:cubicBezTo>
                  <a:pt x="142189" y="23509"/>
                  <a:pt x="139410" y="18966"/>
                  <a:pt x="134335" y="18966"/>
                </a:cubicBezTo>
              </a:path>
            </a:pathLst>
          </a:custGeom>
          <a:solidFill xmlns:a="http://schemas.openxmlformats.org/drawingml/2006/main">
            <a:srgbClr val="FF9D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" name="path-96">
            <a:extLst xmlns:a="http://schemas.openxmlformats.org/drawingml/2006/main">
              <a:ext uri="{FF2B5EF4-FFF2-40B4-BE49-F238E27FC236}">
                <a16:creationId xmlns:a16="http://schemas.microsoft.com/office/drawing/2014/main" id="{E9DCB4C4-3512-4988-8D8B-1D0F54237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191" y="4122790"/>
            <a:ext cx="167682" cy="147375"/>
          </a:xfrm>
          <a:custGeom xmlns:a="http://schemas.openxmlformats.org/drawingml/2006/main">
            <a:pathLst>
              <a:path w="167682" h="147375">
                <a:moveTo>
                  <a:pt x="13041" y="120691"/>
                </a:moveTo>
                <a:cubicBezTo>
                  <a:pt x="0" y="101507"/>
                  <a:pt x="917" y="87070"/>
                  <a:pt x="18870" y="69172"/>
                </a:cubicBezTo>
                <a:cubicBezTo>
                  <a:pt x="36783" y="51260"/>
                  <a:pt x="47250" y="24959"/>
                  <a:pt x="47250" y="24959"/>
                </a:cubicBezTo>
                <a:cubicBezTo>
                  <a:pt x="47250" y="24959"/>
                  <a:pt x="51164" y="9729"/>
                  <a:pt x="60086" y="11179"/>
                </a:cubicBezTo>
                <a:cubicBezTo>
                  <a:pt x="68898" y="12617"/>
                  <a:pt x="75426" y="35332"/>
                  <a:pt x="56829" y="49234"/>
                </a:cubicBezTo>
                <a:cubicBezTo>
                  <a:pt x="38219" y="63179"/>
                  <a:pt x="60565" y="72647"/>
                  <a:pt x="67681" y="59552"/>
                </a:cubicBezTo>
                <a:cubicBezTo>
                  <a:pt x="74837" y="46511"/>
                  <a:pt x="94460" y="12890"/>
                  <a:pt x="104558" y="6417"/>
                </a:cubicBezTo>
                <a:cubicBezTo>
                  <a:pt x="114656" y="0"/>
                  <a:pt x="121883" y="3585"/>
                  <a:pt x="119419" y="16900"/>
                </a:cubicBezTo>
                <a:cubicBezTo>
                  <a:pt x="117066" y="30145"/>
                  <a:pt x="74672" y="62275"/>
                  <a:pt x="78791" y="69172"/>
                </a:cubicBezTo>
                <a:cubicBezTo>
                  <a:pt x="82910" y="76178"/>
                  <a:pt x="97443" y="61043"/>
                  <a:pt x="97443" y="61043"/>
                </a:cubicBezTo>
                <a:cubicBezTo>
                  <a:pt x="97443" y="61043"/>
                  <a:pt x="142983" y="19623"/>
                  <a:pt x="152876" y="30419"/>
                </a:cubicBezTo>
                <a:cubicBezTo>
                  <a:pt x="162769" y="41216"/>
                  <a:pt x="145337" y="50247"/>
                  <a:pt x="120541" y="65272"/>
                </a:cubicBezTo>
                <a:cubicBezTo>
                  <a:pt x="95677" y="80283"/>
                  <a:pt x="93762" y="84292"/>
                  <a:pt x="97237" y="90012"/>
                </a:cubicBezTo>
                <a:cubicBezTo>
                  <a:pt x="100809" y="95677"/>
                  <a:pt x="155599" y="49439"/>
                  <a:pt x="160731" y="69062"/>
                </a:cubicBezTo>
                <a:cubicBezTo>
                  <a:pt x="165862" y="88630"/>
                  <a:pt x="104818" y="94295"/>
                  <a:pt x="108623" y="107815"/>
                </a:cubicBezTo>
                <a:cubicBezTo>
                  <a:pt x="112413" y="121334"/>
                  <a:pt x="151589" y="82267"/>
                  <a:pt x="159664" y="97442"/>
                </a:cubicBezTo>
                <a:cubicBezTo>
                  <a:pt x="167682" y="112727"/>
                  <a:pt x="104284" y="130639"/>
                  <a:pt x="103751" y="130804"/>
                </a:cubicBezTo>
                <a:cubicBezTo>
                  <a:pt x="83280" y="136086"/>
                  <a:pt x="31227" y="147375"/>
                  <a:pt x="13041" y="120691"/>
                </a:cubicBezTo>
              </a:path>
            </a:pathLst>
          </a:custGeom>
          <a:solidFill xmlns:a="http://schemas.openxmlformats.org/drawingml/2006/main">
            <a:srgbClr val="FFD2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" name="path-97">
            <a:extLst xmlns:a="http://schemas.openxmlformats.org/drawingml/2006/main">
              <a:ext uri="{FF2B5EF4-FFF2-40B4-BE49-F238E27FC236}">
                <a16:creationId xmlns:a16="http://schemas.microsoft.com/office/drawing/2014/main" id="{E546F5DB-57F8-430A-AC74-DFACD13A4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5112" y="3860444"/>
            <a:ext cx="443548" cy="453332"/>
          </a:xfrm>
          <a:custGeom xmlns:a="http://schemas.openxmlformats.org/drawingml/2006/main">
            <a:pathLst>
              <a:path w="443548" h="453332">
                <a:moveTo>
                  <a:pt x="153464" y="16735"/>
                </a:moveTo>
                <a:cubicBezTo>
                  <a:pt x="60838" y="48865"/>
                  <a:pt x="0" y="137646"/>
                  <a:pt x="3531" y="235622"/>
                </a:cubicBezTo>
                <a:cubicBezTo>
                  <a:pt x="7060" y="333598"/>
                  <a:pt x="74029" y="417836"/>
                  <a:pt x="168749" y="443233"/>
                </a:cubicBezTo>
                <a:cubicBezTo>
                  <a:pt x="206119" y="452907"/>
                  <a:pt x="245296" y="453332"/>
                  <a:pt x="282873" y="444465"/>
                </a:cubicBezTo>
                <a:cubicBezTo>
                  <a:pt x="316972" y="436815"/>
                  <a:pt x="348458" y="420463"/>
                  <a:pt x="374280" y="396995"/>
                </a:cubicBezTo>
                <a:cubicBezTo>
                  <a:pt x="401169" y="371818"/>
                  <a:pt x="420668" y="339797"/>
                  <a:pt x="430726" y="304356"/>
                </a:cubicBezTo>
                <a:cubicBezTo>
                  <a:pt x="441632" y="265822"/>
                  <a:pt x="443548" y="225305"/>
                  <a:pt x="436392" y="185908"/>
                </a:cubicBezTo>
                <a:lnTo>
                  <a:pt x="226426" y="185908"/>
                </a:lnTo>
                <a:lnTo>
                  <a:pt x="226426" y="272979"/>
                </a:lnTo>
                <a:lnTo>
                  <a:pt x="348035" y="272979"/>
                </a:lnTo>
                <a:cubicBezTo>
                  <a:pt x="343108" y="301044"/>
                  <a:pt x="326975" y="325908"/>
                  <a:pt x="303343" y="341836"/>
                </a:cubicBezTo>
                <a:cubicBezTo>
                  <a:pt x="288538" y="351661"/>
                  <a:pt x="271761" y="358297"/>
                  <a:pt x="254219" y="361240"/>
                </a:cubicBezTo>
                <a:cubicBezTo>
                  <a:pt x="236634" y="364551"/>
                  <a:pt x="218572" y="364551"/>
                  <a:pt x="200934" y="361240"/>
                </a:cubicBezTo>
                <a:cubicBezTo>
                  <a:pt x="183076" y="357545"/>
                  <a:pt x="166244" y="350224"/>
                  <a:pt x="151385" y="339646"/>
                </a:cubicBezTo>
                <a:cubicBezTo>
                  <a:pt x="127547" y="322747"/>
                  <a:pt x="109636" y="298800"/>
                  <a:pt x="100220" y="271117"/>
                </a:cubicBezTo>
                <a:cubicBezTo>
                  <a:pt x="90655" y="242943"/>
                  <a:pt x="90655" y="212428"/>
                  <a:pt x="100220" y="184252"/>
                </a:cubicBezTo>
                <a:cubicBezTo>
                  <a:pt x="106912" y="164480"/>
                  <a:pt x="117968" y="146513"/>
                  <a:pt x="132624" y="131597"/>
                </a:cubicBezTo>
                <a:cubicBezTo>
                  <a:pt x="166724" y="96266"/>
                  <a:pt x="217710" y="82965"/>
                  <a:pt x="264756" y="97128"/>
                </a:cubicBezTo>
                <a:cubicBezTo>
                  <a:pt x="282763" y="102628"/>
                  <a:pt x="299225" y="112303"/>
                  <a:pt x="312867" y="125344"/>
                </a:cubicBezTo>
                <a:cubicBezTo>
                  <a:pt x="326551" y="111715"/>
                  <a:pt x="340235" y="98031"/>
                  <a:pt x="353919" y="84292"/>
                </a:cubicBezTo>
                <a:cubicBezTo>
                  <a:pt x="360966" y="76917"/>
                  <a:pt x="368671" y="69924"/>
                  <a:pt x="375608" y="62384"/>
                </a:cubicBezTo>
                <a:cubicBezTo>
                  <a:pt x="354822" y="43035"/>
                  <a:pt x="330397" y="27956"/>
                  <a:pt x="303767" y="18076"/>
                </a:cubicBezTo>
                <a:cubicBezTo>
                  <a:pt x="255299" y="479"/>
                  <a:pt x="202262" y="0"/>
                  <a:pt x="153464" y="16735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" name="path-98">
            <a:extLst xmlns:a="http://schemas.openxmlformats.org/drawingml/2006/main">
              <a:ext uri="{FF2B5EF4-FFF2-40B4-BE49-F238E27FC236}">
                <a16:creationId xmlns:a16="http://schemas.microsoft.com/office/drawing/2014/main" id="{AB799180-1168-419E-80F1-AF32FC10B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2164" y="3860444"/>
            <a:ext cx="348514" cy="184089"/>
          </a:xfrm>
          <a:custGeom xmlns:a="http://schemas.openxmlformats.org/drawingml/2006/main">
            <a:pathLst>
              <a:path w="348514" h="184089">
                <a:moveTo>
                  <a:pt x="126412" y="16735"/>
                </a:moveTo>
                <a:cubicBezTo>
                  <a:pt x="175209" y="0"/>
                  <a:pt x="228247" y="437"/>
                  <a:pt x="276715" y="18021"/>
                </a:cubicBezTo>
                <a:cubicBezTo>
                  <a:pt x="303344" y="28011"/>
                  <a:pt x="327770" y="43145"/>
                  <a:pt x="348514" y="62549"/>
                </a:cubicBezTo>
                <a:cubicBezTo>
                  <a:pt x="341453" y="70075"/>
                  <a:pt x="334023" y="77136"/>
                  <a:pt x="326812" y="84512"/>
                </a:cubicBezTo>
                <a:cubicBezTo>
                  <a:pt x="313128" y="98141"/>
                  <a:pt x="299444" y="111770"/>
                  <a:pt x="285815" y="125344"/>
                </a:cubicBezTo>
                <a:cubicBezTo>
                  <a:pt x="272172" y="112303"/>
                  <a:pt x="255710" y="102628"/>
                  <a:pt x="237703" y="97128"/>
                </a:cubicBezTo>
                <a:cubicBezTo>
                  <a:pt x="190658" y="82910"/>
                  <a:pt x="139672" y="96225"/>
                  <a:pt x="105516" y="131502"/>
                </a:cubicBezTo>
                <a:cubicBezTo>
                  <a:pt x="90916" y="146362"/>
                  <a:pt x="79859" y="164315"/>
                  <a:pt x="73127" y="184089"/>
                </a:cubicBezTo>
                <a:lnTo>
                  <a:pt x="0" y="127492"/>
                </a:lnTo>
                <a:cubicBezTo>
                  <a:pt x="26191" y="75535"/>
                  <a:pt x="71512" y="35866"/>
                  <a:pt x="126412" y="16735"/>
                </a:cubicBezTo>
              </a:path>
            </a:pathLst>
          </a:custGeom>
          <a:solidFill xmlns:a="http://schemas.openxmlformats.org/drawingml/2006/main">
            <a:srgbClr val="E336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" name="path-99">
            <a:extLst xmlns:a="http://schemas.openxmlformats.org/drawingml/2006/main">
              <a:ext uri="{FF2B5EF4-FFF2-40B4-BE49-F238E27FC236}">
                <a16:creationId xmlns:a16="http://schemas.microsoft.com/office/drawing/2014/main" id="{19508646-CE4E-44A7-9292-68A6E098E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922" y="3987936"/>
            <a:ext cx="102369" cy="200331"/>
          </a:xfrm>
          <a:custGeom xmlns:a="http://schemas.openxmlformats.org/drawingml/2006/main">
            <a:pathLst>
              <a:path w="102369" h="200331">
                <a:moveTo>
                  <a:pt x="9839" y="56062"/>
                </a:moveTo>
                <a:cubicBezTo>
                  <a:pt x="13794" y="36605"/>
                  <a:pt x="20307" y="17748"/>
                  <a:pt x="29242" y="0"/>
                </a:cubicBezTo>
                <a:lnTo>
                  <a:pt x="102369" y="56760"/>
                </a:lnTo>
                <a:cubicBezTo>
                  <a:pt x="92791" y="84935"/>
                  <a:pt x="92791" y="115450"/>
                  <a:pt x="102369" y="143625"/>
                </a:cubicBezTo>
                <a:cubicBezTo>
                  <a:pt x="78040" y="162441"/>
                  <a:pt x="53614" y="181365"/>
                  <a:pt x="29242" y="200331"/>
                </a:cubicBezTo>
                <a:cubicBezTo>
                  <a:pt x="6842" y="155750"/>
                  <a:pt x="0" y="104982"/>
                  <a:pt x="9839" y="56062"/>
                </a:cubicBezTo>
              </a:path>
            </a:pathLst>
          </a:custGeom>
          <a:solidFill xmlns:a="http://schemas.openxmlformats.org/drawingml/2006/main">
            <a:srgbClr val="F8BD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" name="path-100">
            <a:extLst xmlns:a="http://schemas.openxmlformats.org/drawingml/2006/main">
              <a:ext uri="{FF2B5EF4-FFF2-40B4-BE49-F238E27FC236}">
                <a16:creationId xmlns:a16="http://schemas.microsoft.com/office/drawing/2014/main" id="{B89F2EA5-2720-4791-A3C7-C74BEE878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83" y="4046298"/>
            <a:ext cx="217176" cy="211087"/>
          </a:xfrm>
          <a:custGeom xmlns:a="http://schemas.openxmlformats.org/drawingml/2006/main">
            <a:pathLst>
              <a:path w="217176" h="211087">
                <a:moveTo>
                  <a:pt x="55" y="0"/>
                </a:moveTo>
                <a:lnTo>
                  <a:pt x="210020" y="0"/>
                </a:lnTo>
                <a:cubicBezTo>
                  <a:pt x="217176" y="39396"/>
                  <a:pt x="215260" y="79914"/>
                  <a:pt x="204355" y="118461"/>
                </a:cubicBezTo>
                <a:cubicBezTo>
                  <a:pt x="194296" y="153888"/>
                  <a:pt x="174797" y="185909"/>
                  <a:pt x="147908" y="211087"/>
                </a:cubicBezTo>
                <a:cubicBezTo>
                  <a:pt x="124276" y="192696"/>
                  <a:pt x="100603" y="174414"/>
                  <a:pt x="76971" y="155982"/>
                </a:cubicBezTo>
                <a:cubicBezTo>
                  <a:pt x="100658" y="140054"/>
                  <a:pt x="116736" y="115136"/>
                  <a:pt x="121664" y="87084"/>
                </a:cubicBezTo>
                <a:lnTo>
                  <a:pt x="55" y="87084"/>
                </a:lnTo>
                <a:cubicBezTo>
                  <a:pt x="0" y="58060"/>
                  <a:pt x="55" y="29023"/>
                  <a:pt x="55" y="0"/>
                </a:cubicBezTo>
              </a:path>
            </a:pathLst>
          </a:custGeom>
          <a:solidFill xmlns:a="http://schemas.openxmlformats.org/drawingml/2006/main">
            <a:srgbClr val="587DB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" name="path-101">
            <a:extLst xmlns:a="http://schemas.openxmlformats.org/drawingml/2006/main">
              <a:ext uri="{FF2B5EF4-FFF2-40B4-BE49-F238E27FC236}">
                <a16:creationId xmlns:a16="http://schemas.microsoft.com/office/drawing/2014/main" id="{D96E8979-FDD4-41D7-81A8-811648C4E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2164" y="4131561"/>
            <a:ext cx="347337" cy="182009"/>
          </a:xfrm>
          <a:custGeom xmlns:a="http://schemas.openxmlformats.org/drawingml/2006/main">
            <a:pathLst>
              <a:path w="347337" h="182009">
                <a:moveTo>
                  <a:pt x="0" y="56706"/>
                </a:moveTo>
                <a:cubicBezTo>
                  <a:pt x="24372" y="37891"/>
                  <a:pt x="48743" y="19021"/>
                  <a:pt x="73127" y="0"/>
                </a:cubicBezTo>
                <a:cubicBezTo>
                  <a:pt x="82527" y="27682"/>
                  <a:pt x="100440" y="51629"/>
                  <a:pt x="124332" y="68529"/>
                </a:cubicBezTo>
                <a:cubicBezTo>
                  <a:pt x="139192" y="79052"/>
                  <a:pt x="156134" y="86318"/>
                  <a:pt x="173990" y="89958"/>
                </a:cubicBezTo>
                <a:cubicBezTo>
                  <a:pt x="191629" y="93215"/>
                  <a:pt x="209691" y="93215"/>
                  <a:pt x="227275" y="89958"/>
                </a:cubicBezTo>
                <a:cubicBezTo>
                  <a:pt x="244805" y="87016"/>
                  <a:pt x="261539" y="80393"/>
                  <a:pt x="276400" y="70554"/>
                </a:cubicBezTo>
                <a:cubicBezTo>
                  <a:pt x="300033" y="89000"/>
                  <a:pt x="323705" y="107282"/>
                  <a:pt x="347337" y="125659"/>
                </a:cubicBezTo>
                <a:cubicBezTo>
                  <a:pt x="321516" y="149127"/>
                  <a:pt x="290029" y="165533"/>
                  <a:pt x="255929" y="173183"/>
                </a:cubicBezTo>
                <a:cubicBezTo>
                  <a:pt x="218353" y="182009"/>
                  <a:pt x="179176" y="181571"/>
                  <a:pt x="141806" y="171952"/>
                </a:cubicBezTo>
                <a:cubicBezTo>
                  <a:pt x="112194" y="164042"/>
                  <a:pt x="84607" y="150139"/>
                  <a:pt x="60660" y="131064"/>
                </a:cubicBezTo>
                <a:cubicBezTo>
                  <a:pt x="35333" y="110963"/>
                  <a:pt x="14587" y="85579"/>
                  <a:pt x="0" y="56706"/>
                </a:cubicBezTo>
              </a:path>
            </a:pathLst>
          </a:custGeom>
          <a:solidFill xmlns:a="http://schemas.openxmlformats.org/drawingml/2006/main">
            <a:srgbClr val="319F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" name="path-102">
            <a:extLst xmlns:a="http://schemas.openxmlformats.org/drawingml/2006/main">
              <a:ext uri="{FF2B5EF4-FFF2-40B4-BE49-F238E27FC236}">
                <a16:creationId xmlns:a16="http://schemas.microsoft.com/office/drawing/2014/main" id="{39E1C178-CC9E-4E38-91A9-9E7B29AF7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3349" y="3349175"/>
            <a:ext cx="2052575" cy="1005762"/>
          </a:xfrm>
          <a:custGeom xmlns:a="http://schemas.openxmlformats.org/drawingml/2006/main">
            <a:pathLst>
              <a:path w="2052575" h="1005762">
                <a:moveTo>
                  <a:pt x="102628" y="0"/>
                </a:moveTo>
                <a:lnTo>
                  <a:pt x="1949946" y="0"/>
                </a:lnTo>
                <a:cubicBezTo>
                  <a:pt x="2006815" y="0"/>
                  <a:pt x="2052575" y="45759"/>
                  <a:pt x="2052575" y="102629"/>
                </a:cubicBezTo>
                <a:lnTo>
                  <a:pt x="2052575" y="903133"/>
                </a:lnTo>
                <a:cubicBezTo>
                  <a:pt x="2052575" y="960004"/>
                  <a:pt x="2006815" y="1005762"/>
                  <a:pt x="1949946" y="1005762"/>
                </a:cubicBezTo>
                <a:lnTo>
                  <a:pt x="102628" y="1005762"/>
                </a:lnTo>
                <a:cubicBezTo>
                  <a:pt x="45758" y="1005762"/>
                  <a:pt x="0" y="960004"/>
                  <a:pt x="0" y="903133"/>
                </a:cubicBezTo>
                <a:lnTo>
                  <a:pt x="0" y="102629"/>
                </a:lnTo>
                <a:cubicBezTo>
                  <a:pt x="0" y="45759"/>
                  <a:pt x="45758" y="0"/>
                  <a:pt x="102628" y="0"/>
                </a:cubicBezTo>
              </a:path>
            </a:pathLst>
          </a:custGeom>
          <a:solidFill xmlns:a="http://schemas.openxmlformats.org/drawingml/2006/main">
            <a:srgbClr val="EDF6F4"/>
          </a:solidFill>
          <a:ln xmlns:a="http://schemas.openxmlformats.org/drawingml/2006/main" w="18473">
            <a:solidFill>
              <a:srgbClr val="B6D0CC"/>
            </a:solidFill>
            <a:prstDash val="solid"/>
          </a:ln>
        </p:spPr>
      </p:sp>
      <p:sp>
        <p:nvSpPr>
          <p:cNvPr id="103" name="path-103">
            <a:extLst xmlns:a="http://schemas.openxmlformats.org/drawingml/2006/main">
              <a:ext uri="{FF2B5EF4-FFF2-40B4-BE49-F238E27FC236}">
                <a16:creationId xmlns:a16="http://schemas.microsoft.com/office/drawing/2014/main" id="{FB3671B7-31CD-4BED-A6C5-EB9BC6C04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1245" y="3431278"/>
            <a:ext cx="2052575" cy="1005762"/>
          </a:xfrm>
          <a:custGeom xmlns:a="http://schemas.openxmlformats.org/drawingml/2006/main">
            <a:pathLst>
              <a:path w="2052575" h="1005762">
                <a:moveTo>
                  <a:pt x="102628" y="0"/>
                </a:moveTo>
                <a:lnTo>
                  <a:pt x="1949946" y="0"/>
                </a:lnTo>
                <a:cubicBezTo>
                  <a:pt x="2006817" y="0"/>
                  <a:pt x="2052575" y="45759"/>
                  <a:pt x="2052575" y="102628"/>
                </a:cubicBezTo>
                <a:lnTo>
                  <a:pt x="2052575" y="903133"/>
                </a:lnTo>
                <a:cubicBezTo>
                  <a:pt x="2052575" y="960003"/>
                  <a:pt x="2006817" y="1005762"/>
                  <a:pt x="1949946" y="1005762"/>
                </a:cubicBezTo>
                <a:lnTo>
                  <a:pt x="102628" y="1005762"/>
                </a:lnTo>
                <a:cubicBezTo>
                  <a:pt x="45758" y="1005762"/>
                  <a:pt x="0" y="960003"/>
                  <a:pt x="0" y="903133"/>
                </a:cubicBezTo>
                <a:lnTo>
                  <a:pt x="0" y="102628"/>
                </a:lnTo>
                <a:cubicBezTo>
                  <a:pt x="0" y="45759"/>
                  <a:pt x="45758" y="0"/>
                  <a:pt x="102628" y="0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8473">
            <a:solidFill>
              <a:srgbClr val="78AAA4"/>
            </a:solidFill>
            <a:prstDash val="solid"/>
          </a:ln>
        </p:spPr>
      </p:sp>
      <p:sp>
        <p:nvSpPr>
          <p:cNvPr id="104" name="path-104">
            <a:extLst xmlns:a="http://schemas.openxmlformats.org/drawingml/2006/main">
              <a:ext uri="{FF2B5EF4-FFF2-40B4-BE49-F238E27FC236}">
                <a16:creationId xmlns:a16="http://schemas.microsoft.com/office/drawing/2014/main" id="{15CFF115-D0E0-49B4-A5D1-9691B559F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20652" y="3862319"/>
            <a:ext cx="284583" cy="451566"/>
          </a:xfrm>
          <a:custGeom xmlns:a="http://schemas.openxmlformats.org/drawingml/2006/main">
            <a:pathLst>
              <a:path w="284583" h="451566">
                <a:moveTo>
                  <a:pt x="0" y="0"/>
                </a:moveTo>
                <a:lnTo>
                  <a:pt x="0" y="451566"/>
                </a:lnTo>
                <a:lnTo>
                  <a:pt x="284583" y="451566"/>
                </a:lnTo>
                <a:lnTo>
                  <a:pt x="284583" y="0"/>
                </a:lnTo>
                <a:close/>
              </a:path>
            </a:pathLst>
          </a:custGeom>
          <a:solidFill xmlns:a="http://schemas.openxmlformats.org/drawingml/2006/main">
            <a:srgbClr val="E954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" name="path-105">
            <a:extLst xmlns:a="http://schemas.openxmlformats.org/drawingml/2006/main">
              <a:ext uri="{FF2B5EF4-FFF2-40B4-BE49-F238E27FC236}">
                <a16:creationId xmlns:a16="http://schemas.microsoft.com/office/drawing/2014/main" id="{41A1B416-2378-445F-9D3E-BD4FE2117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56244" y="4056465"/>
            <a:ext cx="210663" cy="201029"/>
          </a:xfrm>
          <a:custGeom xmlns:a="http://schemas.openxmlformats.org/drawingml/2006/main">
            <a:pathLst>
              <a:path w="210663" h="201029">
                <a:moveTo>
                  <a:pt x="29447" y="124427"/>
                </a:moveTo>
                <a:cubicBezTo>
                  <a:pt x="45758" y="124427"/>
                  <a:pt x="58909" y="111167"/>
                  <a:pt x="58909" y="94760"/>
                </a:cubicBezTo>
                <a:cubicBezTo>
                  <a:pt x="58909" y="78353"/>
                  <a:pt x="45758" y="65094"/>
                  <a:pt x="29447" y="65094"/>
                </a:cubicBezTo>
                <a:cubicBezTo>
                  <a:pt x="13205" y="65094"/>
                  <a:pt x="0" y="78353"/>
                  <a:pt x="0" y="94760"/>
                </a:cubicBezTo>
                <a:cubicBezTo>
                  <a:pt x="0" y="111167"/>
                  <a:pt x="13205" y="124427"/>
                  <a:pt x="29447" y="124427"/>
                </a:cubicBezTo>
                <a:moveTo>
                  <a:pt x="152178" y="59320"/>
                </a:moveTo>
                <a:cubicBezTo>
                  <a:pt x="168434" y="59320"/>
                  <a:pt x="181625" y="46073"/>
                  <a:pt x="181625" y="29653"/>
                </a:cubicBezTo>
                <a:cubicBezTo>
                  <a:pt x="181625" y="13246"/>
                  <a:pt x="168434" y="0"/>
                  <a:pt x="152178" y="0"/>
                </a:cubicBezTo>
                <a:cubicBezTo>
                  <a:pt x="135880" y="0"/>
                  <a:pt x="122676" y="13246"/>
                  <a:pt x="122676" y="29653"/>
                </a:cubicBezTo>
                <a:cubicBezTo>
                  <a:pt x="122676" y="46073"/>
                  <a:pt x="135880" y="59320"/>
                  <a:pt x="152178" y="59320"/>
                </a:cubicBezTo>
                <a:moveTo>
                  <a:pt x="95896" y="171198"/>
                </a:moveTo>
                <a:cubicBezTo>
                  <a:pt x="74672" y="166601"/>
                  <a:pt x="56925" y="152971"/>
                  <a:pt x="46990" y="133568"/>
                </a:cubicBezTo>
                <a:cubicBezTo>
                  <a:pt x="39122" y="137208"/>
                  <a:pt x="30310" y="138275"/>
                  <a:pt x="21811" y="136674"/>
                </a:cubicBezTo>
                <a:cubicBezTo>
                  <a:pt x="33840" y="166546"/>
                  <a:pt x="59442" y="188248"/>
                  <a:pt x="90874" y="195036"/>
                </a:cubicBezTo>
                <a:cubicBezTo>
                  <a:pt x="97716" y="196541"/>
                  <a:pt x="104764" y="197238"/>
                  <a:pt x="111769" y="197184"/>
                </a:cubicBezTo>
                <a:cubicBezTo>
                  <a:pt x="106364" y="190013"/>
                  <a:pt x="103327" y="181351"/>
                  <a:pt x="103163" y="172375"/>
                </a:cubicBezTo>
                <a:cubicBezTo>
                  <a:pt x="100699" y="172115"/>
                  <a:pt x="98305" y="171677"/>
                  <a:pt x="95896" y="171198"/>
                </a:cubicBezTo>
                <a:moveTo>
                  <a:pt x="145555" y="201029"/>
                </a:moveTo>
                <a:cubicBezTo>
                  <a:pt x="161798" y="201029"/>
                  <a:pt x="175003" y="187769"/>
                  <a:pt x="175003" y="171362"/>
                </a:cubicBezTo>
                <a:cubicBezTo>
                  <a:pt x="175003" y="154955"/>
                  <a:pt x="161798" y="141641"/>
                  <a:pt x="145555" y="141641"/>
                </a:cubicBezTo>
                <a:cubicBezTo>
                  <a:pt x="129244" y="141641"/>
                  <a:pt x="116053" y="154955"/>
                  <a:pt x="116053" y="171362"/>
                </a:cubicBezTo>
                <a:cubicBezTo>
                  <a:pt x="116053" y="187769"/>
                  <a:pt x="129244" y="201029"/>
                  <a:pt x="145555" y="201029"/>
                </a:cubicBezTo>
                <a:moveTo>
                  <a:pt x="186497" y="160456"/>
                </a:moveTo>
                <a:cubicBezTo>
                  <a:pt x="195693" y="148798"/>
                  <a:pt x="202151" y="135072"/>
                  <a:pt x="205257" y="120417"/>
                </a:cubicBezTo>
                <a:cubicBezTo>
                  <a:pt x="210663" y="94925"/>
                  <a:pt x="205626" y="68310"/>
                  <a:pt x="191355" y="46497"/>
                </a:cubicBezTo>
                <a:cubicBezTo>
                  <a:pt x="187933" y="54516"/>
                  <a:pt x="182173" y="61358"/>
                  <a:pt x="174784" y="66011"/>
                </a:cubicBezTo>
                <a:cubicBezTo>
                  <a:pt x="182761" y="81131"/>
                  <a:pt x="185156" y="98619"/>
                  <a:pt x="181585" y="115341"/>
                </a:cubicBezTo>
                <a:cubicBezTo>
                  <a:pt x="179875" y="123469"/>
                  <a:pt x="176767" y="131214"/>
                  <a:pt x="172444" y="138329"/>
                </a:cubicBezTo>
                <a:cubicBezTo>
                  <a:pt x="179341" y="144049"/>
                  <a:pt x="184254" y="151795"/>
                  <a:pt x="186551" y="160456"/>
                </a:cubicBezTo>
                <a:lnTo>
                  <a:pt x="186497" y="160456"/>
                </a:lnTo>
                <a:moveTo>
                  <a:pt x="27203" y="52162"/>
                </a:moveTo>
                <a:cubicBezTo>
                  <a:pt x="30953" y="51999"/>
                  <a:pt x="34688" y="52272"/>
                  <a:pt x="38328" y="53066"/>
                </a:cubicBezTo>
                <a:cubicBezTo>
                  <a:pt x="43131" y="54146"/>
                  <a:pt x="47633" y="55953"/>
                  <a:pt x="51793" y="58581"/>
                </a:cubicBezTo>
                <a:cubicBezTo>
                  <a:pt x="65054" y="39328"/>
                  <a:pt x="86427" y="27791"/>
                  <a:pt x="109636" y="27367"/>
                </a:cubicBezTo>
                <a:cubicBezTo>
                  <a:pt x="110114" y="18596"/>
                  <a:pt x="113207" y="10207"/>
                  <a:pt x="118557" y="3256"/>
                </a:cubicBezTo>
                <a:cubicBezTo>
                  <a:pt x="81514" y="315"/>
                  <a:pt x="45540" y="19609"/>
                  <a:pt x="27203" y="52217"/>
                </a:cubicBezTo>
                <a:lnTo>
                  <a:pt x="27203" y="5216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6" name="path-106">
            <a:extLst xmlns:a="http://schemas.openxmlformats.org/drawingml/2006/main">
              <a:ext uri="{FF2B5EF4-FFF2-40B4-BE49-F238E27FC236}">
                <a16:creationId xmlns:a16="http://schemas.microsoft.com/office/drawing/2014/main" id="{56CEE583-39F6-4470-AA64-12B984DC5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08893" y="3962169"/>
            <a:ext cx="390523" cy="251550"/>
          </a:xfrm>
          <a:custGeom xmlns:a="http://schemas.openxmlformats.org/drawingml/2006/main">
            <a:pathLst>
              <a:path w="390523" h="251550">
                <a:moveTo>
                  <a:pt x="203218" y="79380"/>
                </a:moveTo>
                <a:lnTo>
                  <a:pt x="243092" y="79380"/>
                </a:lnTo>
                <a:lnTo>
                  <a:pt x="243092" y="119939"/>
                </a:lnTo>
                <a:lnTo>
                  <a:pt x="263194" y="119939"/>
                </a:lnTo>
                <a:cubicBezTo>
                  <a:pt x="272336" y="119939"/>
                  <a:pt x="281900" y="118187"/>
                  <a:pt x="290727" y="115355"/>
                </a:cubicBezTo>
                <a:cubicBezTo>
                  <a:pt x="294941" y="113959"/>
                  <a:pt x="299868" y="111824"/>
                  <a:pt x="304082" y="109361"/>
                </a:cubicBezTo>
                <a:cubicBezTo>
                  <a:pt x="298471" y="101931"/>
                  <a:pt x="295640" y="92790"/>
                  <a:pt x="294941" y="83595"/>
                </a:cubicBezTo>
                <a:cubicBezTo>
                  <a:pt x="293874" y="71252"/>
                  <a:pt x="296336" y="54996"/>
                  <a:pt x="304834" y="45485"/>
                </a:cubicBezTo>
                <a:lnTo>
                  <a:pt x="309063" y="40572"/>
                </a:lnTo>
                <a:lnTo>
                  <a:pt x="313975" y="44418"/>
                </a:lnTo>
                <a:cubicBezTo>
                  <a:pt x="326701" y="54681"/>
                  <a:pt x="336910" y="68419"/>
                  <a:pt x="339044" y="84662"/>
                </a:cubicBezTo>
                <a:cubicBezTo>
                  <a:pt x="354220" y="80064"/>
                  <a:pt x="371872" y="81145"/>
                  <a:pt x="385228" y="88890"/>
                </a:cubicBezTo>
                <a:lnTo>
                  <a:pt x="390523" y="92038"/>
                </a:lnTo>
                <a:lnTo>
                  <a:pt x="387746" y="97716"/>
                </a:lnTo>
                <a:cubicBezTo>
                  <a:pt x="376416" y="119569"/>
                  <a:pt x="352782" y="126630"/>
                  <a:pt x="329848" y="125234"/>
                </a:cubicBezTo>
                <a:cubicBezTo>
                  <a:pt x="295270" y="210977"/>
                  <a:pt x="220488" y="251550"/>
                  <a:pt x="129463" y="251550"/>
                </a:cubicBezTo>
                <a:cubicBezTo>
                  <a:pt x="82582" y="251550"/>
                  <a:pt x="39491" y="233911"/>
                  <a:pt x="14805" y="192272"/>
                </a:cubicBezTo>
                <a:lnTo>
                  <a:pt x="14477" y="191574"/>
                </a:lnTo>
                <a:lnTo>
                  <a:pt x="10961" y="184143"/>
                </a:lnTo>
                <a:cubicBezTo>
                  <a:pt x="2449" y="165807"/>
                  <a:pt x="0" y="145705"/>
                  <a:pt x="1765" y="125563"/>
                </a:cubicBezTo>
                <a:lnTo>
                  <a:pt x="2449" y="119569"/>
                </a:lnTo>
                <a:lnTo>
                  <a:pt x="36344" y="119569"/>
                </a:lnTo>
                <a:lnTo>
                  <a:pt x="36344" y="79380"/>
                </a:lnTo>
                <a:lnTo>
                  <a:pt x="76218" y="79380"/>
                </a:lnTo>
                <a:lnTo>
                  <a:pt x="76218" y="39874"/>
                </a:lnTo>
                <a:lnTo>
                  <a:pt x="155599" y="39874"/>
                </a:lnTo>
                <a:lnTo>
                  <a:pt x="155599" y="0"/>
                </a:lnTo>
                <a:lnTo>
                  <a:pt x="203218" y="0"/>
                </a:lnTo>
                <a:lnTo>
                  <a:pt x="203218" y="79380"/>
                </a:lnTo>
              </a:path>
            </a:pathLst>
          </a:custGeom>
          <a:solidFill xmlns:a="http://schemas.openxmlformats.org/drawingml/2006/main">
            <a:srgbClr val="3A4D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7" name="path-107">
            <a:extLst xmlns:a="http://schemas.openxmlformats.org/drawingml/2006/main">
              <a:ext uri="{FF2B5EF4-FFF2-40B4-BE49-F238E27FC236}">
                <a16:creationId xmlns:a16="http://schemas.microsoft.com/office/drawing/2014/main" id="{8802CD3B-4DAA-4708-893F-654578B61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15256" y="4011883"/>
            <a:ext cx="375019" cy="195474"/>
          </a:xfrm>
          <a:custGeom xmlns:a="http://schemas.openxmlformats.org/drawingml/2006/main">
            <a:pathLst>
              <a:path w="375019" h="195474">
                <a:moveTo>
                  <a:pt x="325949" y="44842"/>
                </a:moveTo>
                <a:cubicBezTo>
                  <a:pt x="328782" y="24001"/>
                  <a:pt x="313277" y="7799"/>
                  <a:pt x="303384" y="0"/>
                </a:cubicBezTo>
                <a:cubicBezTo>
                  <a:pt x="292437" y="12712"/>
                  <a:pt x="290672" y="46607"/>
                  <a:pt x="307982" y="60715"/>
                </a:cubicBezTo>
                <a:cubicBezTo>
                  <a:pt x="298102" y="69158"/>
                  <a:pt x="278000" y="77286"/>
                  <a:pt x="256832" y="77286"/>
                </a:cubicBezTo>
                <a:lnTo>
                  <a:pt x="2134" y="77286"/>
                </a:lnTo>
                <a:cubicBezTo>
                  <a:pt x="0" y="99153"/>
                  <a:pt x="3900" y="119254"/>
                  <a:pt x="12712" y="136565"/>
                </a:cubicBezTo>
                <a:lnTo>
                  <a:pt x="15490" y="141860"/>
                </a:lnTo>
                <a:cubicBezTo>
                  <a:pt x="17255" y="145007"/>
                  <a:pt x="19403" y="147840"/>
                  <a:pt x="21539" y="151001"/>
                </a:cubicBezTo>
                <a:cubicBezTo>
                  <a:pt x="32116" y="151699"/>
                  <a:pt x="41640" y="152068"/>
                  <a:pt x="50452" y="151699"/>
                </a:cubicBezTo>
                <a:cubicBezTo>
                  <a:pt x="67722" y="151371"/>
                  <a:pt x="81829" y="149236"/>
                  <a:pt x="92789" y="145705"/>
                </a:cubicBezTo>
                <a:cubicBezTo>
                  <a:pt x="94555" y="145007"/>
                  <a:pt x="95937" y="146075"/>
                  <a:pt x="96635" y="147471"/>
                </a:cubicBezTo>
                <a:cubicBezTo>
                  <a:pt x="97387" y="149236"/>
                  <a:pt x="96320" y="150672"/>
                  <a:pt x="94869" y="151371"/>
                </a:cubicBezTo>
                <a:cubicBezTo>
                  <a:pt x="93488" y="151699"/>
                  <a:pt x="92092" y="152438"/>
                  <a:pt x="90327" y="152766"/>
                </a:cubicBezTo>
                <a:cubicBezTo>
                  <a:pt x="81829" y="155216"/>
                  <a:pt x="72688" y="156666"/>
                  <a:pt x="61043" y="157364"/>
                </a:cubicBezTo>
                <a:lnTo>
                  <a:pt x="58896" y="157364"/>
                </a:lnTo>
                <a:cubicBezTo>
                  <a:pt x="54298" y="157733"/>
                  <a:pt x="49385" y="157733"/>
                  <a:pt x="44089" y="157733"/>
                </a:cubicBezTo>
                <a:cubicBezTo>
                  <a:pt x="38424" y="157733"/>
                  <a:pt x="33128" y="157733"/>
                  <a:pt x="26833" y="157364"/>
                </a:cubicBezTo>
                <a:cubicBezTo>
                  <a:pt x="47989" y="181365"/>
                  <a:pt x="81131" y="195474"/>
                  <a:pt x="122771" y="195474"/>
                </a:cubicBezTo>
                <a:cubicBezTo>
                  <a:pt x="210978" y="195474"/>
                  <a:pt x="285746" y="156296"/>
                  <a:pt x="318574" y="68789"/>
                </a:cubicBezTo>
                <a:cubicBezTo>
                  <a:pt x="342191" y="71306"/>
                  <a:pt x="364756" y="65258"/>
                  <a:pt x="375019" y="45157"/>
                </a:cubicBezTo>
                <a:cubicBezTo>
                  <a:pt x="359146" y="35646"/>
                  <a:pt x="337977" y="38807"/>
                  <a:pt x="325949" y="44842"/>
                </a:cubicBezTo>
              </a:path>
            </a:pathLst>
          </a:custGeom>
          <a:solidFill xmlns:a="http://schemas.openxmlformats.org/drawingml/2006/main">
            <a:srgbClr val="00AA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8" name="path-108">
            <a:extLst xmlns:a="http://schemas.openxmlformats.org/drawingml/2006/main">
              <a:ext uri="{FF2B5EF4-FFF2-40B4-BE49-F238E27FC236}">
                <a16:creationId xmlns:a16="http://schemas.microsoft.com/office/drawing/2014/main" id="{055A1298-957B-41BA-8444-F4952416B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1130" y="4011883"/>
            <a:ext cx="312909" cy="172539"/>
          </a:xfrm>
          <a:custGeom xmlns:a="http://schemas.openxmlformats.org/drawingml/2006/main">
            <a:pathLst>
              <a:path w="312909" h="172539">
                <a:moveTo>
                  <a:pt x="310075" y="44842"/>
                </a:moveTo>
                <a:cubicBezTo>
                  <a:pt x="312909" y="24001"/>
                  <a:pt x="297403" y="7799"/>
                  <a:pt x="287511" y="0"/>
                </a:cubicBezTo>
                <a:cubicBezTo>
                  <a:pt x="276563" y="12712"/>
                  <a:pt x="274798" y="46607"/>
                  <a:pt x="292109" y="60715"/>
                </a:cubicBezTo>
                <a:cubicBezTo>
                  <a:pt x="282228" y="69158"/>
                  <a:pt x="262126" y="77286"/>
                  <a:pt x="240958" y="77286"/>
                </a:cubicBezTo>
                <a:lnTo>
                  <a:pt x="1067" y="77286"/>
                </a:lnTo>
                <a:cubicBezTo>
                  <a:pt x="0" y="110798"/>
                  <a:pt x="12343" y="136195"/>
                  <a:pt x="34578" y="151371"/>
                </a:cubicBezTo>
                <a:cubicBezTo>
                  <a:pt x="51848" y="151001"/>
                  <a:pt x="65955" y="148907"/>
                  <a:pt x="76916" y="145391"/>
                </a:cubicBezTo>
                <a:cubicBezTo>
                  <a:pt x="78682" y="144638"/>
                  <a:pt x="80064" y="145705"/>
                  <a:pt x="80761" y="147156"/>
                </a:cubicBezTo>
                <a:cubicBezTo>
                  <a:pt x="81514" y="148907"/>
                  <a:pt x="80447" y="150303"/>
                  <a:pt x="78995" y="151001"/>
                </a:cubicBezTo>
                <a:cubicBezTo>
                  <a:pt x="77615" y="151371"/>
                  <a:pt x="76218" y="152068"/>
                  <a:pt x="74453" y="152438"/>
                </a:cubicBezTo>
                <a:cubicBezTo>
                  <a:pt x="65955" y="154901"/>
                  <a:pt x="56062" y="156666"/>
                  <a:pt x="44472" y="157364"/>
                </a:cubicBezTo>
                <a:lnTo>
                  <a:pt x="44089" y="156981"/>
                </a:lnTo>
                <a:cubicBezTo>
                  <a:pt x="74084" y="172539"/>
                  <a:pt x="117490" y="172170"/>
                  <a:pt x="167572" y="153136"/>
                </a:cubicBezTo>
                <a:cubicBezTo>
                  <a:pt x="223319" y="131597"/>
                  <a:pt x="275551" y="90710"/>
                  <a:pt x="311840" y="44089"/>
                </a:cubicBezTo>
                <a:cubicBezTo>
                  <a:pt x="311143" y="44472"/>
                  <a:pt x="310444" y="44472"/>
                  <a:pt x="310075" y="44842"/>
                </a:cubicBezTo>
              </a:path>
            </a:pathLst>
          </a:custGeom>
          <a:solidFill xmlns:a="http://schemas.openxmlformats.org/drawingml/2006/main">
            <a:srgbClr val="28B8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9" name="path-109">
            <a:extLst xmlns:a="http://schemas.openxmlformats.org/drawingml/2006/main">
              <a:ext uri="{FF2B5EF4-FFF2-40B4-BE49-F238E27FC236}">
                <a16:creationId xmlns:a16="http://schemas.microsoft.com/office/drawing/2014/main" id="{5F43BB1B-A4E1-446F-9C07-AB8B8291D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17705" y="4115634"/>
            <a:ext cx="300251" cy="92038"/>
          </a:xfrm>
          <a:custGeom xmlns:a="http://schemas.openxmlformats.org/drawingml/2006/main">
            <a:pathLst>
              <a:path w="300251" h="92038">
                <a:moveTo>
                  <a:pt x="0" y="0"/>
                </a:moveTo>
                <a:cubicBezTo>
                  <a:pt x="1451" y="11645"/>
                  <a:pt x="4981" y="22551"/>
                  <a:pt x="10263" y="32814"/>
                </a:cubicBezTo>
                <a:lnTo>
                  <a:pt x="13041" y="38110"/>
                </a:lnTo>
                <a:cubicBezTo>
                  <a:pt x="14805" y="41256"/>
                  <a:pt x="16954" y="44090"/>
                  <a:pt x="19090" y="47250"/>
                </a:cubicBezTo>
                <a:cubicBezTo>
                  <a:pt x="29666" y="47948"/>
                  <a:pt x="39191" y="48318"/>
                  <a:pt x="48003" y="47948"/>
                </a:cubicBezTo>
                <a:cubicBezTo>
                  <a:pt x="65273" y="47620"/>
                  <a:pt x="79379" y="45485"/>
                  <a:pt x="90340" y="41955"/>
                </a:cubicBezTo>
                <a:cubicBezTo>
                  <a:pt x="92106" y="41256"/>
                  <a:pt x="93488" y="42324"/>
                  <a:pt x="94186" y="43720"/>
                </a:cubicBezTo>
                <a:cubicBezTo>
                  <a:pt x="94938" y="45485"/>
                  <a:pt x="93871" y="46922"/>
                  <a:pt x="92420" y="47620"/>
                </a:cubicBezTo>
                <a:cubicBezTo>
                  <a:pt x="91039" y="47948"/>
                  <a:pt x="89642" y="48687"/>
                  <a:pt x="87878" y="49015"/>
                </a:cubicBezTo>
                <a:cubicBezTo>
                  <a:pt x="79379" y="51465"/>
                  <a:pt x="69487" y="53230"/>
                  <a:pt x="57896" y="53983"/>
                </a:cubicBezTo>
                <a:lnTo>
                  <a:pt x="56446" y="53983"/>
                </a:lnTo>
                <a:cubicBezTo>
                  <a:pt x="51848" y="54298"/>
                  <a:pt x="46936" y="54298"/>
                  <a:pt x="42023" y="54298"/>
                </a:cubicBezTo>
                <a:cubicBezTo>
                  <a:pt x="36357" y="54298"/>
                  <a:pt x="30679" y="54298"/>
                  <a:pt x="24699" y="53983"/>
                </a:cubicBezTo>
                <a:cubicBezTo>
                  <a:pt x="45868" y="77929"/>
                  <a:pt x="79379" y="92038"/>
                  <a:pt x="121020" y="92038"/>
                </a:cubicBezTo>
                <a:cubicBezTo>
                  <a:pt x="196500" y="92038"/>
                  <a:pt x="262141" y="63493"/>
                  <a:pt x="300251" y="314"/>
                </a:cubicBezTo>
                <a:lnTo>
                  <a:pt x="0" y="314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28B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0" name="path-110">
            <a:extLst xmlns:a="http://schemas.openxmlformats.org/drawingml/2006/main">
              <a:ext uri="{FF2B5EF4-FFF2-40B4-BE49-F238E27FC236}">
                <a16:creationId xmlns:a16="http://schemas.microsoft.com/office/drawing/2014/main" id="{69BEA59C-75B7-4D56-BAC6-381FD9291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4659" y="4115634"/>
            <a:ext cx="249087" cy="69104"/>
          </a:xfrm>
          <a:custGeom xmlns:a="http://schemas.openxmlformats.org/drawingml/2006/main">
            <a:pathLst>
              <a:path w="249087" h="69104">
                <a:moveTo>
                  <a:pt x="0" y="0"/>
                </a:moveTo>
                <a:cubicBezTo>
                  <a:pt x="4598" y="20471"/>
                  <a:pt x="15176" y="36659"/>
                  <a:pt x="31048" y="47620"/>
                </a:cubicBezTo>
                <a:cubicBezTo>
                  <a:pt x="48319" y="47250"/>
                  <a:pt x="62425" y="45157"/>
                  <a:pt x="73386" y="41640"/>
                </a:cubicBezTo>
                <a:cubicBezTo>
                  <a:pt x="75152" y="40887"/>
                  <a:pt x="76534" y="41955"/>
                  <a:pt x="77232" y="43405"/>
                </a:cubicBezTo>
                <a:cubicBezTo>
                  <a:pt x="77984" y="45157"/>
                  <a:pt x="76917" y="46552"/>
                  <a:pt x="75466" y="47250"/>
                </a:cubicBezTo>
                <a:cubicBezTo>
                  <a:pt x="74085" y="47620"/>
                  <a:pt x="72688" y="48318"/>
                  <a:pt x="70923" y="48687"/>
                </a:cubicBezTo>
                <a:cubicBezTo>
                  <a:pt x="62425" y="51150"/>
                  <a:pt x="52533" y="52915"/>
                  <a:pt x="40559" y="53613"/>
                </a:cubicBezTo>
                <a:cubicBezTo>
                  <a:pt x="70554" y="69104"/>
                  <a:pt x="113960" y="68789"/>
                  <a:pt x="163673" y="49714"/>
                </a:cubicBezTo>
                <a:cubicBezTo>
                  <a:pt x="193654" y="38110"/>
                  <a:pt x="222951" y="20786"/>
                  <a:pt x="249087" y="0"/>
                </a:cubicBez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19B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1" name="path-111">
            <a:extLst xmlns:a="http://schemas.openxmlformats.org/drawingml/2006/main">
              <a:ext uri="{FF2B5EF4-FFF2-40B4-BE49-F238E27FC236}">
                <a16:creationId xmlns:a16="http://schemas.microsoft.com/office/drawing/2014/main" id="{4A914A47-789B-4856-BF47-BF2880962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51915" y="4008721"/>
            <a:ext cx="74084" cy="74085"/>
          </a:xfrm>
          <a:custGeom xmlns:a="http://schemas.openxmlformats.org/drawingml/2006/main">
            <a:pathLst>
              <a:path w="74084" h="74085">
                <a:moveTo>
                  <a:pt x="0" y="39506"/>
                </a:moveTo>
                <a:lnTo>
                  <a:pt x="0" y="74085"/>
                </a:lnTo>
                <a:lnTo>
                  <a:pt x="34593" y="74085"/>
                </a:lnTo>
                <a:lnTo>
                  <a:pt x="34593" y="39506"/>
                </a:lnTo>
                <a:close/>
                <a:moveTo>
                  <a:pt x="2832" y="42338"/>
                </a:moveTo>
                <a:lnTo>
                  <a:pt x="2832" y="70937"/>
                </a:lnTo>
                <a:lnTo>
                  <a:pt x="5665" y="70937"/>
                </a:lnTo>
                <a:lnTo>
                  <a:pt x="5665" y="42338"/>
                </a:lnTo>
                <a:close/>
                <a:moveTo>
                  <a:pt x="7813" y="42338"/>
                </a:moveTo>
                <a:lnTo>
                  <a:pt x="7813" y="70937"/>
                </a:lnTo>
                <a:lnTo>
                  <a:pt x="10591" y="70937"/>
                </a:lnTo>
                <a:lnTo>
                  <a:pt x="10591" y="42338"/>
                </a:lnTo>
                <a:close/>
                <a:moveTo>
                  <a:pt x="13095" y="42338"/>
                </a:moveTo>
                <a:lnTo>
                  <a:pt x="13095" y="70937"/>
                </a:lnTo>
                <a:lnTo>
                  <a:pt x="15872" y="70937"/>
                </a:lnTo>
                <a:lnTo>
                  <a:pt x="15872" y="42338"/>
                </a:lnTo>
                <a:close/>
                <a:moveTo>
                  <a:pt x="18391" y="42338"/>
                </a:moveTo>
                <a:lnTo>
                  <a:pt x="18391" y="70937"/>
                </a:lnTo>
                <a:lnTo>
                  <a:pt x="21168" y="70937"/>
                </a:lnTo>
                <a:lnTo>
                  <a:pt x="21168" y="42338"/>
                </a:lnTo>
                <a:close/>
                <a:moveTo>
                  <a:pt x="23686" y="42338"/>
                </a:moveTo>
                <a:lnTo>
                  <a:pt x="23686" y="70937"/>
                </a:lnTo>
                <a:lnTo>
                  <a:pt x="26465" y="70937"/>
                </a:lnTo>
                <a:lnTo>
                  <a:pt x="26465" y="42338"/>
                </a:lnTo>
                <a:close/>
                <a:moveTo>
                  <a:pt x="28982" y="42338"/>
                </a:moveTo>
                <a:lnTo>
                  <a:pt x="28982" y="70937"/>
                </a:lnTo>
                <a:lnTo>
                  <a:pt x="31760" y="70937"/>
                </a:lnTo>
                <a:lnTo>
                  <a:pt x="31760" y="42338"/>
                </a:lnTo>
                <a:close/>
                <a:moveTo>
                  <a:pt x="39560" y="0"/>
                </a:moveTo>
                <a:lnTo>
                  <a:pt x="39560" y="34593"/>
                </a:lnTo>
                <a:lnTo>
                  <a:pt x="74084" y="34593"/>
                </a:lnTo>
                <a:lnTo>
                  <a:pt x="74084" y="0"/>
                </a:lnTo>
                <a:close/>
                <a:moveTo>
                  <a:pt x="42707" y="2833"/>
                </a:moveTo>
                <a:lnTo>
                  <a:pt x="42707" y="31377"/>
                </a:lnTo>
                <a:lnTo>
                  <a:pt x="45540" y="31377"/>
                </a:lnTo>
                <a:lnTo>
                  <a:pt x="45540" y="2833"/>
                </a:lnTo>
                <a:close/>
                <a:moveTo>
                  <a:pt x="47633" y="2833"/>
                </a:moveTo>
                <a:lnTo>
                  <a:pt x="47633" y="31377"/>
                </a:lnTo>
                <a:lnTo>
                  <a:pt x="50465" y="31377"/>
                </a:lnTo>
                <a:lnTo>
                  <a:pt x="50465" y="2833"/>
                </a:lnTo>
                <a:close/>
                <a:moveTo>
                  <a:pt x="52929" y="2833"/>
                </a:moveTo>
                <a:lnTo>
                  <a:pt x="52929" y="31377"/>
                </a:lnTo>
                <a:lnTo>
                  <a:pt x="55762" y="31377"/>
                </a:lnTo>
                <a:lnTo>
                  <a:pt x="55762" y="2833"/>
                </a:lnTo>
                <a:close/>
                <a:moveTo>
                  <a:pt x="58210" y="2833"/>
                </a:moveTo>
                <a:lnTo>
                  <a:pt x="58210" y="31377"/>
                </a:lnTo>
                <a:lnTo>
                  <a:pt x="61043" y="31377"/>
                </a:lnTo>
                <a:lnTo>
                  <a:pt x="61043" y="2833"/>
                </a:lnTo>
                <a:close/>
                <a:moveTo>
                  <a:pt x="63192" y="2833"/>
                </a:moveTo>
                <a:lnTo>
                  <a:pt x="63192" y="31377"/>
                </a:lnTo>
                <a:lnTo>
                  <a:pt x="66025" y="31377"/>
                </a:lnTo>
                <a:lnTo>
                  <a:pt x="66025" y="2833"/>
                </a:lnTo>
                <a:close/>
                <a:moveTo>
                  <a:pt x="68473" y="2833"/>
                </a:moveTo>
                <a:lnTo>
                  <a:pt x="68473" y="31377"/>
                </a:lnTo>
                <a:lnTo>
                  <a:pt x="71306" y="31377"/>
                </a:lnTo>
                <a:lnTo>
                  <a:pt x="71306" y="2833"/>
                </a:lnTo>
                <a:close/>
              </a:path>
            </a:pathLst>
          </a:custGeom>
          <a:solidFill xmlns:a="http://schemas.openxmlformats.org/drawingml/2006/main">
            <a:srgbClr val="00AC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2" name="path-112">
            <a:extLst xmlns:a="http://schemas.openxmlformats.org/drawingml/2006/main">
              <a:ext uri="{FF2B5EF4-FFF2-40B4-BE49-F238E27FC236}">
                <a16:creationId xmlns:a16="http://schemas.microsoft.com/office/drawing/2014/main" id="{CD355C14-5A8B-48D0-85C9-6259AF34A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1475" y="4048227"/>
            <a:ext cx="34524" cy="34579"/>
          </a:xfrm>
          <a:custGeom xmlns:a="http://schemas.openxmlformats.org/drawingml/2006/main">
            <a:pathLst>
              <a:path w="34524" h="34579">
                <a:moveTo>
                  <a:pt x="0" y="0"/>
                </a:moveTo>
                <a:lnTo>
                  <a:pt x="0" y="34579"/>
                </a:lnTo>
                <a:lnTo>
                  <a:pt x="34524" y="34579"/>
                </a:lnTo>
                <a:lnTo>
                  <a:pt x="34524" y="0"/>
                </a:lnTo>
                <a:close/>
                <a:moveTo>
                  <a:pt x="3147" y="2833"/>
                </a:moveTo>
                <a:lnTo>
                  <a:pt x="3147" y="31431"/>
                </a:lnTo>
                <a:lnTo>
                  <a:pt x="5980" y="31431"/>
                </a:lnTo>
                <a:lnTo>
                  <a:pt x="5980" y="2833"/>
                </a:lnTo>
                <a:close/>
                <a:moveTo>
                  <a:pt x="8073" y="2833"/>
                </a:moveTo>
                <a:lnTo>
                  <a:pt x="8073" y="31431"/>
                </a:lnTo>
                <a:lnTo>
                  <a:pt x="10905" y="31431"/>
                </a:lnTo>
                <a:lnTo>
                  <a:pt x="10905" y="2833"/>
                </a:lnTo>
                <a:close/>
                <a:moveTo>
                  <a:pt x="13369" y="2833"/>
                </a:moveTo>
                <a:lnTo>
                  <a:pt x="13369" y="31431"/>
                </a:lnTo>
                <a:lnTo>
                  <a:pt x="16202" y="31431"/>
                </a:lnTo>
                <a:lnTo>
                  <a:pt x="16202" y="2833"/>
                </a:lnTo>
                <a:close/>
                <a:moveTo>
                  <a:pt x="18650" y="2833"/>
                </a:moveTo>
                <a:lnTo>
                  <a:pt x="18650" y="31431"/>
                </a:lnTo>
                <a:lnTo>
                  <a:pt x="21483" y="31431"/>
                </a:lnTo>
                <a:lnTo>
                  <a:pt x="21483" y="2833"/>
                </a:lnTo>
                <a:close/>
                <a:moveTo>
                  <a:pt x="23632" y="2833"/>
                </a:moveTo>
                <a:lnTo>
                  <a:pt x="23632" y="31431"/>
                </a:lnTo>
                <a:lnTo>
                  <a:pt x="26465" y="31431"/>
                </a:lnTo>
                <a:lnTo>
                  <a:pt x="26465" y="2833"/>
                </a:lnTo>
                <a:close/>
                <a:moveTo>
                  <a:pt x="28913" y="2833"/>
                </a:moveTo>
                <a:lnTo>
                  <a:pt x="28913" y="31431"/>
                </a:lnTo>
                <a:lnTo>
                  <a:pt x="31746" y="31431"/>
                </a:lnTo>
                <a:lnTo>
                  <a:pt x="31746" y="2833"/>
                </a:lnTo>
                <a:close/>
              </a:path>
            </a:pathLst>
          </a:custGeom>
          <a:solidFill xmlns:a="http://schemas.openxmlformats.org/drawingml/2006/main">
            <a:srgbClr val="23C2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3" name="path-113">
            <a:extLst xmlns:a="http://schemas.openxmlformats.org/drawingml/2006/main">
              <a:ext uri="{FF2B5EF4-FFF2-40B4-BE49-F238E27FC236}">
                <a16:creationId xmlns:a16="http://schemas.microsoft.com/office/drawing/2014/main" id="{82410748-5170-4C94-88E0-79966ACCC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31295" y="4048227"/>
            <a:ext cx="34579" cy="34579"/>
          </a:xfrm>
          <a:custGeom xmlns:a="http://schemas.openxmlformats.org/drawingml/2006/main">
            <a:pathLst>
              <a:path w="34579" h="34579">
                <a:moveTo>
                  <a:pt x="0" y="0"/>
                </a:moveTo>
                <a:lnTo>
                  <a:pt x="0" y="34579"/>
                </a:lnTo>
                <a:lnTo>
                  <a:pt x="34579" y="34579"/>
                </a:lnTo>
                <a:lnTo>
                  <a:pt x="34579" y="0"/>
                </a:lnTo>
                <a:close/>
                <a:moveTo>
                  <a:pt x="2833" y="2833"/>
                </a:moveTo>
                <a:lnTo>
                  <a:pt x="2833" y="31431"/>
                </a:lnTo>
                <a:lnTo>
                  <a:pt x="5665" y="31431"/>
                </a:lnTo>
                <a:lnTo>
                  <a:pt x="5665" y="2833"/>
                </a:lnTo>
                <a:close/>
                <a:moveTo>
                  <a:pt x="8129" y="2833"/>
                </a:moveTo>
                <a:lnTo>
                  <a:pt x="8129" y="31431"/>
                </a:lnTo>
                <a:lnTo>
                  <a:pt x="10961" y="31431"/>
                </a:lnTo>
                <a:lnTo>
                  <a:pt x="10961" y="2833"/>
                </a:lnTo>
                <a:close/>
                <a:moveTo>
                  <a:pt x="13425" y="2833"/>
                </a:moveTo>
                <a:lnTo>
                  <a:pt x="13425" y="31431"/>
                </a:lnTo>
                <a:lnTo>
                  <a:pt x="16256" y="31431"/>
                </a:lnTo>
                <a:lnTo>
                  <a:pt x="16256" y="2833"/>
                </a:lnTo>
                <a:close/>
                <a:moveTo>
                  <a:pt x="18392" y="2833"/>
                </a:moveTo>
                <a:lnTo>
                  <a:pt x="18392" y="31431"/>
                </a:lnTo>
                <a:lnTo>
                  <a:pt x="21169" y="31431"/>
                </a:lnTo>
                <a:lnTo>
                  <a:pt x="21169" y="2833"/>
                </a:lnTo>
                <a:close/>
                <a:moveTo>
                  <a:pt x="23686" y="2833"/>
                </a:moveTo>
                <a:lnTo>
                  <a:pt x="23686" y="31431"/>
                </a:lnTo>
                <a:lnTo>
                  <a:pt x="26465" y="31431"/>
                </a:lnTo>
                <a:lnTo>
                  <a:pt x="26465" y="2833"/>
                </a:lnTo>
                <a:close/>
                <a:moveTo>
                  <a:pt x="28969" y="2833"/>
                </a:moveTo>
                <a:lnTo>
                  <a:pt x="28969" y="31431"/>
                </a:lnTo>
                <a:lnTo>
                  <a:pt x="31746" y="31431"/>
                </a:lnTo>
                <a:lnTo>
                  <a:pt x="31746" y="2833"/>
                </a:lnTo>
                <a:close/>
              </a:path>
            </a:pathLst>
          </a:custGeom>
          <a:solidFill xmlns:a="http://schemas.openxmlformats.org/drawingml/2006/main">
            <a:srgbClr val="00AC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4" name="path-114">
            <a:extLst xmlns:a="http://schemas.openxmlformats.org/drawingml/2006/main">
              <a:ext uri="{FF2B5EF4-FFF2-40B4-BE49-F238E27FC236}">
                <a16:creationId xmlns:a16="http://schemas.microsoft.com/office/drawing/2014/main" id="{192B8C80-6B5A-4CC8-B196-A27BE7CDA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31295" y="4008721"/>
            <a:ext cx="74454" cy="74085"/>
          </a:xfrm>
          <a:custGeom xmlns:a="http://schemas.openxmlformats.org/drawingml/2006/main">
            <a:pathLst>
              <a:path w="74454" h="74085">
                <a:moveTo>
                  <a:pt x="0" y="0"/>
                </a:moveTo>
                <a:lnTo>
                  <a:pt x="0" y="34593"/>
                </a:lnTo>
                <a:lnTo>
                  <a:pt x="34579" y="34593"/>
                </a:lnTo>
                <a:lnTo>
                  <a:pt x="34579" y="0"/>
                </a:lnTo>
                <a:close/>
                <a:moveTo>
                  <a:pt x="2833" y="2833"/>
                </a:moveTo>
                <a:lnTo>
                  <a:pt x="2833" y="31377"/>
                </a:lnTo>
                <a:lnTo>
                  <a:pt x="5665" y="31377"/>
                </a:lnTo>
                <a:lnTo>
                  <a:pt x="5665" y="2833"/>
                </a:lnTo>
                <a:close/>
                <a:moveTo>
                  <a:pt x="8129" y="2833"/>
                </a:moveTo>
                <a:lnTo>
                  <a:pt x="8129" y="31377"/>
                </a:lnTo>
                <a:lnTo>
                  <a:pt x="10961" y="31377"/>
                </a:lnTo>
                <a:lnTo>
                  <a:pt x="10961" y="2833"/>
                </a:lnTo>
                <a:close/>
                <a:moveTo>
                  <a:pt x="13425" y="2833"/>
                </a:moveTo>
                <a:lnTo>
                  <a:pt x="13425" y="31377"/>
                </a:lnTo>
                <a:lnTo>
                  <a:pt x="16256" y="31377"/>
                </a:lnTo>
                <a:lnTo>
                  <a:pt x="16256" y="2833"/>
                </a:lnTo>
                <a:close/>
                <a:moveTo>
                  <a:pt x="18392" y="2833"/>
                </a:moveTo>
                <a:lnTo>
                  <a:pt x="18392" y="31377"/>
                </a:lnTo>
                <a:lnTo>
                  <a:pt x="21169" y="31377"/>
                </a:lnTo>
                <a:lnTo>
                  <a:pt x="21169" y="2833"/>
                </a:lnTo>
                <a:close/>
                <a:moveTo>
                  <a:pt x="23686" y="2833"/>
                </a:moveTo>
                <a:lnTo>
                  <a:pt x="23686" y="31377"/>
                </a:lnTo>
                <a:lnTo>
                  <a:pt x="26465" y="31377"/>
                </a:lnTo>
                <a:lnTo>
                  <a:pt x="26465" y="2833"/>
                </a:lnTo>
                <a:close/>
                <a:moveTo>
                  <a:pt x="28969" y="2833"/>
                </a:moveTo>
                <a:lnTo>
                  <a:pt x="28969" y="31377"/>
                </a:lnTo>
                <a:lnTo>
                  <a:pt x="31746" y="31377"/>
                </a:lnTo>
                <a:lnTo>
                  <a:pt x="31746" y="2833"/>
                </a:lnTo>
                <a:close/>
                <a:moveTo>
                  <a:pt x="39875" y="39506"/>
                </a:moveTo>
                <a:lnTo>
                  <a:pt x="39875" y="74085"/>
                </a:lnTo>
                <a:lnTo>
                  <a:pt x="74454" y="74085"/>
                </a:lnTo>
                <a:lnTo>
                  <a:pt x="74454" y="39506"/>
                </a:lnTo>
                <a:close/>
                <a:moveTo>
                  <a:pt x="42708" y="42338"/>
                </a:moveTo>
                <a:lnTo>
                  <a:pt x="42708" y="70937"/>
                </a:lnTo>
                <a:lnTo>
                  <a:pt x="45540" y="70937"/>
                </a:lnTo>
                <a:lnTo>
                  <a:pt x="45540" y="42338"/>
                </a:lnTo>
                <a:close/>
                <a:moveTo>
                  <a:pt x="48004" y="42338"/>
                </a:moveTo>
                <a:lnTo>
                  <a:pt x="48004" y="70937"/>
                </a:lnTo>
                <a:lnTo>
                  <a:pt x="50836" y="70937"/>
                </a:lnTo>
                <a:lnTo>
                  <a:pt x="50836" y="42338"/>
                </a:lnTo>
                <a:close/>
                <a:moveTo>
                  <a:pt x="52916" y="42338"/>
                </a:moveTo>
                <a:lnTo>
                  <a:pt x="52916" y="70937"/>
                </a:lnTo>
                <a:lnTo>
                  <a:pt x="55749" y="70937"/>
                </a:lnTo>
                <a:lnTo>
                  <a:pt x="55749" y="42338"/>
                </a:lnTo>
                <a:close/>
                <a:moveTo>
                  <a:pt x="58211" y="42338"/>
                </a:moveTo>
                <a:lnTo>
                  <a:pt x="58211" y="70937"/>
                </a:lnTo>
                <a:lnTo>
                  <a:pt x="61043" y="70937"/>
                </a:lnTo>
                <a:lnTo>
                  <a:pt x="61043" y="42338"/>
                </a:lnTo>
                <a:close/>
                <a:moveTo>
                  <a:pt x="63507" y="42338"/>
                </a:moveTo>
                <a:lnTo>
                  <a:pt x="63507" y="70937"/>
                </a:lnTo>
                <a:lnTo>
                  <a:pt x="66340" y="70937"/>
                </a:lnTo>
                <a:lnTo>
                  <a:pt x="66340" y="42338"/>
                </a:lnTo>
                <a:close/>
                <a:moveTo>
                  <a:pt x="68789" y="42338"/>
                </a:moveTo>
                <a:lnTo>
                  <a:pt x="68789" y="70937"/>
                </a:lnTo>
                <a:lnTo>
                  <a:pt x="71621" y="70937"/>
                </a:lnTo>
                <a:lnTo>
                  <a:pt x="71621" y="42338"/>
                </a:lnTo>
                <a:close/>
              </a:path>
            </a:pathLst>
          </a:custGeom>
          <a:solidFill xmlns:a="http://schemas.openxmlformats.org/drawingml/2006/main">
            <a:srgbClr val="23C2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5" name="path-115">
            <a:extLst xmlns:a="http://schemas.openxmlformats.org/drawingml/2006/main">
              <a:ext uri="{FF2B5EF4-FFF2-40B4-BE49-F238E27FC236}">
                <a16:creationId xmlns:a16="http://schemas.microsoft.com/office/drawing/2014/main" id="{17A82B16-4CFD-496D-98AA-0B0800C99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71170" y="4008721"/>
            <a:ext cx="34579" cy="34593"/>
          </a:xfrm>
          <a:custGeom xmlns:a="http://schemas.openxmlformats.org/drawingml/2006/main">
            <a:pathLst>
              <a:path w="34579" h="34593">
                <a:moveTo>
                  <a:pt x="0" y="0"/>
                </a:moveTo>
                <a:lnTo>
                  <a:pt x="0" y="34593"/>
                </a:lnTo>
                <a:lnTo>
                  <a:pt x="34579" y="34593"/>
                </a:lnTo>
                <a:lnTo>
                  <a:pt x="34579" y="0"/>
                </a:lnTo>
                <a:close/>
                <a:moveTo>
                  <a:pt x="2833" y="2833"/>
                </a:moveTo>
                <a:lnTo>
                  <a:pt x="2833" y="31377"/>
                </a:lnTo>
                <a:lnTo>
                  <a:pt x="5665" y="31377"/>
                </a:lnTo>
                <a:lnTo>
                  <a:pt x="5665" y="2833"/>
                </a:lnTo>
                <a:close/>
                <a:moveTo>
                  <a:pt x="8129" y="2833"/>
                </a:moveTo>
                <a:lnTo>
                  <a:pt x="8129" y="31377"/>
                </a:lnTo>
                <a:lnTo>
                  <a:pt x="10961" y="31377"/>
                </a:lnTo>
                <a:lnTo>
                  <a:pt x="10961" y="2833"/>
                </a:lnTo>
                <a:close/>
                <a:moveTo>
                  <a:pt x="13041" y="2833"/>
                </a:moveTo>
                <a:lnTo>
                  <a:pt x="13041" y="31377"/>
                </a:lnTo>
                <a:lnTo>
                  <a:pt x="15874" y="31377"/>
                </a:lnTo>
                <a:lnTo>
                  <a:pt x="15874" y="2833"/>
                </a:lnTo>
                <a:close/>
                <a:moveTo>
                  <a:pt x="18336" y="2833"/>
                </a:moveTo>
                <a:lnTo>
                  <a:pt x="18336" y="31377"/>
                </a:lnTo>
                <a:lnTo>
                  <a:pt x="21168" y="31377"/>
                </a:lnTo>
                <a:lnTo>
                  <a:pt x="21168" y="2833"/>
                </a:lnTo>
                <a:close/>
                <a:moveTo>
                  <a:pt x="23632" y="2833"/>
                </a:moveTo>
                <a:lnTo>
                  <a:pt x="23632" y="31377"/>
                </a:lnTo>
                <a:lnTo>
                  <a:pt x="26465" y="31377"/>
                </a:lnTo>
                <a:lnTo>
                  <a:pt x="26465" y="2833"/>
                </a:lnTo>
                <a:close/>
                <a:moveTo>
                  <a:pt x="28914" y="2833"/>
                </a:moveTo>
                <a:lnTo>
                  <a:pt x="28914" y="31377"/>
                </a:lnTo>
                <a:lnTo>
                  <a:pt x="31746" y="31377"/>
                </a:lnTo>
                <a:lnTo>
                  <a:pt x="31746" y="2833"/>
                </a:lnTo>
                <a:close/>
              </a:path>
            </a:pathLst>
          </a:custGeom>
          <a:solidFill xmlns:a="http://schemas.openxmlformats.org/drawingml/2006/main">
            <a:srgbClr val="00AC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6" name="path-116">
            <a:extLst xmlns:a="http://schemas.openxmlformats.org/drawingml/2006/main">
              <a:ext uri="{FF2B5EF4-FFF2-40B4-BE49-F238E27FC236}">
                <a16:creationId xmlns:a16="http://schemas.microsoft.com/office/drawing/2014/main" id="{202F095E-A776-4FE7-AAFA-77D7B41DD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71170" y="3968847"/>
            <a:ext cx="34579" cy="34579"/>
          </a:xfrm>
          <a:custGeom xmlns:a="http://schemas.openxmlformats.org/drawingml/2006/main">
            <a:pathLst>
              <a:path w="34579" h="34579">
                <a:moveTo>
                  <a:pt x="0" y="0"/>
                </a:moveTo>
                <a:lnTo>
                  <a:pt x="0" y="34579"/>
                </a:lnTo>
                <a:lnTo>
                  <a:pt x="34579" y="34579"/>
                </a:lnTo>
                <a:lnTo>
                  <a:pt x="34579" y="0"/>
                </a:lnTo>
                <a:close/>
                <a:moveTo>
                  <a:pt x="2833" y="2833"/>
                </a:moveTo>
                <a:lnTo>
                  <a:pt x="2833" y="31432"/>
                </a:lnTo>
                <a:lnTo>
                  <a:pt x="5665" y="31432"/>
                </a:lnTo>
                <a:lnTo>
                  <a:pt x="5665" y="2833"/>
                </a:lnTo>
                <a:close/>
                <a:moveTo>
                  <a:pt x="8129" y="2833"/>
                </a:moveTo>
                <a:lnTo>
                  <a:pt x="8129" y="31432"/>
                </a:lnTo>
                <a:lnTo>
                  <a:pt x="10961" y="31432"/>
                </a:lnTo>
                <a:lnTo>
                  <a:pt x="10961" y="2833"/>
                </a:lnTo>
                <a:close/>
                <a:moveTo>
                  <a:pt x="13041" y="2833"/>
                </a:moveTo>
                <a:lnTo>
                  <a:pt x="13041" y="31432"/>
                </a:lnTo>
                <a:lnTo>
                  <a:pt x="15874" y="31432"/>
                </a:lnTo>
                <a:lnTo>
                  <a:pt x="15874" y="2833"/>
                </a:lnTo>
                <a:close/>
                <a:moveTo>
                  <a:pt x="18336" y="2833"/>
                </a:moveTo>
                <a:lnTo>
                  <a:pt x="18336" y="31432"/>
                </a:lnTo>
                <a:lnTo>
                  <a:pt x="21168" y="31432"/>
                </a:lnTo>
                <a:lnTo>
                  <a:pt x="21168" y="2833"/>
                </a:lnTo>
                <a:close/>
                <a:moveTo>
                  <a:pt x="23632" y="2833"/>
                </a:moveTo>
                <a:lnTo>
                  <a:pt x="23632" y="31432"/>
                </a:lnTo>
                <a:lnTo>
                  <a:pt x="26465" y="31432"/>
                </a:lnTo>
                <a:lnTo>
                  <a:pt x="26465" y="2833"/>
                </a:lnTo>
                <a:close/>
                <a:moveTo>
                  <a:pt x="28914" y="2833"/>
                </a:moveTo>
                <a:lnTo>
                  <a:pt x="28914" y="31432"/>
                </a:lnTo>
                <a:lnTo>
                  <a:pt x="31746" y="31432"/>
                </a:lnTo>
                <a:lnTo>
                  <a:pt x="31746" y="2833"/>
                </a:lnTo>
                <a:close/>
              </a:path>
            </a:pathLst>
          </a:custGeom>
          <a:solidFill xmlns:a="http://schemas.openxmlformats.org/drawingml/2006/main">
            <a:srgbClr val="23C2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7" name="path-117">
            <a:extLst xmlns:a="http://schemas.openxmlformats.org/drawingml/2006/main">
              <a:ext uri="{FF2B5EF4-FFF2-40B4-BE49-F238E27FC236}">
                <a16:creationId xmlns:a16="http://schemas.microsoft.com/office/drawing/2014/main" id="{01255A70-7794-4EDD-9F50-D4FADFB7A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1043" y="4048227"/>
            <a:ext cx="34594" cy="34579"/>
          </a:xfrm>
          <a:custGeom xmlns:a="http://schemas.openxmlformats.org/drawingml/2006/main">
            <a:pathLst>
              <a:path w="34594" h="34579">
                <a:moveTo>
                  <a:pt x="0" y="0"/>
                </a:moveTo>
                <a:lnTo>
                  <a:pt x="0" y="34579"/>
                </a:lnTo>
                <a:lnTo>
                  <a:pt x="34594" y="34579"/>
                </a:lnTo>
                <a:lnTo>
                  <a:pt x="34594" y="0"/>
                </a:lnTo>
                <a:close/>
                <a:moveTo>
                  <a:pt x="2833" y="2833"/>
                </a:moveTo>
                <a:lnTo>
                  <a:pt x="2833" y="31431"/>
                </a:lnTo>
                <a:lnTo>
                  <a:pt x="5665" y="31431"/>
                </a:lnTo>
                <a:lnTo>
                  <a:pt x="5665" y="2833"/>
                </a:lnTo>
                <a:close/>
                <a:moveTo>
                  <a:pt x="7759" y="2833"/>
                </a:moveTo>
                <a:lnTo>
                  <a:pt x="7759" y="31431"/>
                </a:lnTo>
                <a:lnTo>
                  <a:pt x="10593" y="31431"/>
                </a:lnTo>
                <a:lnTo>
                  <a:pt x="10593" y="2833"/>
                </a:lnTo>
                <a:close/>
                <a:moveTo>
                  <a:pt x="13042" y="2833"/>
                </a:moveTo>
                <a:lnTo>
                  <a:pt x="13042" y="31431"/>
                </a:lnTo>
                <a:lnTo>
                  <a:pt x="15874" y="31431"/>
                </a:lnTo>
                <a:lnTo>
                  <a:pt x="15874" y="2833"/>
                </a:lnTo>
                <a:close/>
                <a:moveTo>
                  <a:pt x="18337" y="2833"/>
                </a:moveTo>
                <a:lnTo>
                  <a:pt x="18337" y="31431"/>
                </a:lnTo>
                <a:lnTo>
                  <a:pt x="21169" y="31431"/>
                </a:lnTo>
                <a:lnTo>
                  <a:pt x="21169" y="2833"/>
                </a:lnTo>
                <a:close/>
                <a:moveTo>
                  <a:pt x="23633" y="2833"/>
                </a:moveTo>
                <a:lnTo>
                  <a:pt x="23633" y="31431"/>
                </a:lnTo>
                <a:lnTo>
                  <a:pt x="26465" y="31431"/>
                </a:lnTo>
                <a:lnTo>
                  <a:pt x="26465" y="2833"/>
                </a:lnTo>
                <a:close/>
                <a:moveTo>
                  <a:pt x="28915" y="2833"/>
                </a:moveTo>
                <a:lnTo>
                  <a:pt x="28915" y="31431"/>
                </a:lnTo>
                <a:lnTo>
                  <a:pt x="31762" y="31431"/>
                </a:lnTo>
                <a:lnTo>
                  <a:pt x="31762" y="2833"/>
                </a:lnTo>
                <a:close/>
              </a:path>
            </a:pathLst>
          </a:custGeom>
          <a:solidFill xmlns:a="http://schemas.openxmlformats.org/drawingml/2006/main">
            <a:srgbClr val="00AC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8" name="path-118">
            <a:extLst xmlns:a="http://schemas.openxmlformats.org/drawingml/2006/main">
              <a:ext uri="{FF2B5EF4-FFF2-40B4-BE49-F238E27FC236}">
                <a16:creationId xmlns:a16="http://schemas.microsoft.com/office/drawing/2014/main" id="{ACF8BE51-C2C6-427F-99A0-6398DB180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14409" y="4138567"/>
            <a:ext cx="19019" cy="19021"/>
          </a:xfrm>
          <a:custGeom xmlns:a="http://schemas.openxmlformats.org/drawingml/2006/main">
            <a:pathLst>
              <a:path w="19019" h="19021">
                <a:moveTo>
                  <a:pt x="9510" y="0"/>
                </a:moveTo>
                <a:cubicBezTo>
                  <a:pt x="14805" y="0"/>
                  <a:pt x="19019" y="4215"/>
                  <a:pt x="19019" y="9511"/>
                </a:cubicBezTo>
                <a:cubicBezTo>
                  <a:pt x="19019" y="14807"/>
                  <a:pt x="14805" y="19021"/>
                  <a:pt x="9510" y="19021"/>
                </a:cubicBezTo>
                <a:cubicBezTo>
                  <a:pt x="4214" y="19021"/>
                  <a:pt x="0" y="14807"/>
                  <a:pt x="0" y="9511"/>
                </a:cubicBezTo>
                <a:cubicBezTo>
                  <a:pt x="0" y="4215"/>
                  <a:pt x="4214" y="0"/>
                  <a:pt x="9510" y="0"/>
                </a:cubicBezTo>
              </a:path>
            </a:pathLst>
          </a:custGeom>
          <a:solidFill xmlns:a="http://schemas.openxmlformats.org/drawingml/2006/main">
            <a:srgbClr val="D4E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9" name="path-119">
            <a:extLst xmlns:a="http://schemas.openxmlformats.org/drawingml/2006/main">
              <a:ext uri="{FF2B5EF4-FFF2-40B4-BE49-F238E27FC236}">
                <a16:creationId xmlns:a16="http://schemas.microsoft.com/office/drawing/2014/main" id="{BB56A05D-2E24-466F-816D-F3F3F9C35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5648" y="4100828"/>
            <a:ext cx="442372" cy="53928"/>
          </a:xfrm>
          <a:custGeom xmlns:a="http://schemas.openxmlformats.org/drawingml/2006/main">
            <a:pathLst>
              <a:path w="442372" h="53928">
                <a:moveTo>
                  <a:pt x="168271" y="40573"/>
                </a:moveTo>
                <a:cubicBezTo>
                  <a:pt x="168969" y="40573"/>
                  <a:pt x="170036" y="40573"/>
                  <a:pt x="170735" y="40888"/>
                </a:cubicBezTo>
                <a:cubicBezTo>
                  <a:pt x="170036" y="41257"/>
                  <a:pt x="169338" y="42324"/>
                  <a:pt x="169338" y="43350"/>
                </a:cubicBezTo>
                <a:cubicBezTo>
                  <a:pt x="169338" y="44787"/>
                  <a:pt x="170735" y="46183"/>
                  <a:pt x="172115" y="46183"/>
                </a:cubicBezTo>
                <a:cubicBezTo>
                  <a:pt x="173184" y="46183"/>
                  <a:pt x="174264" y="45485"/>
                  <a:pt x="174634" y="44787"/>
                </a:cubicBezTo>
                <a:cubicBezTo>
                  <a:pt x="174949" y="45485"/>
                  <a:pt x="174949" y="46553"/>
                  <a:pt x="174949" y="47250"/>
                </a:cubicBezTo>
                <a:cubicBezTo>
                  <a:pt x="174949" y="51150"/>
                  <a:pt x="171802" y="53928"/>
                  <a:pt x="168271" y="53928"/>
                </a:cubicBezTo>
                <a:cubicBezTo>
                  <a:pt x="164371" y="53928"/>
                  <a:pt x="161539" y="50781"/>
                  <a:pt x="161539" y="47250"/>
                </a:cubicBezTo>
                <a:cubicBezTo>
                  <a:pt x="161539" y="43720"/>
                  <a:pt x="164371" y="40573"/>
                  <a:pt x="168271" y="40573"/>
                </a:cubicBezTo>
                <a:moveTo>
                  <a:pt x="0" y="18336"/>
                </a:moveTo>
                <a:lnTo>
                  <a:pt x="442372" y="18336"/>
                </a:lnTo>
                <a:cubicBezTo>
                  <a:pt x="432862" y="15873"/>
                  <a:pt x="412022" y="12658"/>
                  <a:pt x="415223" y="0"/>
                </a:cubicBezTo>
                <a:cubicBezTo>
                  <a:pt x="397585" y="20088"/>
                  <a:pt x="355576" y="14108"/>
                  <a:pt x="344669" y="4215"/>
                </a:cubicBezTo>
                <a:cubicBezTo>
                  <a:pt x="332641" y="21484"/>
                  <a:pt x="263525" y="14806"/>
                  <a:pt x="258926" y="1382"/>
                </a:cubicBezTo>
                <a:cubicBezTo>
                  <a:pt x="244121" y="19021"/>
                  <a:pt x="197883" y="19021"/>
                  <a:pt x="183077" y="1382"/>
                </a:cubicBezTo>
                <a:cubicBezTo>
                  <a:pt x="178165" y="14806"/>
                  <a:pt x="108993" y="21484"/>
                  <a:pt x="97334" y="4215"/>
                </a:cubicBezTo>
                <a:cubicBezTo>
                  <a:pt x="86756" y="14108"/>
                  <a:pt x="44418" y="20088"/>
                  <a:pt x="26780" y="0"/>
                </a:cubicBezTo>
                <a:cubicBezTo>
                  <a:pt x="30680" y="12343"/>
                  <a:pt x="9511" y="15873"/>
                  <a:pt x="0" y="18336"/>
                </a:cubicBezTo>
              </a:path>
            </a:pathLst>
          </a:custGeom>
          <a:solidFill xmlns:a="http://schemas.openxmlformats.org/drawingml/2006/main">
            <a:srgbClr val="3A4D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0" name="path-120">
            <a:extLst xmlns:a="http://schemas.openxmlformats.org/drawingml/2006/main">
              <a:ext uri="{FF2B5EF4-FFF2-40B4-BE49-F238E27FC236}">
                <a16:creationId xmlns:a16="http://schemas.microsoft.com/office/drawing/2014/main" id="{49323AB2-246E-4AC2-B8DC-DE9A949BB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1337" y="4164321"/>
            <a:ext cx="107979" cy="43036"/>
          </a:xfrm>
          <a:custGeom xmlns:a="http://schemas.openxmlformats.org/drawingml/2006/main">
            <a:pathLst>
              <a:path w="107979" h="43036">
                <a:moveTo>
                  <a:pt x="107979" y="43036"/>
                </a:moveTo>
                <a:cubicBezTo>
                  <a:pt x="84347" y="31760"/>
                  <a:pt x="71621" y="16571"/>
                  <a:pt x="64246" y="0"/>
                </a:cubicBezTo>
                <a:cubicBezTo>
                  <a:pt x="55434" y="2463"/>
                  <a:pt x="44841" y="4228"/>
                  <a:pt x="32815" y="4926"/>
                </a:cubicBezTo>
                <a:cubicBezTo>
                  <a:pt x="28217" y="5296"/>
                  <a:pt x="23304" y="5296"/>
                  <a:pt x="18391" y="5296"/>
                </a:cubicBezTo>
                <a:cubicBezTo>
                  <a:pt x="12343" y="5296"/>
                  <a:pt x="6364" y="5296"/>
                  <a:pt x="0" y="4926"/>
                </a:cubicBezTo>
                <a:cubicBezTo>
                  <a:pt x="21169" y="26095"/>
                  <a:pt x="48003" y="42666"/>
                  <a:pt x="97019" y="43036"/>
                </a:cubicBezTo>
                <a:lnTo>
                  <a:pt x="107979" y="43036"/>
                </a:lnTo>
              </a:path>
            </a:pathLst>
          </a:custGeom>
          <a:solidFill xmlns:a="http://schemas.openxmlformats.org/drawingml/2006/main">
            <a:srgbClr val="BFD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1" name="path-121">
            <a:extLst xmlns:a="http://schemas.openxmlformats.org/drawingml/2006/main">
              <a:ext uri="{FF2B5EF4-FFF2-40B4-BE49-F238E27FC236}">
                <a16:creationId xmlns:a16="http://schemas.microsoft.com/office/drawing/2014/main" id="{7896164F-90FC-4D1E-9DA7-347D3E730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74152" y="4164321"/>
            <a:ext cx="40258" cy="15134"/>
          </a:xfrm>
          <a:custGeom xmlns:a="http://schemas.openxmlformats.org/drawingml/2006/main">
            <a:pathLst>
              <a:path w="40258" h="15134">
                <a:moveTo>
                  <a:pt x="40258" y="15134"/>
                </a:moveTo>
                <a:cubicBezTo>
                  <a:pt x="37042" y="10591"/>
                  <a:pt x="33894" y="5296"/>
                  <a:pt x="31431" y="0"/>
                </a:cubicBezTo>
                <a:cubicBezTo>
                  <a:pt x="22619" y="2463"/>
                  <a:pt x="12027" y="4228"/>
                  <a:pt x="0" y="4926"/>
                </a:cubicBezTo>
                <a:cubicBezTo>
                  <a:pt x="8128" y="9141"/>
                  <a:pt x="20101" y="13369"/>
                  <a:pt x="40258" y="15134"/>
                </a:cubicBezTo>
              </a:path>
            </a:pathLst>
          </a:custGeom>
          <a:solidFill xmlns:a="http://schemas.openxmlformats.org/drawingml/2006/main">
            <a:srgbClr val="D4EEF1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CE4E02F6-CDFF-435F-A2D6-33E14CA6463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655238b6564b94"/>
          <a:stretch xmlns:a="http://schemas.openxmlformats.org/drawingml/2006/main"/>
        </p:blipFill>
        <p:spPr>
          <a:xfrm xmlns:a="http://schemas.openxmlformats.org/drawingml/2006/main">
            <a:off x="13572880" y="3882753"/>
            <a:ext cx="323850" cy="333375"/>
          </a:xfrm>
          <a:prstGeom xmlns:a="http://schemas.openxmlformats.org/drawingml/2006/main" prst="rect">
            <a:avLst/>
          </a:prstGeom>
        </p:spPr>
      </p:pic>
      <p:pic>
        <p:nvPic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264E9914-1367-486F-9981-C4A883FC676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16421f59044ad6"/>
          <a:stretch xmlns:a="http://schemas.openxmlformats.org/drawingml/2006/main"/>
        </p:blipFill>
        <p:spPr>
          <a:xfrm xmlns:a="http://schemas.openxmlformats.org/drawingml/2006/main">
            <a:off x="13687180" y="3968478"/>
            <a:ext cx="323850" cy="323850"/>
          </a:xfrm>
          <a:prstGeom xmlns:a="http://schemas.openxmlformats.org/drawingml/2006/main" prst="rect">
            <a:avLst/>
          </a:prstGeom>
        </p:spPr>
      </p:pic>
      <p:pic>
        <p:nvPic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2FECEDA1-7CDC-40CF-8231-BA4D3E54EDE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9252b7f86746d7"/>
          <a:stretch xmlns:a="http://schemas.openxmlformats.org/drawingml/2006/main"/>
        </p:blipFill>
        <p:spPr>
          <a:xfrm xmlns:a="http://schemas.openxmlformats.org/drawingml/2006/main">
            <a:off x="13649080" y="4244703"/>
            <a:ext cx="285750" cy="85725"/>
          </a:xfrm>
          <a:prstGeom xmlns:a="http://schemas.openxmlformats.org/drawingml/2006/main" prst="rect">
            <a:avLst/>
          </a:prstGeom>
        </p:spPr>
      </p:pic>
      <p:pic>
        <p:nvPic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45409B2C-1358-4860-B6BF-F835762AA66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0a95a3110f42c3"/>
          <a:stretch xmlns:a="http://schemas.openxmlformats.org/drawingml/2006/main"/>
        </p:blipFill>
        <p:spPr>
          <a:xfrm xmlns:a="http://schemas.openxmlformats.org/drawingml/2006/main">
            <a:off x="13649080" y="4244703"/>
            <a:ext cx="285750" cy="85725"/>
          </a:xfrm>
          <a:prstGeom xmlns:a="http://schemas.openxmlformats.org/drawingml/2006/main" prst="rect">
            <a:avLst/>
          </a:prstGeom>
        </p:spPr>
      </p:pic>
      <p:sp>
        <p:nvSpPr>
          <p:cNvPr id="126" name="path-126">
            <a:extLst xmlns:a="http://schemas.openxmlformats.org/drawingml/2006/main">
              <a:ext uri="{FF2B5EF4-FFF2-40B4-BE49-F238E27FC236}">
                <a16:creationId xmlns:a16="http://schemas.microsoft.com/office/drawing/2014/main" id="{01F5420C-985C-4C68-972B-7B2E9C96D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0655" y="2507619"/>
            <a:ext cx="431040" cy="191"/>
          </a:xfrm>
          <a:custGeom xmlns:a="http://schemas.openxmlformats.org/drawingml/2006/main">
            <a:pathLst>
              <a:path w="431040" h="191">
                <a:moveTo>
                  <a:pt x="0" y="0"/>
                </a:moveTo>
                <a:lnTo>
                  <a:pt x="43104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4894">
            <a:solidFill>
              <a:srgbClr val="32006E"/>
            </a:solidFill>
            <a:prstDash val="solid"/>
          </a:ln>
        </p:spPr>
      </p:sp>
      <p:sp>
        <p:nvSpPr>
          <p:cNvPr id="127" name="path-127">
            <a:extLst xmlns:a="http://schemas.openxmlformats.org/drawingml/2006/main">
              <a:ext uri="{FF2B5EF4-FFF2-40B4-BE49-F238E27FC236}">
                <a16:creationId xmlns:a16="http://schemas.microsoft.com/office/drawing/2014/main" id="{6CA2886C-BC5D-4DD8-8105-D8FA59E26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44646" y="2420384"/>
            <a:ext cx="174469" cy="174469"/>
          </a:xfrm>
          <a:custGeom xmlns:a="http://schemas.openxmlformats.org/drawingml/2006/main">
            <a:pathLst>
              <a:path w="174469" h="174469">
                <a:moveTo>
                  <a:pt x="0" y="0"/>
                </a:moveTo>
                <a:lnTo>
                  <a:pt x="174469" y="87234"/>
                </a:lnTo>
                <a:lnTo>
                  <a:pt x="0" y="174469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3200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8" name="path-128">
            <a:extLst xmlns:a="http://schemas.openxmlformats.org/drawingml/2006/main">
              <a:ext uri="{FF2B5EF4-FFF2-40B4-BE49-F238E27FC236}">
                <a16:creationId xmlns:a16="http://schemas.microsoft.com/office/drawing/2014/main" id="{EAA915A5-5A66-4887-B3F4-8AB39A62F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27479" y="126632"/>
            <a:ext cx="3284120" cy="4351459"/>
          </a:xfrm>
          <a:custGeom xmlns:a="http://schemas.openxmlformats.org/drawingml/2006/main">
            <a:pathLst>
              <a:path w="3284120" h="4351459">
                <a:moveTo>
                  <a:pt x="143681" y="0"/>
                </a:moveTo>
                <a:lnTo>
                  <a:pt x="3140442" y="0"/>
                </a:lnTo>
                <a:cubicBezTo>
                  <a:pt x="3220027" y="0"/>
                  <a:pt x="3284120" y="64095"/>
                  <a:pt x="3284120" y="143680"/>
                </a:cubicBezTo>
                <a:lnTo>
                  <a:pt x="3284120" y="4207779"/>
                </a:lnTo>
                <a:cubicBezTo>
                  <a:pt x="3284120" y="4287364"/>
                  <a:pt x="3220027" y="4351459"/>
                  <a:pt x="3140442" y="4351459"/>
                </a:cubicBezTo>
                <a:lnTo>
                  <a:pt x="143681" y="4351459"/>
                </a:lnTo>
                <a:cubicBezTo>
                  <a:pt x="64094" y="4351459"/>
                  <a:pt x="0" y="4287364"/>
                  <a:pt x="0" y="4207779"/>
                </a:cubicBezTo>
                <a:lnTo>
                  <a:pt x="0" y="143680"/>
                </a:lnTo>
                <a:cubicBezTo>
                  <a:pt x="0" y="64095"/>
                  <a:pt x="64094" y="0"/>
                  <a:pt x="143681" y="0"/>
                </a:cubicBezTo>
              </a:path>
            </a:pathLst>
          </a:custGeom>
          <a:solidFill xmlns:a="http://schemas.openxmlformats.org/drawingml/2006/main">
            <a:srgbClr val="EDF6F4"/>
          </a:solidFill>
          <a:ln xmlns:a="http://schemas.openxmlformats.org/drawingml/2006/main" w="18473">
            <a:solidFill>
              <a:srgbClr val="B6D0CC"/>
            </a:solidFill>
            <a:prstDash val="solid"/>
          </a:ln>
        </p:spPr>
      </p:sp>
      <p:sp>
        <p:nvSpPr>
          <p:cNvPr id="129" name="path-129">
            <a:extLst xmlns:a="http://schemas.openxmlformats.org/drawingml/2006/main">
              <a:ext uri="{FF2B5EF4-FFF2-40B4-BE49-F238E27FC236}">
                <a16:creationId xmlns:a16="http://schemas.microsoft.com/office/drawing/2014/main" id="{639B2ABF-2EF2-4286-8EBF-0342B4DC3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04324" y="229260"/>
            <a:ext cx="3284120" cy="4351459"/>
          </a:xfrm>
          <a:custGeom xmlns:a="http://schemas.openxmlformats.org/drawingml/2006/main">
            <a:pathLst>
              <a:path w="3284120" h="4351459">
                <a:moveTo>
                  <a:pt x="143681" y="0"/>
                </a:moveTo>
                <a:lnTo>
                  <a:pt x="3140439" y="0"/>
                </a:lnTo>
                <a:cubicBezTo>
                  <a:pt x="3220025" y="0"/>
                  <a:pt x="3284120" y="64095"/>
                  <a:pt x="3284120" y="143680"/>
                </a:cubicBezTo>
                <a:lnTo>
                  <a:pt x="3284120" y="4207779"/>
                </a:lnTo>
                <a:cubicBezTo>
                  <a:pt x="3284120" y="4287365"/>
                  <a:pt x="3220025" y="4351459"/>
                  <a:pt x="3140439" y="4351459"/>
                </a:cubicBezTo>
                <a:lnTo>
                  <a:pt x="143681" y="4351459"/>
                </a:lnTo>
                <a:cubicBezTo>
                  <a:pt x="64096" y="4351459"/>
                  <a:pt x="0" y="4287365"/>
                  <a:pt x="0" y="4207779"/>
                </a:cubicBezTo>
                <a:lnTo>
                  <a:pt x="0" y="143680"/>
                </a:lnTo>
                <a:cubicBezTo>
                  <a:pt x="0" y="64095"/>
                  <a:pt x="64096" y="0"/>
                  <a:pt x="143681" y="0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2578">
            <a:solidFill>
              <a:srgbClr val="78AAA4"/>
            </a:solidFill>
            <a:prstDash val="solid"/>
          </a:ln>
        </p:spPr>
      </p:sp>
      <p:sp>
        <p:nvSpPr>
          <p:cNvPr id="130" name="path-130">
            <a:extLst xmlns:a="http://schemas.openxmlformats.org/drawingml/2006/main">
              <a:ext uri="{FF2B5EF4-FFF2-40B4-BE49-F238E27FC236}">
                <a16:creationId xmlns:a16="http://schemas.microsoft.com/office/drawing/2014/main" id="{4D59255D-9D22-45DE-BA11-44B2AD49F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14587" y="239523"/>
            <a:ext cx="3263595" cy="626036"/>
          </a:xfrm>
          <a:custGeom xmlns:a="http://schemas.openxmlformats.org/drawingml/2006/main">
            <a:pathLst>
              <a:path w="3263595" h="626036">
                <a:moveTo>
                  <a:pt x="133418" y="0"/>
                </a:moveTo>
                <a:lnTo>
                  <a:pt x="3130176" y="0"/>
                </a:lnTo>
                <a:cubicBezTo>
                  <a:pt x="3219122" y="0"/>
                  <a:pt x="3263595" y="44472"/>
                  <a:pt x="3263595" y="133417"/>
                </a:cubicBezTo>
                <a:lnTo>
                  <a:pt x="3263595" y="626036"/>
                </a:lnTo>
                <a:lnTo>
                  <a:pt x="0" y="626036"/>
                </a:lnTo>
                <a:lnTo>
                  <a:pt x="0" y="133417"/>
                </a:lnTo>
                <a:cubicBezTo>
                  <a:pt x="0" y="44472"/>
                  <a:pt x="44473" y="0"/>
                  <a:pt x="133418" y="0"/>
                </a:cubicBezTo>
              </a:path>
            </a:pathLst>
          </a:custGeom>
          <a:solidFill xmlns:a="http://schemas.openxmlformats.org/drawingml/2006/main">
            <a:srgbClr val="E1F0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1" name="path-131">
            <a:extLst xmlns:a="http://schemas.openxmlformats.org/drawingml/2006/main">
              <a:ext uri="{FF2B5EF4-FFF2-40B4-BE49-F238E27FC236}">
                <a16:creationId xmlns:a16="http://schemas.microsoft.com/office/drawing/2014/main" id="{7149071B-21F2-4D4D-909A-7B7BCFDB9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14587" y="865559"/>
            <a:ext cx="3263595" cy="191"/>
          </a:xfrm>
          <a:custGeom xmlns:a="http://schemas.openxmlformats.org/drawingml/2006/main">
            <a:pathLst>
              <a:path w="3263595" h="191">
                <a:moveTo>
                  <a:pt x="0" y="0"/>
                </a:moveTo>
                <a:lnTo>
                  <a:pt x="32635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394">
            <a:solidFill>
              <a:srgbClr val="B6D0CC"/>
            </a:solidFill>
            <a:prstDash val="solid"/>
          </a:ln>
        </p:spPr>
      </p:sp>
      <p:sp>
        <p:nvSpPr>
          <p:cNvPr id="132" name="path-132">
            <a:extLst xmlns:a="http://schemas.openxmlformats.org/drawingml/2006/main">
              <a:ext uri="{FF2B5EF4-FFF2-40B4-BE49-F238E27FC236}">
                <a16:creationId xmlns:a16="http://schemas.microsoft.com/office/drawing/2014/main" id="{47BACB98-F128-46CC-9723-25670DDF1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370" y="403729"/>
            <a:ext cx="266836" cy="297623"/>
          </a:xfrm>
          <a:custGeom xmlns:a="http://schemas.openxmlformats.org/drawingml/2006/main">
            <a:pathLst>
              <a:path w="266836" h="297623">
                <a:moveTo>
                  <a:pt x="133418" y="0"/>
                </a:moveTo>
                <a:lnTo>
                  <a:pt x="266836" y="71840"/>
                </a:lnTo>
                <a:lnTo>
                  <a:pt x="266836" y="225783"/>
                </a:lnTo>
                <a:lnTo>
                  <a:pt x="133418" y="297623"/>
                </a:lnTo>
                <a:lnTo>
                  <a:pt x="0" y="225783"/>
                </a:lnTo>
                <a:lnTo>
                  <a:pt x="0" y="71840"/>
                </a:lnTo>
                <a:lnTo>
                  <a:pt x="13341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605">
            <a:solidFill>
              <a:srgbClr val="237F7B"/>
            </a:solidFill>
            <a:prstDash val="solid"/>
          </a:ln>
        </p:spPr>
      </p:sp>
      <p:sp>
        <p:nvSpPr>
          <p:cNvPr id="133" name="path-133">
            <a:extLst xmlns:a="http://schemas.openxmlformats.org/drawingml/2006/main">
              <a:ext uri="{FF2B5EF4-FFF2-40B4-BE49-F238E27FC236}">
                <a16:creationId xmlns:a16="http://schemas.microsoft.com/office/drawing/2014/main" id="{C22A4D1C-1A7B-48D3-A2E8-FDC1E092B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370" y="475569"/>
            <a:ext cx="266836" cy="225783"/>
          </a:xfrm>
          <a:custGeom xmlns:a="http://schemas.openxmlformats.org/drawingml/2006/main">
            <a:pathLst>
              <a:path w="266836" h="225783">
                <a:moveTo>
                  <a:pt x="0" y="0"/>
                </a:moveTo>
                <a:lnTo>
                  <a:pt x="133418" y="71840"/>
                </a:lnTo>
                <a:lnTo>
                  <a:pt x="266836" y="0"/>
                </a:lnTo>
                <a:moveTo>
                  <a:pt x="133418" y="71840"/>
                </a:moveTo>
                <a:lnTo>
                  <a:pt x="133418" y="225783"/>
                </a:lnTo>
              </a:path>
            </a:pathLst>
          </a:custGeom>
          <a:noFill xmlns:a="http://schemas.openxmlformats.org/drawingml/2006/main"/>
          <a:ln xmlns:a="http://schemas.openxmlformats.org/drawingml/2006/main" w="23605">
            <a:solidFill>
              <a:srgbClr val="237F7B"/>
            </a:solidFill>
            <a:prstDash val="solid"/>
          </a:ln>
        </p:spPr>
      </p:sp>
      <p:sp>
        <p:nvSpPr>
          <p:cNvPr id="134" name="path-134">
            <a:extLst xmlns:a="http://schemas.openxmlformats.org/drawingml/2006/main">
              <a:ext uri="{FF2B5EF4-FFF2-40B4-BE49-F238E27FC236}">
                <a16:creationId xmlns:a16="http://schemas.microsoft.com/office/drawing/2014/main" id="{AD67F5E3-8A56-4709-8B08-8E4A0F91C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12211" y="1132393"/>
            <a:ext cx="410515" cy="2350198"/>
          </a:xfrm>
          <a:custGeom xmlns:a="http://schemas.openxmlformats.org/drawingml/2006/main">
            <a:pathLst>
              <a:path w="410515" h="2350198">
                <a:moveTo>
                  <a:pt x="0" y="0"/>
                </a:moveTo>
                <a:lnTo>
                  <a:pt x="0" y="2350198"/>
                </a:lnTo>
                <a:moveTo>
                  <a:pt x="0" y="92366"/>
                </a:moveTo>
                <a:lnTo>
                  <a:pt x="123155" y="92366"/>
                </a:lnTo>
                <a:moveTo>
                  <a:pt x="0" y="543932"/>
                </a:moveTo>
                <a:lnTo>
                  <a:pt x="123155" y="543932"/>
                </a:lnTo>
                <a:moveTo>
                  <a:pt x="0" y="995499"/>
                </a:moveTo>
                <a:lnTo>
                  <a:pt x="123155" y="995499"/>
                </a:lnTo>
                <a:moveTo>
                  <a:pt x="0" y="1898632"/>
                </a:moveTo>
                <a:lnTo>
                  <a:pt x="123155" y="1898632"/>
                </a:lnTo>
                <a:moveTo>
                  <a:pt x="0" y="2350198"/>
                </a:moveTo>
                <a:lnTo>
                  <a:pt x="123155" y="2350198"/>
                </a:lnTo>
                <a:moveTo>
                  <a:pt x="297624" y="1118653"/>
                </a:moveTo>
                <a:lnTo>
                  <a:pt x="297624" y="1447066"/>
                </a:lnTo>
                <a:lnTo>
                  <a:pt x="410515" y="1447066"/>
                </a:lnTo>
              </a:path>
            </a:pathLst>
          </a:custGeom>
          <a:noFill xmlns:a="http://schemas.openxmlformats.org/drawingml/2006/main"/>
          <a:ln xmlns:a="http://schemas.openxmlformats.org/drawingml/2006/main" w="20526">
            <a:solidFill>
              <a:srgbClr val="C7BDD4"/>
            </a:solidFill>
            <a:prstDash val="solid"/>
          </a:ln>
        </p:spPr>
      </p:sp>
      <p:sp>
        <p:nvSpPr>
          <p:cNvPr id="135" name="path-135">
            <a:extLst xmlns:a="http://schemas.openxmlformats.org/drawingml/2006/main">
              <a:ext uri="{FF2B5EF4-FFF2-40B4-BE49-F238E27FC236}">
                <a16:creationId xmlns:a16="http://schemas.microsoft.com/office/drawing/2014/main" id="{ED53C9CC-1EC0-4066-AD16-88C530C4C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14587" y="4026525"/>
            <a:ext cx="3263595" cy="543932"/>
          </a:xfrm>
          <a:custGeom xmlns:a="http://schemas.openxmlformats.org/drawingml/2006/main">
            <a:pathLst>
              <a:path w="3263595" h="543932">
                <a:moveTo>
                  <a:pt x="0" y="0"/>
                </a:moveTo>
                <a:lnTo>
                  <a:pt x="3263595" y="0"/>
                </a:lnTo>
                <a:lnTo>
                  <a:pt x="3263595" y="420778"/>
                </a:lnTo>
                <a:cubicBezTo>
                  <a:pt x="3263595" y="502881"/>
                  <a:pt x="3222543" y="543932"/>
                  <a:pt x="3140441" y="543932"/>
                </a:cubicBezTo>
                <a:lnTo>
                  <a:pt x="123155" y="543932"/>
                </a:lnTo>
                <a:cubicBezTo>
                  <a:pt x="41052" y="543932"/>
                  <a:pt x="0" y="502881"/>
                  <a:pt x="0" y="420778"/>
                </a:cubicBez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B23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6" name="path-136">
            <a:extLst xmlns:a="http://schemas.openxmlformats.org/drawingml/2006/main">
              <a:ext uri="{FF2B5EF4-FFF2-40B4-BE49-F238E27FC236}">
                <a16:creationId xmlns:a16="http://schemas.microsoft.com/office/drawing/2014/main" id="{CA2CA7DE-F7E4-4D83-BCB9-DC35A667C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922" y="4293359"/>
            <a:ext cx="15712463" cy="862082"/>
          </a:xfrm>
          <a:custGeom xmlns:a="http://schemas.openxmlformats.org/drawingml/2006/main">
            <a:pathLst>
              <a:path w="15712463" h="862082">
                <a:moveTo>
                  <a:pt x="15712463" y="328412"/>
                </a:moveTo>
                <a:lnTo>
                  <a:pt x="15712463" y="656825"/>
                </a:lnTo>
                <a:cubicBezTo>
                  <a:pt x="15712463" y="793662"/>
                  <a:pt x="15644043" y="862082"/>
                  <a:pt x="15507205" y="862082"/>
                </a:cubicBezTo>
                <a:lnTo>
                  <a:pt x="205258" y="862082"/>
                </a:lnTo>
                <a:cubicBezTo>
                  <a:pt x="68419" y="862082"/>
                  <a:pt x="0" y="793662"/>
                  <a:pt x="0" y="656825"/>
                </a:cubicBez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4894">
            <a:solidFill>
              <a:srgbClr val="237F7B"/>
            </a:solidFill>
            <a:prstDash val="solid"/>
          </a:ln>
        </p:spPr>
      </p:sp>
      <p:sp>
        <p:nvSpPr>
          <p:cNvPr id="137" name="path-137">
            <a:extLst xmlns:a="http://schemas.openxmlformats.org/drawingml/2006/main">
              <a:ext uri="{FF2B5EF4-FFF2-40B4-BE49-F238E27FC236}">
                <a16:creationId xmlns:a16="http://schemas.microsoft.com/office/drawing/2014/main" id="{2F24DC2C-A0EC-4A4D-A8A0-2F2CCDCDE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687" y="4275940"/>
            <a:ext cx="174469" cy="174469"/>
          </a:xfrm>
          <a:custGeom xmlns:a="http://schemas.openxmlformats.org/drawingml/2006/main">
            <a:pathLst>
              <a:path w="174469" h="174469">
                <a:moveTo>
                  <a:pt x="0" y="174469"/>
                </a:moveTo>
                <a:lnTo>
                  <a:pt x="87234" y="0"/>
                </a:lnTo>
                <a:lnTo>
                  <a:pt x="174469" y="174469"/>
                </a:lnTo>
                <a:lnTo>
                  <a:pt x="0" y="174469"/>
                </a:lnTo>
              </a:path>
            </a:pathLst>
          </a:custGeom>
          <a:solidFill xmlns:a="http://schemas.openxmlformats.org/drawingml/2006/main">
            <a:srgbClr val="237F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8" name="Reviewed label 0: Solver Training">
            <a:extLst xmlns:a="http://schemas.openxmlformats.org/drawingml/2006/main">
              <a:ext uri="{FF2B5EF4-FFF2-40B4-BE49-F238E27FC236}">
                <a16:creationId xmlns:a16="http://schemas.microsoft.com/office/drawing/2014/main" id="{C34C5CDA-1588-47E9-8F67-A414AF714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383326"/>
            <a:ext cx="2200275" cy="4264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98" b="1" i="0">
                <a:solidFill>
                  <a:srgbClr val="237E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398" b="1" i="0">
                <a:solidFill>
                  <a:srgbClr val="237E7B"/>
                </a:solidFill>
                <a:latin typeface="Arial"/>
                <a:ea typeface="Arial"/>
                <a:cs typeface="Arial"/>
              </a:defRPr>
            </a:pPr>
            <a:r>
              <a:rPr sz="2398" b="1" i="0">
                <a:solidFill>
                  <a:srgbClr val="237E7B"/>
                </a:solidFill>
                <a:latin typeface="Arial"/>
                <a:ea typeface="Arial"/>
                <a:cs typeface="Arial"/>
              </a:rPr>
              <a:t>Solver Training</a:t>
            </a:r>
          </a:p>
        </p:txBody>
      </p:sp>
      <p:sp>
        <p:nvSpPr>
          <p:cNvPr id="139" name="Reviewed label 1: Rollout">
            <a:extLst xmlns:a="http://schemas.openxmlformats.org/drawingml/2006/main">
              <a:ext uri="{FF2B5EF4-FFF2-40B4-BE49-F238E27FC236}">
                <a16:creationId xmlns:a16="http://schemas.microsoft.com/office/drawing/2014/main" id="{E1EA523F-DF8F-4214-BF50-EEDA6D57C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81125" y="1303190"/>
            <a:ext cx="762000" cy="3098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43" b="1" i="0">
                <a:solidFill>
                  <a:srgbClr val="237E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43" b="1" i="0">
                <a:solidFill>
                  <a:srgbClr val="237E7B"/>
                </a:solidFill>
                <a:latin typeface="Arial"/>
                <a:ea typeface="Arial"/>
                <a:cs typeface="Arial"/>
              </a:defRPr>
            </a:pPr>
            <a:r>
              <a:rPr sz="1743" b="1" i="0">
                <a:solidFill>
                  <a:srgbClr val="237E7B"/>
                </a:solidFill>
                <a:latin typeface="Arial"/>
                <a:ea typeface="Arial"/>
                <a:cs typeface="Arial"/>
              </a:rPr>
              <a:t>Rollout</a:t>
            </a:r>
          </a:p>
        </p:txBody>
      </p:sp>
      <p:sp>
        <p:nvSpPr>
          <p:cNvPr id="140" name="Reviewed label 3: Policy">
            <a:extLst xmlns:a="http://schemas.openxmlformats.org/drawingml/2006/main">
              <a:ext uri="{FF2B5EF4-FFF2-40B4-BE49-F238E27FC236}">
                <a16:creationId xmlns:a16="http://schemas.microsoft.com/office/drawing/2014/main" id="{A2F9BA7B-9EE9-46B1-A6C3-4EBDD7D42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6725" y="2551224"/>
            <a:ext cx="647700" cy="3078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31" b="1" i="0">
                <a:solidFill>
                  <a:srgbClr val="237E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31" b="1" i="0">
                <a:solidFill>
                  <a:srgbClr val="237E7B"/>
                </a:solidFill>
                <a:latin typeface="Arial"/>
                <a:ea typeface="Arial"/>
                <a:cs typeface="Arial"/>
              </a:defRPr>
            </a:pPr>
            <a:r>
              <a:rPr sz="1731" b="1" i="0">
                <a:solidFill>
                  <a:srgbClr val="237E7B"/>
                </a:solidFill>
                <a:latin typeface="Arial"/>
                <a:ea typeface="Arial"/>
                <a:cs typeface="Arial"/>
              </a:rPr>
              <a:t>Policy</a:t>
            </a:r>
          </a:p>
        </p:txBody>
      </p:sp>
      <p:sp>
        <p:nvSpPr>
          <p:cNvPr id="141" name="Reviewed label 4: Terminals">
            <a:extLst xmlns:a="http://schemas.openxmlformats.org/drawingml/2006/main">
              <a:ext uri="{FF2B5EF4-FFF2-40B4-BE49-F238E27FC236}">
                <a16:creationId xmlns:a16="http://schemas.microsoft.com/office/drawing/2014/main" id="{7F290A97-A029-4021-9A54-EB774989E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71725" y="2549872"/>
            <a:ext cx="1057275" cy="3183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90" b="1" i="0">
                <a:solidFill>
                  <a:srgbClr val="237E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90" b="1" i="0">
                <a:solidFill>
                  <a:srgbClr val="237E7B"/>
                </a:solidFill>
                <a:latin typeface="Arial"/>
                <a:ea typeface="Arial"/>
                <a:cs typeface="Arial"/>
              </a:defRPr>
            </a:pPr>
            <a:r>
              <a:rPr sz="1790" b="1" i="0">
                <a:solidFill>
                  <a:srgbClr val="237E7B"/>
                </a:solidFill>
                <a:latin typeface="Arial"/>
                <a:ea typeface="Arial"/>
                <a:cs typeface="Arial"/>
              </a:rPr>
              <a:t>Terminals</a:t>
            </a:r>
          </a:p>
        </p:txBody>
      </p:sp>
      <p:sp>
        <p:nvSpPr>
          <p:cNvPr id="142" name="Reviewed label 5: RL update">
            <a:extLst xmlns:a="http://schemas.openxmlformats.org/drawingml/2006/main">
              <a:ext uri="{FF2B5EF4-FFF2-40B4-BE49-F238E27FC236}">
                <a16:creationId xmlns:a16="http://schemas.microsoft.com/office/drawing/2014/main" id="{EC9C9221-56A3-496D-903F-BD459A877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9675" y="2816316"/>
            <a:ext cx="1114425" cy="3203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2" b="1" i="0">
                <a:solidFill>
                  <a:srgbClr val="237E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02" b="1" i="0">
                <a:solidFill>
                  <a:srgbClr val="237E7B"/>
                </a:solidFill>
                <a:latin typeface="Arial"/>
                <a:ea typeface="Arial"/>
                <a:cs typeface="Arial"/>
              </a:defRPr>
            </a:pPr>
            <a:r>
              <a:rPr sz="1802" b="1" i="0">
                <a:solidFill>
                  <a:srgbClr val="237E7B"/>
                </a:solidFill>
                <a:latin typeface="Arial"/>
                <a:ea typeface="Arial"/>
                <a:cs typeface="Arial"/>
              </a:rPr>
              <a:t>RL update</a:t>
            </a:r>
          </a:p>
        </p:txBody>
      </p:sp>
      <p:sp>
        <p:nvSpPr>
          <p:cNvPr id="143" name="Reviewed label 6: Training pool">
            <a:extLst xmlns:a="http://schemas.openxmlformats.org/drawingml/2006/main">
              <a:ext uri="{FF2B5EF4-FFF2-40B4-BE49-F238E27FC236}">
                <a16:creationId xmlns:a16="http://schemas.microsoft.com/office/drawing/2014/main" id="{8DED3ED5-8790-4CFF-AA4C-46A6209A4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9575" y="3293601"/>
            <a:ext cx="1400175" cy="312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56" b="1" i="0">
                <a:solidFill>
                  <a:srgbClr val="237E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56" b="1" i="0">
                <a:solidFill>
                  <a:srgbClr val="237E7B"/>
                </a:solidFill>
                <a:latin typeface="Arial"/>
                <a:ea typeface="Arial"/>
                <a:cs typeface="Arial"/>
              </a:defRPr>
            </a:pPr>
            <a:r>
              <a:rPr sz="1756" b="1" i="0">
                <a:solidFill>
                  <a:srgbClr val="237E7B"/>
                </a:solidFill>
                <a:latin typeface="Arial"/>
                <a:ea typeface="Arial"/>
                <a:cs typeface="Arial"/>
              </a:rPr>
              <a:t>Training pool</a:t>
            </a:r>
          </a:p>
        </p:txBody>
      </p:sp>
      <p:sp>
        <p:nvSpPr>
          <p:cNvPr id="144" name="Reviewed label 7: Solver">
            <a:extLst xmlns:a="http://schemas.openxmlformats.org/drawingml/2006/main">
              <a:ext uri="{FF2B5EF4-FFF2-40B4-BE49-F238E27FC236}">
                <a16:creationId xmlns:a16="http://schemas.microsoft.com/office/drawing/2014/main" id="{4E970233-0DB6-4AE8-8A50-8718AAB31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19600" y="165795"/>
            <a:ext cx="904875" cy="4144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31" b="1" i="0">
                <a:solidFill>
                  <a:srgbClr val="2D263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331" b="1" i="0">
                <a:solidFill>
                  <a:srgbClr val="2D263C"/>
                </a:solidFill>
                <a:latin typeface="Arial"/>
                <a:ea typeface="Arial"/>
                <a:cs typeface="Arial"/>
              </a:defRPr>
            </a:pPr>
            <a:r>
              <a:rPr sz="2331" b="1" i="0">
                <a:solidFill>
                  <a:srgbClr val="2D263C"/>
                </a:solidFill>
                <a:latin typeface="Arial"/>
                <a:ea typeface="Arial"/>
                <a:cs typeface="Arial"/>
              </a:rPr>
              <a:t>Solver</a:t>
            </a:r>
          </a:p>
        </p:txBody>
      </p:sp>
      <p:sp>
        <p:nvSpPr>
          <p:cNvPr id="145" name="Reviewed label 8: experience">
            <a:extLst xmlns:a="http://schemas.openxmlformats.org/drawingml/2006/main">
              <a:ext uri="{FF2B5EF4-FFF2-40B4-BE49-F238E27FC236}">
                <a16:creationId xmlns:a16="http://schemas.microsoft.com/office/drawing/2014/main" id="{7272BD3A-ECC7-4CCA-A0CE-6499B94E6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95750" y="585046"/>
            <a:ext cx="1533525" cy="3391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07" b="1" i="0">
                <a:solidFill>
                  <a:srgbClr val="2D263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07" b="1" i="0">
                <a:solidFill>
                  <a:srgbClr val="2D263C"/>
                </a:solidFill>
                <a:latin typeface="Arial"/>
                <a:ea typeface="Arial"/>
                <a:cs typeface="Arial"/>
              </a:defRPr>
            </a:pPr>
            <a:r>
              <a:rPr sz="1907" b="1" i="0">
                <a:solidFill>
                  <a:srgbClr val="2D263C"/>
                </a:solidFill>
                <a:latin typeface="Arial"/>
                <a:ea typeface="Arial"/>
                <a:cs typeface="Arial"/>
              </a:rPr>
              <a:t>experience</a:t>
            </a:r>
          </a:p>
        </p:txBody>
      </p:sp>
      <p:sp>
        <p:nvSpPr>
          <p:cNvPr id="146" name="Reviewed label 9: rollouts">
            <a:extLst xmlns:a="http://schemas.openxmlformats.org/drawingml/2006/main">
              <a:ext uri="{FF2B5EF4-FFF2-40B4-BE49-F238E27FC236}">
                <a16:creationId xmlns:a16="http://schemas.microsoft.com/office/drawing/2014/main" id="{06A2F2BB-23D9-478D-A49E-E1E6BB6B9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00550" y="1396658"/>
            <a:ext cx="847725" cy="3236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21" b="1" i="0">
                <a:solidFill>
                  <a:srgbClr val="2D263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21" b="1" i="0">
                <a:solidFill>
                  <a:srgbClr val="2D263C"/>
                </a:solidFill>
                <a:latin typeface="Arial"/>
                <a:ea typeface="Arial"/>
                <a:cs typeface="Arial"/>
              </a:defRPr>
            </a:pPr>
            <a:r>
              <a:rPr sz="1821" b="1" i="0">
                <a:solidFill>
                  <a:srgbClr val="2D263C"/>
                </a:solidFill>
                <a:latin typeface="Arial"/>
                <a:ea typeface="Arial"/>
                <a:cs typeface="Arial"/>
              </a:rPr>
              <a:t>rollouts</a:t>
            </a:r>
          </a:p>
        </p:txBody>
      </p:sp>
      <p:sp>
        <p:nvSpPr>
          <p:cNvPr id="147" name="Reviewed label 10: Sandbox + coding harness">
            <a:extLst xmlns:a="http://schemas.openxmlformats.org/drawingml/2006/main">
              <a:ext uri="{FF2B5EF4-FFF2-40B4-BE49-F238E27FC236}">
                <a16:creationId xmlns:a16="http://schemas.microsoft.com/office/drawing/2014/main" id="{A01F0122-D6DC-4C41-B08B-2C9B81635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00850" y="383030"/>
            <a:ext cx="3905250" cy="428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11" b="1" i="0">
                <a:solidFill>
                  <a:srgbClr val="3500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11" b="1" i="0">
                <a:solidFill>
                  <a:srgbClr val="350066"/>
                </a:solidFill>
                <a:latin typeface="Arial"/>
                <a:ea typeface="Arial"/>
                <a:cs typeface="Arial"/>
              </a:defRPr>
            </a:pPr>
            <a:r>
              <a:rPr sz="2411" b="1" i="0">
                <a:solidFill>
                  <a:srgbClr val="350066"/>
                </a:solidFill>
                <a:latin typeface="Arial"/>
                <a:ea typeface="Arial"/>
                <a:cs typeface="Arial"/>
              </a:rPr>
              <a:t>Sandbox + coding harness</a:t>
            </a:r>
          </a:p>
        </p:txBody>
      </p:sp>
      <p:sp>
        <p:nvSpPr>
          <p:cNvPr id="148" name="Reviewed label 11: workspace/">
            <a:extLst xmlns:a="http://schemas.openxmlformats.org/drawingml/2006/main">
              <a:ext uri="{FF2B5EF4-FFF2-40B4-BE49-F238E27FC236}">
                <a16:creationId xmlns:a16="http://schemas.microsoft.com/office/drawing/2014/main" id="{ACD90A16-345D-4AFA-BAF6-F9E958997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05575" y="1028898"/>
            <a:ext cx="1581150" cy="3688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75" b="1" i="0">
                <a:solidFill>
                  <a:srgbClr val="350066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75" b="1" i="0">
                <a:solidFill>
                  <a:srgbClr val="350066"/>
                </a:solidFill>
                <a:latin typeface="Courier New"/>
                <a:ea typeface="Courier New"/>
                <a:cs typeface="Courier New"/>
              </a:defRPr>
            </a:pPr>
            <a:r>
              <a:rPr sz="2075" b="1" i="0">
                <a:solidFill>
                  <a:srgbClr val="350066"/>
                </a:solidFill>
                <a:latin typeface="Courier New"/>
                <a:ea typeface="Courier New"/>
                <a:cs typeface="Courier New"/>
              </a:rPr>
              <a:t>workspace/</a:t>
            </a:r>
          </a:p>
        </p:txBody>
      </p:sp>
      <p:sp>
        <p:nvSpPr>
          <p:cNvPr id="149" name="Reviewed label 13: past_rollouts/">
            <a:extLst xmlns:a="http://schemas.openxmlformats.org/drawingml/2006/main">
              <a:ext uri="{FF2B5EF4-FFF2-40B4-BE49-F238E27FC236}">
                <a16:creationId xmlns:a16="http://schemas.microsoft.com/office/drawing/2014/main" id="{21E19F7B-4527-4485-819E-A2CA861FF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43775" y="1527723"/>
            <a:ext cx="2228850" cy="3414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20" b="1" i="0">
                <a:solidFill>
                  <a:srgbClr val="350066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20" b="1" i="0">
                <a:solidFill>
                  <a:srgbClr val="350066"/>
                </a:solidFill>
                <a:latin typeface="Courier New"/>
                <a:ea typeface="Courier New"/>
                <a:cs typeface="Courier New"/>
              </a:defRPr>
            </a:pPr>
            <a:r>
              <a:rPr sz="1920" b="1" i="0">
                <a:solidFill>
                  <a:srgbClr val="350066"/>
                </a:solidFill>
                <a:latin typeface="Courier New"/>
                <a:ea typeface="Courier New"/>
                <a:cs typeface="Courier New"/>
              </a:rPr>
              <a:t>past_rollouts/</a:t>
            </a:r>
          </a:p>
        </p:txBody>
      </p:sp>
      <p:sp>
        <p:nvSpPr>
          <p:cNvPr id="150" name="Reviewed label 14: failed/">
            <a:extLst xmlns:a="http://schemas.openxmlformats.org/drawingml/2006/main">
              <a:ext uri="{FF2B5EF4-FFF2-40B4-BE49-F238E27FC236}">
                <a16:creationId xmlns:a16="http://schemas.microsoft.com/office/drawing/2014/main" id="{999BECF6-C580-41AE-93F0-F797A807C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39075" y="2020804"/>
            <a:ext cx="1076325" cy="3587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18" b="1" i="0">
                <a:solidFill>
                  <a:srgbClr val="BE702D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18" b="1" i="0">
                <a:solidFill>
                  <a:srgbClr val="BE702D"/>
                </a:solidFill>
                <a:latin typeface="Courier New"/>
                <a:ea typeface="Courier New"/>
                <a:cs typeface="Courier New"/>
              </a:defRPr>
            </a:pPr>
            <a:r>
              <a:rPr sz="2018" b="1" i="0">
                <a:solidFill>
                  <a:srgbClr val="BE702D"/>
                </a:solidFill>
                <a:latin typeface="Courier New"/>
                <a:ea typeface="Courier New"/>
                <a:cs typeface="Courier New"/>
              </a:rPr>
              <a:t>failed/</a:t>
            </a:r>
          </a:p>
        </p:txBody>
      </p:sp>
      <p:sp>
        <p:nvSpPr>
          <p:cNvPr id="151" name="Reviewed label 15: successful/">
            <a:extLst xmlns:a="http://schemas.openxmlformats.org/drawingml/2006/main">
              <a:ext uri="{FF2B5EF4-FFF2-40B4-BE49-F238E27FC236}">
                <a16:creationId xmlns:a16="http://schemas.microsoft.com/office/drawing/2014/main" id="{CD2BE5BA-20B1-426A-9BAC-268749D8E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39075" y="2467589"/>
            <a:ext cx="1724025" cy="3656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56" b="1" i="0">
                <a:solidFill>
                  <a:srgbClr val="347C58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56" b="1" i="0">
                <a:solidFill>
                  <a:srgbClr val="347C58"/>
                </a:solidFill>
                <a:latin typeface="Courier New"/>
                <a:ea typeface="Courier New"/>
                <a:cs typeface="Courier New"/>
              </a:defRPr>
            </a:pPr>
            <a:r>
              <a:rPr sz="2056" b="1" i="0">
                <a:solidFill>
                  <a:srgbClr val="347C58"/>
                </a:solidFill>
                <a:latin typeface="Courier New"/>
                <a:ea typeface="Courier New"/>
                <a:cs typeface="Courier New"/>
              </a:rPr>
              <a:t>successful/</a:t>
            </a:r>
          </a:p>
        </p:txBody>
      </p:sp>
      <p:sp>
        <p:nvSpPr>
          <p:cNvPr id="152" name="Reviewed label 17: past_environments/">
            <a:extLst xmlns:a="http://schemas.openxmlformats.org/drawingml/2006/main">
              <a:ext uri="{FF2B5EF4-FFF2-40B4-BE49-F238E27FC236}">
                <a16:creationId xmlns:a16="http://schemas.microsoft.com/office/drawing/2014/main" id="{CD5F3A9C-2770-4073-9A6B-ABDBC7612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43775" y="2909352"/>
            <a:ext cx="2867025" cy="3375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98" b="1" i="0">
                <a:solidFill>
                  <a:srgbClr val="350066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98" b="1" i="0">
                <a:solidFill>
                  <a:srgbClr val="350066"/>
                </a:solidFill>
                <a:latin typeface="Courier New"/>
                <a:ea typeface="Courier New"/>
                <a:cs typeface="Courier New"/>
              </a:defRPr>
            </a:pPr>
            <a:r>
              <a:rPr sz="1898" b="1" i="0">
                <a:solidFill>
                  <a:srgbClr val="350066"/>
                </a:solidFill>
                <a:latin typeface="Courier New"/>
                <a:ea typeface="Courier New"/>
                <a:cs typeface="Courier New"/>
              </a:rPr>
              <a:t>past_environments/</a:t>
            </a:r>
          </a:p>
        </p:txBody>
      </p:sp>
      <p:sp>
        <p:nvSpPr>
          <p:cNvPr id="153" name="Reviewed label 18: Proposer">
            <a:extLst xmlns:a="http://schemas.openxmlformats.org/drawingml/2006/main">
              <a:ext uri="{FF2B5EF4-FFF2-40B4-BE49-F238E27FC236}">
                <a16:creationId xmlns:a16="http://schemas.microsoft.com/office/drawing/2014/main" id="{DB339F8E-3B56-4CF8-9BE5-E667720FC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906250" y="1080361"/>
            <a:ext cx="1295400" cy="4131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23" b="1" i="0">
                <a:solidFill>
                  <a:srgbClr val="3500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323" b="1" i="0">
                <a:solidFill>
                  <a:srgbClr val="350066"/>
                </a:solidFill>
                <a:latin typeface="Arial"/>
                <a:ea typeface="Arial"/>
                <a:cs typeface="Arial"/>
              </a:defRPr>
            </a:pPr>
            <a:r>
              <a:rPr sz="2323" b="1" i="0">
                <a:solidFill>
                  <a:srgbClr val="350066"/>
                </a:solidFill>
                <a:latin typeface="Arial"/>
                <a:ea typeface="Arial"/>
                <a:cs typeface="Arial"/>
              </a:rPr>
              <a:t>Proposer</a:t>
            </a:r>
          </a:p>
        </p:txBody>
      </p:sp>
      <p:sp>
        <p:nvSpPr>
          <p:cNvPr id="154" name="Reviewed label 19: $ inspect">
            <a:extLst xmlns:a="http://schemas.openxmlformats.org/drawingml/2006/main">
              <a:ext uri="{FF2B5EF4-FFF2-40B4-BE49-F238E27FC236}">
                <a16:creationId xmlns:a16="http://schemas.microsoft.com/office/drawing/2014/main" id="{9560A202-802E-4726-9104-BBB2184C6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20450" y="2191076"/>
            <a:ext cx="1419225" cy="3678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69" b="1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69" b="1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2069" b="1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$ inspect</a:t>
            </a:r>
          </a:p>
        </p:txBody>
      </p:sp>
      <p:sp>
        <p:nvSpPr>
          <p:cNvPr id="155" name="Reviewed label 20: $ build + repair">
            <a:extLst xmlns:a="http://schemas.openxmlformats.org/drawingml/2006/main">
              <a:ext uri="{FF2B5EF4-FFF2-40B4-BE49-F238E27FC236}">
                <a16:creationId xmlns:a16="http://schemas.microsoft.com/office/drawing/2014/main" id="{13E034B6-CDDF-4E0C-AD4A-1DF1DE5CE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20450" y="2524073"/>
            <a:ext cx="2543175" cy="370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86" b="1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86" b="1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2086" b="1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$ build + repair</a:t>
            </a:r>
          </a:p>
        </p:txBody>
      </p:sp>
      <p:sp>
        <p:nvSpPr>
          <p:cNvPr id="156" name="Reviewed label 21: $ validate">
            <a:extLst xmlns:a="http://schemas.openxmlformats.org/drawingml/2006/main">
              <a:ext uri="{FF2B5EF4-FFF2-40B4-BE49-F238E27FC236}">
                <a16:creationId xmlns:a16="http://schemas.microsoft.com/office/drawing/2014/main" id="{528D00FB-45EA-404A-9F2B-8AC72DF14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29975" y="2848745"/>
            <a:ext cx="1562100" cy="3644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50" b="1" i="0">
                <a:solidFill>
                  <a:srgbClr val="B0D3CB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50" b="1" i="0">
                <a:solidFill>
                  <a:srgbClr val="B0D3CB"/>
                </a:solidFill>
                <a:latin typeface="Courier New"/>
                <a:ea typeface="Courier New"/>
                <a:cs typeface="Courier New"/>
              </a:defRPr>
            </a:pPr>
            <a:r>
              <a:rPr sz="2050" b="1" i="0">
                <a:solidFill>
                  <a:srgbClr val="B0D3CB"/>
                </a:solidFill>
                <a:latin typeface="Courier New"/>
                <a:ea typeface="Courier New"/>
                <a:cs typeface="Courier New"/>
              </a:rPr>
              <a:t>$ validate</a:t>
            </a:r>
          </a:p>
        </p:txBody>
      </p:sp>
      <p:sp>
        <p:nvSpPr>
          <p:cNvPr id="157" name="Reviewed label 23: memory/">
            <a:extLst xmlns:a="http://schemas.openxmlformats.org/drawingml/2006/main">
              <a:ext uri="{FF2B5EF4-FFF2-40B4-BE49-F238E27FC236}">
                <a16:creationId xmlns:a16="http://schemas.microsoft.com/office/drawing/2014/main" id="{AB783161-AD89-4863-B9F2-09EB900B9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43775" y="3343554"/>
            <a:ext cx="1104900" cy="3682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71" b="1" i="0">
                <a:solidFill>
                  <a:srgbClr val="350066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71" b="1" i="0">
                <a:solidFill>
                  <a:srgbClr val="350066"/>
                </a:solidFill>
                <a:latin typeface="Courier New"/>
                <a:ea typeface="Courier New"/>
                <a:cs typeface="Courier New"/>
              </a:defRPr>
            </a:pPr>
            <a:r>
              <a:rPr sz="2071" b="1" i="0">
                <a:solidFill>
                  <a:srgbClr val="350066"/>
                </a:solidFill>
                <a:latin typeface="Courier New"/>
                <a:ea typeface="Courier New"/>
                <a:cs typeface="Courier New"/>
              </a:rPr>
              <a:t>memory/</a:t>
            </a:r>
          </a:p>
        </p:txBody>
      </p:sp>
      <p:sp>
        <p:nvSpPr>
          <p:cNvPr id="158" name="Reviewed label 25: tools/">
            <a:extLst xmlns:a="http://schemas.openxmlformats.org/drawingml/2006/main">
              <a:ext uri="{FF2B5EF4-FFF2-40B4-BE49-F238E27FC236}">
                <a16:creationId xmlns:a16="http://schemas.microsoft.com/office/drawing/2014/main" id="{84C144E5-FC8C-4596-A44D-8272A79E4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53300" y="3772862"/>
            <a:ext cx="933450" cy="3629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41" b="1" i="0">
                <a:solidFill>
                  <a:srgbClr val="350066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41" b="1" i="0">
                <a:solidFill>
                  <a:srgbClr val="350066"/>
                </a:solidFill>
                <a:latin typeface="Courier New"/>
                <a:ea typeface="Courier New"/>
                <a:cs typeface="Courier New"/>
              </a:defRPr>
            </a:pPr>
            <a:r>
              <a:rPr sz="2041" b="1" i="0">
                <a:solidFill>
                  <a:srgbClr val="350066"/>
                </a:solidFill>
                <a:latin typeface="Courier New"/>
                <a:ea typeface="Courier New"/>
                <a:cs typeface="Courier New"/>
              </a:rPr>
              <a:t>tools/</a:t>
            </a:r>
          </a:p>
        </p:txBody>
      </p:sp>
      <p:sp>
        <p:nvSpPr>
          <p:cNvPr id="159" name="Reviewed label 26: New environments">
            <a:extLst xmlns:a="http://schemas.openxmlformats.org/drawingml/2006/main">
              <a:ext uri="{FF2B5EF4-FFF2-40B4-BE49-F238E27FC236}">
                <a16:creationId xmlns:a16="http://schemas.microsoft.com/office/drawing/2014/main" id="{11484D9F-A504-471B-B9B1-BDB9A0AC5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24750" y="4787600"/>
            <a:ext cx="2524125" cy="3974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35" b="1" i="0">
                <a:solidFill>
                  <a:srgbClr val="237E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35" b="1" i="0">
                <a:solidFill>
                  <a:srgbClr val="237E7B"/>
                </a:solidFill>
                <a:latin typeface="Arial"/>
                <a:ea typeface="Arial"/>
                <a:cs typeface="Arial"/>
              </a:defRPr>
            </a:pPr>
            <a:r>
              <a:rPr sz="2235" b="1" i="0">
                <a:solidFill>
                  <a:srgbClr val="237E7B"/>
                </a:solidFill>
                <a:latin typeface="Arial"/>
                <a:ea typeface="Arial"/>
                <a:cs typeface="Arial"/>
              </a:rPr>
              <a:t>New environments</a:t>
            </a:r>
          </a:p>
        </p:txBody>
      </p:sp>
      <p:sp>
        <p:nvSpPr>
          <p:cNvPr id="160" name="Reviewed label 27: Web search">
            <a:extLst xmlns:a="http://schemas.openxmlformats.org/drawingml/2006/main">
              <a:ext uri="{FF2B5EF4-FFF2-40B4-BE49-F238E27FC236}">
                <a16:creationId xmlns:a16="http://schemas.microsoft.com/office/drawing/2014/main" id="{629AD51E-51A8-4A2C-9ABD-87FF4EB40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25100" y="3520370"/>
            <a:ext cx="1304925" cy="3265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36" b="1" i="0">
                <a:solidFill>
                  <a:srgbClr val="3500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36" b="1" i="0">
                <a:solidFill>
                  <a:srgbClr val="350066"/>
                </a:solidFill>
                <a:latin typeface="Arial"/>
                <a:ea typeface="Arial"/>
                <a:cs typeface="Arial"/>
              </a:defRPr>
            </a:pPr>
            <a:r>
              <a:rPr sz="1836" b="1" i="0">
                <a:solidFill>
                  <a:srgbClr val="350066"/>
                </a:solidFill>
                <a:latin typeface="Arial"/>
                <a:ea typeface="Arial"/>
                <a:cs typeface="Arial"/>
              </a:rPr>
              <a:t>Web search</a:t>
            </a:r>
          </a:p>
        </p:txBody>
      </p:sp>
      <p:sp>
        <p:nvSpPr>
          <p:cNvPr id="161" name="Reviewed label 29: Child sandboxes">
            <a:extLst xmlns:a="http://schemas.openxmlformats.org/drawingml/2006/main">
              <a:ext uri="{FF2B5EF4-FFF2-40B4-BE49-F238E27FC236}">
                <a16:creationId xmlns:a16="http://schemas.microsoft.com/office/drawing/2014/main" id="{63F8CB72-8CFA-4133-8D4D-95D38D4C8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68200" y="3511899"/>
            <a:ext cx="1819275" cy="318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90" b="1" i="0">
                <a:solidFill>
                  <a:srgbClr val="3500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90" b="1" i="0">
                <a:solidFill>
                  <a:srgbClr val="350066"/>
                </a:solidFill>
                <a:latin typeface="Arial"/>
                <a:ea typeface="Arial"/>
                <a:cs typeface="Arial"/>
              </a:defRPr>
            </a:pPr>
            <a:r>
              <a:rPr sz="1790" b="1" i="0">
                <a:solidFill>
                  <a:srgbClr val="350066"/>
                </a:solidFill>
                <a:latin typeface="Arial"/>
                <a:ea typeface="Arial"/>
                <a:cs typeface="Arial"/>
              </a:rPr>
              <a:t>Child sandboxes</a:t>
            </a:r>
          </a:p>
        </p:txBody>
      </p:sp>
      <p:sp>
        <p:nvSpPr>
          <p:cNvPr id="162" name="Reviewed label 30: Harbor task">
            <a:extLst xmlns:a="http://schemas.openxmlformats.org/drawingml/2006/main">
              <a:ext uri="{FF2B5EF4-FFF2-40B4-BE49-F238E27FC236}">
                <a16:creationId xmlns:a16="http://schemas.microsoft.com/office/drawing/2014/main" id="{30FA8864-802C-424E-AE28-658DD26EC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640050" y="383547"/>
            <a:ext cx="1685925" cy="4246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89" b="1" i="0">
                <a:solidFill>
                  <a:srgbClr val="237E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389" b="1" i="0">
                <a:solidFill>
                  <a:srgbClr val="237E7B"/>
                </a:solidFill>
                <a:latin typeface="Arial"/>
                <a:ea typeface="Arial"/>
                <a:cs typeface="Arial"/>
              </a:defRPr>
            </a:pPr>
            <a:r>
              <a:rPr sz="2389" b="1" i="0">
                <a:solidFill>
                  <a:srgbClr val="237E7B"/>
                </a:solidFill>
                <a:latin typeface="Arial"/>
                <a:ea typeface="Arial"/>
                <a:cs typeface="Arial"/>
              </a:rPr>
              <a:t>Harbor task</a:t>
            </a:r>
          </a:p>
        </p:txBody>
      </p:sp>
      <p:sp>
        <p:nvSpPr>
          <p:cNvPr id="163" name="Reviewed label 31: task.toml">
            <a:extLst xmlns:a="http://schemas.openxmlformats.org/drawingml/2006/main">
              <a:ext uri="{FF2B5EF4-FFF2-40B4-BE49-F238E27FC236}">
                <a16:creationId xmlns:a16="http://schemas.microsoft.com/office/drawing/2014/main" id="{59F57D7C-F806-4E5E-B35C-CB354DC2D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525750" y="1095700"/>
            <a:ext cx="1419225" cy="367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69" b="1" i="0">
                <a:solidFill>
                  <a:srgbClr val="2D263C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69" b="1" i="0">
                <a:solidFill>
                  <a:srgbClr val="2D263C"/>
                </a:solidFill>
                <a:latin typeface="Courier New"/>
                <a:ea typeface="Courier New"/>
                <a:cs typeface="Courier New"/>
              </a:defRPr>
            </a:pPr>
            <a:r>
              <a:rPr sz="2069" b="1" i="0">
                <a:solidFill>
                  <a:srgbClr val="2D263C"/>
                </a:solidFill>
                <a:latin typeface="Courier New"/>
                <a:ea typeface="Courier New"/>
                <a:cs typeface="Courier New"/>
              </a:rPr>
              <a:t>task.toml</a:t>
            </a:r>
          </a:p>
        </p:txBody>
      </p:sp>
      <p:sp>
        <p:nvSpPr>
          <p:cNvPr id="164" name="Reviewed label 32: instruction.md">
            <a:extLst xmlns:a="http://schemas.openxmlformats.org/drawingml/2006/main">
              <a:ext uri="{FF2B5EF4-FFF2-40B4-BE49-F238E27FC236}">
                <a16:creationId xmlns:a16="http://schemas.microsoft.com/office/drawing/2014/main" id="{70FAE853-CF90-4CE7-B96A-63B160A77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535275" y="1542921"/>
            <a:ext cx="2228850" cy="3714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89" b="1" i="0">
                <a:solidFill>
                  <a:srgbClr val="2D263C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89" b="1" i="0">
                <a:solidFill>
                  <a:srgbClr val="2D263C"/>
                </a:solidFill>
                <a:latin typeface="Courier New"/>
                <a:ea typeface="Courier New"/>
                <a:cs typeface="Courier New"/>
              </a:defRPr>
            </a:pPr>
            <a:r>
              <a:rPr sz="2089" b="1" i="0">
                <a:solidFill>
                  <a:srgbClr val="2D263C"/>
                </a:solidFill>
                <a:latin typeface="Courier New"/>
                <a:ea typeface="Courier New"/>
                <a:cs typeface="Courier New"/>
              </a:rPr>
              <a:t>instruction.md</a:t>
            </a:r>
          </a:p>
        </p:txBody>
      </p:sp>
      <p:sp>
        <p:nvSpPr>
          <p:cNvPr id="165" name="Reviewed label 33: environment/">
            <a:extLst xmlns:a="http://schemas.openxmlformats.org/drawingml/2006/main">
              <a:ext uri="{FF2B5EF4-FFF2-40B4-BE49-F238E27FC236}">
                <a16:creationId xmlns:a16="http://schemas.microsoft.com/office/drawing/2014/main" id="{02376B02-3C08-4CA2-BECB-4460CAF9F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525750" y="1981447"/>
            <a:ext cx="1895475" cy="3684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73" b="1" i="0">
                <a:solidFill>
                  <a:srgbClr val="2D263C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73" b="1" i="0">
                <a:solidFill>
                  <a:srgbClr val="2D263C"/>
                </a:solidFill>
                <a:latin typeface="Courier New"/>
                <a:ea typeface="Courier New"/>
                <a:cs typeface="Courier New"/>
              </a:defRPr>
            </a:pPr>
            <a:r>
              <a:rPr sz="2073" b="1" i="0">
                <a:solidFill>
                  <a:srgbClr val="2D263C"/>
                </a:solidFill>
                <a:latin typeface="Courier New"/>
                <a:ea typeface="Courier New"/>
                <a:cs typeface="Courier New"/>
              </a:rPr>
              <a:t>environment/</a:t>
            </a:r>
          </a:p>
        </p:txBody>
      </p:sp>
      <p:sp>
        <p:nvSpPr>
          <p:cNvPr id="166" name="Reviewed label 34: Dockerfile">
            <a:extLst xmlns:a="http://schemas.openxmlformats.org/drawingml/2006/main">
              <a:ext uri="{FF2B5EF4-FFF2-40B4-BE49-F238E27FC236}">
                <a16:creationId xmlns:a16="http://schemas.microsoft.com/office/drawing/2014/main" id="{D7E5EFD3-5A7D-4EAE-BCE6-81C8324BE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811500" y="2448122"/>
            <a:ext cx="1581150" cy="3688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75" b="1" i="0">
                <a:solidFill>
                  <a:srgbClr val="2D263C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75" b="1" i="0">
                <a:solidFill>
                  <a:srgbClr val="2D263C"/>
                </a:solidFill>
                <a:latin typeface="Courier New"/>
                <a:ea typeface="Courier New"/>
                <a:cs typeface="Courier New"/>
              </a:defRPr>
            </a:pPr>
            <a:r>
              <a:rPr sz="2075" b="1" i="0">
                <a:solidFill>
                  <a:srgbClr val="2D263C"/>
                </a:solidFill>
                <a:latin typeface="Courier New"/>
                <a:ea typeface="Courier New"/>
                <a:cs typeface="Courier New"/>
              </a:rPr>
              <a:t>Dockerfile</a:t>
            </a:r>
          </a:p>
        </p:txBody>
      </p:sp>
      <p:sp>
        <p:nvSpPr>
          <p:cNvPr id="167" name="Reviewed label 35: solution/">
            <a:extLst xmlns:a="http://schemas.openxmlformats.org/drawingml/2006/main">
              <a:ext uri="{FF2B5EF4-FFF2-40B4-BE49-F238E27FC236}">
                <a16:creationId xmlns:a16="http://schemas.microsoft.com/office/drawing/2014/main" id="{29A02727-D88C-4F54-BA2C-AE5C7610F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535275" y="2887037"/>
            <a:ext cx="1400175" cy="3629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41" b="1" i="0">
                <a:solidFill>
                  <a:srgbClr val="2D263C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41" b="1" i="0">
                <a:solidFill>
                  <a:srgbClr val="2D263C"/>
                </a:solidFill>
                <a:latin typeface="Courier New"/>
                <a:ea typeface="Courier New"/>
                <a:cs typeface="Courier New"/>
              </a:defRPr>
            </a:pPr>
            <a:r>
              <a:rPr sz="2041" b="1" i="0">
                <a:solidFill>
                  <a:srgbClr val="2D263C"/>
                </a:solidFill>
                <a:latin typeface="Courier New"/>
                <a:ea typeface="Courier New"/>
                <a:cs typeface="Courier New"/>
              </a:rPr>
              <a:t>solution/</a:t>
            </a:r>
          </a:p>
        </p:txBody>
      </p:sp>
      <p:sp>
        <p:nvSpPr>
          <p:cNvPr id="168" name="Reviewed label 36: tests/">
            <a:extLst xmlns:a="http://schemas.openxmlformats.org/drawingml/2006/main">
              <a:ext uri="{FF2B5EF4-FFF2-40B4-BE49-F238E27FC236}">
                <a16:creationId xmlns:a16="http://schemas.microsoft.com/office/drawing/2014/main" id="{17B0DE73-DA3A-42DC-B87A-D15B8D0D6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525750" y="3344237"/>
            <a:ext cx="933450" cy="3629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41" b="1" i="0">
                <a:solidFill>
                  <a:srgbClr val="2D263C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41" b="1" i="0">
                <a:solidFill>
                  <a:srgbClr val="2D263C"/>
                </a:solidFill>
                <a:latin typeface="Courier New"/>
                <a:ea typeface="Courier New"/>
                <a:cs typeface="Courier New"/>
              </a:defRPr>
            </a:pPr>
            <a:r>
              <a:rPr sz="2041" b="1" i="0">
                <a:solidFill>
                  <a:srgbClr val="2D263C"/>
                </a:solidFill>
                <a:latin typeface="Courier New"/>
                <a:ea typeface="Courier New"/>
                <a:cs typeface="Courier New"/>
              </a:rPr>
              <a:t>tests/</a:t>
            </a:r>
          </a:p>
        </p:txBody>
      </p:sp>
      <p:sp>
        <p:nvSpPr>
          <p:cNvPr id="169" name="Reviewed label 37: $ execute task">
            <a:extLst xmlns:a="http://schemas.openxmlformats.org/drawingml/2006/main">
              <a:ext uri="{FF2B5EF4-FFF2-40B4-BE49-F238E27FC236}">
                <a16:creationId xmlns:a16="http://schemas.microsoft.com/office/drawing/2014/main" id="{819D2677-93EA-414C-A8E1-ABC8C8635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249525" y="4143762"/>
            <a:ext cx="2219325" cy="3674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66" b="1" i="0">
                <a:solidFill>
                  <a:srgbClr val="B0D3CB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66" b="1" i="0">
                <a:solidFill>
                  <a:srgbClr val="B0D3CB"/>
                </a:solidFill>
                <a:latin typeface="Courier New"/>
                <a:ea typeface="Courier New"/>
                <a:cs typeface="Courier New"/>
              </a:defRPr>
            </a:pPr>
            <a:r>
              <a:rPr sz="2066" b="1" i="0">
                <a:solidFill>
                  <a:srgbClr val="B0D3CB"/>
                </a:solidFill>
                <a:latin typeface="Courier New"/>
                <a:ea typeface="Courier New"/>
                <a:cs typeface="Courier New"/>
              </a:rPr>
              <a:t>$ execute task</a:t>
            </a:r>
          </a:p>
        </p:txBody>
      </p:sp>
    </p:spTree>
    <p:extLst>
      <p:ext uri="{BB962C8B-B14F-4D97-AF65-F5344CB8AC3E}">
        <p14:creationId xmlns:p14="http://schemas.microsoft.com/office/powerpoint/2010/main" val="198409563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2026-10-14T12:17:18.3200000Z</dcterms:created>
  <dcterms:modified xsi:type="dcterms:W3CDTF">2026-10-14T12:17:18.3200000Z</dcterms:modified>
</coreProperties>
</file>