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bdddc573b49c6" /><Relationship Type="http://schemas.openxmlformats.org/officeDocument/2006/relationships/extended-properties" Target="/docProps/app.xml" Id="R34ba22a540454b54" /><Relationship Type="http://schemas.openxmlformats.org/officeDocument/2006/relationships/officeDocument" Target="/ppt/presentation.xml" Id="R2fdb49e99c7349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d5eea583a4b13"/>
  </p:sldMasterIdLst>
  <p:notesMasterIdLst>
    <p:notesMasterId xmlns:r="http://schemas.openxmlformats.org/officeDocument/2006/relationships" r:id="Rb2e597ba99494c76"/>
  </p:notesMasterIdLst>
  <p:sldIdLst>
    <p:sldId xmlns:r="http://schemas.openxmlformats.org/officeDocument/2006/relationships" id="256" r:id="R7ef183ae2d954682"/>
  </p:sldIdLst>
  <p:sldSz cx="18535650" cy="7629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63c7739264041" /><Relationship Type="http://schemas.openxmlformats.org/officeDocument/2006/relationships/slideMaster" Target="/ppt/slideMasters/slideMaster1.xml" Id="Rd4dd5eea583a4b13" /><Relationship Type="http://schemas.openxmlformats.org/officeDocument/2006/relationships/notesMaster" Target="/ppt/notesMasters/notesMaster1.xml" Id="Rb2e597ba99494c76" /><Relationship Type="http://schemas.openxmlformats.org/officeDocument/2006/relationships/presProps" Target="/ppt/presProps.xml" Id="Ra2283a68b03b4508" /><Relationship Type="http://schemas.openxmlformats.org/officeDocument/2006/relationships/tableStyles" Target="/ppt/tableStyles.xml" Id="R96c49ef1d2b14b6e" /><Relationship Type="http://schemas.openxmlformats.org/officeDocument/2006/relationships/slide" Target="/ppt/slides/slide1.xml" Id="R7ef183ae2d95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5d2f7ba0d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53abd750f47d4" /><Relationship Type="http://schemas.openxmlformats.org/officeDocument/2006/relationships/notesMaster" Target="/ppt/notesMasters/notesMaster1.xml" Id="R216765d3aa744f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Environment Design and Calibrated Self-Play</a:t>
            </a:r>
          </a:p>
          <a:p xmlns:a="http://schemas.openxmlformats.org/drawingml/2006/main">
            <a:r>
              <a:t>Source: https://arxiv.org/abs/2610.14163v1</a:t>
            </a:r>
          </a:p>
          <a:p xmlns:a="http://schemas.openxmlformats.org/drawingml/2006/main">
            <a:r>
              <a:t>Approved image: fig3_environment_design_and_self_play.png; SHA-256: 2e033df9e34b9acff51d23703d51e4244a626cba5da8445c7543aca34ba9c4b3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(1).</a:t>
            </a:r>
          </a:p>
          <a:p xmlns:a="http://schemas.openxmlformats.org/drawingml/2006/main">
            <a:r>
              <a:t>Font substitution: source PDF families mapped to Arial, Courier New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bfb439a5d4d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4d1d54a574c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aefd381a14f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c97ef3b2d42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33754fe264e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abf4c64a9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E3CB0-9707-464D-B6D3-E760087C6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3565" y="2882265"/>
            <a:ext cx="14828520" cy="1102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086B03-A737-42C0-AA98-7FED21D61D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80348" y="4196239"/>
            <a:ext cx="1297495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70EFD8-E17C-403E-BD1D-B25714057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3565" y="3178969"/>
            <a:ext cx="14828520" cy="127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AFEB4-11C0-4D81-8113-235BEF307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593408"/>
            <a:ext cx="16450389" cy="932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0AEA87-7D78-4D8B-ABC8-ED1F3BCC1C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2119313"/>
            <a:ext cx="16450389" cy="474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31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1pPr>
            <a:lvl2pPr marL="59340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2pPr>
            <a:lvl3pPr marL="93249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3pPr>
            <a:lvl4pPr marL="127158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4pPr>
            <a:lvl5pPr marL="161067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5pPr>
            <a:lvl6pPr marL="194976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6pPr>
            <a:lvl7pPr marL="228885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7pPr>
            <a:lvl8pPr marL="262794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8pPr>
            <a:lvl9pPr marL="296703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2C5350-1FF7-453F-8753-983C03CC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593408"/>
            <a:ext cx="16450389" cy="932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F11556-B72A-4B35-A525-534040795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2119313"/>
            <a:ext cx="7645956" cy="474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31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1pPr>
            <a:lvl2pPr marL="59340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2pPr>
            <a:lvl3pPr marL="93249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3pPr>
            <a:lvl4pPr marL="127158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4pPr>
            <a:lvl5pPr marL="161067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5pPr>
            <a:lvl6pPr marL="194976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6pPr>
            <a:lvl7pPr marL="228885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7pPr>
            <a:lvl8pPr marL="262794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8pPr>
            <a:lvl9pPr marL="296703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785FA4-640E-4D5A-AC5E-208227C6C6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847064" y="2119313"/>
            <a:ext cx="7645956" cy="474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31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1pPr>
            <a:lvl2pPr marL="59340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2pPr>
            <a:lvl3pPr marL="93249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3pPr>
            <a:lvl4pPr marL="127158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4pPr>
            <a:lvl5pPr marL="161067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5pPr>
            <a:lvl6pPr marL="194976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6pPr>
            <a:lvl7pPr marL="228885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7pPr>
            <a:lvl8pPr marL="262794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8pPr>
            <a:lvl9pPr marL="296703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0B0885-379D-465F-B822-2A873C3C7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593408"/>
            <a:ext cx="16450389" cy="932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3991A-5E35-4AD2-9DBC-AA3D92F3A0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2119313"/>
            <a:ext cx="7645956" cy="474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31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1pPr>
            <a:lvl2pPr marL="59340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2pPr>
            <a:lvl3pPr marL="93249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3pPr>
            <a:lvl4pPr marL="127158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4pPr>
            <a:lvl5pPr marL="161067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5pPr>
            <a:lvl6pPr marL="194976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6pPr>
            <a:lvl7pPr marL="228885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7pPr>
            <a:lvl8pPr marL="262794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8pPr>
            <a:lvl9pPr marL="2967038" indent="-254318">
              <a:lnSpc>
                <a:spcPct val="110000"/>
              </a:lnSpc>
              <a:spcBef>
                <a:spcPts val="0"/>
              </a:spcBef>
              <a:spcAft>
                <a:spcPts val="13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a95c36ceda4f07" /><Relationship Type="http://schemas.openxmlformats.org/officeDocument/2006/relationships/slideLayout" Target="/ppt/slideLayouts/slideLayout1.xml" Id="Rf49e3f66c1fc4f56" /><Relationship Type="http://schemas.openxmlformats.org/officeDocument/2006/relationships/slideLayout" Target="/ppt/slideLayouts/slideLayout2.xml" Id="Re5594bd654164c9b" /><Relationship Type="http://schemas.openxmlformats.org/officeDocument/2006/relationships/slideLayout" Target="/ppt/slideLayouts/slideLayout3.xml" Id="Rd131d687c1fb40ca" /><Relationship Type="http://schemas.openxmlformats.org/officeDocument/2006/relationships/slideLayout" Target="/ppt/slideLayouts/slideLayout4.xml" Id="Ra672b63fd3e44397" /><Relationship Type="http://schemas.openxmlformats.org/officeDocument/2006/relationships/slideLayout" Target="/ppt/slideLayouts/slideLayout5.xml" Id="Rb51d979598c4490c" /><Relationship Type="http://schemas.openxmlformats.org/officeDocument/2006/relationships/slideLayout" Target="/ppt/slideLayouts/slideLayout6.xml" Id="R74642fbf52b2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e3f66c1fc4f56"/>
    <p:sldLayoutId xmlns:r="http://schemas.openxmlformats.org/officeDocument/2006/relationships" id="2147483650" r:id="Re5594bd654164c9b"/>
    <p:sldLayoutId xmlns:r="http://schemas.openxmlformats.org/officeDocument/2006/relationships" id="2147483651" r:id="Rd131d687c1fb40ca"/>
    <p:sldLayoutId xmlns:r="http://schemas.openxmlformats.org/officeDocument/2006/relationships" id="2147483652" r:id="Ra672b63fd3e44397"/>
    <p:sldLayoutId xmlns:r="http://schemas.openxmlformats.org/officeDocument/2006/relationships" id="2147483653" r:id="Rb51d979598c4490c"/>
    <p:sldLayoutId xmlns:r="http://schemas.openxmlformats.org/officeDocument/2006/relationships" id="2147483654" r:id="R74642fbf52b2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222edf3c1478f" /><Relationship Type="http://schemas.openxmlformats.org/officeDocument/2006/relationships/image" Target="/ppt/media/image.png" Id="R06861ae665044f2f" /><Relationship Type="http://schemas.openxmlformats.org/officeDocument/2006/relationships/notesSlide" Target="/ppt/notesSlides/notesSlide1.xml" Id="R05d5b991dcc547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path-1">
            <a:extLst xmlns:a="http://schemas.openxmlformats.org/drawingml/2006/main">
              <a:ext uri="{FF2B5EF4-FFF2-40B4-BE49-F238E27FC236}">
                <a16:creationId xmlns:a16="http://schemas.microsoft.com/office/drawing/2014/main" id="{E4389978-AA38-4E03-841D-CDF72B0B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535650" cy="7629525"/>
          </a:xfrm>
          <a:custGeom xmlns:a="http://schemas.openxmlformats.org/drawingml/2006/main">
            <a:pathLst>
              <a:path w="18535650" h="7629525">
                <a:moveTo>
                  <a:pt x="18535650" y="0"/>
                </a:moveTo>
                <a:lnTo>
                  <a:pt x="0" y="0"/>
                </a:lnTo>
                <a:lnTo>
                  <a:pt x="0" y="7629525"/>
                </a:lnTo>
                <a:lnTo>
                  <a:pt x="18535650" y="7629525"/>
                </a:lnTo>
                <a:lnTo>
                  <a:pt x="185356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09D6B00-20B7-4D42-945D-D5B9499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780" y="217174"/>
            <a:ext cx="755781" cy="7195886"/>
          </a:xfrm>
          <a:custGeom xmlns:a="http://schemas.openxmlformats.org/drawingml/2006/main">
            <a:pathLst>
              <a:path w="755781" h="7195886">
                <a:moveTo>
                  <a:pt x="0" y="1202862"/>
                </a:moveTo>
                <a:lnTo>
                  <a:pt x="755781" y="0"/>
                </a:lnTo>
                <a:lnTo>
                  <a:pt x="755781" y="7195886"/>
                </a:lnTo>
                <a:lnTo>
                  <a:pt x="0" y="1820261"/>
                </a:lnTo>
                <a:lnTo>
                  <a:pt x="0" y="1202862"/>
                </a:lnTo>
              </a:path>
            </a:pathLst>
          </a:custGeom>
          <a:solidFill xmlns:a="http://schemas.openxmlformats.org/drawingml/2006/main">
            <a:srgbClr val="F4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06BFBD91-AD3C-484B-9816-A210BBA0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780" y="217174"/>
            <a:ext cx="755781" cy="7195886"/>
          </a:xfrm>
          <a:custGeom xmlns:a="http://schemas.openxmlformats.org/drawingml/2006/main">
            <a:pathLst>
              <a:path w="755781" h="7195886">
                <a:moveTo>
                  <a:pt x="0" y="1202862"/>
                </a:moveTo>
                <a:lnTo>
                  <a:pt x="755781" y="0"/>
                </a:lnTo>
                <a:moveTo>
                  <a:pt x="0" y="1820261"/>
                </a:moveTo>
                <a:lnTo>
                  <a:pt x="92582" y="2480238"/>
                </a:lnTo>
                <a:moveTo>
                  <a:pt x="135160" y="2778293"/>
                </a:moveTo>
                <a:lnTo>
                  <a:pt x="755781" y="7195886"/>
                </a:lnTo>
              </a:path>
            </a:pathLst>
          </a:custGeom>
          <a:noFill xmlns:a="http://schemas.openxmlformats.org/drawingml/2006/main"/>
          <a:ln xmlns:a="http://schemas.openxmlformats.org/drawingml/2006/main" w="15967">
            <a:solidFill>
              <a:srgbClr val="D5C8E3"/>
            </a:solidFill>
            <a:prstDash val="dash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D0EDFE4D-665E-4682-9EE8-CF63C9BC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96" y="1398747"/>
            <a:ext cx="2469594" cy="659977"/>
          </a:xfrm>
          <a:custGeom xmlns:a="http://schemas.openxmlformats.org/drawingml/2006/main">
            <a:pathLst>
              <a:path w="2469594" h="659977">
                <a:moveTo>
                  <a:pt x="127738" y="0"/>
                </a:moveTo>
                <a:lnTo>
                  <a:pt x="2341856" y="0"/>
                </a:lnTo>
                <a:cubicBezTo>
                  <a:pt x="2412595" y="0"/>
                  <a:pt x="2469594" y="56999"/>
                  <a:pt x="2469594" y="127738"/>
                </a:cubicBezTo>
                <a:lnTo>
                  <a:pt x="2469594" y="532240"/>
                </a:lnTo>
                <a:cubicBezTo>
                  <a:pt x="2469594" y="602978"/>
                  <a:pt x="2412595" y="659977"/>
                  <a:pt x="2341856" y="659977"/>
                </a:cubicBezTo>
                <a:lnTo>
                  <a:pt x="127738" y="659977"/>
                </a:lnTo>
                <a:cubicBezTo>
                  <a:pt x="57000" y="659977"/>
                  <a:pt x="0" y="602978"/>
                  <a:pt x="0" y="532240"/>
                </a:cubicBezTo>
                <a:lnTo>
                  <a:pt x="0" y="127738"/>
                </a:lnTo>
                <a:cubicBezTo>
                  <a:pt x="0" y="56999"/>
                  <a:pt x="57000" y="0"/>
                  <a:pt x="12773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290">
            <a:solidFill>
              <a:srgbClr val="8062A5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60EC644E-DB2D-47B5-BCF7-F24F960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34" y="1585031"/>
            <a:ext cx="383213" cy="287410"/>
          </a:xfrm>
          <a:custGeom xmlns:a="http://schemas.openxmlformats.org/drawingml/2006/main">
            <a:pathLst>
              <a:path w="383213" h="287410">
                <a:moveTo>
                  <a:pt x="359269" y="0"/>
                </a:moveTo>
                <a:lnTo>
                  <a:pt x="23958" y="0"/>
                </a:lnTo>
                <a:cubicBezTo>
                  <a:pt x="10702" y="0"/>
                  <a:pt x="0" y="10702"/>
                  <a:pt x="0" y="23944"/>
                </a:cubicBezTo>
                <a:lnTo>
                  <a:pt x="0" y="263466"/>
                </a:lnTo>
                <a:cubicBezTo>
                  <a:pt x="0" y="276708"/>
                  <a:pt x="10702" y="287410"/>
                  <a:pt x="23958" y="287410"/>
                </a:cubicBezTo>
                <a:lnTo>
                  <a:pt x="359269" y="287410"/>
                </a:lnTo>
                <a:cubicBezTo>
                  <a:pt x="372526" y="287410"/>
                  <a:pt x="383213" y="276708"/>
                  <a:pt x="383213" y="263466"/>
                </a:cubicBezTo>
                <a:lnTo>
                  <a:pt x="383213" y="23944"/>
                </a:lnTo>
                <a:cubicBezTo>
                  <a:pt x="383213" y="10702"/>
                  <a:pt x="372526" y="0"/>
                  <a:pt x="359269" y="0"/>
                </a:cubicBezTo>
                <a:moveTo>
                  <a:pt x="95803" y="143705"/>
                </a:moveTo>
                <a:lnTo>
                  <a:pt x="71860" y="143705"/>
                </a:lnTo>
                <a:lnTo>
                  <a:pt x="71860" y="167663"/>
                </a:lnTo>
                <a:lnTo>
                  <a:pt x="47901" y="167663"/>
                </a:lnTo>
                <a:lnTo>
                  <a:pt x="47901" y="143705"/>
                </a:lnTo>
                <a:lnTo>
                  <a:pt x="71860" y="143705"/>
                </a:lnTo>
                <a:lnTo>
                  <a:pt x="71860" y="119747"/>
                </a:lnTo>
                <a:lnTo>
                  <a:pt x="95803" y="119747"/>
                </a:lnTo>
                <a:lnTo>
                  <a:pt x="95803" y="95803"/>
                </a:lnTo>
                <a:lnTo>
                  <a:pt x="71860" y="95803"/>
                </a:lnTo>
                <a:lnTo>
                  <a:pt x="71860" y="71860"/>
                </a:lnTo>
                <a:lnTo>
                  <a:pt x="47901" y="71860"/>
                </a:lnTo>
                <a:lnTo>
                  <a:pt x="47901" y="47902"/>
                </a:lnTo>
                <a:lnTo>
                  <a:pt x="71860" y="47902"/>
                </a:lnTo>
                <a:lnTo>
                  <a:pt x="71860" y="71860"/>
                </a:lnTo>
                <a:lnTo>
                  <a:pt x="95803" y="71860"/>
                </a:lnTo>
                <a:lnTo>
                  <a:pt x="95803" y="95803"/>
                </a:lnTo>
                <a:lnTo>
                  <a:pt x="119761" y="95803"/>
                </a:lnTo>
                <a:lnTo>
                  <a:pt x="119761" y="119747"/>
                </a:lnTo>
                <a:lnTo>
                  <a:pt x="95803" y="119747"/>
                </a:lnTo>
                <a:lnTo>
                  <a:pt x="95803" y="143705"/>
                </a:lnTo>
                <a:moveTo>
                  <a:pt x="119761" y="167663"/>
                </a:moveTo>
                <a:lnTo>
                  <a:pt x="191606" y="167663"/>
                </a:lnTo>
                <a:lnTo>
                  <a:pt x="191606" y="191606"/>
                </a:lnTo>
                <a:lnTo>
                  <a:pt x="119761" y="191606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606C7745-5C7D-4A30-8D2B-94B385F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96" y="5763115"/>
            <a:ext cx="2469594" cy="659977"/>
          </a:xfrm>
          <a:custGeom xmlns:a="http://schemas.openxmlformats.org/drawingml/2006/main">
            <a:pathLst>
              <a:path w="2469594" h="659977">
                <a:moveTo>
                  <a:pt x="127738" y="0"/>
                </a:moveTo>
                <a:lnTo>
                  <a:pt x="2341856" y="0"/>
                </a:lnTo>
                <a:cubicBezTo>
                  <a:pt x="2412595" y="0"/>
                  <a:pt x="2469594" y="56999"/>
                  <a:pt x="2469594" y="127738"/>
                </a:cubicBezTo>
                <a:lnTo>
                  <a:pt x="2469594" y="532240"/>
                </a:lnTo>
                <a:cubicBezTo>
                  <a:pt x="2469594" y="602978"/>
                  <a:pt x="2412595" y="659977"/>
                  <a:pt x="2341856" y="659977"/>
                </a:cubicBezTo>
                <a:lnTo>
                  <a:pt x="127738" y="659977"/>
                </a:lnTo>
                <a:cubicBezTo>
                  <a:pt x="57000" y="659977"/>
                  <a:pt x="0" y="602978"/>
                  <a:pt x="0" y="532240"/>
                </a:cubicBezTo>
                <a:lnTo>
                  <a:pt x="0" y="127738"/>
                </a:lnTo>
                <a:cubicBezTo>
                  <a:pt x="0" y="56999"/>
                  <a:pt x="57000" y="0"/>
                  <a:pt x="127738" y="0"/>
                </a:cubicBezTo>
              </a:path>
            </a:pathLst>
          </a:custGeom>
          <a:solidFill xmlns:a="http://schemas.openxmlformats.org/drawingml/2006/main">
            <a:srgbClr val="E0F0E9"/>
          </a:solidFill>
          <a:ln xmlns:a="http://schemas.openxmlformats.org/drawingml/2006/main" w="21290">
            <a:solidFill>
              <a:srgbClr val="237F7B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E1A618C5-8FA5-430D-BAFD-3B9C351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31" y="5918686"/>
            <a:ext cx="347943" cy="344906"/>
          </a:xfrm>
          <a:custGeom xmlns:a="http://schemas.openxmlformats.org/drawingml/2006/main">
            <a:pathLst>
              <a:path w="347943" h="344906">
                <a:moveTo>
                  <a:pt x="341854" y="282030"/>
                </a:moveTo>
                <a:lnTo>
                  <a:pt x="202351" y="142541"/>
                </a:lnTo>
                <a:cubicBezTo>
                  <a:pt x="216103" y="107285"/>
                  <a:pt x="208454" y="65913"/>
                  <a:pt x="179343" y="36760"/>
                </a:cubicBezTo>
                <a:cubicBezTo>
                  <a:pt x="148686" y="6103"/>
                  <a:pt x="102729" y="0"/>
                  <a:pt x="65912" y="16848"/>
                </a:cubicBezTo>
                <a:lnTo>
                  <a:pt x="131839" y="82774"/>
                </a:lnTo>
                <a:lnTo>
                  <a:pt x="85825" y="128731"/>
                </a:lnTo>
                <a:lnTo>
                  <a:pt x="18408" y="62818"/>
                </a:lnTo>
                <a:cubicBezTo>
                  <a:pt x="0" y="99622"/>
                  <a:pt x="7650" y="145592"/>
                  <a:pt x="38307" y="176249"/>
                </a:cubicBezTo>
                <a:cubicBezTo>
                  <a:pt x="67474" y="205416"/>
                  <a:pt x="108832" y="213066"/>
                  <a:pt x="144088" y="199256"/>
                </a:cubicBezTo>
                <a:lnTo>
                  <a:pt x="283577" y="338746"/>
                </a:lnTo>
                <a:cubicBezTo>
                  <a:pt x="289737" y="344906"/>
                  <a:pt x="298878" y="344906"/>
                  <a:pt x="305037" y="338746"/>
                </a:cubicBezTo>
                <a:lnTo>
                  <a:pt x="340293" y="303490"/>
                </a:lnTo>
                <a:cubicBezTo>
                  <a:pt x="347943" y="297387"/>
                  <a:pt x="347943" y="286629"/>
                  <a:pt x="341854" y="282030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382EC-0521-4EC1-B066-E6F0DD69E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61ae665044f2f"/>
          <a:stretch xmlns:a="http://schemas.openxmlformats.org/drawingml/2006/main"/>
        </p:blipFill>
        <p:spPr>
          <a:xfrm xmlns:a="http://schemas.openxmlformats.org/drawingml/2006/main">
            <a:off x="514105" y="3206478"/>
            <a:ext cx="1876425" cy="1400175"/>
          </a:xfrm>
          <a:prstGeom xmlns:a="http://schemas.openxmlformats.org/drawingml/2006/main" prst="rect">
            <a:avLst/>
          </a:prstGeom>
        </p:spPr>
      </p:pic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DB1C7E3F-2FCB-4AE5-BCA0-B99EEAA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5" y="3229653"/>
            <a:ext cx="1809616" cy="1362534"/>
          </a:xfrm>
          <a:custGeom xmlns:a="http://schemas.openxmlformats.org/drawingml/2006/main">
            <a:pathLst>
              <a:path w="1809616" h="1362534">
                <a:moveTo>
                  <a:pt x="191606" y="0"/>
                </a:moveTo>
                <a:lnTo>
                  <a:pt x="1618010" y="0"/>
                </a:lnTo>
                <a:cubicBezTo>
                  <a:pt x="1724174" y="0"/>
                  <a:pt x="1809616" y="85442"/>
                  <a:pt x="1809616" y="191606"/>
                </a:cubicBezTo>
                <a:lnTo>
                  <a:pt x="1809616" y="1170928"/>
                </a:lnTo>
                <a:cubicBezTo>
                  <a:pt x="1809616" y="1277092"/>
                  <a:pt x="1724174" y="1362534"/>
                  <a:pt x="1618010" y="1362534"/>
                </a:cubicBezTo>
                <a:lnTo>
                  <a:pt x="191606" y="1362534"/>
                </a:lnTo>
                <a:cubicBezTo>
                  <a:pt x="85442" y="1362534"/>
                  <a:pt x="0" y="1277092"/>
                  <a:pt x="0" y="1170928"/>
                </a:cubicBezTo>
                <a:lnTo>
                  <a:pt x="0" y="191606"/>
                </a:lnTo>
                <a:cubicBezTo>
                  <a:pt x="0" y="85442"/>
                  <a:pt x="85442" y="0"/>
                  <a:pt x="19160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67">
            <a:solidFill>
              <a:srgbClr val="B5ACBC"/>
            </a:solidFill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51F2D77B-5213-456D-804D-37D2F3F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93" y="3397145"/>
            <a:ext cx="411599" cy="452730"/>
          </a:xfrm>
          <a:custGeom xmlns:a="http://schemas.openxmlformats.org/drawingml/2006/main">
            <a:pathLst>
              <a:path w="411599" h="452730">
                <a:moveTo>
                  <a:pt x="0" y="72015"/>
                </a:moveTo>
                <a:lnTo>
                  <a:pt x="205800" y="0"/>
                </a:lnTo>
                <a:lnTo>
                  <a:pt x="411599" y="226365"/>
                </a:lnTo>
                <a:lnTo>
                  <a:pt x="205800" y="452730"/>
                </a:lnTo>
                <a:lnTo>
                  <a:pt x="0" y="380715"/>
                </a:lnTo>
                <a:lnTo>
                  <a:pt x="205800" y="0"/>
                </a:lnTo>
                <a:moveTo>
                  <a:pt x="0" y="72015"/>
                </a:moveTo>
                <a:lnTo>
                  <a:pt x="205800" y="452730"/>
                </a:lnTo>
                <a:moveTo>
                  <a:pt x="205800" y="0"/>
                </a:moveTo>
                <a:lnTo>
                  <a:pt x="205800" y="452730"/>
                </a:lnTo>
              </a:path>
            </a:pathLst>
          </a:custGeom>
          <a:noFill xmlns:a="http://schemas.openxmlformats.org/drawingml/2006/main"/>
          <a:ln xmlns:a="http://schemas.openxmlformats.org/drawingml/2006/main" w="25725">
            <a:solidFill>
              <a:srgbClr val="62556E"/>
            </a:solidFill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BBA1DE45-69CA-483E-81F0-7CAEBC50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62" y="3428029"/>
            <a:ext cx="82263" cy="82263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2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2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F5483ECC-F5E7-46BC-B10B-9D00651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62" y="3736728"/>
            <a:ext cx="82263" cy="82263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2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2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70E5B0A7-FC35-482C-9A6F-3D4025D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61" y="3355943"/>
            <a:ext cx="82263" cy="82334"/>
          </a:xfrm>
          <a:custGeom xmlns:a="http://schemas.openxmlformats.org/drawingml/2006/main">
            <a:pathLst>
              <a:path w="82263" h="82334">
                <a:moveTo>
                  <a:pt x="82263" y="41203"/>
                </a:moveTo>
                <a:cubicBezTo>
                  <a:pt x="82263" y="63925"/>
                  <a:pt x="63869" y="82334"/>
                  <a:pt x="41132" y="82334"/>
                </a:cubicBezTo>
                <a:cubicBezTo>
                  <a:pt x="18394" y="82334"/>
                  <a:pt x="0" y="63925"/>
                  <a:pt x="0" y="41203"/>
                </a:cubicBezTo>
                <a:cubicBezTo>
                  <a:pt x="0" y="18465"/>
                  <a:pt x="18394" y="0"/>
                  <a:pt x="41132" y="0"/>
                </a:cubicBezTo>
                <a:cubicBezTo>
                  <a:pt x="63869" y="0"/>
                  <a:pt x="82263" y="18465"/>
                  <a:pt x="82263" y="41203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2E137F4E-5CC5-4862-803F-076127C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61" y="3808744"/>
            <a:ext cx="82263" cy="82334"/>
          </a:xfrm>
          <a:custGeom xmlns:a="http://schemas.openxmlformats.org/drawingml/2006/main">
            <a:pathLst>
              <a:path w="82263" h="82334">
                <a:moveTo>
                  <a:pt x="82263" y="41131"/>
                </a:moveTo>
                <a:cubicBezTo>
                  <a:pt x="82263" y="63868"/>
                  <a:pt x="63869" y="82334"/>
                  <a:pt x="41132" y="82334"/>
                </a:cubicBezTo>
                <a:cubicBezTo>
                  <a:pt x="18394" y="82334"/>
                  <a:pt x="0" y="63868"/>
                  <a:pt x="0" y="41131"/>
                </a:cubicBezTo>
                <a:cubicBezTo>
                  <a:pt x="0" y="18408"/>
                  <a:pt x="18394" y="0"/>
                  <a:pt x="41132" y="0"/>
                </a:cubicBezTo>
                <a:cubicBezTo>
                  <a:pt x="63869" y="0"/>
                  <a:pt x="82263" y="18408"/>
                  <a:pt x="82263" y="41131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ADEA4E82-F9D5-4B62-9D6B-022EC8F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61" y="3582379"/>
            <a:ext cx="82263" cy="82263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1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1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8FA69555-F3C3-4E92-951F-E04DD034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39" y="2101304"/>
            <a:ext cx="372568" cy="1085770"/>
          </a:xfrm>
          <a:custGeom xmlns:a="http://schemas.openxmlformats.org/drawingml/2006/main">
            <a:pathLst>
              <a:path w="372568" h="1085770">
                <a:moveTo>
                  <a:pt x="319344" y="0"/>
                </a:moveTo>
                <a:cubicBezTo>
                  <a:pt x="0" y="361923"/>
                  <a:pt x="0" y="681267"/>
                  <a:pt x="372568" y="10857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AB32CFCA-CAD1-4D17-9E24-CB7B872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0" y="2995297"/>
            <a:ext cx="200250" cy="205857"/>
          </a:xfrm>
          <a:custGeom xmlns:a="http://schemas.openxmlformats.org/drawingml/2006/main">
            <a:pathLst>
              <a:path w="200250" h="205857">
                <a:moveTo>
                  <a:pt x="140923" y="0"/>
                </a:moveTo>
                <a:lnTo>
                  <a:pt x="200250" y="205857"/>
                </a:lnTo>
                <a:lnTo>
                  <a:pt x="0" y="129852"/>
                </a:lnTo>
                <a:lnTo>
                  <a:pt x="140923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32EE8DF6-21D5-42F2-BFCB-E145B9E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79" y="2101304"/>
            <a:ext cx="372568" cy="1107059"/>
          </a:xfrm>
          <a:custGeom xmlns:a="http://schemas.openxmlformats.org/drawingml/2006/main">
            <a:pathLst>
              <a:path w="372568" h="1107059">
                <a:moveTo>
                  <a:pt x="0" y="1107059"/>
                </a:moveTo>
                <a:cubicBezTo>
                  <a:pt x="372568" y="681267"/>
                  <a:pt x="372568" y="361923"/>
                  <a:pt x="5322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3C6159BE-77A5-44C0-B6D4-DB2D7D78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00" y="2086940"/>
            <a:ext cx="198660" cy="207077"/>
          </a:xfrm>
          <a:custGeom xmlns:a="http://schemas.openxmlformats.org/drawingml/2006/main">
            <a:pathLst>
              <a:path w="198660" h="207077">
                <a:moveTo>
                  <a:pt x="54955" y="207077"/>
                </a:moveTo>
                <a:lnTo>
                  <a:pt x="0" y="0"/>
                </a:lnTo>
                <a:lnTo>
                  <a:pt x="198660" y="80290"/>
                </a:lnTo>
                <a:lnTo>
                  <a:pt x="54955" y="207077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C3DFADD3-14D6-4746-B57F-810C37A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39" y="4634766"/>
            <a:ext cx="372568" cy="1085770"/>
          </a:xfrm>
          <a:custGeom xmlns:a="http://schemas.openxmlformats.org/drawingml/2006/main">
            <a:pathLst>
              <a:path w="372568" h="1085770">
                <a:moveTo>
                  <a:pt x="319344" y="1085770"/>
                </a:moveTo>
                <a:cubicBezTo>
                  <a:pt x="0" y="723847"/>
                  <a:pt x="0" y="383213"/>
                  <a:pt x="3725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237F7B"/>
            </a:solidFill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83754353-5AAB-4298-9E85-45CEA81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12" y="4621014"/>
            <a:ext cx="202251" cy="204195"/>
          </a:xfrm>
          <a:custGeom xmlns:a="http://schemas.openxmlformats.org/drawingml/2006/main">
            <a:pathLst>
              <a:path w="202251" h="204195">
                <a:moveTo>
                  <a:pt x="0" y="70639"/>
                </a:moveTo>
                <a:lnTo>
                  <a:pt x="202251" y="0"/>
                </a:lnTo>
                <a:lnTo>
                  <a:pt x="137389" y="204195"/>
                </a:lnTo>
                <a:lnTo>
                  <a:pt x="0" y="7063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26B7C222-189B-4C43-8D60-C6E9983A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79" y="4613477"/>
            <a:ext cx="372568" cy="1107059"/>
          </a:xfrm>
          <a:custGeom xmlns:a="http://schemas.openxmlformats.org/drawingml/2006/main">
            <a:pathLst>
              <a:path w="372568" h="1107059">
                <a:moveTo>
                  <a:pt x="0" y="0"/>
                </a:moveTo>
                <a:cubicBezTo>
                  <a:pt x="372568" y="404502"/>
                  <a:pt x="372568" y="745136"/>
                  <a:pt x="53224" y="11070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237F7B"/>
            </a:solidFill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F8DA85C9-97E0-4F59-BB6F-AA68CC0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00" y="5527823"/>
            <a:ext cx="198660" cy="207077"/>
          </a:xfrm>
          <a:custGeom xmlns:a="http://schemas.openxmlformats.org/drawingml/2006/main">
            <a:pathLst>
              <a:path w="198660" h="207077">
                <a:moveTo>
                  <a:pt x="198660" y="126787"/>
                </a:moveTo>
                <a:lnTo>
                  <a:pt x="0" y="207077"/>
                </a:lnTo>
                <a:lnTo>
                  <a:pt x="54955" y="0"/>
                </a:lnTo>
                <a:lnTo>
                  <a:pt x="198660" y="126787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849143BF-6DC0-478A-A6F3-C417DFE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81" y="2452582"/>
            <a:ext cx="404502" cy="404502"/>
          </a:xfrm>
          <a:custGeom xmlns:a="http://schemas.openxmlformats.org/drawingml/2006/main">
            <a:pathLst>
              <a:path w="404502" h="404502">
                <a:moveTo>
                  <a:pt x="404502" y="202251"/>
                </a:moveTo>
                <a:cubicBezTo>
                  <a:pt x="404502" y="313965"/>
                  <a:pt x="313965" y="404502"/>
                  <a:pt x="202251" y="404502"/>
                </a:cubicBezTo>
                <a:cubicBezTo>
                  <a:pt x="90538" y="404502"/>
                  <a:pt x="0" y="313965"/>
                  <a:pt x="0" y="202251"/>
                </a:cubicBezTo>
                <a:cubicBezTo>
                  <a:pt x="0" y="90538"/>
                  <a:pt x="90538" y="0"/>
                  <a:pt x="202251" y="0"/>
                </a:cubicBezTo>
                <a:cubicBezTo>
                  <a:pt x="313965" y="0"/>
                  <a:pt x="404502" y="90538"/>
                  <a:pt x="404502" y="202251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290">
            <a:solidFill>
              <a:srgbClr val="8062A5"/>
            </a:solidFill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DBCB487E-CE6B-402A-B40C-3E9568C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74" y="2580320"/>
            <a:ext cx="180961" cy="138382"/>
          </a:xfrm>
          <a:custGeom xmlns:a="http://schemas.openxmlformats.org/drawingml/2006/main">
            <a:pathLst>
              <a:path w="180961" h="138382">
                <a:moveTo>
                  <a:pt x="0" y="74514"/>
                </a:moveTo>
                <a:lnTo>
                  <a:pt x="53224" y="138382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58A8EC5B-96EC-4106-A246-3147C5E1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6" y="2603099"/>
            <a:ext cx="131726" cy="158182"/>
          </a:xfrm>
          <a:custGeom xmlns:a="http://schemas.openxmlformats.org/drawingml/2006/main">
            <a:pathLst>
              <a:path w="131726" h="158182">
                <a:moveTo>
                  <a:pt x="32318" y="3605"/>
                </a:moveTo>
                <a:lnTo>
                  <a:pt x="71292" y="3605"/>
                </a:lnTo>
                <a:lnTo>
                  <a:pt x="65089" y="33609"/>
                </a:lnTo>
                <a:cubicBezTo>
                  <a:pt x="79609" y="11213"/>
                  <a:pt x="95349" y="0"/>
                  <a:pt x="112381" y="0"/>
                </a:cubicBezTo>
                <a:cubicBezTo>
                  <a:pt x="118370" y="0"/>
                  <a:pt x="124857" y="1504"/>
                  <a:pt x="131726" y="4500"/>
                </a:cubicBezTo>
                <a:lnTo>
                  <a:pt x="115702" y="38705"/>
                </a:lnTo>
                <a:cubicBezTo>
                  <a:pt x="111927" y="37314"/>
                  <a:pt x="107882" y="36661"/>
                  <a:pt x="103610" y="36661"/>
                </a:cubicBezTo>
                <a:cubicBezTo>
                  <a:pt x="96470" y="36661"/>
                  <a:pt x="89147" y="39372"/>
                  <a:pt x="81667" y="44807"/>
                </a:cubicBezTo>
                <a:cubicBezTo>
                  <a:pt x="74287" y="50243"/>
                  <a:pt x="68524" y="57497"/>
                  <a:pt x="64309" y="66651"/>
                </a:cubicBezTo>
                <a:cubicBezTo>
                  <a:pt x="60150" y="75692"/>
                  <a:pt x="56048" y="90041"/>
                  <a:pt x="51947" y="109727"/>
                </a:cubicBezTo>
                <a:lnTo>
                  <a:pt x="41799" y="158182"/>
                </a:lnTo>
                <a:lnTo>
                  <a:pt x="0" y="158182"/>
                </a:lnTo>
                <a:lnTo>
                  <a:pt x="32318" y="360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8D98B265-C85E-46C1-8FA3-D678A69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71" y="2691040"/>
            <a:ext cx="133841" cy="144755"/>
          </a:xfrm>
          <a:custGeom xmlns:a="http://schemas.openxmlformats.org/drawingml/2006/main">
            <a:pathLst>
              <a:path w="133841" h="144755">
                <a:moveTo>
                  <a:pt x="29820" y="144755"/>
                </a:moveTo>
                <a:lnTo>
                  <a:pt x="0" y="144755"/>
                </a:lnTo>
                <a:lnTo>
                  <a:pt x="30331" y="0"/>
                </a:lnTo>
                <a:lnTo>
                  <a:pt x="89147" y="0"/>
                </a:lnTo>
                <a:cubicBezTo>
                  <a:pt x="99621" y="0"/>
                  <a:pt x="107881" y="1220"/>
                  <a:pt x="113984" y="3704"/>
                </a:cubicBezTo>
                <a:cubicBezTo>
                  <a:pt x="120087" y="6145"/>
                  <a:pt x="124913" y="10247"/>
                  <a:pt x="128462" y="15967"/>
                </a:cubicBezTo>
                <a:cubicBezTo>
                  <a:pt x="132010" y="21616"/>
                  <a:pt x="133841" y="28443"/>
                  <a:pt x="133841" y="36305"/>
                </a:cubicBezTo>
                <a:cubicBezTo>
                  <a:pt x="133841" y="43629"/>
                  <a:pt x="132393" y="50726"/>
                  <a:pt x="129569" y="57652"/>
                </a:cubicBezTo>
                <a:cubicBezTo>
                  <a:pt x="126744" y="64592"/>
                  <a:pt x="123239" y="70071"/>
                  <a:pt x="119080" y="74230"/>
                </a:cubicBezTo>
                <a:cubicBezTo>
                  <a:pt x="115035" y="78389"/>
                  <a:pt x="110607" y="81554"/>
                  <a:pt x="105838" y="83711"/>
                </a:cubicBezTo>
                <a:cubicBezTo>
                  <a:pt x="101126" y="85826"/>
                  <a:pt x="94753" y="87429"/>
                  <a:pt x="86705" y="88537"/>
                </a:cubicBezTo>
                <a:cubicBezTo>
                  <a:pt x="82050" y="89203"/>
                  <a:pt x="73293" y="89530"/>
                  <a:pt x="60434" y="89530"/>
                </a:cubicBezTo>
                <a:lnTo>
                  <a:pt x="41359" y="89530"/>
                </a:lnTo>
                <a:lnTo>
                  <a:pt x="29820" y="144755"/>
                </a:lnTo>
                <a:moveTo>
                  <a:pt x="46298" y="65529"/>
                </a:moveTo>
                <a:lnTo>
                  <a:pt x="55495" y="65529"/>
                </a:lnTo>
                <a:cubicBezTo>
                  <a:pt x="71235" y="65529"/>
                  <a:pt x="81724" y="64592"/>
                  <a:pt x="86989" y="62591"/>
                </a:cubicBezTo>
                <a:cubicBezTo>
                  <a:pt x="92255" y="60590"/>
                  <a:pt x="96413" y="57440"/>
                  <a:pt x="99465" y="53111"/>
                </a:cubicBezTo>
                <a:cubicBezTo>
                  <a:pt x="102460" y="48781"/>
                  <a:pt x="104007" y="44013"/>
                  <a:pt x="104007" y="38804"/>
                </a:cubicBezTo>
                <a:cubicBezTo>
                  <a:pt x="104007" y="35312"/>
                  <a:pt x="103170" y="32431"/>
                  <a:pt x="101622" y="30217"/>
                </a:cubicBezTo>
                <a:cubicBezTo>
                  <a:pt x="100132" y="27946"/>
                  <a:pt x="97904" y="26328"/>
                  <a:pt x="95079" y="25335"/>
                </a:cubicBezTo>
                <a:cubicBezTo>
                  <a:pt x="92312" y="24284"/>
                  <a:pt x="86095" y="23788"/>
                  <a:pt x="76458" y="23788"/>
                </a:cubicBezTo>
                <a:lnTo>
                  <a:pt x="55112" y="23788"/>
                </a:lnTo>
                <a:lnTo>
                  <a:pt x="46298" y="65529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68C0B006-60FB-4BDF-8F59-8870218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81" y="4964755"/>
            <a:ext cx="404502" cy="404502"/>
          </a:xfrm>
          <a:custGeom xmlns:a="http://schemas.openxmlformats.org/drawingml/2006/main">
            <a:pathLst>
              <a:path w="404502" h="404502">
                <a:moveTo>
                  <a:pt x="404502" y="202251"/>
                </a:moveTo>
                <a:cubicBezTo>
                  <a:pt x="404502" y="313965"/>
                  <a:pt x="313965" y="404502"/>
                  <a:pt x="202251" y="404502"/>
                </a:cubicBezTo>
                <a:cubicBezTo>
                  <a:pt x="90538" y="404502"/>
                  <a:pt x="0" y="313965"/>
                  <a:pt x="0" y="202251"/>
                </a:cubicBezTo>
                <a:cubicBezTo>
                  <a:pt x="0" y="90538"/>
                  <a:pt x="90538" y="0"/>
                  <a:pt x="202251" y="0"/>
                </a:cubicBezTo>
                <a:cubicBezTo>
                  <a:pt x="313965" y="0"/>
                  <a:pt x="404502" y="90538"/>
                  <a:pt x="404502" y="202251"/>
                </a:cubicBezTo>
              </a:path>
            </a:pathLst>
          </a:custGeom>
          <a:solidFill xmlns:a="http://schemas.openxmlformats.org/drawingml/2006/main">
            <a:srgbClr val="E0F0E9"/>
          </a:solidFill>
          <a:ln xmlns:a="http://schemas.openxmlformats.org/drawingml/2006/main" w="21290">
            <a:solidFill>
              <a:srgbClr val="237F7B"/>
            </a:solidFill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AFBF51A6-0AE7-4E40-9799-8C582E7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74" y="5092493"/>
            <a:ext cx="180961" cy="138383"/>
          </a:xfrm>
          <a:custGeom xmlns:a="http://schemas.openxmlformats.org/drawingml/2006/main">
            <a:pathLst>
              <a:path w="180961" h="138383">
                <a:moveTo>
                  <a:pt x="0" y="74514"/>
                </a:moveTo>
                <a:lnTo>
                  <a:pt x="53224" y="138383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237F7B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F6441561-800D-4981-964A-A7BAB473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6" y="5115273"/>
            <a:ext cx="131726" cy="158182"/>
          </a:xfrm>
          <a:custGeom xmlns:a="http://schemas.openxmlformats.org/drawingml/2006/main">
            <a:pathLst>
              <a:path w="131726" h="158182">
                <a:moveTo>
                  <a:pt x="32318" y="3605"/>
                </a:moveTo>
                <a:lnTo>
                  <a:pt x="71292" y="3605"/>
                </a:lnTo>
                <a:lnTo>
                  <a:pt x="65089" y="33609"/>
                </a:lnTo>
                <a:cubicBezTo>
                  <a:pt x="79609" y="11212"/>
                  <a:pt x="95349" y="0"/>
                  <a:pt x="112381" y="0"/>
                </a:cubicBezTo>
                <a:cubicBezTo>
                  <a:pt x="118370" y="0"/>
                  <a:pt x="124857" y="1504"/>
                  <a:pt x="131726" y="4499"/>
                </a:cubicBezTo>
                <a:lnTo>
                  <a:pt x="115702" y="38704"/>
                </a:lnTo>
                <a:cubicBezTo>
                  <a:pt x="111927" y="37313"/>
                  <a:pt x="107882" y="36660"/>
                  <a:pt x="103610" y="36660"/>
                </a:cubicBezTo>
                <a:cubicBezTo>
                  <a:pt x="96470" y="36660"/>
                  <a:pt x="89147" y="39371"/>
                  <a:pt x="81667" y="44807"/>
                </a:cubicBezTo>
                <a:cubicBezTo>
                  <a:pt x="74287" y="50243"/>
                  <a:pt x="68524" y="57496"/>
                  <a:pt x="64309" y="66650"/>
                </a:cubicBezTo>
                <a:cubicBezTo>
                  <a:pt x="60150" y="75691"/>
                  <a:pt x="56048" y="90040"/>
                  <a:pt x="51947" y="109727"/>
                </a:cubicBezTo>
                <a:lnTo>
                  <a:pt x="41799" y="158182"/>
                </a:lnTo>
                <a:lnTo>
                  <a:pt x="0" y="158182"/>
                </a:lnTo>
                <a:lnTo>
                  <a:pt x="32318" y="3605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4533EBD5-8063-4094-8561-8DA54E1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2" y="5200715"/>
            <a:ext cx="124189" cy="149751"/>
          </a:xfrm>
          <a:custGeom xmlns:a="http://schemas.openxmlformats.org/drawingml/2006/main">
            <a:pathLst>
              <a:path w="124189" h="149751">
                <a:moveTo>
                  <a:pt x="284" y="100345"/>
                </a:moveTo>
                <a:lnTo>
                  <a:pt x="28613" y="98855"/>
                </a:lnTo>
                <a:cubicBezTo>
                  <a:pt x="28996" y="107896"/>
                  <a:pt x="30558" y="113985"/>
                  <a:pt x="33268" y="117150"/>
                </a:cubicBezTo>
                <a:cubicBezTo>
                  <a:pt x="37598" y="122245"/>
                  <a:pt x="45631" y="124857"/>
                  <a:pt x="57340" y="124857"/>
                </a:cubicBezTo>
                <a:cubicBezTo>
                  <a:pt x="67091" y="124857"/>
                  <a:pt x="74130" y="123083"/>
                  <a:pt x="78459" y="119591"/>
                </a:cubicBezTo>
                <a:cubicBezTo>
                  <a:pt x="82831" y="116100"/>
                  <a:pt x="85002" y="111884"/>
                  <a:pt x="85002" y="106945"/>
                </a:cubicBezTo>
                <a:cubicBezTo>
                  <a:pt x="85002" y="102673"/>
                  <a:pt x="83228" y="99068"/>
                  <a:pt x="79680" y="96087"/>
                </a:cubicBezTo>
                <a:cubicBezTo>
                  <a:pt x="77182" y="93916"/>
                  <a:pt x="70312" y="90424"/>
                  <a:pt x="59057" y="85542"/>
                </a:cubicBezTo>
                <a:cubicBezTo>
                  <a:pt x="47859" y="80674"/>
                  <a:pt x="39641" y="76615"/>
                  <a:pt x="34432" y="73407"/>
                </a:cubicBezTo>
                <a:cubicBezTo>
                  <a:pt x="29280" y="70071"/>
                  <a:pt x="25235" y="65870"/>
                  <a:pt x="22297" y="60647"/>
                </a:cubicBezTo>
                <a:cubicBezTo>
                  <a:pt x="19302" y="55439"/>
                  <a:pt x="17855" y="49350"/>
                  <a:pt x="17855" y="42353"/>
                </a:cubicBezTo>
                <a:cubicBezTo>
                  <a:pt x="17855" y="30217"/>
                  <a:pt x="22240" y="20069"/>
                  <a:pt x="31055" y="12036"/>
                </a:cubicBezTo>
                <a:cubicBezTo>
                  <a:pt x="39925" y="4045"/>
                  <a:pt x="52671" y="0"/>
                  <a:pt x="69418" y="0"/>
                </a:cubicBezTo>
                <a:cubicBezTo>
                  <a:pt x="86379" y="0"/>
                  <a:pt x="99522" y="3989"/>
                  <a:pt x="108790" y="11979"/>
                </a:cubicBezTo>
                <a:cubicBezTo>
                  <a:pt x="118157" y="19899"/>
                  <a:pt x="123309" y="30544"/>
                  <a:pt x="124189" y="43743"/>
                </a:cubicBezTo>
                <a:lnTo>
                  <a:pt x="95647" y="45020"/>
                </a:lnTo>
                <a:cubicBezTo>
                  <a:pt x="94923" y="38137"/>
                  <a:pt x="92425" y="32828"/>
                  <a:pt x="88153" y="29167"/>
                </a:cubicBezTo>
                <a:cubicBezTo>
                  <a:pt x="83895" y="25448"/>
                  <a:pt x="77565" y="23617"/>
                  <a:pt x="69191" y="23617"/>
                </a:cubicBezTo>
                <a:cubicBezTo>
                  <a:pt x="60988" y="23617"/>
                  <a:pt x="55055" y="25065"/>
                  <a:pt x="51507" y="27946"/>
                </a:cubicBezTo>
                <a:cubicBezTo>
                  <a:pt x="48015" y="30827"/>
                  <a:pt x="46298" y="34489"/>
                  <a:pt x="46298" y="38918"/>
                </a:cubicBezTo>
                <a:cubicBezTo>
                  <a:pt x="46298" y="43076"/>
                  <a:pt x="47901" y="46511"/>
                  <a:pt x="51123" y="49179"/>
                </a:cubicBezTo>
                <a:cubicBezTo>
                  <a:pt x="54345" y="51947"/>
                  <a:pt x="61484" y="55722"/>
                  <a:pt x="72583" y="60548"/>
                </a:cubicBezTo>
                <a:cubicBezTo>
                  <a:pt x="89218" y="67701"/>
                  <a:pt x="99806" y="73577"/>
                  <a:pt x="104348" y="78005"/>
                </a:cubicBezTo>
                <a:cubicBezTo>
                  <a:pt x="111117" y="84605"/>
                  <a:pt x="114552" y="93092"/>
                  <a:pt x="114552" y="103397"/>
                </a:cubicBezTo>
                <a:cubicBezTo>
                  <a:pt x="114552" y="116156"/>
                  <a:pt x="109443" y="127128"/>
                  <a:pt x="99309" y="136225"/>
                </a:cubicBezTo>
                <a:cubicBezTo>
                  <a:pt x="89275" y="145196"/>
                  <a:pt x="75181" y="149751"/>
                  <a:pt x="57170" y="149751"/>
                </a:cubicBezTo>
                <a:cubicBezTo>
                  <a:pt x="44694" y="149751"/>
                  <a:pt x="33879" y="147637"/>
                  <a:pt x="24739" y="143478"/>
                </a:cubicBezTo>
                <a:cubicBezTo>
                  <a:pt x="15697" y="139277"/>
                  <a:pt x="9268" y="133444"/>
                  <a:pt x="5493" y="126021"/>
                </a:cubicBezTo>
                <a:cubicBezTo>
                  <a:pt x="1732" y="118583"/>
                  <a:pt x="0" y="109997"/>
                  <a:pt x="284" y="100345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EE52E3EA-B46E-43F7-831D-16652FF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92" y="2262026"/>
            <a:ext cx="455399" cy="396029"/>
          </a:xfrm>
          <a:custGeom xmlns:a="http://schemas.openxmlformats.org/drawingml/2006/main">
            <a:pathLst>
              <a:path w="455399" h="396029">
                <a:moveTo>
                  <a:pt x="0" y="0"/>
                </a:moveTo>
                <a:lnTo>
                  <a:pt x="171594" y="0"/>
                </a:lnTo>
                <a:lnTo>
                  <a:pt x="244220" y="72625"/>
                </a:lnTo>
                <a:lnTo>
                  <a:pt x="455399" y="72625"/>
                </a:lnTo>
                <a:lnTo>
                  <a:pt x="455399" y="396029"/>
                </a:lnTo>
                <a:lnTo>
                  <a:pt x="0" y="39602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19799">
            <a:solidFill>
              <a:srgbClr val="8062A5"/>
            </a:solidFill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8C99F239-6E41-4CA8-9C45-AB0E7C0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18" y="2189457"/>
            <a:ext cx="297004" cy="389372"/>
          </a:xfrm>
          <a:custGeom xmlns:a="http://schemas.openxmlformats.org/drawingml/2006/main">
            <a:pathLst>
              <a:path w="297004" h="389372">
                <a:moveTo>
                  <a:pt x="0" y="0"/>
                </a:moveTo>
                <a:lnTo>
                  <a:pt x="204594" y="0"/>
                </a:lnTo>
                <a:lnTo>
                  <a:pt x="297004" y="92368"/>
                </a:lnTo>
                <a:lnTo>
                  <a:pt x="297004" y="389372"/>
                </a:lnTo>
                <a:lnTo>
                  <a:pt x="0" y="38937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799">
            <a:solidFill>
              <a:srgbClr val="8062A5"/>
            </a:solidFill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22930F4B-A8BB-4701-8E1F-74BCB758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401" y="2374237"/>
            <a:ext cx="158395" cy="79183"/>
          </a:xfrm>
          <a:custGeom xmlns:a="http://schemas.openxmlformats.org/drawingml/2006/main">
            <a:pathLst>
              <a:path w="158395" h="79183">
                <a:moveTo>
                  <a:pt x="0" y="0"/>
                </a:moveTo>
                <a:lnTo>
                  <a:pt x="158395" y="0"/>
                </a:lnTo>
                <a:moveTo>
                  <a:pt x="0" y="79183"/>
                </a:moveTo>
                <a:lnTo>
                  <a:pt x="158395" y="791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799">
            <a:solidFill>
              <a:srgbClr val="8062A5"/>
            </a:solidFill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60A3C79D-C55B-49CC-B684-53949BC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845" y="4837018"/>
            <a:ext cx="389088" cy="384987"/>
          </a:xfrm>
          <a:custGeom xmlns:a="http://schemas.openxmlformats.org/drawingml/2006/main">
            <a:pathLst>
              <a:path w="389088" h="384987">
                <a:moveTo>
                  <a:pt x="24838" y="0"/>
                </a:moveTo>
                <a:lnTo>
                  <a:pt x="364251" y="0"/>
                </a:lnTo>
                <a:cubicBezTo>
                  <a:pt x="378060" y="0"/>
                  <a:pt x="389088" y="11085"/>
                  <a:pt x="389088" y="24838"/>
                </a:cubicBezTo>
                <a:lnTo>
                  <a:pt x="389088" y="360149"/>
                </a:lnTo>
                <a:cubicBezTo>
                  <a:pt x="389088" y="373902"/>
                  <a:pt x="378060" y="384987"/>
                  <a:pt x="364251" y="384987"/>
                </a:cubicBezTo>
                <a:lnTo>
                  <a:pt x="24838" y="384987"/>
                </a:lnTo>
                <a:cubicBezTo>
                  <a:pt x="11042" y="384987"/>
                  <a:pt x="0" y="373902"/>
                  <a:pt x="0" y="360149"/>
                </a:cubicBezTo>
                <a:lnTo>
                  <a:pt x="0" y="24838"/>
                </a:lnTo>
                <a:cubicBezTo>
                  <a:pt x="0" y="11085"/>
                  <a:pt x="11042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279">
            <a:solidFill>
              <a:srgbClr val="78AAA4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704B9754-1C10-43F7-B21A-C818BE5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845" y="4928109"/>
            <a:ext cx="389088" cy="191"/>
          </a:xfrm>
          <a:custGeom xmlns:a="http://schemas.openxmlformats.org/drawingml/2006/main">
            <a:pathLst>
              <a:path w="389088" h="191">
                <a:moveTo>
                  <a:pt x="0" y="0"/>
                </a:moveTo>
                <a:lnTo>
                  <a:pt x="389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40">
            <a:solidFill>
              <a:srgbClr val="D4E7E2"/>
            </a:solidFill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23E67FCB-ABF2-49D9-A6DE-F27429C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943" y="4857697"/>
            <a:ext cx="66253" cy="49675"/>
          </a:xfrm>
          <a:custGeom xmlns:a="http://schemas.openxmlformats.org/drawingml/2006/main">
            <a:pathLst>
              <a:path w="66253" h="49675">
                <a:moveTo>
                  <a:pt x="62095" y="0"/>
                </a:moveTo>
                <a:lnTo>
                  <a:pt x="4158" y="0"/>
                </a:lnTo>
                <a:cubicBezTo>
                  <a:pt x="1831" y="0"/>
                  <a:pt x="0" y="1887"/>
                  <a:pt x="0" y="4158"/>
                </a:cubicBezTo>
                <a:lnTo>
                  <a:pt x="0" y="45574"/>
                </a:lnTo>
                <a:cubicBezTo>
                  <a:pt x="0" y="47845"/>
                  <a:pt x="1831" y="49675"/>
                  <a:pt x="4158" y="49675"/>
                </a:cubicBezTo>
                <a:lnTo>
                  <a:pt x="62095" y="49675"/>
                </a:lnTo>
                <a:cubicBezTo>
                  <a:pt x="64366" y="49675"/>
                  <a:pt x="66253" y="47845"/>
                  <a:pt x="66253" y="45574"/>
                </a:cubicBezTo>
                <a:lnTo>
                  <a:pt x="66253" y="4158"/>
                </a:lnTo>
                <a:cubicBezTo>
                  <a:pt x="66253" y="1887"/>
                  <a:pt x="64366" y="0"/>
                  <a:pt x="62095" y="0"/>
                </a:cubicBezTo>
                <a:moveTo>
                  <a:pt x="16577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260" y="28997"/>
                </a:lnTo>
                <a:lnTo>
                  <a:pt x="8260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77" y="20736"/>
                </a:lnTo>
                <a:lnTo>
                  <a:pt x="16577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260" y="12419"/>
                </a:lnTo>
                <a:lnTo>
                  <a:pt x="8260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77" y="12419"/>
                </a:lnTo>
                <a:lnTo>
                  <a:pt x="16577" y="16577"/>
                </a:lnTo>
                <a:lnTo>
                  <a:pt x="20679" y="16577"/>
                </a:lnTo>
                <a:lnTo>
                  <a:pt x="20679" y="20736"/>
                </a:lnTo>
                <a:lnTo>
                  <a:pt x="16577" y="20736"/>
                </a:lnTo>
                <a:lnTo>
                  <a:pt x="16577" y="24838"/>
                </a:lnTo>
                <a:moveTo>
                  <a:pt x="20679" y="28997"/>
                </a:moveTo>
                <a:lnTo>
                  <a:pt x="33098" y="28997"/>
                </a:lnTo>
                <a:lnTo>
                  <a:pt x="33098" y="33155"/>
                </a:lnTo>
                <a:lnTo>
                  <a:pt x="20679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26E574A8-C8CA-4793-B17F-3085A6B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899" y="4837018"/>
            <a:ext cx="82774" cy="82774"/>
          </a:xfrm>
          <a:custGeom xmlns:a="http://schemas.openxmlformats.org/drawingml/2006/main">
            <a:pathLst>
              <a:path w="82774" h="82774">
                <a:moveTo>
                  <a:pt x="82774" y="41415"/>
                </a:moveTo>
                <a:cubicBezTo>
                  <a:pt x="82774" y="64252"/>
                  <a:pt x="64266" y="82774"/>
                  <a:pt x="41358" y="82774"/>
                </a:cubicBezTo>
                <a:cubicBezTo>
                  <a:pt x="18522" y="82774"/>
                  <a:pt x="0" y="64252"/>
                  <a:pt x="0" y="41415"/>
                </a:cubicBezTo>
                <a:cubicBezTo>
                  <a:pt x="0" y="18522"/>
                  <a:pt x="18522" y="0"/>
                  <a:pt x="41358" y="0"/>
                </a:cubicBezTo>
                <a:cubicBezTo>
                  <a:pt x="64266" y="0"/>
                  <a:pt x="82774" y="18522"/>
                  <a:pt x="82774" y="41415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2377455A-DF8F-4E66-AD3B-65F9ECB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420" y="4857697"/>
            <a:ext cx="49675" cy="37257"/>
          </a:xfrm>
          <a:custGeom xmlns:a="http://schemas.openxmlformats.org/drawingml/2006/main">
            <a:pathLst>
              <a:path w="49675" h="37257">
                <a:moveTo>
                  <a:pt x="0" y="20736"/>
                </a:moveTo>
                <a:lnTo>
                  <a:pt x="16577" y="37257"/>
                </a:lnTo>
                <a:lnTo>
                  <a:pt x="49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19">
            <a:solidFill>
              <a:srgbClr val="32724F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24B40A69-393C-4922-85C3-D386B59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20" y="4981886"/>
            <a:ext cx="269058" cy="186284"/>
          </a:xfrm>
          <a:custGeom xmlns:a="http://schemas.openxmlformats.org/drawingml/2006/main">
            <a:pathLst>
              <a:path w="269058" h="186284">
                <a:moveTo>
                  <a:pt x="0" y="0"/>
                </a:moveTo>
                <a:lnTo>
                  <a:pt x="20679" y="20736"/>
                </a:lnTo>
                <a:lnTo>
                  <a:pt x="0" y="41416"/>
                </a:lnTo>
                <a:moveTo>
                  <a:pt x="53778" y="33155"/>
                </a:moveTo>
                <a:lnTo>
                  <a:pt x="211122" y="33155"/>
                </a:lnTo>
                <a:moveTo>
                  <a:pt x="53778" y="70412"/>
                </a:moveTo>
                <a:lnTo>
                  <a:pt x="269058" y="70412"/>
                </a:lnTo>
                <a:moveTo>
                  <a:pt x="0" y="115929"/>
                </a:moveTo>
                <a:lnTo>
                  <a:pt x="20679" y="136608"/>
                </a:lnTo>
                <a:lnTo>
                  <a:pt x="0" y="157345"/>
                </a:lnTo>
                <a:moveTo>
                  <a:pt x="53778" y="149027"/>
                </a:moveTo>
                <a:lnTo>
                  <a:pt x="186284" y="149027"/>
                </a:lnTo>
                <a:moveTo>
                  <a:pt x="53778" y="186284"/>
                </a:moveTo>
                <a:lnTo>
                  <a:pt x="252481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279">
            <a:solidFill>
              <a:srgbClr val="237F7B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25CCD2C3-F50A-49C5-A2A2-156A710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754" y="4899112"/>
            <a:ext cx="389145" cy="384987"/>
          </a:xfrm>
          <a:custGeom xmlns:a="http://schemas.openxmlformats.org/drawingml/2006/main">
            <a:pathLst>
              <a:path w="389145" h="384987">
                <a:moveTo>
                  <a:pt x="24838" y="0"/>
                </a:moveTo>
                <a:lnTo>
                  <a:pt x="364308" y="0"/>
                </a:lnTo>
                <a:cubicBezTo>
                  <a:pt x="378060" y="0"/>
                  <a:pt x="389145" y="11085"/>
                  <a:pt x="389145" y="24838"/>
                </a:cubicBezTo>
                <a:lnTo>
                  <a:pt x="389145" y="360149"/>
                </a:lnTo>
                <a:cubicBezTo>
                  <a:pt x="389145" y="373902"/>
                  <a:pt x="378060" y="384987"/>
                  <a:pt x="364308" y="384987"/>
                </a:cubicBezTo>
                <a:lnTo>
                  <a:pt x="24838" y="384987"/>
                </a:lnTo>
                <a:cubicBezTo>
                  <a:pt x="11099" y="384987"/>
                  <a:pt x="0" y="373902"/>
                  <a:pt x="0" y="360149"/>
                </a:cubicBezTo>
                <a:lnTo>
                  <a:pt x="0" y="24838"/>
                </a:lnTo>
                <a:cubicBezTo>
                  <a:pt x="0" y="11085"/>
                  <a:pt x="11099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279">
            <a:solidFill>
              <a:srgbClr val="78AAA4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39B9A67E-A5E3-4DE3-B90B-B92D25C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754" y="4990203"/>
            <a:ext cx="389145" cy="191"/>
          </a:xfrm>
          <a:custGeom xmlns:a="http://schemas.openxmlformats.org/drawingml/2006/main">
            <a:pathLst>
              <a:path w="389145" h="191">
                <a:moveTo>
                  <a:pt x="0" y="0"/>
                </a:moveTo>
                <a:lnTo>
                  <a:pt x="389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40">
            <a:solidFill>
              <a:srgbClr val="D4E7E2"/>
            </a:solidFill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32878A73-4027-47DB-8662-11A33443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52" y="4919792"/>
            <a:ext cx="66253" cy="49675"/>
          </a:xfrm>
          <a:custGeom xmlns:a="http://schemas.openxmlformats.org/drawingml/2006/main">
            <a:pathLst>
              <a:path w="66253" h="49675">
                <a:moveTo>
                  <a:pt x="62095" y="0"/>
                </a:moveTo>
                <a:lnTo>
                  <a:pt x="4159" y="0"/>
                </a:lnTo>
                <a:cubicBezTo>
                  <a:pt x="1888" y="0"/>
                  <a:pt x="0" y="1888"/>
                  <a:pt x="0" y="4158"/>
                </a:cubicBezTo>
                <a:lnTo>
                  <a:pt x="0" y="45574"/>
                </a:lnTo>
                <a:cubicBezTo>
                  <a:pt x="0" y="47845"/>
                  <a:pt x="1888" y="49675"/>
                  <a:pt x="4159" y="49675"/>
                </a:cubicBezTo>
                <a:lnTo>
                  <a:pt x="62095" y="49675"/>
                </a:lnTo>
                <a:cubicBezTo>
                  <a:pt x="64423" y="49675"/>
                  <a:pt x="66253" y="47845"/>
                  <a:pt x="66253" y="45574"/>
                </a:cubicBezTo>
                <a:lnTo>
                  <a:pt x="66253" y="4158"/>
                </a:lnTo>
                <a:cubicBezTo>
                  <a:pt x="66253" y="1888"/>
                  <a:pt x="64423" y="0"/>
                  <a:pt x="62095" y="0"/>
                </a:cubicBezTo>
                <a:moveTo>
                  <a:pt x="16577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317" y="28997"/>
                </a:lnTo>
                <a:lnTo>
                  <a:pt x="8317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77" y="20736"/>
                </a:lnTo>
                <a:lnTo>
                  <a:pt x="16577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317" y="12419"/>
                </a:lnTo>
                <a:lnTo>
                  <a:pt x="8317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77" y="12419"/>
                </a:lnTo>
                <a:lnTo>
                  <a:pt x="16577" y="16577"/>
                </a:lnTo>
                <a:lnTo>
                  <a:pt x="20736" y="16577"/>
                </a:lnTo>
                <a:lnTo>
                  <a:pt x="20736" y="20736"/>
                </a:lnTo>
                <a:lnTo>
                  <a:pt x="16577" y="20736"/>
                </a:lnTo>
                <a:lnTo>
                  <a:pt x="16577" y="24838"/>
                </a:lnTo>
                <a:moveTo>
                  <a:pt x="20736" y="28997"/>
                </a:moveTo>
                <a:lnTo>
                  <a:pt x="33155" y="28997"/>
                </a:lnTo>
                <a:lnTo>
                  <a:pt x="33155" y="33155"/>
                </a:lnTo>
                <a:lnTo>
                  <a:pt x="20736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3A4F96F9-796A-43B5-B0A2-1A5B5D3A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08" y="4899112"/>
            <a:ext cx="82774" cy="82774"/>
          </a:xfrm>
          <a:custGeom xmlns:a="http://schemas.openxmlformats.org/drawingml/2006/main">
            <a:pathLst>
              <a:path w="82774" h="82774">
                <a:moveTo>
                  <a:pt x="82774" y="41415"/>
                </a:moveTo>
                <a:cubicBezTo>
                  <a:pt x="82774" y="64252"/>
                  <a:pt x="64266" y="82774"/>
                  <a:pt x="41415" y="82774"/>
                </a:cubicBezTo>
                <a:cubicBezTo>
                  <a:pt x="18522" y="82774"/>
                  <a:pt x="0" y="64252"/>
                  <a:pt x="0" y="41415"/>
                </a:cubicBezTo>
                <a:cubicBezTo>
                  <a:pt x="0" y="18522"/>
                  <a:pt x="18522" y="0"/>
                  <a:pt x="41415" y="0"/>
                </a:cubicBezTo>
                <a:cubicBezTo>
                  <a:pt x="64266" y="0"/>
                  <a:pt x="82774" y="18522"/>
                  <a:pt x="82774" y="41415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9E39C832-433A-4815-9F2C-BE0D989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487" y="4919792"/>
            <a:ext cx="41415" cy="41416"/>
          </a:xfrm>
          <a:custGeom xmlns:a="http://schemas.openxmlformats.org/drawingml/2006/main">
            <a:pathLst>
              <a:path w="41415" h="41416">
                <a:moveTo>
                  <a:pt x="0" y="0"/>
                </a:moveTo>
                <a:lnTo>
                  <a:pt x="41415" y="41416"/>
                </a:lnTo>
                <a:moveTo>
                  <a:pt x="0" y="41416"/>
                </a:moveTo>
                <a:lnTo>
                  <a:pt x="41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19">
            <a:solidFill>
              <a:srgbClr val="B65345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3A432CE5-9CF8-4892-80AD-C46FA9FC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429" y="5043981"/>
            <a:ext cx="269058" cy="186284"/>
          </a:xfrm>
          <a:custGeom xmlns:a="http://schemas.openxmlformats.org/drawingml/2006/main">
            <a:pathLst>
              <a:path w="269058" h="186284">
                <a:moveTo>
                  <a:pt x="0" y="0"/>
                </a:moveTo>
                <a:lnTo>
                  <a:pt x="20679" y="20736"/>
                </a:lnTo>
                <a:lnTo>
                  <a:pt x="0" y="41416"/>
                </a:lnTo>
                <a:moveTo>
                  <a:pt x="53834" y="33155"/>
                </a:moveTo>
                <a:lnTo>
                  <a:pt x="211122" y="33155"/>
                </a:lnTo>
                <a:moveTo>
                  <a:pt x="53834" y="70412"/>
                </a:moveTo>
                <a:lnTo>
                  <a:pt x="269058" y="70412"/>
                </a:lnTo>
                <a:moveTo>
                  <a:pt x="0" y="115929"/>
                </a:moveTo>
                <a:lnTo>
                  <a:pt x="20679" y="136608"/>
                </a:lnTo>
                <a:lnTo>
                  <a:pt x="0" y="157345"/>
                </a:lnTo>
                <a:moveTo>
                  <a:pt x="53834" y="149027"/>
                </a:moveTo>
                <a:lnTo>
                  <a:pt x="186284" y="149027"/>
                </a:lnTo>
                <a:moveTo>
                  <a:pt x="53834" y="186284"/>
                </a:moveTo>
                <a:lnTo>
                  <a:pt x="252538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279">
            <a:solidFill>
              <a:srgbClr val="237F7B"/>
            </a:solidFill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AB3289C9-B2A2-4729-BE1D-40262223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663" y="4961207"/>
            <a:ext cx="389145" cy="384986"/>
          </a:xfrm>
          <a:custGeom xmlns:a="http://schemas.openxmlformats.org/drawingml/2006/main">
            <a:pathLst>
              <a:path w="389145" h="384986">
                <a:moveTo>
                  <a:pt x="24838" y="0"/>
                </a:moveTo>
                <a:lnTo>
                  <a:pt x="364308" y="0"/>
                </a:lnTo>
                <a:cubicBezTo>
                  <a:pt x="378060" y="0"/>
                  <a:pt x="389145" y="11084"/>
                  <a:pt x="389145" y="24837"/>
                </a:cubicBezTo>
                <a:lnTo>
                  <a:pt x="389145" y="360149"/>
                </a:lnTo>
                <a:cubicBezTo>
                  <a:pt x="389145" y="373902"/>
                  <a:pt x="378060" y="384986"/>
                  <a:pt x="364308" y="384986"/>
                </a:cubicBezTo>
                <a:lnTo>
                  <a:pt x="24838" y="384986"/>
                </a:lnTo>
                <a:cubicBezTo>
                  <a:pt x="11099" y="384986"/>
                  <a:pt x="0" y="373902"/>
                  <a:pt x="0" y="360149"/>
                </a:cubicBezTo>
                <a:lnTo>
                  <a:pt x="0" y="24837"/>
                </a:lnTo>
                <a:cubicBezTo>
                  <a:pt x="0" y="11084"/>
                  <a:pt x="11099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279">
            <a:solidFill>
              <a:srgbClr val="78AAA4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7C901FCA-BE9B-46A2-B80D-A01C998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663" y="5052299"/>
            <a:ext cx="389145" cy="191"/>
          </a:xfrm>
          <a:custGeom xmlns:a="http://schemas.openxmlformats.org/drawingml/2006/main">
            <a:pathLst>
              <a:path w="389145" h="191">
                <a:moveTo>
                  <a:pt x="0" y="0"/>
                </a:moveTo>
                <a:lnTo>
                  <a:pt x="389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40">
            <a:solidFill>
              <a:srgbClr val="D4E7E2"/>
            </a:solidFill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FB0231D9-07A9-4967-A061-F2FE676C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18" y="4981886"/>
            <a:ext cx="66197" cy="49676"/>
          </a:xfrm>
          <a:custGeom xmlns:a="http://schemas.openxmlformats.org/drawingml/2006/main">
            <a:pathLst>
              <a:path w="66197" h="49676">
                <a:moveTo>
                  <a:pt x="62095" y="0"/>
                </a:moveTo>
                <a:lnTo>
                  <a:pt x="4102" y="0"/>
                </a:lnTo>
                <a:cubicBezTo>
                  <a:pt x="1831" y="0"/>
                  <a:pt x="0" y="1888"/>
                  <a:pt x="0" y="4158"/>
                </a:cubicBezTo>
                <a:lnTo>
                  <a:pt x="0" y="45574"/>
                </a:lnTo>
                <a:cubicBezTo>
                  <a:pt x="0" y="47845"/>
                  <a:pt x="1831" y="49676"/>
                  <a:pt x="4102" y="49676"/>
                </a:cubicBezTo>
                <a:lnTo>
                  <a:pt x="62095" y="49676"/>
                </a:lnTo>
                <a:cubicBezTo>
                  <a:pt x="64365" y="49676"/>
                  <a:pt x="66197" y="47845"/>
                  <a:pt x="66197" y="45574"/>
                </a:cubicBezTo>
                <a:lnTo>
                  <a:pt x="66197" y="4158"/>
                </a:lnTo>
                <a:cubicBezTo>
                  <a:pt x="66197" y="1888"/>
                  <a:pt x="64365" y="0"/>
                  <a:pt x="62095" y="0"/>
                </a:cubicBezTo>
                <a:moveTo>
                  <a:pt x="16521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260" y="28997"/>
                </a:lnTo>
                <a:lnTo>
                  <a:pt x="8260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21" y="20736"/>
                </a:lnTo>
                <a:lnTo>
                  <a:pt x="16521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260" y="12419"/>
                </a:lnTo>
                <a:lnTo>
                  <a:pt x="8260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21" y="12419"/>
                </a:lnTo>
                <a:lnTo>
                  <a:pt x="16521" y="16577"/>
                </a:lnTo>
                <a:lnTo>
                  <a:pt x="20679" y="16577"/>
                </a:lnTo>
                <a:lnTo>
                  <a:pt x="20679" y="20736"/>
                </a:lnTo>
                <a:lnTo>
                  <a:pt x="16521" y="20736"/>
                </a:lnTo>
                <a:lnTo>
                  <a:pt x="16521" y="24838"/>
                </a:lnTo>
                <a:moveTo>
                  <a:pt x="20679" y="28997"/>
                </a:moveTo>
                <a:lnTo>
                  <a:pt x="33098" y="28997"/>
                </a:lnTo>
                <a:lnTo>
                  <a:pt x="33098" y="33155"/>
                </a:lnTo>
                <a:lnTo>
                  <a:pt x="20679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153C617D-7C7B-407F-8568-F7962BDA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717" y="4961207"/>
            <a:ext cx="82831" cy="82773"/>
          </a:xfrm>
          <a:custGeom xmlns:a="http://schemas.openxmlformats.org/drawingml/2006/main">
            <a:pathLst>
              <a:path w="82831" h="82773">
                <a:moveTo>
                  <a:pt x="82831" y="41415"/>
                </a:moveTo>
                <a:cubicBezTo>
                  <a:pt x="82831" y="64252"/>
                  <a:pt x="64266" y="82773"/>
                  <a:pt x="41415" y="82773"/>
                </a:cubicBezTo>
                <a:cubicBezTo>
                  <a:pt x="18578" y="82773"/>
                  <a:pt x="0" y="64252"/>
                  <a:pt x="0" y="41415"/>
                </a:cubicBezTo>
                <a:cubicBezTo>
                  <a:pt x="0" y="18522"/>
                  <a:pt x="18578" y="0"/>
                  <a:pt x="41415" y="0"/>
                </a:cubicBezTo>
                <a:cubicBezTo>
                  <a:pt x="64266" y="0"/>
                  <a:pt x="82831" y="18522"/>
                  <a:pt x="82831" y="41415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ED4D6A38-FC8F-4AB6-BC22-72636A4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94" y="4981886"/>
            <a:ext cx="49676" cy="37257"/>
          </a:xfrm>
          <a:custGeom xmlns:a="http://schemas.openxmlformats.org/drawingml/2006/main">
            <a:pathLst>
              <a:path w="49676" h="37257">
                <a:moveTo>
                  <a:pt x="0" y="20736"/>
                </a:moveTo>
                <a:lnTo>
                  <a:pt x="16577" y="37257"/>
                </a:lnTo>
                <a:lnTo>
                  <a:pt x="49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19">
            <a:solidFill>
              <a:srgbClr val="32724F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B0B4453E-4D27-49FE-A4CF-76AD220C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38" y="5106076"/>
            <a:ext cx="269115" cy="186284"/>
          </a:xfrm>
          <a:custGeom xmlns:a="http://schemas.openxmlformats.org/drawingml/2006/main">
            <a:pathLst>
              <a:path w="269115" h="186284">
                <a:moveTo>
                  <a:pt x="0" y="0"/>
                </a:moveTo>
                <a:lnTo>
                  <a:pt x="20736" y="20736"/>
                </a:lnTo>
                <a:lnTo>
                  <a:pt x="0" y="41415"/>
                </a:lnTo>
                <a:moveTo>
                  <a:pt x="53834" y="33155"/>
                </a:moveTo>
                <a:lnTo>
                  <a:pt x="211122" y="33155"/>
                </a:lnTo>
                <a:moveTo>
                  <a:pt x="53834" y="70412"/>
                </a:moveTo>
                <a:lnTo>
                  <a:pt x="269115" y="70412"/>
                </a:lnTo>
                <a:moveTo>
                  <a:pt x="0" y="115929"/>
                </a:moveTo>
                <a:lnTo>
                  <a:pt x="20736" y="136608"/>
                </a:lnTo>
                <a:lnTo>
                  <a:pt x="0" y="157344"/>
                </a:lnTo>
                <a:moveTo>
                  <a:pt x="53834" y="149027"/>
                </a:moveTo>
                <a:lnTo>
                  <a:pt x="186284" y="149027"/>
                </a:lnTo>
                <a:moveTo>
                  <a:pt x="53834" y="186284"/>
                </a:moveTo>
                <a:lnTo>
                  <a:pt x="252538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279">
            <a:solidFill>
              <a:srgbClr val="237F7B"/>
            </a:solidFill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E9D3A77B-0460-48B6-AB89-160109C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561" y="195884"/>
            <a:ext cx="14902723" cy="7238465"/>
          </a:xfrm>
          <a:custGeom xmlns:a="http://schemas.openxmlformats.org/drawingml/2006/main">
            <a:pathLst>
              <a:path w="14902723" h="7238465">
                <a:moveTo>
                  <a:pt x="159672" y="0"/>
                </a:moveTo>
                <a:lnTo>
                  <a:pt x="14743048" y="0"/>
                </a:lnTo>
                <a:cubicBezTo>
                  <a:pt x="14831529" y="0"/>
                  <a:pt x="14902723" y="71193"/>
                  <a:pt x="14902723" y="159672"/>
                </a:cubicBezTo>
                <a:lnTo>
                  <a:pt x="14902723" y="7078793"/>
                </a:lnTo>
                <a:cubicBezTo>
                  <a:pt x="14902723" y="7167272"/>
                  <a:pt x="14831529" y="7238465"/>
                  <a:pt x="14743048" y="7238465"/>
                </a:cubicBezTo>
                <a:lnTo>
                  <a:pt x="159672" y="7238465"/>
                </a:lnTo>
                <a:cubicBezTo>
                  <a:pt x="71192" y="7238465"/>
                  <a:pt x="0" y="7167272"/>
                  <a:pt x="0" y="7078793"/>
                </a:cubicBezTo>
                <a:lnTo>
                  <a:pt x="0" y="159672"/>
                </a:lnTo>
                <a:cubicBezTo>
                  <a:pt x="0" y="71193"/>
                  <a:pt x="71192" y="0"/>
                  <a:pt x="159672" y="0"/>
                </a:cubicBezTo>
              </a:path>
            </a:pathLst>
          </a:custGeom>
          <a:solidFill xmlns:a="http://schemas.openxmlformats.org/drawingml/2006/main">
            <a:srgbClr val="F7F3FA"/>
          </a:solidFill>
          <a:ln xmlns:a="http://schemas.openxmlformats.org/drawingml/2006/main" w="21290">
            <a:solidFill>
              <a:srgbClr val="B5A1CC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BCCD0D3C-8E60-487C-927D-5978E5EB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561" y="195884"/>
            <a:ext cx="14902723" cy="468372"/>
          </a:xfrm>
          <a:custGeom xmlns:a="http://schemas.openxmlformats.org/drawingml/2006/main">
            <a:pathLst>
              <a:path w="14902723" h="468372">
                <a:moveTo>
                  <a:pt x="159672" y="0"/>
                </a:moveTo>
                <a:lnTo>
                  <a:pt x="14743048" y="0"/>
                </a:lnTo>
                <a:cubicBezTo>
                  <a:pt x="14849497" y="0"/>
                  <a:pt x="14902723" y="53224"/>
                  <a:pt x="14902723" y="159672"/>
                </a:cubicBezTo>
                <a:lnTo>
                  <a:pt x="14902723" y="468372"/>
                </a:lnTo>
                <a:lnTo>
                  <a:pt x="0" y="468372"/>
                </a:lnTo>
                <a:lnTo>
                  <a:pt x="0" y="159672"/>
                </a:lnTo>
                <a:cubicBezTo>
                  <a:pt x="0" y="53224"/>
                  <a:pt x="53224" y="0"/>
                  <a:pt x="159672" y="0"/>
                </a:cubicBez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0F8E5514-881E-4C8B-8E6E-678E1D16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11" y="310309"/>
            <a:ext cx="319344" cy="239522"/>
          </a:xfrm>
          <a:custGeom xmlns:a="http://schemas.openxmlformats.org/drawingml/2006/main">
            <a:pathLst>
              <a:path w="319344" h="239522">
                <a:moveTo>
                  <a:pt x="299388" y="0"/>
                </a:moveTo>
                <a:lnTo>
                  <a:pt x="19956" y="0"/>
                </a:lnTo>
                <a:cubicBezTo>
                  <a:pt x="8928" y="0"/>
                  <a:pt x="0" y="8927"/>
                  <a:pt x="0" y="19970"/>
                </a:cubicBezTo>
                <a:lnTo>
                  <a:pt x="0" y="219552"/>
                </a:lnTo>
                <a:cubicBezTo>
                  <a:pt x="0" y="230595"/>
                  <a:pt x="8928" y="239522"/>
                  <a:pt x="19956" y="239522"/>
                </a:cubicBezTo>
                <a:lnTo>
                  <a:pt x="299388" y="239522"/>
                </a:lnTo>
                <a:cubicBezTo>
                  <a:pt x="310417" y="239522"/>
                  <a:pt x="319344" y="230595"/>
                  <a:pt x="319344" y="219552"/>
                </a:cubicBezTo>
                <a:lnTo>
                  <a:pt x="319344" y="19970"/>
                </a:lnTo>
                <a:cubicBezTo>
                  <a:pt x="319344" y="8927"/>
                  <a:pt x="310417" y="0"/>
                  <a:pt x="299388" y="0"/>
                </a:cubicBezTo>
                <a:moveTo>
                  <a:pt x="79836" y="119761"/>
                </a:moveTo>
                <a:lnTo>
                  <a:pt x="59880" y="119761"/>
                </a:lnTo>
                <a:lnTo>
                  <a:pt x="59880" y="139716"/>
                </a:lnTo>
                <a:lnTo>
                  <a:pt x="39911" y="139716"/>
                </a:lnTo>
                <a:lnTo>
                  <a:pt x="39911" y="119761"/>
                </a:lnTo>
                <a:lnTo>
                  <a:pt x="59880" y="119761"/>
                </a:lnTo>
                <a:lnTo>
                  <a:pt x="59880" y="99806"/>
                </a:lnTo>
                <a:lnTo>
                  <a:pt x="79836" y="99806"/>
                </a:lnTo>
                <a:lnTo>
                  <a:pt x="79836" y="79850"/>
                </a:lnTo>
                <a:lnTo>
                  <a:pt x="59880" y="79850"/>
                </a:lnTo>
                <a:lnTo>
                  <a:pt x="59880" y="59880"/>
                </a:lnTo>
                <a:lnTo>
                  <a:pt x="39911" y="59880"/>
                </a:lnTo>
                <a:lnTo>
                  <a:pt x="39911" y="39925"/>
                </a:lnTo>
                <a:lnTo>
                  <a:pt x="59880" y="39925"/>
                </a:lnTo>
                <a:lnTo>
                  <a:pt x="59880" y="59880"/>
                </a:lnTo>
                <a:lnTo>
                  <a:pt x="79836" y="59880"/>
                </a:lnTo>
                <a:lnTo>
                  <a:pt x="79836" y="79850"/>
                </a:lnTo>
                <a:lnTo>
                  <a:pt x="99792" y="79850"/>
                </a:lnTo>
                <a:lnTo>
                  <a:pt x="99792" y="99806"/>
                </a:lnTo>
                <a:lnTo>
                  <a:pt x="79836" y="99806"/>
                </a:lnTo>
                <a:lnTo>
                  <a:pt x="79836" y="119761"/>
                </a:lnTo>
                <a:moveTo>
                  <a:pt x="99792" y="139716"/>
                </a:moveTo>
                <a:lnTo>
                  <a:pt x="159672" y="139716"/>
                </a:lnTo>
                <a:lnTo>
                  <a:pt x="159672" y="159672"/>
                </a:lnTo>
                <a:lnTo>
                  <a:pt x="99792" y="1596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A2E61296-8B8B-4EAD-B0FE-185C8B42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167" y="834572"/>
            <a:ext cx="2980545" cy="2512173"/>
          </a:xfrm>
          <a:custGeom xmlns:a="http://schemas.openxmlformats.org/drawingml/2006/main">
            <a:pathLst>
              <a:path w="2980545" h="2512173">
                <a:moveTo>
                  <a:pt x="106448" y="0"/>
                </a:moveTo>
                <a:lnTo>
                  <a:pt x="2874096" y="0"/>
                </a:lnTo>
                <a:cubicBezTo>
                  <a:pt x="2933083" y="0"/>
                  <a:pt x="2980545" y="47462"/>
                  <a:pt x="2980545" y="106448"/>
                </a:cubicBezTo>
                <a:lnTo>
                  <a:pt x="2980545" y="2405725"/>
                </a:lnTo>
                <a:cubicBezTo>
                  <a:pt x="2980545" y="2464712"/>
                  <a:pt x="2933083" y="2512173"/>
                  <a:pt x="2874096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2E90A81F-3C6A-44AC-B974-BF319B2F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137" y="834572"/>
            <a:ext cx="2970604" cy="74514"/>
          </a:xfrm>
          <a:custGeom xmlns:a="http://schemas.openxmlformats.org/drawingml/2006/main">
            <a:pathLst>
              <a:path w="2970604" h="74514">
                <a:moveTo>
                  <a:pt x="2970604" y="74514"/>
                </a:moveTo>
                <a:lnTo>
                  <a:pt x="2970167" y="72727"/>
                </a:lnTo>
                <a:lnTo>
                  <a:pt x="2963730" y="57442"/>
                </a:lnTo>
                <a:lnTo>
                  <a:pt x="2955093" y="43496"/>
                </a:lnTo>
                <a:lnTo>
                  <a:pt x="2944470" y="31104"/>
                </a:lnTo>
                <a:lnTo>
                  <a:pt x="2932078" y="20482"/>
                </a:lnTo>
                <a:lnTo>
                  <a:pt x="2918132" y="11844"/>
                </a:lnTo>
                <a:lnTo>
                  <a:pt x="2902848" y="5408"/>
                </a:lnTo>
                <a:lnTo>
                  <a:pt x="2886440" y="1388"/>
                </a:lnTo>
                <a:lnTo>
                  <a:pt x="2869126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2970604" y="74514"/>
                </a:lnTo>
                <a:close/>
              </a:path>
            </a:pathLst>
          </a:custGeom>
          <a:solidFill xmlns:a="http://schemas.openxmlformats.org/drawingml/2006/main">
            <a:srgbClr val="C06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CA54076F-075D-4B31-8336-CAA7D02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167" y="834572"/>
            <a:ext cx="2980545" cy="2512173"/>
          </a:xfrm>
          <a:custGeom xmlns:a="http://schemas.openxmlformats.org/drawingml/2006/main">
            <a:pathLst>
              <a:path w="2980545" h="2512173">
                <a:moveTo>
                  <a:pt x="106448" y="0"/>
                </a:moveTo>
                <a:lnTo>
                  <a:pt x="2874096" y="0"/>
                </a:lnTo>
                <a:cubicBezTo>
                  <a:pt x="2933083" y="0"/>
                  <a:pt x="2980545" y="47462"/>
                  <a:pt x="2980545" y="106448"/>
                </a:cubicBezTo>
                <a:lnTo>
                  <a:pt x="2980545" y="2405725"/>
                </a:lnTo>
                <a:cubicBezTo>
                  <a:pt x="2980545" y="2464712"/>
                  <a:pt x="2933083" y="2512173"/>
                  <a:pt x="2874096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5E1480C3-47D5-405F-B19E-F80D507D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652" y="962310"/>
            <a:ext cx="1000611" cy="319344"/>
          </a:xfrm>
          <a:custGeom xmlns:a="http://schemas.openxmlformats.org/drawingml/2006/main">
            <a:pathLst>
              <a:path w="1000611" h="319344">
                <a:moveTo>
                  <a:pt x="63868" y="0"/>
                </a:moveTo>
                <a:lnTo>
                  <a:pt x="936742" y="0"/>
                </a:lnTo>
                <a:cubicBezTo>
                  <a:pt x="972111" y="0"/>
                  <a:pt x="1000611" y="28500"/>
                  <a:pt x="1000611" y="63869"/>
                </a:cubicBezTo>
                <a:lnTo>
                  <a:pt x="1000611" y="255475"/>
                </a:lnTo>
                <a:cubicBezTo>
                  <a:pt x="1000611" y="290844"/>
                  <a:pt x="972111" y="319344"/>
                  <a:pt x="936742" y="319344"/>
                </a:cubicBezTo>
                <a:lnTo>
                  <a:pt x="63868" y="319344"/>
                </a:lnTo>
                <a:cubicBezTo>
                  <a:pt x="28499" y="319344"/>
                  <a:pt x="0" y="290844"/>
                  <a:pt x="0" y="255475"/>
                </a:cubicBezTo>
                <a:lnTo>
                  <a:pt x="0" y="63869"/>
                </a:lnTo>
                <a:cubicBezTo>
                  <a:pt x="0" y="28500"/>
                  <a:pt x="28499" y="0"/>
                  <a:pt x="63868" y="0"/>
                </a:cubicBezTo>
              </a:path>
            </a:pathLst>
          </a:custGeom>
          <a:solidFill xmlns:a="http://schemas.openxmlformats.org/drawingml/2006/main">
            <a:srgbClr val="F8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E1CC97C5-05C4-48B7-A18B-83279376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21" y="1409392"/>
            <a:ext cx="1596720" cy="979322"/>
          </a:xfrm>
          <a:custGeom xmlns:a="http://schemas.openxmlformats.org/drawingml/2006/main">
            <a:pathLst>
              <a:path w="1596720" h="979322">
                <a:moveTo>
                  <a:pt x="95803" y="0"/>
                </a:moveTo>
                <a:lnTo>
                  <a:pt x="1500917" y="0"/>
                </a:lnTo>
                <a:cubicBezTo>
                  <a:pt x="1553971" y="0"/>
                  <a:pt x="1596720" y="42750"/>
                  <a:pt x="1596720" y="95804"/>
                </a:cubicBezTo>
                <a:lnTo>
                  <a:pt x="1596720" y="883519"/>
                </a:lnTo>
                <a:cubicBezTo>
                  <a:pt x="1596720" y="936572"/>
                  <a:pt x="1553971" y="979322"/>
                  <a:pt x="1500917" y="979322"/>
                </a:cubicBezTo>
                <a:lnTo>
                  <a:pt x="95803" y="979322"/>
                </a:lnTo>
                <a:cubicBezTo>
                  <a:pt x="42749" y="979322"/>
                  <a:pt x="0" y="936572"/>
                  <a:pt x="0" y="883519"/>
                </a:cubicBezTo>
                <a:lnTo>
                  <a:pt x="0" y="95804"/>
                </a:lnTo>
                <a:cubicBezTo>
                  <a:pt x="0" y="42750"/>
                  <a:pt x="42749" y="0"/>
                  <a:pt x="95803" y="0"/>
                </a:cubicBez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D4EDD6FC-BB42-4CF9-8AEC-3CDD4A6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21" y="1409392"/>
            <a:ext cx="1596720" cy="212896"/>
          </a:xfrm>
          <a:custGeom xmlns:a="http://schemas.openxmlformats.org/drawingml/2006/main">
            <a:pathLst>
              <a:path w="1596720" h="212896">
                <a:moveTo>
                  <a:pt x="0" y="95804"/>
                </a:moveTo>
                <a:cubicBezTo>
                  <a:pt x="0" y="31935"/>
                  <a:pt x="31934" y="0"/>
                  <a:pt x="95803" y="0"/>
                </a:cubicBezTo>
                <a:lnTo>
                  <a:pt x="1500917" y="0"/>
                </a:lnTo>
                <a:cubicBezTo>
                  <a:pt x="1564785" y="0"/>
                  <a:pt x="1596720" y="31935"/>
                  <a:pt x="1596720" y="95804"/>
                </a:cubicBezTo>
                <a:lnTo>
                  <a:pt x="1596720" y="212896"/>
                </a:lnTo>
                <a:lnTo>
                  <a:pt x="0" y="212896"/>
                </a:lnTo>
                <a:lnTo>
                  <a:pt x="0" y="95804"/>
                </a:ln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5B23EB4B-FFA6-4362-8566-68D72194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702" y="1478583"/>
            <a:ext cx="74514" cy="74514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2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2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C1FA775-801B-4B70-9E3E-FC8FE00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440" y="1478583"/>
            <a:ext cx="74514" cy="74514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3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3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E06F65BD-188C-4540-A758-4F6A298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177" y="1478583"/>
            <a:ext cx="74514" cy="74514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2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2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1432555D-3BC5-4FC6-A679-6494850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249" y="1835184"/>
            <a:ext cx="915453" cy="340633"/>
          </a:xfrm>
          <a:custGeom xmlns:a="http://schemas.openxmlformats.org/drawingml/2006/main">
            <a:pathLst>
              <a:path w="915453" h="340633">
                <a:moveTo>
                  <a:pt x="0" y="0"/>
                </a:moveTo>
                <a:lnTo>
                  <a:pt x="638688" y="0"/>
                </a:lnTo>
                <a:moveTo>
                  <a:pt x="0" y="170317"/>
                </a:moveTo>
                <a:lnTo>
                  <a:pt x="915453" y="170317"/>
                </a:lnTo>
                <a:moveTo>
                  <a:pt x="0" y="340633"/>
                </a:moveTo>
                <a:lnTo>
                  <a:pt x="425792" y="3406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3224">
            <a:solidFill>
              <a:srgbClr val="6E6480"/>
            </a:solidFill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408B3106-0472-4F22-89D9-46BA255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588" y="1937360"/>
            <a:ext cx="306599" cy="306598"/>
          </a:xfrm>
          <a:custGeom xmlns:a="http://schemas.openxmlformats.org/drawingml/2006/main">
            <a:pathLst>
              <a:path w="306599" h="306598">
                <a:moveTo>
                  <a:pt x="306599" y="153299"/>
                </a:moveTo>
                <a:cubicBezTo>
                  <a:pt x="306599" y="237961"/>
                  <a:pt x="237961" y="306598"/>
                  <a:pt x="153300" y="306598"/>
                </a:cubicBezTo>
                <a:cubicBezTo>
                  <a:pt x="68638" y="306598"/>
                  <a:pt x="0" y="237961"/>
                  <a:pt x="0" y="153299"/>
                </a:cubicBezTo>
                <a:cubicBezTo>
                  <a:pt x="0" y="68637"/>
                  <a:pt x="68638" y="0"/>
                  <a:pt x="153300" y="0"/>
                </a:cubicBezTo>
                <a:cubicBezTo>
                  <a:pt x="237961" y="0"/>
                  <a:pt x="306599" y="68637"/>
                  <a:pt x="306599" y="15329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3212">
            <a:solidFill>
              <a:srgbClr val="B65345"/>
            </a:solidFill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0C803A43-6BA2-43A1-A76E-A43B99F8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887" y="2001228"/>
            <a:ext cx="63868" cy="127738"/>
          </a:xfrm>
          <a:custGeom xmlns:a="http://schemas.openxmlformats.org/drawingml/2006/main">
            <a:pathLst>
              <a:path w="63868" h="127738">
                <a:moveTo>
                  <a:pt x="0" y="0"/>
                </a:moveTo>
                <a:lnTo>
                  <a:pt x="0" y="89430"/>
                </a:lnTo>
                <a:lnTo>
                  <a:pt x="63868" y="127738"/>
                </a:lnTo>
              </a:path>
            </a:pathLst>
          </a:custGeom>
          <a:noFill xmlns:a="http://schemas.openxmlformats.org/drawingml/2006/main"/>
          <a:ln xmlns:a="http://schemas.openxmlformats.org/drawingml/2006/main" w="33212">
            <a:solidFill>
              <a:srgbClr val="B65345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40A127BE-BBCF-48C8-993E-60DFD1A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93" y="1293023"/>
            <a:ext cx="317897" cy="317896"/>
          </a:xfrm>
          <a:custGeom xmlns:a="http://schemas.openxmlformats.org/drawingml/2006/main">
            <a:pathLst>
              <a:path w="317897" h="317896">
                <a:moveTo>
                  <a:pt x="317897" y="158948"/>
                </a:moveTo>
                <a:cubicBezTo>
                  <a:pt x="317897" y="246775"/>
                  <a:pt x="246775" y="317896"/>
                  <a:pt x="158948" y="317896"/>
                </a:cubicBezTo>
                <a:cubicBezTo>
                  <a:pt x="71122" y="317896"/>
                  <a:pt x="0" y="246775"/>
                  <a:pt x="0" y="158948"/>
                </a:cubicBezTo>
                <a:cubicBezTo>
                  <a:pt x="0" y="71121"/>
                  <a:pt x="71122" y="0"/>
                  <a:pt x="158948" y="0"/>
                </a:cubicBezTo>
                <a:cubicBezTo>
                  <a:pt x="246775" y="0"/>
                  <a:pt x="317897" y="71121"/>
                  <a:pt x="317897" y="158948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22709">
            <a:solidFill>
              <a:srgbClr val="FFFFFF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6C95D956-E3E7-4475-8C4B-F1AD6852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801" y="1383830"/>
            <a:ext cx="136282" cy="136282"/>
          </a:xfrm>
          <a:custGeom xmlns:a="http://schemas.openxmlformats.org/drawingml/2006/main">
            <a:pathLst>
              <a:path w="136282" h="136282">
                <a:moveTo>
                  <a:pt x="0" y="0"/>
                </a:moveTo>
                <a:lnTo>
                  <a:pt x="136282" y="136282"/>
                </a:lnTo>
                <a:moveTo>
                  <a:pt x="136282" y="0"/>
                </a:moveTo>
                <a:lnTo>
                  <a:pt x="0" y="136282"/>
                </a:lnTo>
              </a:path>
            </a:pathLst>
          </a:custGeom>
          <a:noFill xmlns:a="http://schemas.openxmlformats.org/drawingml/2006/main"/>
          <a:ln xmlns:a="http://schemas.openxmlformats.org/drawingml/2006/main" w="38605">
            <a:solidFill>
              <a:srgbClr val="B65345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747BB582-8248-4E23-A057-DED0D929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73" y="2870227"/>
            <a:ext cx="120698" cy="148247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8"/>
                </a:lnTo>
                <a:cubicBezTo>
                  <a:pt x="32772" y="16691"/>
                  <a:pt x="31494" y="11198"/>
                  <a:pt x="31494" y="10531"/>
                </a:cubicBezTo>
                <a:cubicBezTo>
                  <a:pt x="31494" y="7537"/>
                  <a:pt x="32261" y="5038"/>
                  <a:pt x="33879" y="3052"/>
                </a:cubicBezTo>
                <a:cubicBezTo>
                  <a:pt x="35482" y="1050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1"/>
                  <a:pt x="74741" y="38193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4"/>
                  <a:pt x="103837" y="7707"/>
                </a:cubicBezTo>
                <a:cubicBezTo>
                  <a:pt x="105781" y="5819"/>
                  <a:pt x="107995" y="4882"/>
                  <a:pt x="110493" y="4882"/>
                </a:cubicBezTo>
                <a:cubicBezTo>
                  <a:pt x="113260" y="4882"/>
                  <a:pt x="115645" y="6316"/>
                  <a:pt x="117703" y="9140"/>
                </a:cubicBezTo>
                <a:cubicBezTo>
                  <a:pt x="119704" y="11922"/>
                  <a:pt x="120698" y="14363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0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5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4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8"/>
                  <a:pt x="97748" y="130448"/>
                  <a:pt x="97748" y="131229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19"/>
                </a:cubicBezTo>
                <a:lnTo>
                  <a:pt x="91588" y="140369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4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59"/>
                  <a:pt x="67247" y="123522"/>
                  <a:pt x="66636" y="122244"/>
                </a:cubicBezTo>
                <a:lnTo>
                  <a:pt x="55282" y="102956"/>
                </a:lnTo>
                <a:cubicBezTo>
                  <a:pt x="49066" y="108278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7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1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5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1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80">
            <a:solidFill>
              <a:srgbClr val="B65345"/>
            </a:solidFill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8D8DD893-6D36-4703-907F-BFF4EAF0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73" y="2870227"/>
            <a:ext cx="120698" cy="148247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8"/>
                </a:lnTo>
                <a:cubicBezTo>
                  <a:pt x="32772" y="16691"/>
                  <a:pt x="31494" y="11198"/>
                  <a:pt x="31494" y="10531"/>
                </a:cubicBezTo>
                <a:cubicBezTo>
                  <a:pt x="31494" y="7537"/>
                  <a:pt x="32261" y="5038"/>
                  <a:pt x="33879" y="3052"/>
                </a:cubicBezTo>
                <a:cubicBezTo>
                  <a:pt x="35482" y="1050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1"/>
                  <a:pt x="74741" y="38193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4"/>
                  <a:pt x="103837" y="7707"/>
                </a:cubicBezTo>
                <a:cubicBezTo>
                  <a:pt x="105781" y="5819"/>
                  <a:pt x="107995" y="4882"/>
                  <a:pt x="110493" y="4882"/>
                </a:cubicBezTo>
                <a:cubicBezTo>
                  <a:pt x="113260" y="4882"/>
                  <a:pt x="115645" y="6316"/>
                  <a:pt x="117703" y="9140"/>
                </a:cubicBezTo>
                <a:cubicBezTo>
                  <a:pt x="119704" y="11922"/>
                  <a:pt x="120698" y="14363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0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5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4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8"/>
                  <a:pt x="97748" y="130448"/>
                  <a:pt x="97748" y="131229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19"/>
                </a:cubicBezTo>
                <a:lnTo>
                  <a:pt x="91588" y="140369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4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59"/>
                  <a:pt x="67247" y="123522"/>
                  <a:pt x="66636" y="122244"/>
                </a:cubicBezTo>
                <a:lnTo>
                  <a:pt x="55282" y="102956"/>
                </a:lnTo>
                <a:cubicBezTo>
                  <a:pt x="49066" y="108278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7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1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5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1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5AB10FA1-4C49-42FD-91E4-723D838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73" y="3125703"/>
            <a:ext cx="120698" cy="148247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9"/>
                </a:lnTo>
                <a:cubicBezTo>
                  <a:pt x="32772" y="16691"/>
                  <a:pt x="31494" y="11199"/>
                  <a:pt x="31494" y="10531"/>
                </a:cubicBezTo>
                <a:cubicBezTo>
                  <a:pt x="31494" y="7537"/>
                  <a:pt x="32261" y="5039"/>
                  <a:pt x="33879" y="3052"/>
                </a:cubicBezTo>
                <a:cubicBezTo>
                  <a:pt x="35482" y="1051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2"/>
                  <a:pt x="74741" y="38194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5"/>
                  <a:pt x="103837" y="7707"/>
                </a:cubicBezTo>
                <a:cubicBezTo>
                  <a:pt x="105781" y="5820"/>
                  <a:pt x="107995" y="4883"/>
                  <a:pt x="110493" y="4883"/>
                </a:cubicBezTo>
                <a:cubicBezTo>
                  <a:pt x="113260" y="4883"/>
                  <a:pt x="115645" y="6316"/>
                  <a:pt x="117703" y="9141"/>
                </a:cubicBezTo>
                <a:cubicBezTo>
                  <a:pt x="119704" y="11923"/>
                  <a:pt x="120698" y="14364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1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6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5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9"/>
                  <a:pt x="97748" y="130448"/>
                  <a:pt x="97748" y="131230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20"/>
                </a:cubicBezTo>
                <a:lnTo>
                  <a:pt x="91588" y="140370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5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60"/>
                  <a:pt x="67247" y="123522"/>
                  <a:pt x="66636" y="122245"/>
                </a:cubicBezTo>
                <a:lnTo>
                  <a:pt x="55282" y="102956"/>
                </a:lnTo>
                <a:cubicBezTo>
                  <a:pt x="49066" y="108279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8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2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6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2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80">
            <a:solidFill>
              <a:srgbClr val="B65345"/>
            </a:solidFill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2B7D6609-3BA2-497E-83B6-E7E68C4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73" y="3125703"/>
            <a:ext cx="120698" cy="148247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9"/>
                </a:lnTo>
                <a:cubicBezTo>
                  <a:pt x="32772" y="16691"/>
                  <a:pt x="31494" y="11199"/>
                  <a:pt x="31494" y="10531"/>
                </a:cubicBezTo>
                <a:cubicBezTo>
                  <a:pt x="31494" y="7537"/>
                  <a:pt x="32261" y="5039"/>
                  <a:pt x="33879" y="3052"/>
                </a:cubicBezTo>
                <a:cubicBezTo>
                  <a:pt x="35482" y="1051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2"/>
                  <a:pt x="74741" y="38194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5"/>
                  <a:pt x="103837" y="7707"/>
                </a:cubicBezTo>
                <a:cubicBezTo>
                  <a:pt x="105781" y="5820"/>
                  <a:pt x="107995" y="4883"/>
                  <a:pt x="110493" y="4883"/>
                </a:cubicBezTo>
                <a:cubicBezTo>
                  <a:pt x="113260" y="4883"/>
                  <a:pt x="115645" y="6316"/>
                  <a:pt x="117703" y="9141"/>
                </a:cubicBezTo>
                <a:cubicBezTo>
                  <a:pt x="119704" y="11923"/>
                  <a:pt x="120698" y="14364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1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6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5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9"/>
                  <a:pt x="97748" y="130448"/>
                  <a:pt x="97748" y="131230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20"/>
                </a:cubicBezTo>
                <a:lnTo>
                  <a:pt x="91588" y="140370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5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60"/>
                  <a:pt x="67247" y="123522"/>
                  <a:pt x="66636" y="122245"/>
                </a:cubicBezTo>
                <a:lnTo>
                  <a:pt x="55282" y="102956"/>
                </a:lnTo>
                <a:cubicBezTo>
                  <a:pt x="49066" y="108279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8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2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6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2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D407C538-F502-4F1B-8055-3650526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290" y="2090659"/>
            <a:ext cx="319344" cy="191"/>
          </a:xfrm>
          <a:custGeom xmlns:a="http://schemas.openxmlformats.org/drawingml/2006/main">
            <a:pathLst>
              <a:path w="319344" h="191">
                <a:moveTo>
                  <a:pt x="0" y="0"/>
                </a:moveTo>
                <a:lnTo>
                  <a:pt x="319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7D9D68BF-479D-4DD2-AF13-74D22BA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217" y="1994856"/>
            <a:ext cx="191607" cy="191607"/>
          </a:xfrm>
          <a:custGeom xmlns:a="http://schemas.openxmlformats.org/drawingml/2006/main">
            <a:pathLst>
              <a:path w="191607" h="191607">
                <a:moveTo>
                  <a:pt x="0" y="0"/>
                </a:moveTo>
                <a:lnTo>
                  <a:pt x="191607" y="95803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E3F3A058-074A-4CCB-A545-9A50981E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503" y="834572"/>
            <a:ext cx="8239076" cy="2512173"/>
          </a:xfrm>
          <a:custGeom xmlns:a="http://schemas.openxmlformats.org/drawingml/2006/main">
            <a:pathLst>
              <a:path w="8239076" h="2512173">
                <a:moveTo>
                  <a:pt x="106448" y="0"/>
                </a:moveTo>
                <a:lnTo>
                  <a:pt x="8132629" y="0"/>
                </a:lnTo>
                <a:cubicBezTo>
                  <a:pt x="8191615" y="0"/>
                  <a:pt x="8239076" y="47462"/>
                  <a:pt x="8239076" y="106448"/>
                </a:cubicBezTo>
                <a:lnTo>
                  <a:pt x="8239076" y="2405725"/>
                </a:lnTo>
                <a:cubicBezTo>
                  <a:pt x="8239076" y="2464712"/>
                  <a:pt x="8191615" y="2512173"/>
                  <a:pt x="8132629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C9C0860C-F732-44B1-806F-0829946D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473" y="834572"/>
            <a:ext cx="8229136" cy="74514"/>
          </a:xfrm>
          <a:custGeom xmlns:a="http://schemas.openxmlformats.org/drawingml/2006/main">
            <a:pathLst>
              <a:path w="8229136" h="74514">
                <a:moveTo>
                  <a:pt x="8229136" y="74514"/>
                </a:moveTo>
                <a:lnTo>
                  <a:pt x="8228698" y="72727"/>
                </a:lnTo>
                <a:lnTo>
                  <a:pt x="8222262" y="57442"/>
                </a:lnTo>
                <a:lnTo>
                  <a:pt x="8213625" y="43496"/>
                </a:lnTo>
                <a:lnTo>
                  <a:pt x="8203002" y="31104"/>
                </a:lnTo>
                <a:lnTo>
                  <a:pt x="8190610" y="20482"/>
                </a:lnTo>
                <a:lnTo>
                  <a:pt x="8176664" y="11844"/>
                </a:lnTo>
                <a:lnTo>
                  <a:pt x="8161380" y="5408"/>
                </a:lnTo>
                <a:lnTo>
                  <a:pt x="8144973" y="1388"/>
                </a:lnTo>
                <a:lnTo>
                  <a:pt x="8127659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8229136" y="74514"/>
                </a:lnTo>
                <a:close/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AE55AD2F-1ACC-4706-84C2-787A1A0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503" y="834572"/>
            <a:ext cx="8239076" cy="2512173"/>
          </a:xfrm>
          <a:custGeom xmlns:a="http://schemas.openxmlformats.org/drawingml/2006/main">
            <a:pathLst>
              <a:path w="8239076" h="2512173">
                <a:moveTo>
                  <a:pt x="106448" y="0"/>
                </a:moveTo>
                <a:lnTo>
                  <a:pt x="8132629" y="0"/>
                </a:lnTo>
                <a:cubicBezTo>
                  <a:pt x="8191615" y="0"/>
                  <a:pt x="8239076" y="47462"/>
                  <a:pt x="8239076" y="106448"/>
                </a:cubicBezTo>
                <a:lnTo>
                  <a:pt x="8239076" y="2405725"/>
                </a:lnTo>
                <a:cubicBezTo>
                  <a:pt x="8239076" y="2464712"/>
                  <a:pt x="8191615" y="2512173"/>
                  <a:pt x="8132629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26D1A031-96FF-422D-A9CA-8A74BB5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1388102"/>
            <a:ext cx="7089437" cy="1532851"/>
          </a:xfrm>
          <a:custGeom xmlns:a="http://schemas.openxmlformats.org/drawingml/2006/main">
            <a:pathLst>
              <a:path w="7089437" h="1532851">
                <a:moveTo>
                  <a:pt x="53223" y="0"/>
                </a:moveTo>
                <a:lnTo>
                  <a:pt x="7036214" y="0"/>
                </a:lnTo>
                <a:cubicBezTo>
                  <a:pt x="7065707" y="0"/>
                  <a:pt x="7089437" y="23731"/>
                  <a:pt x="7089437" y="53224"/>
                </a:cubicBezTo>
                <a:lnTo>
                  <a:pt x="7089437" y="1479627"/>
                </a:lnTo>
                <a:cubicBezTo>
                  <a:pt x="7089437" y="1509120"/>
                  <a:pt x="7065707" y="1532851"/>
                  <a:pt x="7036214" y="1532851"/>
                </a:cubicBezTo>
                <a:lnTo>
                  <a:pt x="53223" y="1532851"/>
                </a:lnTo>
                <a:cubicBezTo>
                  <a:pt x="23731" y="1532851"/>
                  <a:pt x="0" y="1509120"/>
                  <a:pt x="0" y="1479627"/>
                </a:cubicBezTo>
                <a:lnTo>
                  <a:pt x="0" y="53224"/>
                </a:lnTo>
                <a:cubicBezTo>
                  <a:pt x="0" y="23731"/>
                  <a:pt x="23731" y="0"/>
                  <a:pt x="5322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645">
            <a:solidFill>
              <a:srgbClr val="EEE8F4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66C75CB3-D71A-45C6-8CC0-7728839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F33D29EB-7447-4620-BE4A-FAE2BD9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924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CB855517-CC6F-4A1F-8340-5290D914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34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97C8DD02-F4B2-4309-8E82-F3B87BF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66" y="1388102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5CB8BCD2-28CE-4A9C-8D73-984D2770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75" y="1388102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C59E09AA-57C4-4155-8C80-44CCEFE8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3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C4B8CD8C-3D41-4B54-9B54-1BE61726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214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122DCAF7-F902-4DEB-8619-88B1826F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24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7B8A4CA8-9525-42DC-9206-86AB53E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833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8B850F2D-179D-40FA-8716-56133C76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643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566604DE-46D6-4199-98B2-0497AB0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453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5E6C4842-F36C-44CF-BD09-2E070E05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383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28BDA19F-E4B8-473D-B3A1-51AB17C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192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0F2947EE-604E-40C2-9EA1-C7CE53F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8002" y="1388102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BB92522A-3624-4596-8BEF-CA831E95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933" y="1388102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56BE94C3-970E-4736-A77E-88AE16F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743" y="1388102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B87A6A34-9C36-48C9-AE43-21A4B0F2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B126DE2C-028F-439F-853C-D19AEE7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924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4B87C032-9F58-4C51-B11E-451F50FA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34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9AFF6D0D-46D7-4E45-BC15-40124B98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66" y="1771315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0C53733A-FFCB-4F18-B6D7-D1C247B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75" y="1771315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79426838-A780-45F8-96DC-175EF9F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3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990339E7-00B0-4F8B-B83E-FBEC24E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214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AF238CF6-DC35-4596-8F84-33AB9BE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24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B8123790-1A17-431E-B485-0C981E7E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833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EE5C602E-767C-4347-B571-176FD8C1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643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F3D1B2A1-437B-41E8-A94D-24D4A21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453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60E33884-1B5F-485B-AF9C-1657ED1D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383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728A6701-AEF3-4721-810E-1F36DEC0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192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7C2CF840-DF45-4A9D-A78D-FC6A8CF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8002" y="1771315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9327EE4B-B7DB-4079-BA97-55812B4C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933" y="1771315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1B37D020-D2E2-48F1-B23A-17F460AC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743" y="1771315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3B11692B-ED21-4032-9ECA-6516776A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924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EFA8DD89-87D8-4992-8F3C-C7DF771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34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4EB17A92-A13C-4B8B-AD89-2771EFE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66" y="2154528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519839F9-AA48-4357-87F1-60E32FCB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75" y="2154528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E56D02AD-F4A4-45C3-9D66-768C35B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3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861BFBE6-101B-4574-817F-0DBD3E50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214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94BA9AE3-866E-41B0-942E-9AC1EF07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24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9B10497E-4D1D-4020-AC0F-8B67399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833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E23230F7-93B2-4E3D-9793-09E77F43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643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0632F16B-55FB-4FFE-8586-64A37F7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453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AB370798-E2DD-45AF-913B-824B614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383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1070C2F8-0634-4E9F-A9F0-27AD32F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192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62157235-85E7-46B9-A790-DFB6AF3E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8002" y="2154528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1B79D202-B6BB-43CF-92C1-D3E4943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933" y="2154528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8F6E92B8-59F0-459B-A9A4-B280D47B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743" y="2154528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D02A8CB3-211A-4D5C-8CC5-9E117E1B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5F8704E6-3EBF-4272-BFCB-A41541E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924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6D3FA6F7-CCB5-4CD2-909B-9391EB1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34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00D7FBE4-30BB-460A-882F-D7CD877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66" y="2537741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259FE36F-18CF-4F66-94B8-B29759C3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75" y="2537741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ACC1EC6F-637D-44AA-A2F1-8381A5DA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3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4568D2E3-AE89-4D9E-A9CA-45F3F4C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214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69808FFB-4C00-4CD5-B76B-DF9D84DC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24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1085C470-AAC8-45DB-8958-D75BE22C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833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9B4408E8-7480-4BB7-8F91-4C199AB9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643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B353AD8A-0859-4E37-AB3E-A6E9F412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453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5DF33A15-DF56-45C5-BF7A-C018A3B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383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9">
            <a:extLst xmlns:a="http://schemas.openxmlformats.org/drawingml/2006/main">
              <a:ext uri="{FF2B5EF4-FFF2-40B4-BE49-F238E27FC236}">
                <a16:creationId xmlns:a16="http://schemas.microsoft.com/office/drawing/2014/main" id="{72E500ED-F21B-428F-9664-6395B272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192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0">
            <a:extLst xmlns:a="http://schemas.openxmlformats.org/drawingml/2006/main">
              <a:ext uri="{FF2B5EF4-FFF2-40B4-BE49-F238E27FC236}">
                <a16:creationId xmlns:a16="http://schemas.microsoft.com/office/drawing/2014/main" id="{D834610E-C072-44F3-95FB-28D7A2F0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8002" y="2537741"/>
            <a:ext cx="449238" cy="38321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FF1C4A7A-FF5D-4093-B3C5-93122207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933" y="2537741"/>
            <a:ext cx="449183" cy="38321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D9CF0B35-D339-4B22-9115-AFDB4C1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743" y="2537741"/>
            <a:ext cx="449181" cy="38321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0B2DC3F7-18C3-4C12-BD13-D1FC056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1771315"/>
            <a:ext cx="708943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90">
            <a:solidFill>
              <a:srgbClr val="FFFFFF"/>
            </a:solidFill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1D802E10-F0F9-45C9-A1B0-8559210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2154528"/>
            <a:ext cx="708943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90">
            <a:solidFill>
              <a:srgbClr val="FFFFFF"/>
            </a:solidFill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DB70B1C4-17AE-46FC-A36A-43C1588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15" y="2537741"/>
            <a:ext cx="708943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90">
            <a:solidFill>
              <a:srgbClr val="FFFFFF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B914362C-0BD2-4A6D-8BA4-B7E4313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439" y="1579709"/>
            <a:ext cx="6978790" cy="1149639"/>
          </a:xfrm>
          <a:custGeom xmlns:a="http://schemas.openxmlformats.org/drawingml/2006/main">
            <a:pathLst>
              <a:path w="6978790" h="1149639">
                <a:moveTo>
                  <a:pt x="0" y="0"/>
                </a:moveTo>
                <a:lnTo>
                  <a:pt x="1636150" y="0"/>
                </a:lnTo>
                <a:lnTo>
                  <a:pt x="1636150" y="766426"/>
                </a:lnTo>
                <a:lnTo>
                  <a:pt x="1962917" y="766426"/>
                </a:lnTo>
                <a:lnTo>
                  <a:pt x="1962917" y="383213"/>
                </a:lnTo>
                <a:lnTo>
                  <a:pt x="2180084" y="383213"/>
                </a:lnTo>
                <a:lnTo>
                  <a:pt x="2180084" y="1149639"/>
                </a:lnTo>
                <a:lnTo>
                  <a:pt x="2398303" y="1149639"/>
                </a:lnTo>
                <a:lnTo>
                  <a:pt x="2398303" y="766426"/>
                </a:lnTo>
                <a:lnTo>
                  <a:pt x="2616522" y="766426"/>
                </a:lnTo>
                <a:lnTo>
                  <a:pt x="2616522" y="383213"/>
                </a:lnTo>
                <a:lnTo>
                  <a:pt x="2725069" y="383213"/>
                </a:lnTo>
                <a:lnTo>
                  <a:pt x="2725069" y="766426"/>
                </a:lnTo>
                <a:lnTo>
                  <a:pt x="3707613" y="766426"/>
                </a:lnTo>
                <a:lnTo>
                  <a:pt x="3707613" y="1149639"/>
                </a:lnTo>
                <a:lnTo>
                  <a:pt x="5015874" y="1149639"/>
                </a:lnTo>
                <a:lnTo>
                  <a:pt x="5015874" y="766426"/>
                </a:lnTo>
                <a:lnTo>
                  <a:pt x="5234092" y="766426"/>
                </a:lnTo>
                <a:lnTo>
                  <a:pt x="5234092" y="1149639"/>
                </a:lnTo>
                <a:lnTo>
                  <a:pt x="5889797" y="1149639"/>
                </a:lnTo>
                <a:lnTo>
                  <a:pt x="5889797" y="766426"/>
                </a:lnTo>
                <a:lnTo>
                  <a:pt x="6106966" y="766426"/>
                </a:lnTo>
                <a:lnTo>
                  <a:pt x="6106966" y="1149639"/>
                </a:lnTo>
                <a:lnTo>
                  <a:pt x="6325185" y="1149639"/>
                </a:lnTo>
                <a:lnTo>
                  <a:pt x="6325185" y="766426"/>
                </a:lnTo>
                <a:lnTo>
                  <a:pt x="6543402" y="766426"/>
                </a:lnTo>
                <a:lnTo>
                  <a:pt x="6543402" y="1149639"/>
                </a:lnTo>
                <a:lnTo>
                  <a:pt x="6978790" y="1149639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3F2A5E"/>
            </a:solidFill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7D27DB94-E728-441B-B2B7-8960B14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429" y="1420036"/>
            <a:ext cx="319344" cy="319344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11" y="319344"/>
                  <a:pt x="159672" y="319344"/>
                </a:cubicBezTo>
                <a:cubicBezTo>
                  <a:pt x="71463" y="319344"/>
                  <a:pt x="0" y="247882"/>
                  <a:pt x="0" y="159672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11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208372E6-6394-4325-969E-3BA6FF6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578" y="1493557"/>
            <a:ext cx="70297" cy="160665"/>
          </a:xfrm>
          <a:custGeom xmlns:a="http://schemas.openxmlformats.org/drawingml/2006/main">
            <a:pathLst>
              <a:path w="70297" h="160665">
                <a:moveTo>
                  <a:pt x="70297" y="160665"/>
                </a:moveTo>
                <a:lnTo>
                  <a:pt x="39640" y="160665"/>
                </a:lnTo>
                <a:lnTo>
                  <a:pt x="39640" y="45063"/>
                </a:lnTo>
                <a:cubicBezTo>
                  <a:pt x="28442" y="55552"/>
                  <a:pt x="15243" y="63315"/>
                  <a:pt x="0" y="68297"/>
                </a:cubicBezTo>
                <a:lnTo>
                  <a:pt x="0" y="40464"/>
                </a:lnTo>
                <a:cubicBezTo>
                  <a:pt x="8033" y="37867"/>
                  <a:pt x="16747" y="32928"/>
                  <a:pt x="26115" y="25661"/>
                </a:cubicBezTo>
                <a:cubicBezTo>
                  <a:pt x="35482" y="18295"/>
                  <a:pt x="41912" y="9751"/>
                  <a:pt x="45403" y="0"/>
                </a:cubicBezTo>
                <a:lnTo>
                  <a:pt x="70297" y="0"/>
                </a:lnTo>
                <a:lnTo>
                  <a:pt x="70297" y="160665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8C43EC22-BEE8-48AB-83E0-F4884C82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302" y="1803249"/>
            <a:ext cx="319344" cy="319344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11" y="319344"/>
                  <a:pt x="159672" y="319344"/>
                </a:cubicBezTo>
                <a:cubicBezTo>
                  <a:pt x="71463" y="319344"/>
                  <a:pt x="0" y="247882"/>
                  <a:pt x="0" y="159672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11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3A28B146-25B2-4881-B374-5A04C184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2803" y="2569675"/>
            <a:ext cx="319344" cy="319344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80" y="319344"/>
                  <a:pt x="159672" y="319344"/>
                </a:cubicBezTo>
                <a:cubicBezTo>
                  <a:pt x="71518" y="319344"/>
                  <a:pt x="0" y="247882"/>
                  <a:pt x="0" y="159672"/>
                </a:cubicBezTo>
                <a:cubicBezTo>
                  <a:pt x="0" y="71462"/>
                  <a:pt x="71518" y="0"/>
                  <a:pt x="159672" y="0"/>
                </a:cubicBezTo>
                <a:cubicBezTo>
                  <a:pt x="247880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6E5AE3FD-3313-4CD0-A3FA-2CAD3DCE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439" y="1217785"/>
            <a:ext cx="1636150" cy="85159"/>
          </a:xfrm>
          <a:custGeom xmlns:a="http://schemas.openxmlformats.org/drawingml/2006/main">
            <a:pathLst>
              <a:path w="1636150" h="85159">
                <a:moveTo>
                  <a:pt x="0" y="85159"/>
                </a:moveTo>
                <a:lnTo>
                  <a:pt x="0" y="0"/>
                </a:lnTo>
                <a:lnTo>
                  <a:pt x="1636150" y="0"/>
                </a:lnTo>
                <a:lnTo>
                  <a:pt x="1636150" y="85159"/>
                </a:lnTo>
              </a:path>
            </a:pathLst>
          </a:custGeom>
          <a:noFill xmlns:a="http://schemas.openxmlformats.org/drawingml/2006/main"/>
          <a:ln xmlns:a="http://schemas.openxmlformats.org/drawingml/2006/main" w="21290">
            <a:solidFill>
              <a:srgbClr val="6F667B"/>
            </a:solidFill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11C1A744-1B60-4AD0-9507-953710E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156" y="2984822"/>
            <a:ext cx="3448916" cy="298054"/>
          </a:xfrm>
          <a:custGeom xmlns:a="http://schemas.openxmlformats.org/drawingml/2006/main">
            <a:pathLst>
              <a:path w="3448916" h="298054">
                <a:moveTo>
                  <a:pt x="63869" y="0"/>
                </a:moveTo>
                <a:lnTo>
                  <a:pt x="3385047" y="0"/>
                </a:lnTo>
                <a:cubicBezTo>
                  <a:pt x="3420416" y="0"/>
                  <a:pt x="3448916" y="28499"/>
                  <a:pt x="3448916" y="63869"/>
                </a:cubicBezTo>
                <a:lnTo>
                  <a:pt x="3448916" y="234186"/>
                </a:lnTo>
                <a:cubicBezTo>
                  <a:pt x="3448916" y="269555"/>
                  <a:pt x="3420416" y="298054"/>
                  <a:pt x="3385047" y="298054"/>
                </a:cubicBezTo>
                <a:lnTo>
                  <a:pt x="63869" y="298054"/>
                </a:lnTo>
                <a:cubicBezTo>
                  <a:pt x="28500" y="298054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499"/>
                  <a:pt x="28500" y="0"/>
                  <a:pt x="63869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53AAEC39-59E4-428D-9C3C-90B175B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073" y="3036102"/>
            <a:ext cx="175314" cy="195495"/>
          </a:xfrm>
          <a:custGeom xmlns:a="http://schemas.openxmlformats.org/drawingml/2006/main">
            <a:pathLst>
              <a:path w="175314" h="195495">
                <a:moveTo>
                  <a:pt x="87657" y="0"/>
                </a:moveTo>
                <a:lnTo>
                  <a:pt x="175314" y="47192"/>
                </a:lnTo>
                <a:lnTo>
                  <a:pt x="175314" y="148303"/>
                </a:lnTo>
                <a:lnTo>
                  <a:pt x="87657" y="195495"/>
                </a:lnTo>
                <a:lnTo>
                  <a:pt x="0" y="148303"/>
                </a:lnTo>
                <a:lnTo>
                  <a:pt x="0" y="47192"/>
                </a:lnTo>
                <a:lnTo>
                  <a:pt x="87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80">
            <a:solidFill>
              <a:srgbClr val="674294"/>
            </a:solidFill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4A002012-6B40-4F2C-976B-856B30B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073" y="3083294"/>
            <a:ext cx="175314" cy="148303"/>
          </a:xfrm>
          <a:custGeom xmlns:a="http://schemas.openxmlformats.org/drawingml/2006/main">
            <a:pathLst>
              <a:path w="175314" h="148303">
                <a:moveTo>
                  <a:pt x="0" y="0"/>
                </a:moveTo>
                <a:lnTo>
                  <a:pt x="87657" y="47177"/>
                </a:lnTo>
                <a:lnTo>
                  <a:pt x="175314" y="0"/>
                </a:lnTo>
                <a:moveTo>
                  <a:pt x="87657" y="47177"/>
                </a:moveTo>
                <a:lnTo>
                  <a:pt x="87657" y="148303"/>
                </a:lnTo>
              </a:path>
            </a:pathLst>
          </a:custGeom>
          <a:noFill xmlns:a="http://schemas.openxmlformats.org/drawingml/2006/main"/>
          <a:ln xmlns:a="http://schemas.openxmlformats.org/drawingml/2006/main" w="16180">
            <a:solidFill>
              <a:srgbClr val="674294"/>
            </a:solidFill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7E462C9C-D7D5-4B58-A60C-9A62E18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167" y="3517062"/>
            <a:ext cx="3683101" cy="3853418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4" y="0"/>
                </a:lnTo>
                <a:cubicBezTo>
                  <a:pt x="3635640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40" y="3853418"/>
                  <a:pt x="3576654" y="3853418"/>
                </a:cubicBezTo>
                <a:lnTo>
                  <a:pt x="106448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66824EA5-6D98-4237-AD35-389BB3C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137" y="3517062"/>
            <a:ext cx="3673160" cy="74514"/>
          </a:xfrm>
          <a:custGeom xmlns:a="http://schemas.openxmlformats.org/drawingml/2006/main">
            <a:pathLst>
              <a:path w="3673160" h="74514">
                <a:moveTo>
                  <a:pt x="3673160" y="74514"/>
                </a:moveTo>
                <a:lnTo>
                  <a:pt x="3672723" y="72727"/>
                </a:lnTo>
                <a:lnTo>
                  <a:pt x="3666286" y="57442"/>
                </a:lnTo>
                <a:lnTo>
                  <a:pt x="3657649" y="43496"/>
                </a:lnTo>
                <a:lnTo>
                  <a:pt x="3647027" y="31104"/>
                </a:lnTo>
                <a:lnTo>
                  <a:pt x="3634635" y="20482"/>
                </a:lnTo>
                <a:lnTo>
                  <a:pt x="3620689" y="11844"/>
                </a:lnTo>
                <a:lnTo>
                  <a:pt x="3605405" y="5408"/>
                </a:lnTo>
                <a:lnTo>
                  <a:pt x="3588998" y="1388"/>
                </a:lnTo>
                <a:lnTo>
                  <a:pt x="3571683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0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63AF02ED-7D8C-4C8C-8B91-94CFC97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167" y="3517062"/>
            <a:ext cx="3683101" cy="3853418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4" y="0"/>
                </a:lnTo>
                <a:cubicBezTo>
                  <a:pt x="3635640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40" y="3853418"/>
                  <a:pt x="3576654" y="3853418"/>
                </a:cubicBezTo>
                <a:lnTo>
                  <a:pt x="106448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9F2861C4-295E-427E-87AC-FED92BF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5" y="3687379"/>
            <a:ext cx="340634" cy="340634"/>
          </a:xfrm>
          <a:custGeom xmlns:a="http://schemas.openxmlformats.org/drawingml/2006/main">
            <a:pathLst>
              <a:path w="340634" h="340634">
                <a:moveTo>
                  <a:pt x="340634" y="170317"/>
                </a:moveTo>
                <a:cubicBezTo>
                  <a:pt x="340634" y="264403"/>
                  <a:pt x="264403" y="340634"/>
                  <a:pt x="170317" y="340634"/>
                </a:cubicBezTo>
                <a:cubicBezTo>
                  <a:pt x="76231" y="340634"/>
                  <a:pt x="0" y="264403"/>
                  <a:pt x="0" y="170317"/>
                </a:cubicBezTo>
                <a:cubicBezTo>
                  <a:pt x="0" y="76231"/>
                  <a:pt x="76231" y="0"/>
                  <a:pt x="170317" y="0"/>
                </a:cubicBezTo>
                <a:cubicBezTo>
                  <a:pt x="264403" y="0"/>
                  <a:pt x="340634" y="76231"/>
                  <a:pt x="340634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018DEE3B-ADB4-428C-8AD6-4BD4673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465" y="3771544"/>
            <a:ext cx="70298" cy="160665"/>
          </a:xfrm>
          <a:custGeom xmlns:a="http://schemas.openxmlformats.org/drawingml/2006/main">
            <a:pathLst>
              <a:path w="70298" h="160665">
                <a:moveTo>
                  <a:pt x="70298" y="160665"/>
                </a:moveTo>
                <a:lnTo>
                  <a:pt x="39584" y="160665"/>
                </a:lnTo>
                <a:lnTo>
                  <a:pt x="39584" y="45063"/>
                </a:lnTo>
                <a:cubicBezTo>
                  <a:pt x="28386" y="55552"/>
                  <a:pt x="15200" y="63316"/>
                  <a:pt x="0" y="68297"/>
                </a:cubicBezTo>
                <a:lnTo>
                  <a:pt x="0" y="40465"/>
                </a:lnTo>
                <a:cubicBezTo>
                  <a:pt x="7990" y="37867"/>
                  <a:pt x="16691" y="32928"/>
                  <a:pt x="26058" y="25661"/>
                </a:cubicBezTo>
                <a:cubicBezTo>
                  <a:pt x="35482" y="18295"/>
                  <a:pt x="41912" y="9751"/>
                  <a:pt x="45403" y="0"/>
                </a:cubicBezTo>
                <a:lnTo>
                  <a:pt x="70298" y="0"/>
                </a:lnTo>
                <a:lnTo>
                  <a:pt x="70298" y="160665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1141B613-24DD-4D34-A2C6-3B2A5D3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558" y="5443771"/>
            <a:ext cx="234186" cy="191"/>
          </a:xfrm>
          <a:custGeom xmlns:a="http://schemas.openxmlformats.org/drawingml/2006/main">
            <a:pathLst>
              <a:path w="234186" h="191">
                <a:moveTo>
                  <a:pt x="0" y="0"/>
                </a:moveTo>
                <a:lnTo>
                  <a:pt x="234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D44C8C4D-3D10-46C1-9BF6-1106884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26" y="5347968"/>
            <a:ext cx="191606" cy="19160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456446F8-1D2C-4414-850F-7BFEE98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22" y="3517062"/>
            <a:ext cx="3683102" cy="3853418"/>
          </a:xfrm>
          <a:custGeom xmlns:a="http://schemas.openxmlformats.org/drawingml/2006/main">
            <a:pathLst>
              <a:path w="3683102" h="3853418">
                <a:moveTo>
                  <a:pt x="106449" y="0"/>
                </a:moveTo>
                <a:lnTo>
                  <a:pt x="3576654" y="0"/>
                </a:lnTo>
                <a:cubicBezTo>
                  <a:pt x="3635641" y="0"/>
                  <a:pt x="3683102" y="47462"/>
                  <a:pt x="3683102" y="106448"/>
                </a:cubicBezTo>
                <a:lnTo>
                  <a:pt x="3683102" y="3746971"/>
                </a:lnTo>
                <a:cubicBezTo>
                  <a:pt x="3683102" y="3805957"/>
                  <a:pt x="3635641" y="3853418"/>
                  <a:pt x="3576654" y="3853418"/>
                </a:cubicBezTo>
                <a:lnTo>
                  <a:pt x="106449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545F1930-7640-4D90-ACAB-141E9E9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292" y="3517062"/>
            <a:ext cx="3673162" cy="74514"/>
          </a:xfrm>
          <a:custGeom xmlns:a="http://schemas.openxmlformats.org/drawingml/2006/main">
            <a:pathLst>
              <a:path w="3673162" h="74514">
                <a:moveTo>
                  <a:pt x="3673162" y="74514"/>
                </a:moveTo>
                <a:lnTo>
                  <a:pt x="3672724" y="72727"/>
                </a:lnTo>
                <a:lnTo>
                  <a:pt x="3666287" y="57442"/>
                </a:lnTo>
                <a:lnTo>
                  <a:pt x="3657650" y="43496"/>
                </a:lnTo>
                <a:lnTo>
                  <a:pt x="3647028" y="31104"/>
                </a:lnTo>
                <a:lnTo>
                  <a:pt x="3634636" y="20482"/>
                </a:lnTo>
                <a:lnTo>
                  <a:pt x="3620690" y="11844"/>
                </a:lnTo>
                <a:lnTo>
                  <a:pt x="3605405" y="5408"/>
                </a:lnTo>
                <a:lnTo>
                  <a:pt x="3588998" y="1388"/>
                </a:lnTo>
                <a:lnTo>
                  <a:pt x="3571684" y="0"/>
                </a:lnTo>
                <a:lnTo>
                  <a:pt x="101479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3" y="11844"/>
                </a:lnTo>
                <a:lnTo>
                  <a:pt x="38527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2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33EC4161-361E-4265-BD15-3109D2D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22" y="3517062"/>
            <a:ext cx="3683102" cy="3853418"/>
          </a:xfrm>
          <a:custGeom xmlns:a="http://schemas.openxmlformats.org/drawingml/2006/main">
            <a:pathLst>
              <a:path w="3683102" h="3853418">
                <a:moveTo>
                  <a:pt x="106449" y="0"/>
                </a:moveTo>
                <a:lnTo>
                  <a:pt x="3576654" y="0"/>
                </a:lnTo>
                <a:cubicBezTo>
                  <a:pt x="3635641" y="0"/>
                  <a:pt x="3683102" y="47462"/>
                  <a:pt x="3683102" y="106448"/>
                </a:cubicBezTo>
                <a:lnTo>
                  <a:pt x="3683102" y="3746971"/>
                </a:lnTo>
                <a:cubicBezTo>
                  <a:pt x="3683102" y="3805957"/>
                  <a:pt x="3635641" y="3853418"/>
                  <a:pt x="3576654" y="3853418"/>
                </a:cubicBezTo>
                <a:lnTo>
                  <a:pt x="106449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2D3B239C-8B7A-465C-830D-496F3E42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771" y="3687379"/>
            <a:ext cx="340633" cy="340634"/>
          </a:xfrm>
          <a:custGeom xmlns:a="http://schemas.openxmlformats.org/drawingml/2006/main">
            <a:pathLst>
              <a:path w="340633" h="340634">
                <a:moveTo>
                  <a:pt x="340633" y="170317"/>
                </a:moveTo>
                <a:cubicBezTo>
                  <a:pt x="340633" y="264403"/>
                  <a:pt x="264403" y="340634"/>
                  <a:pt x="170317" y="340634"/>
                </a:cubicBezTo>
                <a:cubicBezTo>
                  <a:pt x="76230" y="340634"/>
                  <a:pt x="0" y="264403"/>
                  <a:pt x="0" y="170317"/>
                </a:cubicBezTo>
                <a:cubicBezTo>
                  <a:pt x="0" y="76231"/>
                  <a:pt x="76230" y="0"/>
                  <a:pt x="170317" y="0"/>
                </a:cubicBezTo>
                <a:cubicBezTo>
                  <a:pt x="264403" y="0"/>
                  <a:pt x="340633" y="76231"/>
                  <a:pt x="340633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B17F2C8E-37A8-4E5F-B4B5-34F652D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485" y="3771544"/>
            <a:ext cx="107498" cy="160665"/>
          </a:xfrm>
          <a:custGeom xmlns:a="http://schemas.openxmlformats.org/drawingml/2006/main">
            <a:pathLst>
              <a:path w="107498" h="160665">
                <a:moveTo>
                  <a:pt x="107498" y="132166"/>
                </a:moveTo>
                <a:lnTo>
                  <a:pt x="107498" y="160665"/>
                </a:lnTo>
                <a:lnTo>
                  <a:pt x="0" y="160665"/>
                </a:lnTo>
                <a:cubicBezTo>
                  <a:pt x="1164" y="149907"/>
                  <a:pt x="4656" y="139703"/>
                  <a:pt x="10475" y="130122"/>
                </a:cubicBezTo>
                <a:cubicBezTo>
                  <a:pt x="16294" y="120414"/>
                  <a:pt x="27833" y="107612"/>
                  <a:pt x="44965" y="91702"/>
                </a:cubicBezTo>
                <a:cubicBezTo>
                  <a:pt x="58817" y="78772"/>
                  <a:pt x="67304" y="70071"/>
                  <a:pt x="70412" y="65473"/>
                </a:cubicBezTo>
                <a:cubicBezTo>
                  <a:pt x="74628" y="59157"/>
                  <a:pt x="76729" y="52884"/>
                  <a:pt x="76729" y="46738"/>
                </a:cubicBezTo>
                <a:cubicBezTo>
                  <a:pt x="76729" y="39854"/>
                  <a:pt x="74898" y="34645"/>
                  <a:pt x="71179" y="30984"/>
                </a:cubicBezTo>
                <a:cubicBezTo>
                  <a:pt x="67531" y="27279"/>
                  <a:pt x="62479" y="25448"/>
                  <a:pt x="55992" y="25448"/>
                </a:cubicBezTo>
                <a:cubicBezTo>
                  <a:pt x="49618" y="25448"/>
                  <a:pt x="44509" y="27378"/>
                  <a:pt x="40750" y="31211"/>
                </a:cubicBezTo>
                <a:cubicBezTo>
                  <a:pt x="36917" y="35086"/>
                  <a:pt x="34759" y="41472"/>
                  <a:pt x="34149" y="50442"/>
                </a:cubicBezTo>
                <a:lnTo>
                  <a:pt x="3605" y="47349"/>
                </a:lnTo>
                <a:cubicBezTo>
                  <a:pt x="5436" y="30486"/>
                  <a:pt x="11141" y="18352"/>
                  <a:pt x="20737" y="11029"/>
                </a:cubicBezTo>
                <a:cubicBezTo>
                  <a:pt x="30374" y="3662"/>
                  <a:pt x="42352" y="0"/>
                  <a:pt x="56772" y="0"/>
                </a:cubicBezTo>
                <a:cubicBezTo>
                  <a:pt x="72570" y="0"/>
                  <a:pt x="84989" y="4258"/>
                  <a:pt x="93973" y="12746"/>
                </a:cubicBezTo>
                <a:cubicBezTo>
                  <a:pt x="103014" y="21289"/>
                  <a:pt x="107498" y="31878"/>
                  <a:pt x="107498" y="44509"/>
                </a:cubicBezTo>
                <a:cubicBezTo>
                  <a:pt x="107498" y="51720"/>
                  <a:pt x="106221" y="58603"/>
                  <a:pt x="103610" y="65146"/>
                </a:cubicBezTo>
                <a:cubicBezTo>
                  <a:pt x="101068" y="71632"/>
                  <a:pt x="96967" y="78445"/>
                  <a:pt x="91361" y="85542"/>
                </a:cubicBezTo>
                <a:cubicBezTo>
                  <a:pt x="87657" y="90310"/>
                  <a:pt x="80944" y="97123"/>
                  <a:pt x="71292" y="105994"/>
                </a:cubicBezTo>
                <a:cubicBezTo>
                  <a:pt x="61598" y="114865"/>
                  <a:pt x="55440" y="120755"/>
                  <a:pt x="52827" y="123692"/>
                </a:cubicBezTo>
                <a:cubicBezTo>
                  <a:pt x="50287" y="126574"/>
                  <a:pt x="48228" y="129398"/>
                  <a:pt x="46624" y="132166"/>
                </a:cubicBezTo>
                <a:lnTo>
                  <a:pt x="107498" y="132166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0948EB41-0D48-4509-9CEB-E481D473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713" y="5443771"/>
            <a:ext cx="234186" cy="191"/>
          </a:xfrm>
          <a:custGeom xmlns:a="http://schemas.openxmlformats.org/drawingml/2006/main">
            <a:pathLst>
              <a:path w="234186" h="191">
                <a:moveTo>
                  <a:pt x="0" y="0"/>
                </a:moveTo>
                <a:lnTo>
                  <a:pt x="234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F9D712B4-2B69-4DEF-BE4B-43CE727A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482" y="5347968"/>
            <a:ext cx="191606" cy="19160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04CB8E86-C595-4FA1-896F-F61054E7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479" y="3517062"/>
            <a:ext cx="3683101" cy="3853418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3" y="0"/>
                </a:lnTo>
                <a:cubicBezTo>
                  <a:pt x="3635639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39" y="3853418"/>
                  <a:pt x="3576653" y="3853418"/>
                </a:cubicBezTo>
                <a:lnTo>
                  <a:pt x="106448" y="3853418"/>
                </a:lnTo>
                <a:cubicBezTo>
                  <a:pt x="47461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1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0B05F4E1-4094-40BD-8110-743146B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449" y="3517062"/>
            <a:ext cx="3673160" cy="74514"/>
          </a:xfrm>
          <a:custGeom xmlns:a="http://schemas.openxmlformats.org/drawingml/2006/main">
            <a:pathLst>
              <a:path w="3673160" h="74514">
                <a:moveTo>
                  <a:pt x="3673160" y="74514"/>
                </a:moveTo>
                <a:lnTo>
                  <a:pt x="3672723" y="72727"/>
                </a:lnTo>
                <a:lnTo>
                  <a:pt x="3666286" y="57442"/>
                </a:lnTo>
                <a:lnTo>
                  <a:pt x="3657649" y="43496"/>
                </a:lnTo>
                <a:lnTo>
                  <a:pt x="3647027" y="31104"/>
                </a:lnTo>
                <a:lnTo>
                  <a:pt x="3634635" y="20482"/>
                </a:lnTo>
                <a:lnTo>
                  <a:pt x="3620689" y="11844"/>
                </a:lnTo>
                <a:lnTo>
                  <a:pt x="3605404" y="5408"/>
                </a:lnTo>
                <a:lnTo>
                  <a:pt x="3588997" y="1388"/>
                </a:lnTo>
                <a:lnTo>
                  <a:pt x="3571683" y="0"/>
                </a:lnTo>
                <a:lnTo>
                  <a:pt x="101478" y="0"/>
                </a:lnTo>
                <a:lnTo>
                  <a:pt x="84163" y="1388"/>
                </a:lnTo>
                <a:lnTo>
                  <a:pt x="67756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1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0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80D34D0C-69FD-48E3-979A-02E426F7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479" y="3517062"/>
            <a:ext cx="3683101" cy="3853418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3" y="0"/>
                </a:lnTo>
                <a:cubicBezTo>
                  <a:pt x="3635639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39" y="3853418"/>
                  <a:pt x="3576653" y="3853418"/>
                </a:cubicBezTo>
                <a:lnTo>
                  <a:pt x="106448" y="3853418"/>
                </a:lnTo>
                <a:cubicBezTo>
                  <a:pt x="47461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1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29A36C82-60B5-42FA-8EE3-CDDB5EC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926" y="3687379"/>
            <a:ext cx="340633" cy="340634"/>
          </a:xfrm>
          <a:custGeom xmlns:a="http://schemas.openxmlformats.org/drawingml/2006/main">
            <a:pathLst>
              <a:path w="340633" h="340634">
                <a:moveTo>
                  <a:pt x="340633" y="170317"/>
                </a:moveTo>
                <a:cubicBezTo>
                  <a:pt x="340633" y="264403"/>
                  <a:pt x="264403" y="340634"/>
                  <a:pt x="170317" y="340634"/>
                </a:cubicBezTo>
                <a:cubicBezTo>
                  <a:pt x="76230" y="340634"/>
                  <a:pt x="0" y="264403"/>
                  <a:pt x="0" y="170317"/>
                </a:cubicBezTo>
                <a:cubicBezTo>
                  <a:pt x="0" y="76231"/>
                  <a:pt x="76230" y="0"/>
                  <a:pt x="170317" y="0"/>
                </a:cubicBezTo>
                <a:cubicBezTo>
                  <a:pt x="264403" y="0"/>
                  <a:pt x="340633" y="76231"/>
                  <a:pt x="340633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676">
            <a:solidFill>
              <a:srgbClr val="3F2A5E"/>
            </a:solidFill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546A6EAD-E6C2-4C59-9A52-CC489CAC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465" y="3771544"/>
            <a:ext cx="106335" cy="163377"/>
          </a:xfrm>
          <a:custGeom xmlns:a="http://schemas.openxmlformats.org/drawingml/2006/main">
            <a:pathLst>
              <a:path w="106335" h="163377">
                <a:moveTo>
                  <a:pt x="0" y="118200"/>
                </a:moveTo>
                <a:lnTo>
                  <a:pt x="29721" y="114595"/>
                </a:lnTo>
                <a:cubicBezTo>
                  <a:pt x="30657" y="122188"/>
                  <a:pt x="33213" y="127951"/>
                  <a:pt x="37370" y="131953"/>
                </a:cubicBezTo>
                <a:cubicBezTo>
                  <a:pt x="41530" y="135941"/>
                  <a:pt x="46510" y="137985"/>
                  <a:pt x="52386" y="137985"/>
                </a:cubicBezTo>
                <a:cubicBezTo>
                  <a:pt x="58773" y="137985"/>
                  <a:pt x="64040" y="135544"/>
                  <a:pt x="68354" y="130789"/>
                </a:cubicBezTo>
                <a:cubicBezTo>
                  <a:pt x="72740" y="125964"/>
                  <a:pt x="74896" y="119477"/>
                  <a:pt x="74896" y="111317"/>
                </a:cubicBezTo>
                <a:cubicBezTo>
                  <a:pt x="74896" y="103610"/>
                  <a:pt x="72853" y="97521"/>
                  <a:pt x="68695" y="92965"/>
                </a:cubicBezTo>
                <a:cubicBezTo>
                  <a:pt x="64536" y="88480"/>
                  <a:pt x="59483" y="86209"/>
                  <a:pt x="53493" y="86209"/>
                </a:cubicBezTo>
                <a:cubicBezTo>
                  <a:pt x="49563" y="86209"/>
                  <a:pt x="44908" y="86989"/>
                  <a:pt x="39415" y="88537"/>
                </a:cubicBezTo>
                <a:lnTo>
                  <a:pt x="42806" y="63529"/>
                </a:lnTo>
                <a:cubicBezTo>
                  <a:pt x="51110" y="63755"/>
                  <a:pt x="57440" y="61981"/>
                  <a:pt x="61811" y="58149"/>
                </a:cubicBezTo>
                <a:cubicBezTo>
                  <a:pt x="66140" y="54332"/>
                  <a:pt x="68354" y="49222"/>
                  <a:pt x="68354" y="42906"/>
                </a:cubicBezTo>
                <a:cubicBezTo>
                  <a:pt x="68354" y="37526"/>
                  <a:pt x="66751" y="33212"/>
                  <a:pt x="63542" y="29990"/>
                </a:cubicBezTo>
                <a:cubicBezTo>
                  <a:pt x="60321" y="26825"/>
                  <a:pt x="56106" y="25221"/>
                  <a:pt x="50784" y="25221"/>
                </a:cubicBezTo>
                <a:cubicBezTo>
                  <a:pt x="45518" y="25221"/>
                  <a:pt x="41075" y="27053"/>
                  <a:pt x="37370" y="30657"/>
                </a:cubicBezTo>
                <a:cubicBezTo>
                  <a:pt x="33652" y="34319"/>
                  <a:pt x="31382" y="39641"/>
                  <a:pt x="30600" y="46624"/>
                </a:cubicBezTo>
                <a:lnTo>
                  <a:pt x="2328" y="41799"/>
                </a:lnTo>
                <a:cubicBezTo>
                  <a:pt x="4273" y="32091"/>
                  <a:pt x="7211" y="24384"/>
                  <a:pt x="11141" y="18678"/>
                </a:cubicBezTo>
                <a:cubicBezTo>
                  <a:pt x="15130" y="12859"/>
                  <a:pt x="20680" y="8317"/>
                  <a:pt x="27720" y="5039"/>
                </a:cubicBezTo>
                <a:cubicBezTo>
                  <a:pt x="34874" y="1661"/>
                  <a:pt x="42849" y="0"/>
                  <a:pt x="51678" y="0"/>
                </a:cubicBezTo>
                <a:cubicBezTo>
                  <a:pt x="66694" y="0"/>
                  <a:pt x="78787" y="4826"/>
                  <a:pt x="87869" y="14406"/>
                </a:cubicBezTo>
                <a:cubicBezTo>
                  <a:pt x="95363" y="22283"/>
                  <a:pt x="99126" y="31154"/>
                  <a:pt x="99126" y="41018"/>
                </a:cubicBezTo>
                <a:cubicBezTo>
                  <a:pt x="99126" y="55098"/>
                  <a:pt x="91475" y="66310"/>
                  <a:pt x="76117" y="74670"/>
                </a:cubicBezTo>
                <a:cubicBezTo>
                  <a:pt x="85272" y="76614"/>
                  <a:pt x="92582" y="81000"/>
                  <a:pt x="98018" y="87869"/>
                </a:cubicBezTo>
                <a:cubicBezTo>
                  <a:pt x="103567" y="94696"/>
                  <a:pt x="106335" y="102957"/>
                  <a:pt x="106335" y="112651"/>
                </a:cubicBezTo>
                <a:cubicBezTo>
                  <a:pt x="106335" y="126673"/>
                  <a:pt x="101183" y="138652"/>
                  <a:pt x="90922" y="148531"/>
                </a:cubicBezTo>
                <a:cubicBezTo>
                  <a:pt x="80674" y="158451"/>
                  <a:pt x="67913" y="163377"/>
                  <a:pt x="52615" y="163377"/>
                </a:cubicBezTo>
                <a:cubicBezTo>
                  <a:pt x="38137" y="163377"/>
                  <a:pt x="26172" y="159218"/>
                  <a:pt x="16634" y="150958"/>
                </a:cubicBezTo>
                <a:cubicBezTo>
                  <a:pt x="7097" y="142598"/>
                  <a:pt x="1548" y="131669"/>
                  <a:pt x="0" y="118200"/>
                </a:cubicBez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7782F621-325A-4FA6-8E16-AEDD8A7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194" y="4453805"/>
            <a:ext cx="3385047" cy="2150250"/>
          </a:xfrm>
          <a:custGeom xmlns:a="http://schemas.openxmlformats.org/drawingml/2006/main">
            <a:pathLst>
              <a:path w="3385047" h="2150250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2065091"/>
                </a:lnTo>
                <a:cubicBezTo>
                  <a:pt x="3385047" y="2112269"/>
                  <a:pt x="3347066" y="2150250"/>
                  <a:pt x="3299889" y="2150250"/>
                </a:cubicBezTo>
                <a:lnTo>
                  <a:pt x="85158" y="2150250"/>
                </a:lnTo>
                <a:cubicBezTo>
                  <a:pt x="37981" y="2150250"/>
                  <a:pt x="0" y="2112269"/>
                  <a:pt x="0" y="2065091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9CD0D55B-D9A4-474D-8969-58566028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194" y="4453805"/>
            <a:ext cx="3385047" cy="234186"/>
          </a:xfrm>
          <a:custGeom xmlns:a="http://schemas.openxmlformats.org/drawingml/2006/main">
            <a:pathLst>
              <a:path w="3385047" h="234186">
                <a:moveTo>
                  <a:pt x="0" y="234186"/>
                </a:moveTo>
                <a:lnTo>
                  <a:pt x="0" y="85158"/>
                </a:lnTo>
                <a:cubicBezTo>
                  <a:pt x="0" y="28386"/>
                  <a:pt x="28386" y="0"/>
                  <a:pt x="85158" y="0"/>
                </a:cubicBezTo>
                <a:lnTo>
                  <a:pt x="3299889" y="0"/>
                </a:lnTo>
                <a:cubicBezTo>
                  <a:pt x="3356661" y="0"/>
                  <a:pt x="3385047" y="28386"/>
                  <a:pt x="3385047" y="85158"/>
                </a:cubicBezTo>
                <a:lnTo>
                  <a:pt x="3385047" y="234186"/>
                </a:lnTo>
                <a:lnTo>
                  <a:pt x="0" y="234186"/>
                </a:ln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18257B07-9B20-4DD5-B617-DA45113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420" y="4535741"/>
            <a:ext cx="70312" cy="7031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7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7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86E399AA-346B-44D1-A67C-8D93F63B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513" y="4535741"/>
            <a:ext cx="70312" cy="7031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6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6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1EA90FA9-C3A3-491D-AA5A-790361FF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06" y="4535741"/>
            <a:ext cx="70312" cy="7031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6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6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2D843932-AAD5-4558-819D-2D5FFC8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194" y="6731792"/>
            <a:ext cx="3385047" cy="510950"/>
          </a:xfrm>
          <a:custGeom xmlns:a="http://schemas.openxmlformats.org/drawingml/2006/main">
            <a:pathLst>
              <a:path w="3385047" h="510950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425792"/>
                </a:lnTo>
                <a:cubicBezTo>
                  <a:pt x="3385047" y="472971"/>
                  <a:pt x="3347066" y="510950"/>
                  <a:pt x="3299889" y="510950"/>
                </a:cubicBezTo>
                <a:lnTo>
                  <a:pt x="85158" y="510950"/>
                </a:lnTo>
                <a:cubicBezTo>
                  <a:pt x="37981" y="510950"/>
                  <a:pt x="0" y="472971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6CDFF0E5-3F82-49D1-9870-CB702005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715" y="4397912"/>
            <a:ext cx="234186" cy="175654"/>
          </a:xfrm>
          <a:custGeom xmlns:a="http://schemas.openxmlformats.org/drawingml/2006/main">
            <a:pathLst>
              <a:path w="234186" h="175654">
                <a:moveTo>
                  <a:pt x="219552" y="0"/>
                </a:moveTo>
                <a:lnTo>
                  <a:pt x="14633" y="0"/>
                </a:lnTo>
                <a:cubicBezTo>
                  <a:pt x="6543" y="0"/>
                  <a:pt x="0" y="6543"/>
                  <a:pt x="0" y="14647"/>
                </a:cubicBezTo>
                <a:lnTo>
                  <a:pt x="0" y="161007"/>
                </a:lnTo>
                <a:cubicBezTo>
                  <a:pt x="0" y="169110"/>
                  <a:pt x="6543" y="175654"/>
                  <a:pt x="14633" y="175654"/>
                </a:cubicBezTo>
                <a:lnTo>
                  <a:pt x="219552" y="175654"/>
                </a:lnTo>
                <a:cubicBezTo>
                  <a:pt x="227642" y="175654"/>
                  <a:pt x="234186" y="169110"/>
                  <a:pt x="234186" y="161007"/>
                </a:cubicBezTo>
                <a:lnTo>
                  <a:pt x="234186" y="14647"/>
                </a:lnTo>
                <a:cubicBezTo>
                  <a:pt x="234186" y="6543"/>
                  <a:pt x="227642" y="0"/>
                  <a:pt x="219552" y="0"/>
                </a:cubicBezTo>
                <a:moveTo>
                  <a:pt x="58547" y="87827"/>
                </a:moveTo>
                <a:lnTo>
                  <a:pt x="43913" y="87827"/>
                </a:lnTo>
                <a:lnTo>
                  <a:pt x="43913" y="102460"/>
                </a:lnTo>
                <a:lnTo>
                  <a:pt x="29267" y="102460"/>
                </a:lnTo>
                <a:lnTo>
                  <a:pt x="29267" y="87827"/>
                </a:lnTo>
                <a:lnTo>
                  <a:pt x="43913" y="87827"/>
                </a:lnTo>
                <a:lnTo>
                  <a:pt x="43913" y="73193"/>
                </a:lnTo>
                <a:lnTo>
                  <a:pt x="58547" y="73193"/>
                </a:lnTo>
                <a:lnTo>
                  <a:pt x="58547" y="58561"/>
                </a:lnTo>
                <a:lnTo>
                  <a:pt x="43913" y="58561"/>
                </a:lnTo>
                <a:lnTo>
                  <a:pt x="43913" y="43913"/>
                </a:lnTo>
                <a:lnTo>
                  <a:pt x="29267" y="43913"/>
                </a:lnTo>
                <a:lnTo>
                  <a:pt x="29267" y="29281"/>
                </a:lnTo>
                <a:lnTo>
                  <a:pt x="43913" y="29281"/>
                </a:lnTo>
                <a:lnTo>
                  <a:pt x="43913" y="43913"/>
                </a:lnTo>
                <a:lnTo>
                  <a:pt x="58547" y="43913"/>
                </a:lnTo>
                <a:lnTo>
                  <a:pt x="58547" y="58561"/>
                </a:lnTo>
                <a:lnTo>
                  <a:pt x="73180" y="58561"/>
                </a:lnTo>
                <a:lnTo>
                  <a:pt x="73180" y="73193"/>
                </a:lnTo>
                <a:lnTo>
                  <a:pt x="58547" y="73193"/>
                </a:lnTo>
                <a:lnTo>
                  <a:pt x="58547" y="87827"/>
                </a:lnTo>
                <a:moveTo>
                  <a:pt x="73180" y="102460"/>
                </a:moveTo>
                <a:lnTo>
                  <a:pt x="117093" y="102460"/>
                </a:lnTo>
                <a:lnTo>
                  <a:pt x="117093" y="117093"/>
                </a:lnTo>
                <a:lnTo>
                  <a:pt x="73180" y="117093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17D99925-FF3E-46E7-AB3A-5BDB63B9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49" y="4687991"/>
            <a:ext cx="1266732" cy="510950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8A58A27F-D568-40B2-939D-95D9A7C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015" y="4943466"/>
            <a:ext cx="170317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A8BC5673-CA05-48A7-87C3-4C54ED0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915" y="4847663"/>
            <a:ext cx="191606" cy="19160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6648735F-F2D4-4519-B188-29B676BF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201" y="4687991"/>
            <a:ext cx="1852196" cy="510950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02D76141-82F0-42B4-9F1B-BEC7748F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49" y="5262810"/>
            <a:ext cx="1266732" cy="510950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6">
            <a:extLst xmlns:a="http://schemas.openxmlformats.org/drawingml/2006/main">
              <a:ext uri="{FF2B5EF4-FFF2-40B4-BE49-F238E27FC236}">
                <a16:creationId xmlns:a16="http://schemas.microsoft.com/office/drawing/2014/main" id="{D3BC98D8-2061-4456-A8C2-89EA48B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015" y="5518285"/>
            <a:ext cx="170317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CBE8C09A-9852-4A21-B457-3113A278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915" y="5422481"/>
            <a:ext cx="191606" cy="191607"/>
          </a:xfrm>
          <a:custGeom xmlns:a="http://schemas.openxmlformats.org/drawingml/2006/main">
            <a:pathLst>
              <a:path w="191606" h="191607">
                <a:moveTo>
                  <a:pt x="0" y="0"/>
                </a:moveTo>
                <a:lnTo>
                  <a:pt x="191606" y="95804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6DFF305A-B0C3-4710-9AAA-FFBEE26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201" y="5262810"/>
            <a:ext cx="1852196" cy="510950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8669DD90-2BA5-473A-A94F-8D657355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49" y="5837629"/>
            <a:ext cx="1266732" cy="510950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0F4208A5-DA37-4EBB-9836-056338AD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015" y="6093104"/>
            <a:ext cx="170317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AB0ACFDC-529D-4D7A-953B-767ED9F4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915" y="5997301"/>
            <a:ext cx="191606" cy="19160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A4E62E13-9EB6-43E1-B245-68C66B8F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201" y="5837629"/>
            <a:ext cx="1852196" cy="510950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74AB2E01-EAAC-498C-9C05-B0C2898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49" y="6455027"/>
            <a:ext cx="3385047" cy="787715"/>
          </a:xfrm>
          <a:custGeom xmlns:a="http://schemas.openxmlformats.org/drawingml/2006/main">
            <a:pathLst>
              <a:path w="3385047" h="787715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702557"/>
                </a:lnTo>
                <a:cubicBezTo>
                  <a:pt x="3385047" y="749736"/>
                  <a:pt x="3347066" y="787715"/>
                  <a:pt x="3299889" y="787715"/>
                </a:cubicBezTo>
                <a:lnTo>
                  <a:pt x="85158" y="787715"/>
                </a:lnTo>
                <a:cubicBezTo>
                  <a:pt x="37981" y="787715"/>
                  <a:pt x="0" y="749736"/>
                  <a:pt x="0" y="702557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616951D2-E03F-497E-B5E8-78E97BF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700" y="4837018"/>
            <a:ext cx="809005" cy="244830"/>
          </a:xfrm>
          <a:custGeom xmlns:a="http://schemas.openxmlformats.org/drawingml/2006/main">
            <a:pathLst>
              <a:path w="809005" h="244830">
                <a:moveTo>
                  <a:pt x="42580" y="0"/>
                </a:moveTo>
                <a:lnTo>
                  <a:pt x="766426" y="0"/>
                </a:lnTo>
                <a:cubicBezTo>
                  <a:pt x="789987" y="0"/>
                  <a:pt x="809005" y="19019"/>
                  <a:pt x="809005" y="42579"/>
                </a:cubicBezTo>
                <a:lnTo>
                  <a:pt x="809005" y="202251"/>
                </a:lnTo>
                <a:cubicBezTo>
                  <a:pt x="809005" y="225812"/>
                  <a:pt x="789987" y="244830"/>
                  <a:pt x="766426" y="244830"/>
                </a:cubicBezTo>
                <a:lnTo>
                  <a:pt x="42580" y="244830"/>
                </a:lnTo>
                <a:cubicBezTo>
                  <a:pt x="19019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19019" y="0"/>
                  <a:pt x="42580" y="0"/>
                </a:cubicBez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BA410736-D18F-45AF-93FE-F23DC8E4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912" y="4834917"/>
            <a:ext cx="238385" cy="238387"/>
          </a:xfrm>
          <a:custGeom xmlns:a="http://schemas.openxmlformats.org/drawingml/2006/main">
            <a:pathLst>
              <a:path w="238385" h="238387">
                <a:moveTo>
                  <a:pt x="238385" y="119194"/>
                </a:moveTo>
                <a:cubicBezTo>
                  <a:pt x="238385" y="185064"/>
                  <a:pt x="185063" y="238387"/>
                  <a:pt x="119193" y="238387"/>
                </a:cubicBezTo>
                <a:cubicBezTo>
                  <a:pt x="53323" y="238387"/>
                  <a:pt x="0" y="185064"/>
                  <a:pt x="0" y="119194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4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DE4392B1-DC16-4F63-8D6B-50CA68B7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507" y="4911531"/>
            <a:ext cx="119193" cy="85158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8611364C-2421-432D-AB6B-C88D1E35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700" y="5220230"/>
            <a:ext cx="703835" cy="244831"/>
          </a:xfrm>
          <a:custGeom xmlns:a="http://schemas.openxmlformats.org/drawingml/2006/main">
            <a:pathLst>
              <a:path w="703835" h="244831">
                <a:moveTo>
                  <a:pt x="42580" y="0"/>
                </a:moveTo>
                <a:lnTo>
                  <a:pt x="661255" y="0"/>
                </a:lnTo>
                <a:cubicBezTo>
                  <a:pt x="684873" y="0"/>
                  <a:pt x="703835" y="19019"/>
                  <a:pt x="703835" y="42580"/>
                </a:cubicBezTo>
                <a:lnTo>
                  <a:pt x="703835" y="202251"/>
                </a:lnTo>
                <a:cubicBezTo>
                  <a:pt x="703835" y="225812"/>
                  <a:pt x="684873" y="244831"/>
                  <a:pt x="661255" y="244831"/>
                </a:cubicBezTo>
                <a:lnTo>
                  <a:pt x="42580" y="244831"/>
                </a:lnTo>
                <a:cubicBezTo>
                  <a:pt x="19019" y="244831"/>
                  <a:pt x="0" y="225812"/>
                  <a:pt x="0" y="202251"/>
                </a:cubicBezTo>
                <a:lnTo>
                  <a:pt x="0" y="42580"/>
                </a:lnTo>
                <a:cubicBezTo>
                  <a:pt x="0" y="19019"/>
                  <a:pt x="19019" y="0"/>
                  <a:pt x="42580" y="0"/>
                </a:cubicBez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00EED047-1714-4E37-9C8A-9F54062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912" y="5218130"/>
            <a:ext cx="238385" cy="238387"/>
          </a:xfrm>
          <a:custGeom xmlns:a="http://schemas.openxmlformats.org/drawingml/2006/main">
            <a:pathLst>
              <a:path w="238385" h="238387">
                <a:moveTo>
                  <a:pt x="238385" y="119193"/>
                </a:moveTo>
                <a:cubicBezTo>
                  <a:pt x="238385" y="185063"/>
                  <a:pt x="185063" y="238387"/>
                  <a:pt x="119193" y="238387"/>
                </a:cubicBezTo>
                <a:cubicBezTo>
                  <a:pt x="53323" y="238387"/>
                  <a:pt x="0" y="185063"/>
                  <a:pt x="0" y="119193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4216BB47-BBFF-4A10-8571-3C95E79B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507" y="5294744"/>
            <a:ext cx="119193" cy="85158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F545CCAD-FDF7-4F46-B371-A068C80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700" y="5603443"/>
            <a:ext cx="31935" cy="244830"/>
          </a:xfrm>
          <a:custGeom xmlns:a="http://schemas.openxmlformats.org/drawingml/2006/main">
            <a:pathLst>
              <a:path w="31935" h="244830">
                <a:moveTo>
                  <a:pt x="15968" y="0"/>
                </a:moveTo>
                <a:cubicBezTo>
                  <a:pt x="24838" y="0"/>
                  <a:pt x="31935" y="19019"/>
                  <a:pt x="31935" y="42579"/>
                </a:cubicBezTo>
                <a:lnTo>
                  <a:pt x="31935" y="202251"/>
                </a:lnTo>
                <a:cubicBezTo>
                  <a:pt x="31935" y="225812"/>
                  <a:pt x="24838" y="244830"/>
                  <a:pt x="15968" y="244830"/>
                </a:cubicBezTo>
                <a:cubicBezTo>
                  <a:pt x="7097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7097" y="0"/>
                  <a:pt x="15968" y="0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F788A947-51EA-4C10-82B5-2EDD6D6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912" y="5601342"/>
            <a:ext cx="238385" cy="238387"/>
          </a:xfrm>
          <a:custGeom xmlns:a="http://schemas.openxmlformats.org/drawingml/2006/main">
            <a:pathLst>
              <a:path w="238385" h="238387">
                <a:moveTo>
                  <a:pt x="238385" y="119194"/>
                </a:moveTo>
                <a:cubicBezTo>
                  <a:pt x="238385" y="185064"/>
                  <a:pt x="185063" y="238387"/>
                  <a:pt x="119193" y="238387"/>
                </a:cubicBezTo>
                <a:cubicBezTo>
                  <a:pt x="53323" y="238387"/>
                  <a:pt x="0" y="185064"/>
                  <a:pt x="0" y="119194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4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D6EA482C-054D-4E23-9FCE-533328D2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507" y="5677957"/>
            <a:ext cx="119193" cy="85158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203" name="path-203">
            <a:extLst xmlns:a="http://schemas.openxmlformats.org/drawingml/2006/main">
              <a:ext uri="{FF2B5EF4-FFF2-40B4-BE49-F238E27FC236}">
                <a16:creationId xmlns:a16="http://schemas.microsoft.com/office/drawing/2014/main" id="{03160CEC-7A62-4190-8FC4-E25AB4E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700" y="5986656"/>
            <a:ext cx="31935" cy="244830"/>
          </a:xfrm>
          <a:custGeom xmlns:a="http://schemas.openxmlformats.org/drawingml/2006/main">
            <a:pathLst>
              <a:path w="31935" h="244830">
                <a:moveTo>
                  <a:pt x="15968" y="0"/>
                </a:moveTo>
                <a:cubicBezTo>
                  <a:pt x="24838" y="0"/>
                  <a:pt x="31935" y="19019"/>
                  <a:pt x="31935" y="42579"/>
                </a:cubicBezTo>
                <a:lnTo>
                  <a:pt x="31935" y="202251"/>
                </a:lnTo>
                <a:cubicBezTo>
                  <a:pt x="31935" y="225812"/>
                  <a:pt x="24838" y="244830"/>
                  <a:pt x="15968" y="244830"/>
                </a:cubicBezTo>
                <a:cubicBezTo>
                  <a:pt x="7097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7097" y="0"/>
                  <a:pt x="15968" y="0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FF95BC53-DC84-4151-8794-7EA464C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912" y="5984556"/>
            <a:ext cx="238385" cy="238387"/>
          </a:xfrm>
          <a:custGeom xmlns:a="http://schemas.openxmlformats.org/drawingml/2006/main">
            <a:pathLst>
              <a:path w="238385" h="238387">
                <a:moveTo>
                  <a:pt x="238385" y="119193"/>
                </a:moveTo>
                <a:cubicBezTo>
                  <a:pt x="238385" y="185063"/>
                  <a:pt x="185063" y="238387"/>
                  <a:pt x="119193" y="238387"/>
                </a:cubicBezTo>
                <a:cubicBezTo>
                  <a:pt x="53323" y="238387"/>
                  <a:pt x="0" y="185063"/>
                  <a:pt x="0" y="119193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90E87610-D85B-4317-8048-F6CB555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507" y="6061170"/>
            <a:ext cx="119193" cy="85158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206" name="path-206">
            <a:extLst xmlns:a="http://schemas.openxmlformats.org/drawingml/2006/main">
              <a:ext uri="{FF2B5EF4-FFF2-40B4-BE49-F238E27FC236}">
                <a16:creationId xmlns:a16="http://schemas.microsoft.com/office/drawing/2014/main" id="{12C289D1-5F6A-4615-8835-E7000F2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505" y="6455027"/>
            <a:ext cx="3385047" cy="787715"/>
          </a:xfrm>
          <a:custGeom xmlns:a="http://schemas.openxmlformats.org/drawingml/2006/main">
            <a:pathLst>
              <a:path w="3385047" h="787715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702557"/>
                </a:lnTo>
                <a:cubicBezTo>
                  <a:pt x="3385047" y="749736"/>
                  <a:pt x="3347066" y="787715"/>
                  <a:pt x="3299889" y="787715"/>
                </a:cubicBezTo>
                <a:lnTo>
                  <a:pt x="85158" y="787715"/>
                </a:lnTo>
                <a:cubicBezTo>
                  <a:pt x="37982" y="787715"/>
                  <a:pt x="0" y="749736"/>
                  <a:pt x="0" y="702557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7">
            <a:extLst xmlns:a="http://schemas.openxmlformats.org/drawingml/2006/main">
              <a:ext uri="{FF2B5EF4-FFF2-40B4-BE49-F238E27FC236}">
                <a16:creationId xmlns:a16="http://schemas.microsoft.com/office/drawing/2014/main" id="{2CB8F027-1302-4103-8D5E-7E47C48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0448" y="877152"/>
            <a:ext cx="212896" cy="6472039"/>
          </a:xfrm>
          <a:custGeom xmlns:a="http://schemas.openxmlformats.org/drawingml/2006/main">
            <a:pathLst>
              <a:path w="212896" h="6472039">
                <a:moveTo>
                  <a:pt x="0" y="0"/>
                </a:moveTo>
                <a:cubicBezTo>
                  <a:pt x="70965" y="0"/>
                  <a:pt x="106448" y="56772"/>
                  <a:pt x="106448" y="170317"/>
                </a:cubicBezTo>
                <a:lnTo>
                  <a:pt x="106448" y="3076348"/>
                </a:lnTo>
                <a:cubicBezTo>
                  <a:pt x="106448" y="3175699"/>
                  <a:pt x="141931" y="3225375"/>
                  <a:pt x="212896" y="3225375"/>
                </a:cubicBezTo>
                <a:cubicBezTo>
                  <a:pt x="141931" y="3225375"/>
                  <a:pt x="106448" y="3275051"/>
                  <a:pt x="106448" y="3374402"/>
                </a:cubicBezTo>
                <a:lnTo>
                  <a:pt x="106448" y="6301722"/>
                </a:lnTo>
                <a:cubicBezTo>
                  <a:pt x="106448" y="6415266"/>
                  <a:pt x="70965" y="6472039"/>
                  <a:pt x="0" y="64720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548">
            <a:solidFill>
              <a:srgbClr val="B5A1CC"/>
            </a:solidFill>
            <a:prstDash val="solid"/>
          </a:ln>
        </p:spPr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2483A926-3A05-491B-B8A3-3AA62D0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634" y="4102526"/>
            <a:ext cx="85158" cy="191"/>
          </a:xfrm>
          <a:custGeom xmlns:a="http://schemas.openxmlformats.org/drawingml/2006/main">
            <a:pathLst>
              <a:path w="85158" h="191">
                <a:moveTo>
                  <a:pt x="0" y="0"/>
                </a:moveTo>
                <a:lnTo>
                  <a:pt x="85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209" name="path-209">
            <a:extLst xmlns:a="http://schemas.openxmlformats.org/drawingml/2006/main">
              <a:ext uri="{FF2B5EF4-FFF2-40B4-BE49-F238E27FC236}">
                <a16:creationId xmlns:a16="http://schemas.microsoft.com/office/drawing/2014/main" id="{A2DAE9A2-BD50-4175-9389-80877749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375" y="4006723"/>
            <a:ext cx="191607" cy="191607"/>
          </a:xfrm>
          <a:custGeom xmlns:a="http://schemas.openxmlformats.org/drawingml/2006/main">
            <a:pathLst>
              <a:path w="191607" h="191607">
                <a:moveTo>
                  <a:pt x="0" y="0"/>
                </a:moveTo>
                <a:lnTo>
                  <a:pt x="191607" y="95804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1CE181BC-49A2-42D6-8751-FDFEDF1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2371" y="834572"/>
            <a:ext cx="2469593" cy="6535908"/>
          </a:xfrm>
          <a:custGeom xmlns:a="http://schemas.openxmlformats.org/drawingml/2006/main">
            <a:pathLst>
              <a:path w="2469593" h="6535908">
                <a:moveTo>
                  <a:pt x="106449" y="0"/>
                </a:moveTo>
                <a:lnTo>
                  <a:pt x="2363147" y="0"/>
                </a:lnTo>
                <a:cubicBezTo>
                  <a:pt x="2422133" y="0"/>
                  <a:pt x="2469593" y="47462"/>
                  <a:pt x="2469593" y="106448"/>
                </a:cubicBezTo>
                <a:lnTo>
                  <a:pt x="2469593" y="6429461"/>
                </a:lnTo>
                <a:cubicBezTo>
                  <a:pt x="2469593" y="6488447"/>
                  <a:pt x="2422133" y="6535908"/>
                  <a:pt x="2363147" y="6535908"/>
                </a:cubicBezTo>
                <a:lnTo>
                  <a:pt x="106449" y="6535908"/>
                </a:lnTo>
                <a:cubicBezTo>
                  <a:pt x="47462" y="6535908"/>
                  <a:pt x="0" y="6488447"/>
                  <a:pt x="0" y="642946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32">
            <a:solidFill>
              <a:srgbClr val="D9CFE4"/>
            </a:solidFill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34F2EE0B-0A15-4725-AD65-F97D571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6876" y="1566126"/>
            <a:ext cx="361256" cy="261025"/>
          </a:xfrm>
          <a:custGeom xmlns:a="http://schemas.openxmlformats.org/drawingml/2006/main">
            <a:pathLst>
              <a:path w="361256" h="261025">
                <a:moveTo>
                  <a:pt x="197638" y="34986"/>
                </a:moveTo>
                <a:lnTo>
                  <a:pt x="161048" y="34986"/>
                </a:lnTo>
                <a:lnTo>
                  <a:pt x="160722" y="0"/>
                </a:lnTo>
                <a:lnTo>
                  <a:pt x="197638" y="326"/>
                </a:lnTo>
                <a:lnTo>
                  <a:pt x="197638" y="34986"/>
                </a:lnTo>
                <a:moveTo>
                  <a:pt x="108776" y="77452"/>
                </a:moveTo>
                <a:lnTo>
                  <a:pt x="72839" y="77452"/>
                </a:lnTo>
                <a:lnTo>
                  <a:pt x="72513" y="42466"/>
                </a:lnTo>
                <a:lnTo>
                  <a:pt x="108776" y="42139"/>
                </a:lnTo>
                <a:lnTo>
                  <a:pt x="108776" y="77452"/>
                </a:lnTo>
                <a:moveTo>
                  <a:pt x="153186" y="77452"/>
                </a:moveTo>
                <a:lnTo>
                  <a:pt x="116582" y="77452"/>
                </a:lnTo>
                <a:lnTo>
                  <a:pt x="116312" y="43133"/>
                </a:lnTo>
                <a:lnTo>
                  <a:pt x="117250" y="42139"/>
                </a:lnTo>
                <a:lnTo>
                  <a:pt x="153186" y="42139"/>
                </a:lnTo>
                <a:lnTo>
                  <a:pt x="153186" y="77452"/>
                </a:lnTo>
                <a:moveTo>
                  <a:pt x="197638" y="77452"/>
                </a:moveTo>
                <a:lnTo>
                  <a:pt x="161048" y="77452"/>
                </a:lnTo>
                <a:lnTo>
                  <a:pt x="160722" y="42466"/>
                </a:lnTo>
                <a:lnTo>
                  <a:pt x="196971" y="42139"/>
                </a:lnTo>
                <a:lnTo>
                  <a:pt x="197923" y="43133"/>
                </a:lnTo>
                <a:lnTo>
                  <a:pt x="197638" y="77452"/>
                </a:lnTo>
                <a:moveTo>
                  <a:pt x="125737" y="261025"/>
                </a:moveTo>
                <a:lnTo>
                  <a:pt x="117916" y="261025"/>
                </a:lnTo>
                <a:lnTo>
                  <a:pt x="117250" y="260358"/>
                </a:lnTo>
                <a:lnTo>
                  <a:pt x="113985" y="261025"/>
                </a:lnTo>
                <a:lnTo>
                  <a:pt x="113374" y="260358"/>
                </a:lnTo>
                <a:lnTo>
                  <a:pt x="97677" y="259691"/>
                </a:lnTo>
                <a:lnTo>
                  <a:pt x="97009" y="259023"/>
                </a:lnTo>
                <a:lnTo>
                  <a:pt x="93745" y="259023"/>
                </a:lnTo>
                <a:lnTo>
                  <a:pt x="93079" y="258413"/>
                </a:lnTo>
                <a:lnTo>
                  <a:pt x="89814" y="258413"/>
                </a:lnTo>
                <a:lnTo>
                  <a:pt x="86534" y="257079"/>
                </a:lnTo>
                <a:lnTo>
                  <a:pt x="83937" y="257079"/>
                </a:lnTo>
                <a:lnTo>
                  <a:pt x="83270" y="256412"/>
                </a:lnTo>
                <a:lnTo>
                  <a:pt x="78714" y="255801"/>
                </a:lnTo>
                <a:lnTo>
                  <a:pt x="74173" y="253815"/>
                </a:lnTo>
                <a:lnTo>
                  <a:pt x="72172" y="253815"/>
                </a:lnTo>
                <a:lnTo>
                  <a:pt x="70242" y="252537"/>
                </a:lnTo>
                <a:lnTo>
                  <a:pt x="68908" y="252537"/>
                </a:lnTo>
                <a:lnTo>
                  <a:pt x="66961" y="251203"/>
                </a:lnTo>
                <a:lnTo>
                  <a:pt x="65644" y="251203"/>
                </a:lnTo>
                <a:lnTo>
                  <a:pt x="63698" y="249869"/>
                </a:lnTo>
                <a:lnTo>
                  <a:pt x="62363" y="249869"/>
                </a:lnTo>
                <a:lnTo>
                  <a:pt x="59766" y="248606"/>
                </a:lnTo>
                <a:lnTo>
                  <a:pt x="47334" y="241396"/>
                </a:lnTo>
                <a:lnTo>
                  <a:pt x="45403" y="239451"/>
                </a:lnTo>
                <a:lnTo>
                  <a:pt x="42792" y="238118"/>
                </a:lnTo>
                <a:lnTo>
                  <a:pt x="39527" y="234853"/>
                </a:lnTo>
                <a:lnTo>
                  <a:pt x="38860" y="234853"/>
                </a:lnTo>
                <a:lnTo>
                  <a:pt x="28103" y="224095"/>
                </a:lnTo>
                <a:lnTo>
                  <a:pt x="28103" y="223427"/>
                </a:lnTo>
                <a:lnTo>
                  <a:pt x="22226" y="216884"/>
                </a:lnTo>
                <a:lnTo>
                  <a:pt x="21558" y="214954"/>
                </a:lnTo>
                <a:lnTo>
                  <a:pt x="15684" y="206466"/>
                </a:lnTo>
                <a:lnTo>
                  <a:pt x="11753" y="198590"/>
                </a:lnTo>
                <a:lnTo>
                  <a:pt x="11753" y="197312"/>
                </a:lnTo>
                <a:lnTo>
                  <a:pt x="10474" y="195992"/>
                </a:lnTo>
                <a:lnTo>
                  <a:pt x="10474" y="194715"/>
                </a:lnTo>
                <a:lnTo>
                  <a:pt x="9140" y="192714"/>
                </a:lnTo>
                <a:lnTo>
                  <a:pt x="8473" y="189506"/>
                </a:lnTo>
                <a:lnTo>
                  <a:pt x="7196" y="187505"/>
                </a:lnTo>
                <a:lnTo>
                  <a:pt x="7196" y="185560"/>
                </a:lnTo>
                <a:lnTo>
                  <a:pt x="5876" y="183573"/>
                </a:lnTo>
                <a:lnTo>
                  <a:pt x="5876" y="181629"/>
                </a:lnTo>
                <a:lnTo>
                  <a:pt x="4599" y="179017"/>
                </a:lnTo>
                <a:lnTo>
                  <a:pt x="3932" y="173808"/>
                </a:lnTo>
                <a:lnTo>
                  <a:pt x="2598" y="170544"/>
                </a:lnTo>
                <a:lnTo>
                  <a:pt x="1931" y="164001"/>
                </a:lnTo>
                <a:lnTo>
                  <a:pt x="1319" y="163334"/>
                </a:lnTo>
                <a:lnTo>
                  <a:pt x="652" y="150915"/>
                </a:lnTo>
                <a:lnTo>
                  <a:pt x="0" y="150305"/>
                </a:lnTo>
                <a:lnTo>
                  <a:pt x="0" y="137886"/>
                </a:lnTo>
                <a:lnTo>
                  <a:pt x="652" y="137219"/>
                </a:lnTo>
                <a:lnTo>
                  <a:pt x="1319" y="128064"/>
                </a:lnTo>
                <a:lnTo>
                  <a:pt x="2270" y="127071"/>
                </a:lnTo>
                <a:lnTo>
                  <a:pt x="254467" y="127071"/>
                </a:lnTo>
                <a:lnTo>
                  <a:pt x="255135" y="126403"/>
                </a:lnTo>
                <a:lnTo>
                  <a:pt x="262288" y="125793"/>
                </a:lnTo>
                <a:lnTo>
                  <a:pt x="264899" y="124459"/>
                </a:lnTo>
                <a:lnTo>
                  <a:pt x="268831" y="123806"/>
                </a:lnTo>
                <a:lnTo>
                  <a:pt x="272095" y="121862"/>
                </a:lnTo>
                <a:lnTo>
                  <a:pt x="273373" y="121862"/>
                </a:lnTo>
                <a:lnTo>
                  <a:pt x="274379" y="120868"/>
                </a:lnTo>
                <a:lnTo>
                  <a:pt x="274379" y="119591"/>
                </a:lnTo>
                <a:lnTo>
                  <a:pt x="272435" y="116980"/>
                </a:lnTo>
                <a:lnTo>
                  <a:pt x="271769" y="114325"/>
                </a:lnTo>
                <a:lnTo>
                  <a:pt x="270434" y="112381"/>
                </a:lnTo>
                <a:lnTo>
                  <a:pt x="270434" y="111047"/>
                </a:lnTo>
                <a:lnTo>
                  <a:pt x="269158" y="108449"/>
                </a:lnTo>
                <a:lnTo>
                  <a:pt x="269158" y="106505"/>
                </a:lnTo>
                <a:lnTo>
                  <a:pt x="268505" y="105838"/>
                </a:lnTo>
                <a:lnTo>
                  <a:pt x="268505" y="103893"/>
                </a:lnTo>
                <a:lnTo>
                  <a:pt x="267837" y="103226"/>
                </a:lnTo>
                <a:lnTo>
                  <a:pt x="267837" y="84931"/>
                </a:lnTo>
                <a:lnTo>
                  <a:pt x="268505" y="84264"/>
                </a:lnTo>
                <a:lnTo>
                  <a:pt x="269158" y="77778"/>
                </a:lnTo>
                <a:lnTo>
                  <a:pt x="270434" y="75124"/>
                </a:lnTo>
                <a:lnTo>
                  <a:pt x="270434" y="73179"/>
                </a:lnTo>
                <a:lnTo>
                  <a:pt x="271102" y="72513"/>
                </a:lnTo>
                <a:lnTo>
                  <a:pt x="271769" y="69248"/>
                </a:lnTo>
                <a:lnTo>
                  <a:pt x="273713" y="65969"/>
                </a:lnTo>
                <a:lnTo>
                  <a:pt x="273713" y="64706"/>
                </a:lnTo>
                <a:lnTo>
                  <a:pt x="275033" y="63372"/>
                </a:lnTo>
                <a:lnTo>
                  <a:pt x="275033" y="62095"/>
                </a:lnTo>
                <a:lnTo>
                  <a:pt x="281916" y="51947"/>
                </a:lnTo>
                <a:lnTo>
                  <a:pt x="283862" y="52614"/>
                </a:lnTo>
                <a:lnTo>
                  <a:pt x="291667" y="59157"/>
                </a:lnTo>
                <a:lnTo>
                  <a:pt x="292334" y="59157"/>
                </a:lnTo>
                <a:lnTo>
                  <a:pt x="303151" y="70582"/>
                </a:lnTo>
                <a:lnTo>
                  <a:pt x="309025" y="80390"/>
                </a:lnTo>
                <a:lnTo>
                  <a:pt x="309025" y="81667"/>
                </a:lnTo>
                <a:lnTo>
                  <a:pt x="310302" y="83668"/>
                </a:lnTo>
                <a:lnTo>
                  <a:pt x="310302" y="84931"/>
                </a:lnTo>
                <a:lnTo>
                  <a:pt x="311637" y="87543"/>
                </a:lnTo>
                <a:lnTo>
                  <a:pt x="312290" y="93419"/>
                </a:lnTo>
                <a:lnTo>
                  <a:pt x="313241" y="94412"/>
                </a:lnTo>
                <a:lnTo>
                  <a:pt x="316505" y="94412"/>
                </a:lnTo>
                <a:lnTo>
                  <a:pt x="317172" y="93745"/>
                </a:lnTo>
                <a:lnTo>
                  <a:pt x="336745" y="93745"/>
                </a:lnTo>
                <a:lnTo>
                  <a:pt x="337411" y="94412"/>
                </a:lnTo>
                <a:lnTo>
                  <a:pt x="340023" y="94412"/>
                </a:lnTo>
                <a:lnTo>
                  <a:pt x="340676" y="95079"/>
                </a:lnTo>
                <a:lnTo>
                  <a:pt x="343956" y="95079"/>
                </a:lnTo>
                <a:lnTo>
                  <a:pt x="353762" y="99025"/>
                </a:lnTo>
                <a:lnTo>
                  <a:pt x="361256" y="103893"/>
                </a:lnTo>
                <a:lnTo>
                  <a:pt x="361256" y="105171"/>
                </a:lnTo>
                <a:lnTo>
                  <a:pt x="358644" y="109769"/>
                </a:lnTo>
                <a:lnTo>
                  <a:pt x="358644" y="111047"/>
                </a:lnTo>
                <a:lnTo>
                  <a:pt x="352769" y="121521"/>
                </a:lnTo>
                <a:lnTo>
                  <a:pt x="345900" y="129072"/>
                </a:lnTo>
                <a:lnTo>
                  <a:pt x="345290" y="129072"/>
                </a:lnTo>
                <a:lnTo>
                  <a:pt x="340676" y="132947"/>
                </a:lnTo>
                <a:lnTo>
                  <a:pt x="338746" y="133614"/>
                </a:lnTo>
                <a:lnTo>
                  <a:pt x="337411" y="134948"/>
                </a:lnTo>
                <a:lnTo>
                  <a:pt x="336135" y="134948"/>
                </a:lnTo>
                <a:lnTo>
                  <a:pt x="334801" y="136225"/>
                </a:lnTo>
                <a:lnTo>
                  <a:pt x="333538" y="136225"/>
                </a:lnTo>
                <a:lnTo>
                  <a:pt x="331537" y="137545"/>
                </a:lnTo>
                <a:lnTo>
                  <a:pt x="329591" y="137545"/>
                </a:lnTo>
                <a:lnTo>
                  <a:pt x="326993" y="138822"/>
                </a:lnTo>
                <a:lnTo>
                  <a:pt x="324992" y="138822"/>
                </a:lnTo>
                <a:lnTo>
                  <a:pt x="324383" y="139490"/>
                </a:lnTo>
                <a:lnTo>
                  <a:pt x="316505" y="140157"/>
                </a:lnTo>
                <a:lnTo>
                  <a:pt x="315837" y="140823"/>
                </a:lnTo>
                <a:lnTo>
                  <a:pt x="305095" y="141150"/>
                </a:lnTo>
                <a:lnTo>
                  <a:pt x="303760" y="143762"/>
                </a:lnTo>
                <a:lnTo>
                  <a:pt x="303760" y="145039"/>
                </a:lnTo>
                <a:lnTo>
                  <a:pt x="301815" y="148303"/>
                </a:lnTo>
                <a:lnTo>
                  <a:pt x="301815" y="149638"/>
                </a:lnTo>
                <a:lnTo>
                  <a:pt x="293996" y="165321"/>
                </a:lnTo>
                <a:lnTo>
                  <a:pt x="292676" y="166598"/>
                </a:lnTo>
                <a:lnTo>
                  <a:pt x="291399" y="169877"/>
                </a:lnTo>
                <a:lnTo>
                  <a:pt x="288729" y="173141"/>
                </a:lnTo>
                <a:lnTo>
                  <a:pt x="288119" y="175086"/>
                </a:lnTo>
                <a:lnTo>
                  <a:pt x="277644" y="190116"/>
                </a:lnTo>
                <a:lnTo>
                  <a:pt x="271102" y="197312"/>
                </a:lnTo>
                <a:lnTo>
                  <a:pt x="271102" y="197979"/>
                </a:lnTo>
                <a:lnTo>
                  <a:pt x="264558" y="204522"/>
                </a:lnTo>
                <a:lnTo>
                  <a:pt x="264558" y="205133"/>
                </a:lnTo>
                <a:lnTo>
                  <a:pt x="261960" y="207134"/>
                </a:lnTo>
                <a:lnTo>
                  <a:pt x="261621" y="208070"/>
                </a:lnTo>
                <a:lnTo>
                  <a:pt x="261009" y="208070"/>
                </a:lnTo>
                <a:lnTo>
                  <a:pt x="253134" y="215948"/>
                </a:lnTo>
                <a:lnTo>
                  <a:pt x="252481" y="215948"/>
                </a:lnTo>
                <a:lnTo>
                  <a:pt x="245993" y="221824"/>
                </a:lnTo>
                <a:lnTo>
                  <a:pt x="243326" y="223101"/>
                </a:lnTo>
                <a:lnTo>
                  <a:pt x="238785" y="227033"/>
                </a:lnTo>
                <a:lnTo>
                  <a:pt x="232908" y="230311"/>
                </a:lnTo>
                <a:lnTo>
                  <a:pt x="229630" y="232908"/>
                </a:lnTo>
                <a:lnTo>
                  <a:pt x="227699" y="233575"/>
                </a:lnTo>
                <a:lnTo>
                  <a:pt x="226366" y="234853"/>
                </a:lnTo>
                <a:lnTo>
                  <a:pt x="221809" y="236840"/>
                </a:lnTo>
                <a:lnTo>
                  <a:pt x="217877" y="239451"/>
                </a:lnTo>
                <a:lnTo>
                  <a:pt x="216544" y="239451"/>
                </a:lnTo>
                <a:lnTo>
                  <a:pt x="215280" y="240785"/>
                </a:lnTo>
                <a:lnTo>
                  <a:pt x="213947" y="240785"/>
                </a:lnTo>
                <a:lnTo>
                  <a:pt x="208070" y="243993"/>
                </a:lnTo>
                <a:lnTo>
                  <a:pt x="203515" y="245327"/>
                </a:lnTo>
                <a:lnTo>
                  <a:pt x="198247" y="247939"/>
                </a:lnTo>
                <a:lnTo>
                  <a:pt x="196971" y="247939"/>
                </a:lnTo>
                <a:lnTo>
                  <a:pt x="184552" y="252537"/>
                </a:lnTo>
                <a:lnTo>
                  <a:pt x="182622" y="252537"/>
                </a:lnTo>
                <a:lnTo>
                  <a:pt x="181955" y="253148"/>
                </a:lnTo>
                <a:lnTo>
                  <a:pt x="177357" y="253815"/>
                </a:lnTo>
                <a:lnTo>
                  <a:pt x="176747" y="254482"/>
                </a:lnTo>
                <a:lnTo>
                  <a:pt x="172134" y="255149"/>
                </a:lnTo>
                <a:lnTo>
                  <a:pt x="171480" y="255801"/>
                </a:lnTo>
                <a:lnTo>
                  <a:pt x="168202" y="255801"/>
                </a:lnTo>
                <a:lnTo>
                  <a:pt x="164937" y="257079"/>
                </a:lnTo>
                <a:lnTo>
                  <a:pt x="157784" y="257746"/>
                </a:lnTo>
                <a:lnTo>
                  <a:pt x="157117" y="258413"/>
                </a:lnTo>
                <a:lnTo>
                  <a:pt x="152576" y="258413"/>
                </a:lnTo>
                <a:lnTo>
                  <a:pt x="151909" y="259023"/>
                </a:lnTo>
                <a:lnTo>
                  <a:pt x="147295" y="259023"/>
                </a:lnTo>
                <a:lnTo>
                  <a:pt x="146642" y="259691"/>
                </a:lnTo>
                <a:lnTo>
                  <a:pt x="138824" y="259691"/>
                </a:lnTo>
                <a:lnTo>
                  <a:pt x="138156" y="260358"/>
                </a:lnTo>
                <a:lnTo>
                  <a:pt x="126405" y="260358"/>
                </a:lnTo>
                <a:lnTo>
                  <a:pt x="125737" y="261025"/>
                </a:lnTo>
                <a:moveTo>
                  <a:pt x="65032" y="119917"/>
                </a:moveTo>
                <a:lnTo>
                  <a:pt x="28429" y="119917"/>
                </a:lnTo>
                <a:lnTo>
                  <a:pt x="28103" y="84931"/>
                </a:lnTo>
                <a:lnTo>
                  <a:pt x="65032" y="84605"/>
                </a:lnTo>
                <a:lnTo>
                  <a:pt x="65032" y="119917"/>
                </a:lnTo>
                <a:moveTo>
                  <a:pt x="108776" y="119917"/>
                </a:moveTo>
                <a:lnTo>
                  <a:pt x="72839" y="119917"/>
                </a:lnTo>
                <a:lnTo>
                  <a:pt x="72513" y="84931"/>
                </a:lnTo>
                <a:lnTo>
                  <a:pt x="108776" y="84605"/>
                </a:lnTo>
                <a:lnTo>
                  <a:pt x="108776" y="119917"/>
                </a:lnTo>
                <a:moveTo>
                  <a:pt x="153186" y="119917"/>
                </a:moveTo>
                <a:lnTo>
                  <a:pt x="116582" y="119917"/>
                </a:lnTo>
                <a:lnTo>
                  <a:pt x="116312" y="84931"/>
                </a:lnTo>
                <a:lnTo>
                  <a:pt x="153186" y="84605"/>
                </a:lnTo>
                <a:lnTo>
                  <a:pt x="153186" y="119917"/>
                </a:lnTo>
                <a:moveTo>
                  <a:pt x="197638" y="119917"/>
                </a:moveTo>
                <a:lnTo>
                  <a:pt x="161048" y="119917"/>
                </a:lnTo>
                <a:lnTo>
                  <a:pt x="160722" y="84931"/>
                </a:lnTo>
                <a:lnTo>
                  <a:pt x="197638" y="84605"/>
                </a:lnTo>
                <a:lnTo>
                  <a:pt x="197638" y="119917"/>
                </a:lnTo>
                <a:moveTo>
                  <a:pt x="241382" y="119917"/>
                </a:moveTo>
                <a:lnTo>
                  <a:pt x="205459" y="119917"/>
                </a:lnTo>
                <a:lnTo>
                  <a:pt x="205133" y="84931"/>
                </a:lnTo>
                <a:lnTo>
                  <a:pt x="241382" y="84605"/>
                </a:lnTo>
                <a:lnTo>
                  <a:pt x="241382" y="119917"/>
                </a:lnTo>
              </a:path>
            </a:pathLst>
          </a:cu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2">
            <a:extLst xmlns:a="http://schemas.openxmlformats.org/drawingml/2006/main">
              <a:ext uri="{FF2B5EF4-FFF2-40B4-BE49-F238E27FC236}">
                <a16:creationId xmlns:a16="http://schemas.microsoft.com/office/drawing/2014/main" id="{D08E96CC-C758-4C8B-85F8-6107990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7299" y="1577608"/>
            <a:ext cx="238383" cy="238387"/>
          </a:xfrm>
          <a:custGeom xmlns:a="http://schemas.openxmlformats.org/drawingml/2006/main">
            <a:pathLst>
              <a:path w="238383" h="238387">
                <a:moveTo>
                  <a:pt x="238383" y="119193"/>
                </a:moveTo>
                <a:cubicBezTo>
                  <a:pt x="238383" y="185063"/>
                  <a:pt x="185063" y="238387"/>
                  <a:pt x="119191" y="238387"/>
                </a:cubicBezTo>
                <a:cubicBezTo>
                  <a:pt x="53320" y="238387"/>
                  <a:pt x="0" y="185063"/>
                  <a:pt x="0" y="119193"/>
                </a:cubicBezTo>
                <a:cubicBezTo>
                  <a:pt x="0" y="53323"/>
                  <a:pt x="53320" y="0"/>
                  <a:pt x="119191" y="0"/>
                </a:cubicBezTo>
                <a:cubicBezTo>
                  <a:pt x="185063" y="0"/>
                  <a:pt x="238383" y="53323"/>
                  <a:pt x="238383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E08D95DC-5D34-45D9-8554-3FBE9142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6893" y="1654222"/>
            <a:ext cx="119194" cy="85159"/>
          </a:xfrm>
          <a:custGeom xmlns:a="http://schemas.openxmlformats.org/drawingml/2006/main">
            <a:pathLst>
              <a:path w="119194" h="85159">
                <a:moveTo>
                  <a:pt x="0" y="42579"/>
                </a:moveTo>
                <a:lnTo>
                  <a:pt x="42579" y="85159"/>
                </a:lnTo>
                <a:lnTo>
                  <a:pt x="119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F35BE3DF-A436-47E2-AF31-7922179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853" y="2084670"/>
            <a:ext cx="260571" cy="352612"/>
          </a:xfrm>
          <a:custGeom xmlns:a="http://schemas.openxmlformats.org/drawingml/2006/main">
            <a:pathLst>
              <a:path w="260571" h="352612">
                <a:moveTo>
                  <a:pt x="0" y="0"/>
                </a:moveTo>
                <a:lnTo>
                  <a:pt x="183900" y="0"/>
                </a:lnTo>
                <a:lnTo>
                  <a:pt x="260571" y="76671"/>
                </a:lnTo>
                <a:lnTo>
                  <a:pt x="260571" y="352612"/>
                </a:lnTo>
                <a:lnTo>
                  <a:pt x="0" y="35261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394">
            <a:solidFill>
              <a:srgbClr val="674294"/>
            </a:solidFill>
            <a:prstDash val="solid"/>
          </a:ln>
        </p:spPr>
      </p:sp>
      <p:sp>
        <p:nvSpPr>
          <p:cNvPr id="215" name="path-215">
            <a:extLst xmlns:a="http://schemas.openxmlformats.org/drawingml/2006/main">
              <a:ext uri="{FF2B5EF4-FFF2-40B4-BE49-F238E27FC236}">
                <a16:creationId xmlns:a16="http://schemas.microsoft.com/office/drawing/2014/main" id="{0F469575-4199-4B57-9452-8087264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753" y="2084670"/>
            <a:ext cx="76671" cy="76671"/>
          </a:xfrm>
          <a:custGeom xmlns:a="http://schemas.openxmlformats.org/drawingml/2006/main">
            <a:pathLst>
              <a:path w="76671" h="76671">
                <a:moveTo>
                  <a:pt x="0" y="0"/>
                </a:moveTo>
                <a:lnTo>
                  <a:pt x="0" y="76671"/>
                </a:lnTo>
                <a:lnTo>
                  <a:pt x="76671" y="76671"/>
                </a:lnTo>
              </a:path>
            </a:pathLst>
          </a:custGeom>
          <a:noFill xmlns:a="http://schemas.openxmlformats.org/drawingml/2006/main"/>
          <a:ln xmlns:a="http://schemas.openxmlformats.org/drawingml/2006/main" w="18394">
            <a:solidFill>
              <a:srgbClr val="674294"/>
            </a:solidFill>
            <a:prstDash val="solid"/>
          </a:ln>
        </p:spPr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4F0D5223-19DA-4671-A9DA-209B693A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169" y="2268626"/>
            <a:ext cx="130291" cy="91985"/>
          </a:xfrm>
          <a:custGeom xmlns:a="http://schemas.openxmlformats.org/drawingml/2006/main">
            <a:pathLst>
              <a:path w="130291" h="91985">
                <a:moveTo>
                  <a:pt x="0" y="0"/>
                </a:moveTo>
                <a:lnTo>
                  <a:pt x="38320" y="30657"/>
                </a:lnTo>
                <a:lnTo>
                  <a:pt x="0" y="61314"/>
                </a:lnTo>
                <a:moveTo>
                  <a:pt x="61327" y="91985"/>
                </a:moveTo>
                <a:lnTo>
                  <a:pt x="130291" y="91985"/>
                </a:lnTo>
              </a:path>
            </a:pathLst>
          </a:custGeom>
          <a:noFill xmlns:a="http://schemas.openxmlformats.org/drawingml/2006/main"/>
          <a:ln xmlns:a="http://schemas.openxmlformats.org/drawingml/2006/main" w="19927">
            <a:solidFill>
              <a:srgbClr val="674294"/>
            </a:solidFill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3B73DC16-857B-4C72-9A30-B2CF57F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697" y="2133238"/>
            <a:ext cx="596110" cy="298055"/>
          </a:xfrm>
          <a:custGeom xmlns:a="http://schemas.openxmlformats.org/drawingml/2006/main">
            <a:pathLst>
              <a:path w="596110" h="298055">
                <a:moveTo>
                  <a:pt x="63868" y="0"/>
                </a:moveTo>
                <a:lnTo>
                  <a:pt x="532242" y="0"/>
                </a:lnTo>
                <a:cubicBezTo>
                  <a:pt x="567608" y="0"/>
                  <a:pt x="596110" y="28500"/>
                  <a:pt x="596110" y="63869"/>
                </a:cubicBezTo>
                <a:lnTo>
                  <a:pt x="596110" y="234186"/>
                </a:lnTo>
                <a:cubicBezTo>
                  <a:pt x="596110" y="269555"/>
                  <a:pt x="567608" y="298055"/>
                  <a:pt x="532242" y="298055"/>
                </a:cubicBezTo>
                <a:lnTo>
                  <a:pt x="63868" y="298055"/>
                </a:lnTo>
                <a:cubicBezTo>
                  <a:pt x="28501" y="298055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500"/>
                  <a:pt x="28501" y="0"/>
                  <a:pt x="63868" y="0"/>
                </a:cubicBezTo>
              </a:path>
            </a:pathLst>
          </a:custGeom>
          <a:solidFill xmlns:a="http://schemas.openxmlformats.org/drawingml/2006/main">
            <a:srgbClr val="DDE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8">
            <a:extLst xmlns:a="http://schemas.openxmlformats.org/drawingml/2006/main">
              <a:ext uri="{FF2B5EF4-FFF2-40B4-BE49-F238E27FC236}">
                <a16:creationId xmlns:a16="http://schemas.microsoft.com/office/drawing/2014/main" id="{4F8ACAA4-DED9-4837-B3F4-D94A058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630" y="2208419"/>
            <a:ext cx="355721" cy="137715"/>
          </a:xfrm>
          <a:custGeom xmlns:a="http://schemas.openxmlformats.org/drawingml/2006/main">
            <a:pathLst>
              <a:path w="355721" h="137715">
                <a:moveTo>
                  <a:pt x="26285" y="137715"/>
                </a:moveTo>
                <a:lnTo>
                  <a:pt x="0" y="137715"/>
                </a:lnTo>
                <a:lnTo>
                  <a:pt x="0" y="38363"/>
                </a:lnTo>
                <a:lnTo>
                  <a:pt x="24400" y="38363"/>
                </a:lnTo>
                <a:lnTo>
                  <a:pt x="24400" y="52500"/>
                </a:lnTo>
                <a:cubicBezTo>
                  <a:pt x="28615" y="45787"/>
                  <a:pt x="32331" y="41415"/>
                  <a:pt x="35655" y="39300"/>
                </a:cubicBezTo>
                <a:cubicBezTo>
                  <a:pt x="39032" y="37199"/>
                  <a:pt x="42806" y="36092"/>
                  <a:pt x="47080" y="36092"/>
                </a:cubicBezTo>
                <a:cubicBezTo>
                  <a:pt x="53068" y="36092"/>
                  <a:pt x="58831" y="37753"/>
                  <a:pt x="64381" y="41074"/>
                </a:cubicBezTo>
                <a:lnTo>
                  <a:pt x="56217" y="63982"/>
                </a:lnTo>
                <a:cubicBezTo>
                  <a:pt x="51789" y="61101"/>
                  <a:pt x="47690" y="59710"/>
                  <a:pt x="43858" y="59710"/>
                </a:cubicBezTo>
                <a:cubicBezTo>
                  <a:pt x="40195" y="59710"/>
                  <a:pt x="37104" y="60703"/>
                  <a:pt x="34545" y="62761"/>
                </a:cubicBezTo>
                <a:cubicBezTo>
                  <a:pt x="31992" y="64748"/>
                  <a:pt x="29947" y="68410"/>
                  <a:pt x="28443" y="73732"/>
                </a:cubicBezTo>
                <a:cubicBezTo>
                  <a:pt x="27011" y="78998"/>
                  <a:pt x="26285" y="90140"/>
                  <a:pt x="26285" y="107058"/>
                </a:cubicBezTo>
                <a:lnTo>
                  <a:pt x="26285" y="137715"/>
                </a:lnTo>
                <a:moveTo>
                  <a:pt x="123138" y="61370"/>
                </a:moveTo>
                <a:lnTo>
                  <a:pt x="123138" y="37256"/>
                </a:lnTo>
                <a:lnTo>
                  <a:pt x="218998" y="37256"/>
                </a:lnTo>
                <a:lnTo>
                  <a:pt x="218998" y="61370"/>
                </a:lnTo>
                <a:lnTo>
                  <a:pt x="123138" y="61370"/>
                </a:lnTo>
                <a:moveTo>
                  <a:pt x="123138" y="102899"/>
                </a:moveTo>
                <a:lnTo>
                  <a:pt x="123138" y="78672"/>
                </a:lnTo>
                <a:lnTo>
                  <a:pt x="218998" y="78672"/>
                </a:lnTo>
                <a:lnTo>
                  <a:pt x="218998" y="102899"/>
                </a:lnTo>
                <a:lnTo>
                  <a:pt x="123138" y="102899"/>
                </a:lnTo>
                <a:moveTo>
                  <a:pt x="355721" y="137715"/>
                </a:moveTo>
                <a:lnTo>
                  <a:pt x="329436" y="137715"/>
                </a:lnTo>
                <a:lnTo>
                  <a:pt x="329436" y="38647"/>
                </a:lnTo>
                <a:cubicBezTo>
                  <a:pt x="319800" y="47617"/>
                  <a:pt x="308486" y="54274"/>
                  <a:pt x="295458" y="58546"/>
                </a:cubicBezTo>
                <a:lnTo>
                  <a:pt x="295458" y="34702"/>
                </a:lnTo>
                <a:cubicBezTo>
                  <a:pt x="302328" y="32487"/>
                  <a:pt x="309765" y="28215"/>
                  <a:pt x="317799" y="22013"/>
                </a:cubicBezTo>
                <a:cubicBezTo>
                  <a:pt x="325887" y="15683"/>
                  <a:pt x="331379" y="8374"/>
                  <a:pt x="334374" y="0"/>
                </a:cubicBezTo>
                <a:lnTo>
                  <a:pt x="355721" y="0"/>
                </a:lnTo>
                <a:lnTo>
                  <a:pt x="355721" y="137715"/>
                </a:ln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9">
            <a:extLst xmlns:a="http://schemas.openxmlformats.org/drawingml/2006/main">
              <a:ext uri="{FF2B5EF4-FFF2-40B4-BE49-F238E27FC236}">
                <a16:creationId xmlns:a16="http://schemas.microsoft.com/office/drawing/2014/main" id="{709EB77E-9503-4239-92BE-05AF9B2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7847" y="2665479"/>
            <a:ext cx="319343" cy="319343"/>
          </a:xfrm>
          <a:custGeom xmlns:a="http://schemas.openxmlformats.org/drawingml/2006/main">
            <a:pathLst>
              <a:path w="319343" h="319343">
                <a:moveTo>
                  <a:pt x="53223" y="0"/>
                </a:moveTo>
                <a:lnTo>
                  <a:pt x="266120" y="0"/>
                </a:lnTo>
                <a:cubicBezTo>
                  <a:pt x="295613" y="0"/>
                  <a:pt x="319343" y="23730"/>
                  <a:pt x="319343" y="53223"/>
                </a:cubicBezTo>
                <a:lnTo>
                  <a:pt x="319343" y="266120"/>
                </a:lnTo>
                <a:cubicBezTo>
                  <a:pt x="319343" y="295613"/>
                  <a:pt x="295613" y="319343"/>
                  <a:pt x="266120" y="319343"/>
                </a:cubicBezTo>
                <a:lnTo>
                  <a:pt x="53223" y="319343"/>
                </a:lnTo>
                <a:cubicBezTo>
                  <a:pt x="23730" y="319343"/>
                  <a:pt x="0" y="295613"/>
                  <a:pt x="0" y="266120"/>
                </a:cubicBezTo>
                <a:lnTo>
                  <a:pt x="0" y="53223"/>
                </a:lnTo>
                <a:cubicBezTo>
                  <a:pt x="0" y="23730"/>
                  <a:pt x="23730" y="0"/>
                  <a:pt x="5322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419">
            <a:solidFill>
              <a:srgbClr val="674294"/>
            </a:solidFill>
            <a:prstDash val="dash"/>
          </a:ln>
        </p:spPr>
      </p:sp>
      <p:sp>
        <p:nvSpPr>
          <p:cNvPr id="220" name="path-220">
            <a:extLst xmlns:a="http://schemas.openxmlformats.org/drawingml/2006/main">
              <a:ext uri="{FF2B5EF4-FFF2-40B4-BE49-F238E27FC236}">
                <a16:creationId xmlns:a16="http://schemas.microsoft.com/office/drawing/2014/main" id="{2CEC437A-06C9-4C97-BA11-72BB9D0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697" y="2686768"/>
            <a:ext cx="596110" cy="298054"/>
          </a:xfrm>
          <a:custGeom xmlns:a="http://schemas.openxmlformats.org/drawingml/2006/main">
            <a:pathLst>
              <a:path w="596110" h="298054">
                <a:moveTo>
                  <a:pt x="63868" y="0"/>
                </a:moveTo>
                <a:lnTo>
                  <a:pt x="532242" y="0"/>
                </a:lnTo>
                <a:cubicBezTo>
                  <a:pt x="567608" y="0"/>
                  <a:pt x="596110" y="28500"/>
                  <a:pt x="596110" y="63869"/>
                </a:cubicBezTo>
                <a:lnTo>
                  <a:pt x="596110" y="234186"/>
                </a:lnTo>
                <a:cubicBezTo>
                  <a:pt x="596110" y="269555"/>
                  <a:pt x="567608" y="298054"/>
                  <a:pt x="532242" y="298054"/>
                </a:cubicBezTo>
                <a:lnTo>
                  <a:pt x="63868" y="298054"/>
                </a:lnTo>
                <a:cubicBezTo>
                  <a:pt x="28501" y="298054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500"/>
                  <a:pt x="28501" y="0"/>
                  <a:pt x="63868" y="0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1">
            <a:extLst xmlns:a="http://schemas.openxmlformats.org/drawingml/2006/main">
              <a:ext uri="{FF2B5EF4-FFF2-40B4-BE49-F238E27FC236}">
                <a16:creationId xmlns:a16="http://schemas.microsoft.com/office/drawing/2014/main" id="{D7BE5BF2-B378-4B9E-8F9F-2526356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781" y="3261587"/>
            <a:ext cx="244830" cy="266120"/>
          </a:xfrm>
          <a:custGeom xmlns:a="http://schemas.openxmlformats.org/drawingml/2006/main">
            <a:pathLst>
              <a:path w="244830" h="266120">
                <a:moveTo>
                  <a:pt x="31934" y="0"/>
                </a:moveTo>
                <a:lnTo>
                  <a:pt x="212896" y="0"/>
                </a:lnTo>
                <a:cubicBezTo>
                  <a:pt x="230580" y="0"/>
                  <a:pt x="244830" y="14250"/>
                  <a:pt x="244830" y="31935"/>
                </a:cubicBezTo>
                <a:lnTo>
                  <a:pt x="244830" y="234186"/>
                </a:lnTo>
                <a:cubicBezTo>
                  <a:pt x="244830" y="251870"/>
                  <a:pt x="230580" y="266120"/>
                  <a:pt x="212896" y="266120"/>
                </a:cubicBezTo>
                <a:lnTo>
                  <a:pt x="31934" y="266120"/>
                </a:lnTo>
                <a:cubicBezTo>
                  <a:pt x="14251" y="266120"/>
                  <a:pt x="0" y="251870"/>
                  <a:pt x="0" y="234186"/>
                </a:cubicBezTo>
                <a:lnTo>
                  <a:pt x="0" y="31935"/>
                </a:lnTo>
                <a:cubicBezTo>
                  <a:pt x="0" y="14250"/>
                  <a:pt x="14251" y="0"/>
                  <a:pt x="31934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419">
            <a:solidFill>
              <a:srgbClr val="674294"/>
            </a:solidFill>
            <a:prstDash val="solid"/>
          </a:ln>
        </p:spPr>
      </p:sp>
      <p:sp>
        <p:nvSpPr>
          <p:cNvPr id="222" name="path-222">
            <a:extLst xmlns:a="http://schemas.openxmlformats.org/drawingml/2006/main">
              <a:ext uri="{FF2B5EF4-FFF2-40B4-BE49-F238E27FC236}">
                <a16:creationId xmlns:a16="http://schemas.microsoft.com/office/drawing/2014/main" id="{279ED032-E86B-4942-9999-82867C6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650" y="3224330"/>
            <a:ext cx="117092" cy="74514"/>
          </a:xfrm>
          <a:custGeom xmlns:a="http://schemas.openxmlformats.org/drawingml/2006/main">
            <a:pathLst>
              <a:path w="117092" h="74514">
                <a:moveTo>
                  <a:pt x="21289" y="0"/>
                </a:moveTo>
                <a:lnTo>
                  <a:pt x="95803" y="0"/>
                </a:lnTo>
                <a:cubicBezTo>
                  <a:pt x="107612" y="0"/>
                  <a:pt x="117092" y="9481"/>
                  <a:pt x="117092" y="21290"/>
                </a:cubicBezTo>
                <a:lnTo>
                  <a:pt x="117092" y="53224"/>
                </a:lnTo>
                <a:cubicBezTo>
                  <a:pt x="117092" y="65032"/>
                  <a:pt x="107612" y="74514"/>
                  <a:pt x="95803" y="74514"/>
                </a:cubicBezTo>
                <a:lnTo>
                  <a:pt x="21289" y="74514"/>
                </a:lnTo>
                <a:cubicBezTo>
                  <a:pt x="9481" y="74514"/>
                  <a:pt x="0" y="65032"/>
                  <a:pt x="0" y="53224"/>
                </a:cubicBezTo>
                <a:lnTo>
                  <a:pt x="0" y="21290"/>
                </a:lnTo>
                <a:cubicBezTo>
                  <a:pt x="0" y="9481"/>
                  <a:pt x="9481" y="0"/>
                  <a:pt x="21289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290">
            <a:solidFill>
              <a:srgbClr val="674294"/>
            </a:solidFill>
            <a:prstDash val="solid"/>
          </a:ln>
        </p:spPr>
      </p:sp>
      <p:sp>
        <p:nvSpPr>
          <p:cNvPr id="223" name="path-223">
            <a:extLst xmlns:a="http://schemas.openxmlformats.org/drawingml/2006/main">
              <a:ext uri="{FF2B5EF4-FFF2-40B4-BE49-F238E27FC236}">
                <a16:creationId xmlns:a16="http://schemas.microsoft.com/office/drawing/2014/main" id="{1ECAECF4-E9EA-4C7E-90E9-F293275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7683" y="3346745"/>
            <a:ext cx="154349" cy="127738"/>
          </a:xfrm>
          <a:custGeom xmlns:a="http://schemas.openxmlformats.org/drawingml/2006/main">
            <a:pathLst>
              <a:path w="154349" h="127738">
                <a:moveTo>
                  <a:pt x="0" y="21289"/>
                </a:moveTo>
                <a:lnTo>
                  <a:pt x="21289" y="42579"/>
                </a:lnTo>
                <a:lnTo>
                  <a:pt x="63868" y="0"/>
                </a:lnTo>
                <a:moveTo>
                  <a:pt x="90481" y="21289"/>
                </a:moveTo>
                <a:lnTo>
                  <a:pt x="154349" y="21289"/>
                </a:lnTo>
                <a:moveTo>
                  <a:pt x="0" y="106448"/>
                </a:moveTo>
                <a:lnTo>
                  <a:pt x="21289" y="127738"/>
                </a:lnTo>
                <a:lnTo>
                  <a:pt x="63868" y="85158"/>
                </a:lnTo>
                <a:moveTo>
                  <a:pt x="90481" y="106448"/>
                </a:moveTo>
                <a:lnTo>
                  <a:pt x="154349" y="106448"/>
                </a:lnTo>
              </a:path>
            </a:pathLst>
          </a:custGeom>
          <a:noFill xmlns:a="http://schemas.openxmlformats.org/drawingml/2006/main"/>
          <a:ln xmlns:a="http://schemas.openxmlformats.org/drawingml/2006/main" w="21290">
            <a:solidFill>
              <a:srgbClr val="674294"/>
            </a:solidFill>
            <a:prstDash val="solid"/>
          </a:ln>
        </p:spPr>
      </p:sp>
      <p:sp>
        <p:nvSpPr>
          <p:cNvPr id="224" name="path-224">
            <a:extLst xmlns:a="http://schemas.openxmlformats.org/drawingml/2006/main">
              <a:ext uri="{FF2B5EF4-FFF2-40B4-BE49-F238E27FC236}">
                <a16:creationId xmlns:a16="http://schemas.microsoft.com/office/drawing/2014/main" id="{491FA900-A125-4EBC-9448-DDA2CBEB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7299" y="3248842"/>
            <a:ext cx="238383" cy="238386"/>
          </a:xfrm>
          <a:custGeom xmlns:a="http://schemas.openxmlformats.org/drawingml/2006/main">
            <a:pathLst>
              <a:path w="238383" h="238386">
                <a:moveTo>
                  <a:pt x="238383" y="119193"/>
                </a:moveTo>
                <a:cubicBezTo>
                  <a:pt x="238383" y="185063"/>
                  <a:pt x="185063" y="238386"/>
                  <a:pt x="119191" y="238386"/>
                </a:cubicBezTo>
                <a:cubicBezTo>
                  <a:pt x="53320" y="238386"/>
                  <a:pt x="0" y="185063"/>
                  <a:pt x="0" y="119193"/>
                </a:cubicBezTo>
                <a:cubicBezTo>
                  <a:pt x="0" y="53323"/>
                  <a:pt x="53320" y="0"/>
                  <a:pt x="119191" y="0"/>
                </a:cubicBezTo>
                <a:cubicBezTo>
                  <a:pt x="185063" y="0"/>
                  <a:pt x="238383" y="53323"/>
                  <a:pt x="238383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7032">
            <a:solidFill>
              <a:srgbClr val="FFFFFF"/>
            </a:solidFill>
            <a:prstDash val="solid"/>
          </a:ln>
        </p:spPr>
      </p:sp>
      <p:sp>
        <p:nvSpPr>
          <p:cNvPr id="225" name="path-225">
            <a:extLst xmlns:a="http://schemas.openxmlformats.org/drawingml/2006/main">
              <a:ext uri="{FF2B5EF4-FFF2-40B4-BE49-F238E27FC236}">
                <a16:creationId xmlns:a16="http://schemas.microsoft.com/office/drawing/2014/main" id="{C57EB542-465C-4544-B55D-30798486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6893" y="3325456"/>
            <a:ext cx="119194" cy="85158"/>
          </a:xfrm>
          <a:custGeom xmlns:a="http://schemas.openxmlformats.org/drawingml/2006/main">
            <a:pathLst>
              <a:path w="119194" h="85158">
                <a:moveTo>
                  <a:pt x="0" y="42579"/>
                </a:moveTo>
                <a:lnTo>
                  <a:pt x="42579" y="85158"/>
                </a:lnTo>
                <a:lnTo>
                  <a:pt x="119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954">
            <a:solidFill>
              <a:srgbClr val="32724F"/>
            </a:solidFill>
            <a:prstDash val="solid"/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ECAD8820-5DD9-4F04-A38C-6758305C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169" y="3985434"/>
            <a:ext cx="191" cy="329989"/>
          </a:xfrm>
          <a:custGeom xmlns:a="http://schemas.openxmlformats.org/drawingml/2006/main">
            <a:pathLst>
              <a:path w="191" h="329989">
                <a:moveTo>
                  <a:pt x="0" y="0"/>
                </a:moveTo>
                <a:lnTo>
                  <a:pt x="0" y="329989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227" name="path-227">
            <a:extLst xmlns:a="http://schemas.openxmlformats.org/drawingml/2006/main">
              <a:ext uri="{FF2B5EF4-FFF2-40B4-BE49-F238E27FC236}">
                <a16:creationId xmlns:a16="http://schemas.microsoft.com/office/drawing/2014/main" id="{2AB0FDE8-7C9F-4CBF-90E7-70574508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365" y="4143005"/>
            <a:ext cx="191607" cy="191606"/>
          </a:xfrm>
          <a:custGeom xmlns:a="http://schemas.openxmlformats.org/drawingml/2006/main">
            <a:pathLst>
              <a:path w="191607" h="191606">
                <a:moveTo>
                  <a:pt x="191607" y="0"/>
                </a:moveTo>
                <a:lnTo>
                  <a:pt x="95804" y="191606"/>
                </a:lnTo>
                <a:lnTo>
                  <a:pt x="0" y="0"/>
                </a:lnTo>
                <a:lnTo>
                  <a:pt x="191607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8">
            <a:extLst xmlns:a="http://schemas.openxmlformats.org/drawingml/2006/main">
              <a:ext uri="{FF2B5EF4-FFF2-40B4-BE49-F238E27FC236}">
                <a16:creationId xmlns:a16="http://schemas.microsoft.com/office/drawing/2014/main" id="{BBFFA1BA-7D59-4424-B84E-2B8EA54C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867" y="4427519"/>
            <a:ext cx="241281" cy="265467"/>
          </a:xfrm>
          <a:custGeom xmlns:a="http://schemas.openxmlformats.org/drawingml/2006/main">
            <a:pathLst>
              <a:path w="241281" h="265467">
                <a:moveTo>
                  <a:pt x="0" y="42253"/>
                </a:moveTo>
                <a:lnTo>
                  <a:pt x="120641" y="0"/>
                </a:lnTo>
                <a:lnTo>
                  <a:pt x="241281" y="132733"/>
                </a:lnTo>
                <a:lnTo>
                  <a:pt x="120641" y="265467"/>
                </a:lnTo>
                <a:lnTo>
                  <a:pt x="0" y="223214"/>
                </a:lnTo>
                <a:lnTo>
                  <a:pt x="120641" y="0"/>
                </a:lnTo>
                <a:moveTo>
                  <a:pt x="0" y="42253"/>
                </a:moveTo>
                <a:lnTo>
                  <a:pt x="120641" y="265467"/>
                </a:lnTo>
                <a:moveTo>
                  <a:pt x="120641" y="0"/>
                </a:moveTo>
                <a:lnTo>
                  <a:pt x="120641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5080">
            <a:solidFill>
              <a:srgbClr val="237F7B"/>
            </a:solidFill>
            <a:prstDash val="solid"/>
          </a:ln>
        </p:spPr>
      </p:sp>
      <p:sp>
        <p:nvSpPr>
          <p:cNvPr id="229" name="path-229">
            <a:extLst xmlns:a="http://schemas.openxmlformats.org/drawingml/2006/main">
              <a:ext uri="{FF2B5EF4-FFF2-40B4-BE49-F238E27FC236}">
                <a16:creationId xmlns:a16="http://schemas.microsoft.com/office/drawing/2014/main" id="{E47438E7-DA1D-4B2F-A41B-944206A7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753" y="4445658"/>
            <a:ext cx="48227" cy="48228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3"/>
                  <a:pt x="37427" y="48228"/>
                  <a:pt x="24114" y="48228"/>
                </a:cubicBezTo>
                <a:cubicBezTo>
                  <a:pt x="10801" y="48228"/>
                  <a:pt x="0" y="37413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40048011-69A0-4D93-9340-57B39FD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753" y="4626619"/>
            <a:ext cx="48227" cy="48228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4"/>
                  <a:pt x="37427" y="48228"/>
                  <a:pt x="24114" y="48228"/>
                </a:cubicBezTo>
                <a:cubicBezTo>
                  <a:pt x="10801" y="48228"/>
                  <a:pt x="0" y="3741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1">
            <a:extLst xmlns:a="http://schemas.openxmlformats.org/drawingml/2006/main">
              <a:ext uri="{FF2B5EF4-FFF2-40B4-BE49-F238E27FC236}">
                <a16:creationId xmlns:a16="http://schemas.microsoft.com/office/drawing/2014/main" id="{959C8B35-3391-4211-A0ED-85D42693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394" y="4403405"/>
            <a:ext cx="48227" cy="48299"/>
          </a:xfrm>
          <a:custGeom xmlns:a="http://schemas.openxmlformats.org/drawingml/2006/main">
            <a:pathLst>
              <a:path w="48227" h="48299">
                <a:moveTo>
                  <a:pt x="48227" y="24114"/>
                </a:moveTo>
                <a:cubicBezTo>
                  <a:pt x="48227" y="37484"/>
                  <a:pt x="37426" y="48299"/>
                  <a:pt x="24114" y="48299"/>
                </a:cubicBezTo>
                <a:cubicBezTo>
                  <a:pt x="10801" y="48299"/>
                  <a:pt x="0" y="3748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2">
            <a:extLst xmlns:a="http://schemas.openxmlformats.org/drawingml/2006/main">
              <a:ext uri="{FF2B5EF4-FFF2-40B4-BE49-F238E27FC236}">
                <a16:creationId xmlns:a16="http://schemas.microsoft.com/office/drawing/2014/main" id="{EF4625FB-CC20-4EB9-9061-CC763DAF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394" y="4668802"/>
            <a:ext cx="48227" cy="48298"/>
          </a:xfrm>
          <a:custGeom xmlns:a="http://schemas.openxmlformats.org/drawingml/2006/main">
            <a:pathLst>
              <a:path w="48227" h="48298">
                <a:moveTo>
                  <a:pt x="48227" y="24184"/>
                </a:moveTo>
                <a:cubicBezTo>
                  <a:pt x="48227" y="37483"/>
                  <a:pt x="37426" y="48298"/>
                  <a:pt x="24114" y="48298"/>
                </a:cubicBezTo>
                <a:cubicBezTo>
                  <a:pt x="10801" y="48298"/>
                  <a:pt x="0" y="37483"/>
                  <a:pt x="0" y="2418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6" y="0"/>
                  <a:pt x="48227" y="10815"/>
                  <a:pt x="48227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3">
            <a:extLst xmlns:a="http://schemas.openxmlformats.org/drawingml/2006/main">
              <a:ext uri="{FF2B5EF4-FFF2-40B4-BE49-F238E27FC236}">
                <a16:creationId xmlns:a16="http://schemas.microsoft.com/office/drawing/2014/main" id="{46D3D27D-371F-4F8B-85F2-4511A4D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4035" y="4536139"/>
            <a:ext cx="48227" cy="48228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27"/>
                  <a:pt x="37426" y="48228"/>
                  <a:pt x="24113" y="48228"/>
                </a:cubicBezTo>
                <a:cubicBezTo>
                  <a:pt x="10801" y="48228"/>
                  <a:pt x="0" y="37427"/>
                  <a:pt x="0" y="24114"/>
                </a:cubicBezTo>
                <a:cubicBezTo>
                  <a:pt x="0" y="10801"/>
                  <a:pt x="10801" y="0"/>
                  <a:pt x="24113" y="0"/>
                </a:cubicBezTo>
                <a:cubicBezTo>
                  <a:pt x="37426" y="0"/>
                  <a:pt x="48227" y="10801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4">
            <a:extLst xmlns:a="http://schemas.openxmlformats.org/drawingml/2006/main">
              <a:ext uri="{FF2B5EF4-FFF2-40B4-BE49-F238E27FC236}">
                <a16:creationId xmlns:a16="http://schemas.microsoft.com/office/drawing/2014/main" id="{D5B92E7A-7A8D-403C-8FE1-A1FFAC21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7183" y="4599283"/>
            <a:ext cx="198703" cy="198703"/>
          </a:xfrm>
          <a:custGeom xmlns:a="http://schemas.openxmlformats.org/drawingml/2006/main">
            <a:pathLst>
              <a:path w="198703" h="198703">
                <a:moveTo>
                  <a:pt x="198703" y="99352"/>
                </a:moveTo>
                <a:cubicBezTo>
                  <a:pt x="198703" y="154236"/>
                  <a:pt x="154235" y="198703"/>
                  <a:pt x="99351" y="198703"/>
                </a:cubicBezTo>
                <a:cubicBezTo>
                  <a:pt x="44467" y="198703"/>
                  <a:pt x="0" y="154236"/>
                  <a:pt x="0" y="99352"/>
                </a:cubicBezTo>
                <a:cubicBezTo>
                  <a:pt x="0" y="44467"/>
                  <a:pt x="44467" y="0"/>
                  <a:pt x="99351" y="0"/>
                </a:cubicBezTo>
                <a:cubicBezTo>
                  <a:pt x="154235" y="0"/>
                  <a:pt x="198703" y="44467"/>
                  <a:pt x="198703" y="9935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4193">
            <a:solidFill>
              <a:srgbClr val="FFFFFF"/>
            </a:solidFill>
            <a:prstDash val="solid"/>
          </a:ln>
        </p:spPr>
      </p:sp>
      <p:sp>
        <p:nvSpPr>
          <p:cNvPr id="235" name="path-235">
            <a:extLst xmlns:a="http://schemas.openxmlformats.org/drawingml/2006/main">
              <a:ext uri="{FF2B5EF4-FFF2-40B4-BE49-F238E27FC236}">
                <a16:creationId xmlns:a16="http://schemas.microsoft.com/office/drawing/2014/main" id="{8706B303-0A96-4327-86FA-39F71A1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6859" y="4663153"/>
            <a:ext cx="99352" cy="70965"/>
          </a:xfrm>
          <a:custGeom xmlns:a="http://schemas.openxmlformats.org/drawingml/2006/main">
            <a:pathLst>
              <a:path w="99352" h="70965">
                <a:moveTo>
                  <a:pt x="0" y="35483"/>
                </a:moveTo>
                <a:lnTo>
                  <a:pt x="35483" y="70965"/>
                </a:lnTo>
                <a:lnTo>
                  <a:pt x="993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128">
            <a:solidFill>
              <a:srgbClr val="32724F"/>
            </a:solidFill>
            <a:prstDash val="solid"/>
          </a:ln>
        </p:spPr>
      </p:sp>
      <p:sp>
        <p:nvSpPr>
          <p:cNvPr id="236" name="path-236">
            <a:extLst xmlns:a="http://schemas.openxmlformats.org/drawingml/2006/main">
              <a:ext uri="{FF2B5EF4-FFF2-40B4-BE49-F238E27FC236}">
                <a16:creationId xmlns:a16="http://schemas.microsoft.com/office/drawing/2014/main" id="{7707AC87-8F53-4801-9169-A98162F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106" y="4427519"/>
            <a:ext cx="241283" cy="265467"/>
          </a:xfrm>
          <a:custGeom xmlns:a="http://schemas.openxmlformats.org/drawingml/2006/main">
            <a:pathLst>
              <a:path w="241283" h="265467">
                <a:moveTo>
                  <a:pt x="0" y="42253"/>
                </a:moveTo>
                <a:lnTo>
                  <a:pt x="120641" y="0"/>
                </a:lnTo>
                <a:lnTo>
                  <a:pt x="241283" y="132733"/>
                </a:lnTo>
                <a:lnTo>
                  <a:pt x="120641" y="265467"/>
                </a:lnTo>
                <a:lnTo>
                  <a:pt x="0" y="223214"/>
                </a:lnTo>
                <a:lnTo>
                  <a:pt x="120641" y="0"/>
                </a:lnTo>
                <a:moveTo>
                  <a:pt x="0" y="42253"/>
                </a:moveTo>
                <a:lnTo>
                  <a:pt x="120641" y="265467"/>
                </a:lnTo>
                <a:moveTo>
                  <a:pt x="120641" y="0"/>
                </a:moveTo>
                <a:lnTo>
                  <a:pt x="120641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5080">
            <a:solidFill>
              <a:srgbClr val="237F7B"/>
            </a:solidFill>
            <a:prstDash val="solid"/>
          </a:ln>
        </p:spPr>
      </p:sp>
      <p:sp>
        <p:nvSpPr>
          <p:cNvPr id="237" name="path-237">
            <a:extLst xmlns:a="http://schemas.openxmlformats.org/drawingml/2006/main">
              <a:ext uri="{FF2B5EF4-FFF2-40B4-BE49-F238E27FC236}">
                <a16:creationId xmlns:a16="http://schemas.microsoft.com/office/drawing/2014/main" id="{2D79FBFA-6202-415B-95CE-4666C0C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4993" y="4445658"/>
            <a:ext cx="48227" cy="48228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3"/>
                  <a:pt x="37426" y="48228"/>
                  <a:pt x="24113" y="48228"/>
                </a:cubicBezTo>
                <a:cubicBezTo>
                  <a:pt x="10800" y="48228"/>
                  <a:pt x="0" y="37413"/>
                  <a:pt x="0" y="24114"/>
                </a:cubicBezTo>
                <a:cubicBezTo>
                  <a:pt x="0" y="10815"/>
                  <a:pt x="10800" y="0"/>
                  <a:pt x="24113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8">
            <a:extLst xmlns:a="http://schemas.openxmlformats.org/drawingml/2006/main">
              <a:ext uri="{FF2B5EF4-FFF2-40B4-BE49-F238E27FC236}">
                <a16:creationId xmlns:a16="http://schemas.microsoft.com/office/drawing/2014/main" id="{F08D485C-72A6-42F4-933F-ED6ED6C3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4993" y="4626619"/>
            <a:ext cx="48227" cy="48228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4"/>
                  <a:pt x="37426" y="48228"/>
                  <a:pt x="24113" y="48228"/>
                </a:cubicBezTo>
                <a:cubicBezTo>
                  <a:pt x="10800" y="48228"/>
                  <a:pt x="0" y="37414"/>
                  <a:pt x="0" y="24114"/>
                </a:cubicBezTo>
                <a:cubicBezTo>
                  <a:pt x="0" y="10815"/>
                  <a:pt x="10800" y="0"/>
                  <a:pt x="24113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9">
            <a:extLst xmlns:a="http://schemas.openxmlformats.org/drawingml/2006/main">
              <a:ext uri="{FF2B5EF4-FFF2-40B4-BE49-F238E27FC236}">
                <a16:creationId xmlns:a16="http://schemas.microsoft.com/office/drawing/2014/main" id="{0B605DA8-DC85-4BDD-A713-83AF934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5633" y="4403405"/>
            <a:ext cx="48228" cy="48299"/>
          </a:xfrm>
          <a:custGeom xmlns:a="http://schemas.openxmlformats.org/drawingml/2006/main">
            <a:pathLst>
              <a:path w="48228" h="48299">
                <a:moveTo>
                  <a:pt x="48228" y="24114"/>
                </a:moveTo>
                <a:cubicBezTo>
                  <a:pt x="48228" y="37484"/>
                  <a:pt x="37427" y="48299"/>
                  <a:pt x="24114" y="48299"/>
                </a:cubicBezTo>
                <a:cubicBezTo>
                  <a:pt x="10801" y="48299"/>
                  <a:pt x="0" y="3748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0">
            <a:extLst xmlns:a="http://schemas.openxmlformats.org/drawingml/2006/main">
              <a:ext uri="{FF2B5EF4-FFF2-40B4-BE49-F238E27FC236}">
                <a16:creationId xmlns:a16="http://schemas.microsoft.com/office/drawing/2014/main" id="{13031F13-61D1-4C31-9BBE-EBD809B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5633" y="4668802"/>
            <a:ext cx="48228" cy="48298"/>
          </a:xfrm>
          <a:custGeom xmlns:a="http://schemas.openxmlformats.org/drawingml/2006/main">
            <a:pathLst>
              <a:path w="48228" h="48298">
                <a:moveTo>
                  <a:pt x="48228" y="24184"/>
                </a:moveTo>
                <a:cubicBezTo>
                  <a:pt x="48228" y="37483"/>
                  <a:pt x="37427" y="48298"/>
                  <a:pt x="24114" y="48298"/>
                </a:cubicBezTo>
                <a:cubicBezTo>
                  <a:pt x="10801" y="48298"/>
                  <a:pt x="0" y="37483"/>
                  <a:pt x="0" y="2418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1">
            <a:extLst xmlns:a="http://schemas.openxmlformats.org/drawingml/2006/main">
              <a:ext uri="{FF2B5EF4-FFF2-40B4-BE49-F238E27FC236}">
                <a16:creationId xmlns:a16="http://schemas.microsoft.com/office/drawing/2014/main" id="{8BC75BE9-A67D-4681-8770-55C1C072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6275" y="4536139"/>
            <a:ext cx="48228" cy="48228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27"/>
                  <a:pt x="37427" y="48228"/>
                  <a:pt x="24114" y="48228"/>
                </a:cubicBezTo>
                <a:cubicBezTo>
                  <a:pt x="10801" y="48228"/>
                  <a:pt x="0" y="37427"/>
                  <a:pt x="0" y="24114"/>
                </a:cubicBezTo>
                <a:cubicBezTo>
                  <a:pt x="0" y="10801"/>
                  <a:pt x="10801" y="0"/>
                  <a:pt x="24114" y="0"/>
                </a:cubicBezTo>
                <a:cubicBezTo>
                  <a:pt x="37427" y="0"/>
                  <a:pt x="48228" y="10801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2">
            <a:extLst xmlns:a="http://schemas.openxmlformats.org/drawingml/2006/main">
              <a:ext uri="{FF2B5EF4-FFF2-40B4-BE49-F238E27FC236}">
                <a16:creationId xmlns:a16="http://schemas.microsoft.com/office/drawing/2014/main" id="{403AA942-0F4C-40EC-8AC0-10A0060E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423" y="4599283"/>
            <a:ext cx="198704" cy="198703"/>
          </a:xfrm>
          <a:custGeom xmlns:a="http://schemas.openxmlformats.org/drawingml/2006/main">
            <a:pathLst>
              <a:path w="198704" h="198703">
                <a:moveTo>
                  <a:pt x="198704" y="99352"/>
                </a:moveTo>
                <a:cubicBezTo>
                  <a:pt x="198704" y="154236"/>
                  <a:pt x="154236" y="198703"/>
                  <a:pt x="99352" y="198703"/>
                </a:cubicBezTo>
                <a:cubicBezTo>
                  <a:pt x="44468" y="198703"/>
                  <a:pt x="0" y="154236"/>
                  <a:pt x="0" y="99352"/>
                </a:cubicBezTo>
                <a:cubicBezTo>
                  <a:pt x="0" y="44467"/>
                  <a:pt x="44468" y="0"/>
                  <a:pt x="99352" y="0"/>
                </a:cubicBezTo>
                <a:cubicBezTo>
                  <a:pt x="154236" y="0"/>
                  <a:pt x="198704" y="44467"/>
                  <a:pt x="198704" y="99352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14193">
            <a:solidFill>
              <a:srgbClr val="FFFFFF"/>
            </a:solidFill>
            <a:prstDash val="solid"/>
          </a:ln>
        </p:spPr>
      </p:sp>
      <p:sp>
        <p:nvSpPr>
          <p:cNvPr id="243" name="path-243">
            <a:extLst xmlns:a="http://schemas.openxmlformats.org/drawingml/2006/main">
              <a:ext uri="{FF2B5EF4-FFF2-40B4-BE49-F238E27FC236}">
                <a16:creationId xmlns:a16="http://schemas.microsoft.com/office/drawing/2014/main" id="{60C45B83-87B9-48E1-8AC5-82742A8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195" y="4656056"/>
            <a:ext cx="85160" cy="85158"/>
          </a:xfrm>
          <a:custGeom xmlns:a="http://schemas.openxmlformats.org/drawingml/2006/main">
            <a:pathLst>
              <a:path w="85160" h="85158">
                <a:moveTo>
                  <a:pt x="0" y="0"/>
                </a:moveTo>
                <a:lnTo>
                  <a:pt x="85160" y="85158"/>
                </a:lnTo>
                <a:moveTo>
                  <a:pt x="85160" y="0"/>
                </a:moveTo>
                <a:lnTo>
                  <a:pt x="0" y="85158"/>
                </a:lnTo>
              </a:path>
            </a:pathLst>
          </a:custGeom>
          <a:noFill xmlns:a="http://schemas.openxmlformats.org/drawingml/2006/main"/>
          <a:ln xmlns:a="http://schemas.openxmlformats.org/drawingml/2006/main" w="24128">
            <a:solidFill>
              <a:srgbClr val="B65345"/>
            </a:solidFill>
            <a:prstDash val="solid"/>
          </a:ln>
        </p:spPr>
      </p:sp>
      <p:sp>
        <p:nvSpPr>
          <p:cNvPr id="244" name="path-244">
            <a:extLst xmlns:a="http://schemas.openxmlformats.org/drawingml/2006/main">
              <a:ext uri="{FF2B5EF4-FFF2-40B4-BE49-F238E27FC236}">
                <a16:creationId xmlns:a16="http://schemas.microsoft.com/office/drawing/2014/main" id="{5F5D4526-1B7D-4854-89D9-4961753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347" y="4427519"/>
            <a:ext cx="241283" cy="265467"/>
          </a:xfrm>
          <a:custGeom xmlns:a="http://schemas.openxmlformats.org/drawingml/2006/main">
            <a:pathLst>
              <a:path w="241283" h="265467">
                <a:moveTo>
                  <a:pt x="0" y="42253"/>
                </a:moveTo>
                <a:lnTo>
                  <a:pt x="120640" y="0"/>
                </a:lnTo>
                <a:lnTo>
                  <a:pt x="241283" y="132733"/>
                </a:lnTo>
                <a:lnTo>
                  <a:pt x="120640" y="265467"/>
                </a:lnTo>
                <a:lnTo>
                  <a:pt x="0" y="223214"/>
                </a:lnTo>
                <a:lnTo>
                  <a:pt x="120640" y="0"/>
                </a:lnTo>
                <a:moveTo>
                  <a:pt x="0" y="42253"/>
                </a:moveTo>
                <a:lnTo>
                  <a:pt x="120640" y="265467"/>
                </a:lnTo>
                <a:moveTo>
                  <a:pt x="120640" y="0"/>
                </a:moveTo>
                <a:lnTo>
                  <a:pt x="120640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5080">
            <a:solidFill>
              <a:srgbClr val="237F7B"/>
            </a:solidFill>
            <a:prstDash val="solid"/>
          </a:ln>
        </p:spPr>
      </p:sp>
      <p:sp>
        <p:nvSpPr>
          <p:cNvPr id="245" name="path-245">
            <a:extLst xmlns:a="http://schemas.openxmlformats.org/drawingml/2006/main">
              <a:ext uri="{FF2B5EF4-FFF2-40B4-BE49-F238E27FC236}">
                <a16:creationId xmlns:a16="http://schemas.microsoft.com/office/drawing/2014/main" id="{E2EB3964-87B6-4A38-B7AF-42D4A16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233" y="4445658"/>
            <a:ext cx="48228" cy="48228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13"/>
                  <a:pt x="37427" y="48228"/>
                  <a:pt x="24114" y="48228"/>
                </a:cubicBezTo>
                <a:cubicBezTo>
                  <a:pt x="10801" y="48228"/>
                  <a:pt x="0" y="37413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6">
            <a:extLst xmlns:a="http://schemas.openxmlformats.org/drawingml/2006/main">
              <a:ext uri="{FF2B5EF4-FFF2-40B4-BE49-F238E27FC236}">
                <a16:creationId xmlns:a16="http://schemas.microsoft.com/office/drawing/2014/main" id="{31B3C80F-C5C7-4FBE-A4E0-A742B5E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233" y="4626619"/>
            <a:ext cx="48228" cy="48228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14"/>
                  <a:pt x="37427" y="48228"/>
                  <a:pt x="24114" y="48228"/>
                </a:cubicBezTo>
                <a:cubicBezTo>
                  <a:pt x="10801" y="48228"/>
                  <a:pt x="0" y="3741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7">
            <a:extLst xmlns:a="http://schemas.openxmlformats.org/drawingml/2006/main">
              <a:ext uri="{FF2B5EF4-FFF2-40B4-BE49-F238E27FC236}">
                <a16:creationId xmlns:a16="http://schemas.microsoft.com/office/drawing/2014/main" id="{BF98170D-30A0-4F53-A97B-3EA6C4C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873" y="4403405"/>
            <a:ext cx="48228" cy="48299"/>
          </a:xfrm>
          <a:custGeom xmlns:a="http://schemas.openxmlformats.org/drawingml/2006/main">
            <a:pathLst>
              <a:path w="48228" h="48299">
                <a:moveTo>
                  <a:pt x="48228" y="24114"/>
                </a:moveTo>
                <a:cubicBezTo>
                  <a:pt x="48228" y="37484"/>
                  <a:pt x="37428" y="48299"/>
                  <a:pt x="24114" y="48299"/>
                </a:cubicBezTo>
                <a:cubicBezTo>
                  <a:pt x="10802" y="48299"/>
                  <a:pt x="0" y="37484"/>
                  <a:pt x="0" y="24114"/>
                </a:cubicBezTo>
                <a:cubicBezTo>
                  <a:pt x="0" y="10815"/>
                  <a:pt x="10802" y="0"/>
                  <a:pt x="24114" y="0"/>
                </a:cubicBezTo>
                <a:cubicBezTo>
                  <a:pt x="37428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8">
            <a:extLst xmlns:a="http://schemas.openxmlformats.org/drawingml/2006/main">
              <a:ext uri="{FF2B5EF4-FFF2-40B4-BE49-F238E27FC236}">
                <a16:creationId xmlns:a16="http://schemas.microsoft.com/office/drawing/2014/main" id="{D5FEC5B7-F876-4B90-9C6E-1AD7FAE2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873" y="4668802"/>
            <a:ext cx="48228" cy="48298"/>
          </a:xfrm>
          <a:custGeom xmlns:a="http://schemas.openxmlformats.org/drawingml/2006/main">
            <a:pathLst>
              <a:path w="48228" h="48298">
                <a:moveTo>
                  <a:pt x="48228" y="24184"/>
                </a:moveTo>
                <a:cubicBezTo>
                  <a:pt x="48228" y="37483"/>
                  <a:pt x="37428" y="48298"/>
                  <a:pt x="24114" y="48298"/>
                </a:cubicBezTo>
                <a:cubicBezTo>
                  <a:pt x="10802" y="48298"/>
                  <a:pt x="0" y="37483"/>
                  <a:pt x="0" y="24184"/>
                </a:cubicBezTo>
                <a:cubicBezTo>
                  <a:pt x="0" y="10815"/>
                  <a:pt x="10802" y="0"/>
                  <a:pt x="24114" y="0"/>
                </a:cubicBezTo>
                <a:cubicBezTo>
                  <a:pt x="37428" y="0"/>
                  <a:pt x="48228" y="10815"/>
                  <a:pt x="48228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9">
            <a:extLst xmlns:a="http://schemas.openxmlformats.org/drawingml/2006/main">
              <a:ext uri="{FF2B5EF4-FFF2-40B4-BE49-F238E27FC236}">
                <a16:creationId xmlns:a16="http://schemas.microsoft.com/office/drawing/2014/main" id="{4FE459C0-D0A6-45F1-83BC-69887BA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515" y="4536139"/>
            <a:ext cx="48228" cy="48228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27"/>
                  <a:pt x="37426" y="48228"/>
                  <a:pt x="24114" y="48228"/>
                </a:cubicBezTo>
                <a:cubicBezTo>
                  <a:pt x="10800" y="48228"/>
                  <a:pt x="0" y="37427"/>
                  <a:pt x="0" y="24114"/>
                </a:cubicBezTo>
                <a:cubicBezTo>
                  <a:pt x="0" y="10801"/>
                  <a:pt x="10800" y="0"/>
                  <a:pt x="24114" y="0"/>
                </a:cubicBezTo>
                <a:cubicBezTo>
                  <a:pt x="37426" y="0"/>
                  <a:pt x="48228" y="10801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0">
            <a:extLst xmlns:a="http://schemas.openxmlformats.org/drawingml/2006/main">
              <a:ext uri="{FF2B5EF4-FFF2-40B4-BE49-F238E27FC236}">
                <a16:creationId xmlns:a16="http://schemas.microsoft.com/office/drawing/2014/main" id="{38A273F7-7E58-4DE0-B6DE-22EAD9FB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663" y="4599283"/>
            <a:ext cx="198702" cy="198703"/>
          </a:xfrm>
          <a:custGeom xmlns:a="http://schemas.openxmlformats.org/drawingml/2006/main">
            <a:pathLst>
              <a:path w="198702" h="198703">
                <a:moveTo>
                  <a:pt x="198702" y="99352"/>
                </a:moveTo>
                <a:cubicBezTo>
                  <a:pt x="198702" y="154236"/>
                  <a:pt x="154236" y="198703"/>
                  <a:pt x="99353" y="198703"/>
                </a:cubicBezTo>
                <a:cubicBezTo>
                  <a:pt x="44468" y="198703"/>
                  <a:pt x="0" y="154236"/>
                  <a:pt x="0" y="99352"/>
                </a:cubicBezTo>
                <a:cubicBezTo>
                  <a:pt x="0" y="44467"/>
                  <a:pt x="44468" y="0"/>
                  <a:pt x="99353" y="0"/>
                </a:cubicBezTo>
                <a:cubicBezTo>
                  <a:pt x="154236" y="0"/>
                  <a:pt x="198702" y="44467"/>
                  <a:pt x="198702" y="9935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4193">
            <a:solidFill>
              <a:srgbClr val="FFFFFF"/>
            </a:solidFill>
            <a:prstDash val="solid"/>
          </a:ln>
        </p:spPr>
      </p:sp>
      <p:sp>
        <p:nvSpPr>
          <p:cNvPr id="251" name="path-251">
            <a:extLst xmlns:a="http://schemas.openxmlformats.org/drawingml/2006/main">
              <a:ext uri="{FF2B5EF4-FFF2-40B4-BE49-F238E27FC236}">
                <a16:creationId xmlns:a16="http://schemas.microsoft.com/office/drawing/2014/main" id="{66BD04BF-9A53-440C-B644-3999B7F7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1340" y="4663153"/>
            <a:ext cx="99351" cy="70965"/>
          </a:xfrm>
          <a:custGeom xmlns:a="http://schemas.openxmlformats.org/drawingml/2006/main">
            <a:pathLst>
              <a:path w="99351" h="70965">
                <a:moveTo>
                  <a:pt x="0" y="35483"/>
                </a:moveTo>
                <a:lnTo>
                  <a:pt x="35481" y="70965"/>
                </a:lnTo>
                <a:lnTo>
                  <a:pt x="99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128">
            <a:solidFill>
              <a:srgbClr val="32724F"/>
            </a:solidFill>
            <a:prstDash val="solid"/>
          </a:ln>
        </p:spPr>
      </p:sp>
      <p:sp>
        <p:nvSpPr>
          <p:cNvPr id="252" name="path-252">
            <a:extLst xmlns:a="http://schemas.openxmlformats.org/drawingml/2006/main">
              <a:ext uri="{FF2B5EF4-FFF2-40B4-BE49-F238E27FC236}">
                <a16:creationId xmlns:a16="http://schemas.microsoft.com/office/drawing/2014/main" id="{7E9E5AA2-D6FF-4648-A7B1-7CA245D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5584" y="4868952"/>
            <a:ext cx="1703168" cy="117092"/>
          </a:xfrm>
          <a:custGeom xmlns:a="http://schemas.openxmlformats.org/drawingml/2006/main">
            <a:pathLst>
              <a:path w="1703168" h="117092">
                <a:moveTo>
                  <a:pt x="53224" y="0"/>
                </a:moveTo>
                <a:lnTo>
                  <a:pt x="1649945" y="0"/>
                </a:lnTo>
                <a:cubicBezTo>
                  <a:pt x="1679437" y="0"/>
                  <a:pt x="1703168" y="23731"/>
                  <a:pt x="1703168" y="53224"/>
                </a:cubicBezTo>
                <a:lnTo>
                  <a:pt x="1703168" y="63869"/>
                </a:lnTo>
                <a:cubicBezTo>
                  <a:pt x="1703168" y="93362"/>
                  <a:pt x="1679437" y="117092"/>
                  <a:pt x="1649945" y="117092"/>
                </a:cubicBezTo>
                <a:lnTo>
                  <a:pt x="53224" y="117092"/>
                </a:lnTo>
                <a:cubicBezTo>
                  <a:pt x="23731" y="117092"/>
                  <a:pt x="0" y="93362"/>
                  <a:pt x="0" y="63869"/>
                </a:cubicBezTo>
                <a:lnTo>
                  <a:pt x="0" y="53224"/>
                </a:lnTo>
                <a:cubicBezTo>
                  <a:pt x="0" y="23731"/>
                  <a:pt x="23731" y="0"/>
                  <a:pt x="53224" y="0"/>
                </a:cubicBezTo>
              </a:path>
            </a:pathLst>
          </a:custGeom>
          <a:solidFill xmlns:a="http://schemas.openxmlformats.org/drawingml/2006/main">
            <a:srgbClr val="D6C9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3">
            <a:extLst xmlns:a="http://schemas.openxmlformats.org/drawingml/2006/main">
              <a:ext uri="{FF2B5EF4-FFF2-40B4-BE49-F238E27FC236}">
                <a16:creationId xmlns:a16="http://schemas.microsoft.com/office/drawing/2014/main" id="{E49C73FF-BDC0-4DAD-8AF4-D7F5DB8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1376" y="4868952"/>
            <a:ext cx="851585" cy="117092"/>
          </a:xfrm>
          <a:custGeom xmlns:a="http://schemas.openxmlformats.org/drawingml/2006/main">
            <a:pathLst>
              <a:path w="851585" h="117092">
                <a:moveTo>
                  <a:pt x="0" y="0"/>
                </a:moveTo>
                <a:lnTo>
                  <a:pt x="0" y="117092"/>
                </a:lnTo>
                <a:lnTo>
                  <a:pt x="851585" y="117092"/>
                </a:lnTo>
                <a:lnTo>
                  <a:pt x="851585" y="0"/>
                </a:lnTo>
                <a:close/>
              </a:path>
            </a:pathLst>
          </a:custGeom>
          <a:solidFill xmlns:a="http://schemas.openxmlformats.org/drawingml/2006/main">
            <a:srgbClr val="A7C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4">
            <a:extLst xmlns:a="http://schemas.openxmlformats.org/drawingml/2006/main">
              <a:ext uri="{FF2B5EF4-FFF2-40B4-BE49-F238E27FC236}">
                <a16:creationId xmlns:a16="http://schemas.microsoft.com/office/drawing/2014/main" id="{EA1C18FD-32A1-4602-89C9-F7B2EF7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169" y="4805083"/>
            <a:ext cx="191" cy="234186"/>
          </a:xfrm>
          <a:custGeom xmlns:a="http://schemas.openxmlformats.org/drawingml/2006/main">
            <a:pathLst>
              <a:path w="191" h="234186">
                <a:moveTo>
                  <a:pt x="0" y="0"/>
                </a:moveTo>
                <a:lnTo>
                  <a:pt x="0" y="234186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32724F"/>
            </a:solidFill>
            <a:prstDash val="solid"/>
          </a:ln>
        </p:spPr>
      </p:sp>
      <p:sp>
        <p:nvSpPr>
          <p:cNvPr id="255" name="path-255">
            <a:extLst xmlns:a="http://schemas.openxmlformats.org/drawingml/2006/main">
              <a:ext uri="{FF2B5EF4-FFF2-40B4-BE49-F238E27FC236}">
                <a16:creationId xmlns:a16="http://schemas.microsoft.com/office/drawing/2014/main" id="{FDBBCDBD-D91B-42EB-A810-3FB431A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169" y="5486351"/>
            <a:ext cx="191" cy="329989"/>
          </a:xfrm>
          <a:custGeom xmlns:a="http://schemas.openxmlformats.org/drawingml/2006/main">
            <a:pathLst>
              <a:path w="191" h="329989">
                <a:moveTo>
                  <a:pt x="0" y="0"/>
                </a:moveTo>
                <a:lnTo>
                  <a:pt x="0" y="329989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256" name="path-256">
            <a:extLst xmlns:a="http://schemas.openxmlformats.org/drawingml/2006/main">
              <a:ext uri="{FF2B5EF4-FFF2-40B4-BE49-F238E27FC236}">
                <a16:creationId xmlns:a16="http://schemas.microsoft.com/office/drawing/2014/main" id="{83DE2A6B-A842-4AEC-A4D0-97000A50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365" y="5643922"/>
            <a:ext cx="191607" cy="191607"/>
          </a:xfrm>
          <a:custGeom xmlns:a="http://schemas.openxmlformats.org/drawingml/2006/main">
            <a:pathLst>
              <a:path w="191607" h="191607">
                <a:moveTo>
                  <a:pt x="191607" y="0"/>
                </a:moveTo>
                <a:lnTo>
                  <a:pt x="95804" y="191607"/>
                </a:lnTo>
                <a:lnTo>
                  <a:pt x="0" y="0"/>
                </a:lnTo>
                <a:lnTo>
                  <a:pt x="191607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7">
            <a:extLst xmlns:a="http://schemas.openxmlformats.org/drawingml/2006/main">
              <a:ext uri="{FF2B5EF4-FFF2-40B4-BE49-F238E27FC236}">
                <a16:creationId xmlns:a16="http://schemas.microsoft.com/office/drawing/2014/main" id="{DC727140-ED27-43F7-A60F-44F60F83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5584" y="5880208"/>
            <a:ext cx="383213" cy="383213"/>
          </a:xfrm>
          <a:custGeom xmlns:a="http://schemas.openxmlformats.org/drawingml/2006/main">
            <a:pathLst>
              <a:path w="383213" h="383213">
                <a:moveTo>
                  <a:pt x="63869" y="0"/>
                </a:moveTo>
                <a:lnTo>
                  <a:pt x="319344" y="0"/>
                </a:lnTo>
                <a:cubicBezTo>
                  <a:pt x="354712" y="0"/>
                  <a:pt x="383213" y="28499"/>
                  <a:pt x="383213" y="63868"/>
                </a:cubicBezTo>
                <a:lnTo>
                  <a:pt x="383213" y="319344"/>
                </a:lnTo>
                <a:cubicBezTo>
                  <a:pt x="383213" y="354713"/>
                  <a:pt x="354712" y="383213"/>
                  <a:pt x="319344" y="383213"/>
                </a:cubicBezTo>
                <a:lnTo>
                  <a:pt x="63869" y="383213"/>
                </a:lnTo>
                <a:cubicBezTo>
                  <a:pt x="28501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19161">
            <a:solidFill>
              <a:srgbClr val="237F7B"/>
            </a:solidFill>
            <a:prstDash val="solid"/>
          </a:ln>
        </p:spPr>
      </p:sp>
      <p:sp>
        <p:nvSpPr>
          <p:cNvPr id="258" name="path-258">
            <a:extLst xmlns:a="http://schemas.openxmlformats.org/drawingml/2006/main">
              <a:ext uri="{FF2B5EF4-FFF2-40B4-BE49-F238E27FC236}">
                <a16:creationId xmlns:a16="http://schemas.microsoft.com/office/drawing/2014/main" id="{549F2C7A-DD61-4B01-87A2-4B0D414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936" y="5952948"/>
            <a:ext cx="184509" cy="205800"/>
          </a:xfrm>
          <a:custGeom xmlns:a="http://schemas.openxmlformats.org/drawingml/2006/main">
            <a:pathLst>
              <a:path w="184509" h="205800">
                <a:moveTo>
                  <a:pt x="92254" y="0"/>
                </a:moveTo>
                <a:lnTo>
                  <a:pt x="184509" y="49676"/>
                </a:lnTo>
                <a:lnTo>
                  <a:pt x="184509" y="156124"/>
                </a:lnTo>
                <a:lnTo>
                  <a:pt x="92254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237F7B"/>
            </a:solidFill>
            <a:prstDash val="solid"/>
          </a:ln>
        </p:spPr>
      </p:sp>
      <p:sp>
        <p:nvSpPr>
          <p:cNvPr id="259" name="path-259">
            <a:extLst xmlns:a="http://schemas.openxmlformats.org/drawingml/2006/main">
              <a:ext uri="{FF2B5EF4-FFF2-40B4-BE49-F238E27FC236}">
                <a16:creationId xmlns:a16="http://schemas.microsoft.com/office/drawing/2014/main" id="{4C3B263C-5A34-4D0E-B65F-C6FA2B1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936" y="6002624"/>
            <a:ext cx="184509" cy="156124"/>
          </a:xfrm>
          <a:custGeom xmlns:a="http://schemas.openxmlformats.org/drawingml/2006/main">
            <a:pathLst>
              <a:path w="184509" h="156124">
                <a:moveTo>
                  <a:pt x="0" y="0"/>
                </a:moveTo>
                <a:lnTo>
                  <a:pt x="92254" y="49675"/>
                </a:lnTo>
                <a:lnTo>
                  <a:pt x="184509" y="0"/>
                </a:lnTo>
                <a:moveTo>
                  <a:pt x="92254" y="49675"/>
                </a:moveTo>
                <a:lnTo>
                  <a:pt x="92254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237F7B"/>
            </a:solidFill>
            <a:prstDash val="solid"/>
          </a:ln>
        </p:spPr>
      </p:sp>
      <p:sp>
        <p:nvSpPr>
          <p:cNvPr id="260" name="path-260">
            <a:extLst xmlns:a="http://schemas.openxmlformats.org/drawingml/2006/main">
              <a:ext uri="{FF2B5EF4-FFF2-40B4-BE49-F238E27FC236}">
                <a16:creationId xmlns:a16="http://schemas.microsoft.com/office/drawing/2014/main" id="{090EC51E-A8FB-4B74-9667-ACA8962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666" y="5880208"/>
            <a:ext cx="383212" cy="383213"/>
          </a:xfrm>
          <a:custGeom xmlns:a="http://schemas.openxmlformats.org/drawingml/2006/main">
            <a:pathLst>
              <a:path w="383212" h="383213">
                <a:moveTo>
                  <a:pt x="63868" y="0"/>
                </a:moveTo>
                <a:lnTo>
                  <a:pt x="319344" y="0"/>
                </a:lnTo>
                <a:cubicBezTo>
                  <a:pt x="354712" y="0"/>
                  <a:pt x="383212" y="28499"/>
                  <a:pt x="383212" y="63868"/>
                </a:cubicBezTo>
                <a:lnTo>
                  <a:pt x="383212" y="319344"/>
                </a:lnTo>
                <a:cubicBezTo>
                  <a:pt x="383212" y="354713"/>
                  <a:pt x="354712" y="383213"/>
                  <a:pt x="319344" y="383213"/>
                </a:cubicBezTo>
                <a:lnTo>
                  <a:pt x="63868" y="383213"/>
                </a:lnTo>
                <a:cubicBezTo>
                  <a:pt x="28500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0" y="0"/>
                  <a:pt x="6386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161">
            <a:solidFill>
              <a:srgbClr val="B6D0CC"/>
            </a:solidFill>
            <a:prstDash val="solid"/>
          </a:ln>
        </p:spPr>
      </p:sp>
      <p:sp>
        <p:nvSpPr>
          <p:cNvPr id="261" name="path-261">
            <a:extLst xmlns:a="http://schemas.openxmlformats.org/drawingml/2006/main">
              <a:ext uri="{FF2B5EF4-FFF2-40B4-BE49-F238E27FC236}">
                <a16:creationId xmlns:a16="http://schemas.microsoft.com/office/drawing/2014/main" id="{B954028D-D485-4821-BC04-608713AC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017" y="5952948"/>
            <a:ext cx="184510" cy="205800"/>
          </a:xfrm>
          <a:custGeom xmlns:a="http://schemas.openxmlformats.org/drawingml/2006/main">
            <a:pathLst>
              <a:path w="184510" h="205800">
                <a:moveTo>
                  <a:pt x="92255" y="0"/>
                </a:moveTo>
                <a:lnTo>
                  <a:pt x="184510" y="49676"/>
                </a:lnTo>
                <a:lnTo>
                  <a:pt x="184510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2" name="path-262">
            <a:extLst xmlns:a="http://schemas.openxmlformats.org/drawingml/2006/main">
              <a:ext uri="{FF2B5EF4-FFF2-40B4-BE49-F238E27FC236}">
                <a16:creationId xmlns:a16="http://schemas.microsoft.com/office/drawing/2014/main" id="{C8736D1D-3F09-42BB-8BA3-217907ED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017" y="6002624"/>
            <a:ext cx="184510" cy="156124"/>
          </a:xfrm>
          <a:custGeom xmlns:a="http://schemas.openxmlformats.org/drawingml/2006/main">
            <a:pathLst>
              <a:path w="184510" h="156124">
                <a:moveTo>
                  <a:pt x="0" y="0"/>
                </a:moveTo>
                <a:lnTo>
                  <a:pt x="92255" y="49675"/>
                </a:lnTo>
                <a:lnTo>
                  <a:pt x="184510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3" name="path-263">
            <a:extLst xmlns:a="http://schemas.openxmlformats.org/drawingml/2006/main">
              <a:ext uri="{FF2B5EF4-FFF2-40B4-BE49-F238E27FC236}">
                <a16:creationId xmlns:a16="http://schemas.microsoft.com/office/drawing/2014/main" id="{1DAFD42A-9BF5-476F-B64B-1993083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9747" y="5880208"/>
            <a:ext cx="383213" cy="383213"/>
          </a:xfrm>
          <a:custGeom xmlns:a="http://schemas.openxmlformats.org/drawingml/2006/main">
            <a:pathLst>
              <a:path w="383213" h="383213">
                <a:moveTo>
                  <a:pt x="63869" y="0"/>
                </a:moveTo>
                <a:lnTo>
                  <a:pt x="319344" y="0"/>
                </a:lnTo>
                <a:cubicBezTo>
                  <a:pt x="354712" y="0"/>
                  <a:pt x="383213" y="28499"/>
                  <a:pt x="383213" y="63868"/>
                </a:cubicBezTo>
                <a:lnTo>
                  <a:pt x="383213" y="319344"/>
                </a:lnTo>
                <a:cubicBezTo>
                  <a:pt x="383213" y="354713"/>
                  <a:pt x="354712" y="383213"/>
                  <a:pt x="319344" y="383213"/>
                </a:cubicBezTo>
                <a:lnTo>
                  <a:pt x="63869" y="383213"/>
                </a:lnTo>
                <a:cubicBezTo>
                  <a:pt x="28501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161">
            <a:solidFill>
              <a:srgbClr val="B6D0CC"/>
            </a:solidFill>
            <a:prstDash val="solid"/>
          </a:ln>
        </p:spPr>
      </p:sp>
      <p:sp>
        <p:nvSpPr>
          <p:cNvPr id="264" name="path-264">
            <a:extLst xmlns:a="http://schemas.openxmlformats.org/drawingml/2006/main">
              <a:ext uri="{FF2B5EF4-FFF2-40B4-BE49-F238E27FC236}">
                <a16:creationId xmlns:a16="http://schemas.microsoft.com/office/drawing/2014/main" id="{7ED2DBE9-0865-429D-A7D7-9C38BFF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099" y="5952948"/>
            <a:ext cx="184509" cy="205800"/>
          </a:xfrm>
          <a:custGeom xmlns:a="http://schemas.openxmlformats.org/drawingml/2006/main">
            <a:pathLst>
              <a:path w="184509" h="205800">
                <a:moveTo>
                  <a:pt x="92255" y="0"/>
                </a:moveTo>
                <a:lnTo>
                  <a:pt x="184509" y="49676"/>
                </a:lnTo>
                <a:lnTo>
                  <a:pt x="184509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5" name="path-265">
            <a:extLst xmlns:a="http://schemas.openxmlformats.org/drawingml/2006/main">
              <a:ext uri="{FF2B5EF4-FFF2-40B4-BE49-F238E27FC236}">
                <a16:creationId xmlns:a16="http://schemas.microsoft.com/office/drawing/2014/main" id="{CCA78ECD-2DE3-4E98-B02D-5290D76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099" y="6002624"/>
            <a:ext cx="184509" cy="156124"/>
          </a:xfrm>
          <a:custGeom xmlns:a="http://schemas.openxmlformats.org/drawingml/2006/main">
            <a:pathLst>
              <a:path w="184509" h="156124">
                <a:moveTo>
                  <a:pt x="0" y="0"/>
                </a:moveTo>
                <a:lnTo>
                  <a:pt x="92255" y="49675"/>
                </a:lnTo>
                <a:lnTo>
                  <a:pt x="184509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BEB75A37-57B5-4BB7-906D-C3AAE27F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830" y="5880208"/>
            <a:ext cx="383212" cy="383213"/>
          </a:xfrm>
          <a:custGeom xmlns:a="http://schemas.openxmlformats.org/drawingml/2006/main">
            <a:pathLst>
              <a:path w="383212" h="383213">
                <a:moveTo>
                  <a:pt x="63868" y="0"/>
                </a:moveTo>
                <a:lnTo>
                  <a:pt x="319344" y="0"/>
                </a:lnTo>
                <a:cubicBezTo>
                  <a:pt x="354713" y="0"/>
                  <a:pt x="383212" y="28499"/>
                  <a:pt x="383212" y="63868"/>
                </a:cubicBezTo>
                <a:lnTo>
                  <a:pt x="383212" y="319344"/>
                </a:lnTo>
                <a:cubicBezTo>
                  <a:pt x="383212" y="354713"/>
                  <a:pt x="354713" y="383213"/>
                  <a:pt x="319344" y="383213"/>
                </a:cubicBezTo>
                <a:lnTo>
                  <a:pt x="63868" y="383213"/>
                </a:lnTo>
                <a:cubicBezTo>
                  <a:pt x="28499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499" y="0"/>
                  <a:pt x="6386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161">
            <a:solidFill>
              <a:srgbClr val="B6D0CC"/>
            </a:solidFill>
            <a:prstDash val="solid"/>
          </a:ln>
        </p:spPr>
      </p:sp>
      <p:sp>
        <p:nvSpPr>
          <p:cNvPr id="267" name="path-267">
            <a:extLst xmlns:a="http://schemas.openxmlformats.org/drawingml/2006/main">
              <a:ext uri="{FF2B5EF4-FFF2-40B4-BE49-F238E27FC236}">
                <a16:creationId xmlns:a16="http://schemas.microsoft.com/office/drawing/2014/main" id="{485F156D-0325-4FCB-9274-CCECAD2D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6180" y="5952948"/>
            <a:ext cx="184510" cy="205800"/>
          </a:xfrm>
          <a:custGeom xmlns:a="http://schemas.openxmlformats.org/drawingml/2006/main">
            <a:pathLst>
              <a:path w="184510" h="205800">
                <a:moveTo>
                  <a:pt x="92255" y="0"/>
                </a:moveTo>
                <a:lnTo>
                  <a:pt x="184510" y="49676"/>
                </a:lnTo>
                <a:lnTo>
                  <a:pt x="184510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86045EE9-BC69-40A0-8646-58C87F9E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6180" y="6002624"/>
            <a:ext cx="184510" cy="156124"/>
          </a:xfrm>
          <a:custGeom xmlns:a="http://schemas.openxmlformats.org/drawingml/2006/main">
            <a:pathLst>
              <a:path w="184510" h="156124">
                <a:moveTo>
                  <a:pt x="0" y="0"/>
                </a:moveTo>
                <a:lnTo>
                  <a:pt x="92255" y="49675"/>
                </a:lnTo>
                <a:lnTo>
                  <a:pt x="184510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7032">
            <a:solidFill>
              <a:srgbClr val="78AAA4"/>
            </a:solidFill>
            <a:prstDash val="solid"/>
          </a:ln>
        </p:spPr>
      </p:sp>
      <p:sp>
        <p:nvSpPr>
          <p:cNvPr id="269" name="path-269">
            <a:extLst xmlns:a="http://schemas.openxmlformats.org/drawingml/2006/main">
              <a:ext uri="{FF2B5EF4-FFF2-40B4-BE49-F238E27FC236}">
                <a16:creationId xmlns:a16="http://schemas.microsoft.com/office/drawing/2014/main" id="{8C2F844F-D30A-4A3A-B9CA-DF197A7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2043" y="6678569"/>
            <a:ext cx="319344" cy="319343"/>
          </a:xfrm>
          <a:custGeom xmlns:a="http://schemas.openxmlformats.org/drawingml/2006/main">
            <a:pathLst>
              <a:path w="319344" h="319343">
                <a:moveTo>
                  <a:pt x="319344" y="159671"/>
                </a:moveTo>
                <a:cubicBezTo>
                  <a:pt x="319344" y="247882"/>
                  <a:pt x="247882" y="319343"/>
                  <a:pt x="159672" y="319343"/>
                </a:cubicBezTo>
                <a:cubicBezTo>
                  <a:pt x="71463" y="319343"/>
                  <a:pt x="0" y="247882"/>
                  <a:pt x="0" y="159671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82" y="0"/>
                  <a:pt x="319344" y="71462"/>
                  <a:pt x="319344" y="159671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290">
            <a:solidFill>
              <a:srgbClr val="8062A5"/>
            </a:solidFill>
            <a:prstDash val="solid"/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9DBF9D45-0997-43D7-A530-FC31B54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6557" y="6763727"/>
            <a:ext cx="180961" cy="138382"/>
          </a:xfrm>
          <a:custGeom xmlns:a="http://schemas.openxmlformats.org/drawingml/2006/main">
            <a:pathLst>
              <a:path w="180961" h="138382">
                <a:moveTo>
                  <a:pt x="0" y="74513"/>
                </a:moveTo>
                <a:lnTo>
                  <a:pt x="53224" y="138382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934">
            <a:solidFill>
              <a:srgbClr val="8062A5"/>
            </a:solidFill>
            <a:prstDash val="solid"/>
          </a:ln>
        </p:spPr>
      </p:sp>
      <p:sp>
        <p:nvSpPr>
          <p:cNvPr id="271" name="path-271">
            <a:extLst xmlns:a="http://schemas.openxmlformats.org/drawingml/2006/main">
              <a:ext uri="{FF2B5EF4-FFF2-40B4-BE49-F238E27FC236}">
                <a16:creationId xmlns:a16="http://schemas.microsoft.com/office/drawing/2014/main" id="{62CFBBDC-992F-491B-91FE-EEECF346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815" y="6798429"/>
            <a:ext cx="112934" cy="135615"/>
          </a:xfrm>
          <a:custGeom xmlns:a="http://schemas.openxmlformats.org/drawingml/2006/main">
            <a:pathLst>
              <a:path w="112934" h="135615">
                <a:moveTo>
                  <a:pt x="27719" y="3165"/>
                </a:moveTo>
                <a:lnTo>
                  <a:pt x="61157" y="3165"/>
                </a:lnTo>
                <a:lnTo>
                  <a:pt x="55779" y="28840"/>
                </a:lnTo>
                <a:cubicBezTo>
                  <a:pt x="68254" y="9651"/>
                  <a:pt x="81780" y="0"/>
                  <a:pt x="96300" y="0"/>
                </a:cubicBezTo>
                <a:cubicBezTo>
                  <a:pt x="101508" y="0"/>
                  <a:pt x="107000" y="1334"/>
                  <a:pt x="112934" y="3889"/>
                </a:cubicBezTo>
                <a:lnTo>
                  <a:pt x="99181" y="33212"/>
                </a:lnTo>
                <a:cubicBezTo>
                  <a:pt x="95973" y="32048"/>
                  <a:pt x="92482" y="31438"/>
                  <a:pt x="88876" y="31438"/>
                </a:cubicBezTo>
                <a:cubicBezTo>
                  <a:pt x="82716" y="31438"/>
                  <a:pt x="76402" y="33765"/>
                  <a:pt x="70027" y="38421"/>
                </a:cubicBezTo>
                <a:cubicBezTo>
                  <a:pt x="63698" y="43076"/>
                  <a:pt x="58716" y="49350"/>
                  <a:pt x="55167" y="57170"/>
                </a:cubicBezTo>
                <a:cubicBezTo>
                  <a:pt x="51564" y="64877"/>
                  <a:pt x="48070" y="77182"/>
                  <a:pt x="44580" y="94086"/>
                </a:cubicBezTo>
                <a:lnTo>
                  <a:pt x="35823" y="135615"/>
                </a:lnTo>
                <a:lnTo>
                  <a:pt x="0" y="135615"/>
                </a:lnTo>
                <a:lnTo>
                  <a:pt x="27719" y="316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04218F42-362F-4849-994B-5C58BB9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945" y="6886639"/>
            <a:ext cx="112666" cy="121918"/>
          </a:xfrm>
          <a:custGeom xmlns:a="http://schemas.openxmlformats.org/drawingml/2006/main">
            <a:pathLst>
              <a:path w="112666" h="121918">
                <a:moveTo>
                  <a:pt x="25122" y="121918"/>
                </a:moveTo>
                <a:lnTo>
                  <a:pt x="0" y="121918"/>
                </a:lnTo>
                <a:lnTo>
                  <a:pt x="25505" y="0"/>
                </a:lnTo>
                <a:lnTo>
                  <a:pt x="75067" y="0"/>
                </a:lnTo>
                <a:cubicBezTo>
                  <a:pt x="83882" y="0"/>
                  <a:pt x="90879" y="1050"/>
                  <a:pt x="95975" y="3165"/>
                </a:cubicBezTo>
                <a:cubicBezTo>
                  <a:pt x="101125" y="5209"/>
                  <a:pt x="105171" y="8658"/>
                  <a:pt x="108166" y="13469"/>
                </a:cubicBezTo>
                <a:cubicBezTo>
                  <a:pt x="111161" y="18238"/>
                  <a:pt x="112666" y="23958"/>
                  <a:pt x="112666" y="30600"/>
                </a:cubicBezTo>
                <a:cubicBezTo>
                  <a:pt x="112666" y="36760"/>
                  <a:pt x="111502" y="42749"/>
                  <a:pt x="109117" y="48569"/>
                </a:cubicBezTo>
                <a:cubicBezTo>
                  <a:pt x="106732" y="54388"/>
                  <a:pt x="103795" y="59043"/>
                  <a:pt x="100303" y="62535"/>
                </a:cubicBezTo>
                <a:cubicBezTo>
                  <a:pt x="96854" y="66026"/>
                  <a:pt x="93150" y="68694"/>
                  <a:pt x="89147" y="70525"/>
                </a:cubicBezTo>
                <a:cubicBezTo>
                  <a:pt x="85158" y="72300"/>
                  <a:pt x="79780" y="73634"/>
                  <a:pt x="73024" y="74627"/>
                </a:cubicBezTo>
                <a:cubicBezTo>
                  <a:pt x="69079" y="75124"/>
                  <a:pt x="61712" y="75408"/>
                  <a:pt x="50898" y="75408"/>
                </a:cubicBezTo>
                <a:lnTo>
                  <a:pt x="34816" y="75408"/>
                </a:lnTo>
                <a:lnTo>
                  <a:pt x="25122" y="121918"/>
                </a:lnTo>
                <a:moveTo>
                  <a:pt x="38975" y="55225"/>
                </a:moveTo>
                <a:lnTo>
                  <a:pt x="46739" y="55225"/>
                </a:lnTo>
                <a:cubicBezTo>
                  <a:pt x="59994" y="55225"/>
                  <a:pt x="68809" y="54388"/>
                  <a:pt x="73237" y="52727"/>
                </a:cubicBezTo>
                <a:cubicBezTo>
                  <a:pt x="77679" y="51067"/>
                  <a:pt x="81172" y="48398"/>
                  <a:pt x="83725" y="44736"/>
                </a:cubicBezTo>
                <a:cubicBezTo>
                  <a:pt x="86265" y="41089"/>
                  <a:pt x="87545" y="37044"/>
                  <a:pt x="87545" y="32715"/>
                </a:cubicBezTo>
                <a:cubicBezTo>
                  <a:pt x="87545" y="29720"/>
                  <a:pt x="86877" y="27336"/>
                  <a:pt x="85557" y="25448"/>
                </a:cubicBezTo>
                <a:cubicBezTo>
                  <a:pt x="84280" y="23560"/>
                  <a:pt x="82449" y="22184"/>
                  <a:pt x="80065" y="21403"/>
                </a:cubicBezTo>
                <a:cubicBezTo>
                  <a:pt x="77736" y="20509"/>
                  <a:pt x="72528" y="20069"/>
                  <a:pt x="64366" y="20069"/>
                </a:cubicBezTo>
                <a:lnTo>
                  <a:pt x="46411" y="20069"/>
                </a:lnTo>
                <a:lnTo>
                  <a:pt x="38975" y="5522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3">
            <a:extLst xmlns:a="http://schemas.openxmlformats.org/drawingml/2006/main">
              <a:ext uri="{FF2B5EF4-FFF2-40B4-BE49-F238E27FC236}">
                <a16:creationId xmlns:a16="http://schemas.microsoft.com/office/drawing/2014/main" id="{FB266036-2DB8-42C4-96D1-4972CE0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6534" y="6689213"/>
            <a:ext cx="372569" cy="298054"/>
          </a:xfrm>
          <a:custGeom xmlns:a="http://schemas.openxmlformats.org/drawingml/2006/main">
            <a:pathLst>
              <a:path w="372569" h="298054">
                <a:moveTo>
                  <a:pt x="63869" y="0"/>
                </a:moveTo>
                <a:lnTo>
                  <a:pt x="308699" y="0"/>
                </a:lnTo>
                <a:cubicBezTo>
                  <a:pt x="344069" y="0"/>
                  <a:pt x="372569" y="28499"/>
                  <a:pt x="372569" y="63868"/>
                </a:cubicBezTo>
                <a:lnTo>
                  <a:pt x="372569" y="234186"/>
                </a:lnTo>
                <a:cubicBezTo>
                  <a:pt x="372569" y="269555"/>
                  <a:pt x="344069" y="298054"/>
                  <a:pt x="308699" y="298054"/>
                </a:cubicBezTo>
                <a:lnTo>
                  <a:pt x="63869" y="298054"/>
                </a:lnTo>
                <a:cubicBezTo>
                  <a:pt x="28501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DDE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4">
            <a:extLst xmlns:a="http://schemas.openxmlformats.org/drawingml/2006/main">
              <a:ext uri="{FF2B5EF4-FFF2-40B4-BE49-F238E27FC236}">
                <a16:creationId xmlns:a16="http://schemas.microsoft.com/office/drawing/2014/main" id="{39E5C45A-E189-4D27-99FA-215C216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9025" y="6764394"/>
            <a:ext cx="179356" cy="137715"/>
          </a:xfrm>
          <a:custGeom xmlns:a="http://schemas.openxmlformats.org/drawingml/2006/main">
            <a:pathLst>
              <a:path w="179356" h="137715">
                <a:moveTo>
                  <a:pt x="35936" y="117973"/>
                </a:moveTo>
                <a:lnTo>
                  <a:pt x="35936" y="82334"/>
                </a:lnTo>
                <a:lnTo>
                  <a:pt x="0" y="82334"/>
                </a:lnTo>
                <a:lnTo>
                  <a:pt x="0" y="57709"/>
                </a:lnTo>
                <a:lnTo>
                  <a:pt x="35936" y="57709"/>
                </a:lnTo>
                <a:lnTo>
                  <a:pt x="35936" y="22070"/>
                </a:lnTo>
                <a:lnTo>
                  <a:pt x="59880" y="22070"/>
                </a:lnTo>
                <a:lnTo>
                  <a:pt x="59880" y="57709"/>
                </a:lnTo>
                <a:lnTo>
                  <a:pt x="95916" y="57709"/>
                </a:lnTo>
                <a:lnTo>
                  <a:pt x="95916" y="82334"/>
                </a:lnTo>
                <a:lnTo>
                  <a:pt x="59880" y="82334"/>
                </a:lnTo>
                <a:lnTo>
                  <a:pt x="59880" y="117973"/>
                </a:lnTo>
                <a:lnTo>
                  <a:pt x="35936" y="117973"/>
                </a:lnTo>
                <a:moveTo>
                  <a:pt x="179356" y="137715"/>
                </a:moveTo>
                <a:lnTo>
                  <a:pt x="153086" y="137715"/>
                </a:lnTo>
                <a:lnTo>
                  <a:pt x="153086" y="38647"/>
                </a:lnTo>
                <a:cubicBezTo>
                  <a:pt x="143492" y="47618"/>
                  <a:pt x="132180" y="54275"/>
                  <a:pt x="119093" y="58546"/>
                </a:cubicBezTo>
                <a:lnTo>
                  <a:pt x="119093" y="34702"/>
                </a:lnTo>
                <a:cubicBezTo>
                  <a:pt x="125977" y="32488"/>
                  <a:pt x="133457" y="28216"/>
                  <a:pt x="141490" y="22014"/>
                </a:cubicBezTo>
                <a:cubicBezTo>
                  <a:pt x="149539" y="15684"/>
                  <a:pt x="155016" y="8374"/>
                  <a:pt x="158010" y="0"/>
                </a:cubicBezTo>
                <a:lnTo>
                  <a:pt x="179356" y="0"/>
                </a:lnTo>
                <a:lnTo>
                  <a:pt x="179356" y="137715"/>
                </a:ln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5">
            <a:extLst xmlns:a="http://schemas.openxmlformats.org/drawingml/2006/main">
              <a:ext uri="{FF2B5EF4-FFF2-40B4-BE49-F238E27FC236}">
                <a16:creationId xmlns:a16="http://schemas.microsoft.com/office/drawing/2014/main" id="{A3504263-041D-4B35-BD17-0696BA1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7331" y="6689213"/>
            <a:ext cx="532239" cy="298054"/>
          </a:xfrm>
          <a:custGeom xmlns:a="http://schemas.openxmlformats.org/drawingml/2006/main">
            <a:pathLst>
              <a:path w="532239" h="298054">
                <a:moveTo>
                  <a:pt x="63868" y="0"/>
                </a:moveTo>
                <a:lnTo>
                  <a:pt x="468372" y="0"/>
                </a:lnTo>
                <a:cubicBezTo>
                  <a:pt x="503755" y="0"/>
                  <a:pt x="532239" y="28499"/>
                  <a:pt x="532239" y="63868"/>
                </a:cubicBezTo>
                <a:lnTo>
                  <a:pt x="532239" y="234186"/>
                </a:lnTo>
                <a:cubicBezTo>
                  <a:pt x="532239" y="269555"/>
                  <a:pt x="503755" y="298054"/>
                  <a:pt x="468372" y="298054"/>
                </a:cubicBezTo>
                <a:lnTo>
                  <a:pt x="63868" y="298054"/>
                </a:lnTo>
                <a:cubicBezTo>
                  <a:pt x="28500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500" y="0"/>
                  <a:pt x="63868" y="0"/>
                </a:cubicBezTo>
              </a:path>
            </a:pathLst>
          </a:custGeom>
          <a:solidFill xmlns:a="http://schemas.openxmlformats.org/drawingml/2006/main">
            <a:srgbClr val="FB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C4325E26-62CE-4387-8348-3A8F9DC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9891" y="6764394"/>
            <a:ext cx="364478" cy="140043"/>
          </a:xfrm>
          <a:custGeom xmlns:a="http://schemas.openxmlformats.org/drawingml/2006/main">
            <a:pathLst>
              <a:path w="364478" h="140043">
                <a:moveTo>
                  <a:pt x="0" y="82334"/>
                </a:moveTo>
                <a:lnTo>
                  <a:pt x="0" y="57709"/>
                </a:lnTo>
                <a:lnTo>
                  <a:pt x="95861" y="57709"/>
                </a:lnTo>
                <a:lnTo>
                  <a:pt x="95861" y="82334"/>
                </a:lnTo>
                <a:lnTo>
                  <a:pt x="0" y="82334"/>
                </a:lnTo>
                <a:moveTo>
                  <a:pt x="117705" y="137715"/>
                </a:moveTo>
                <a:lnTo>
                  <a:pt x="117705" y="111430"/>
                </a:lnTo>
                <a:lnTo>
                  <a:pt x="143975" y="111430"/>
                </a:lnTo>
                <a:lnTo>
                  <a:pt x="143975" y="137715"/>
                </a:lnTo>
                <a:lnTo>
                  <a:pt x="117705" y="137715"/>
                </a:lnTo>
                <a:moveTo>
                  <a:pt x="254084" y="113317"/>
                </a:moveTo>
                <a:lnTo>
                  <a:pt x="254084" y="137715"/>
                </a:lnTo>
                <a:lnTo>
                  <a:pt x="161944" y="137715"/>
                </a:lnTo>
                <a:cubicBezTo>
                  <a:pt x="162936" y="128518"/>
                  <a:pt x="165932" y="119747"/>
                  <a:pt x="170928" y="111487"/>
                </a:cubicBezTo>
                <a:cubicBezTo>
                  <a:pt x="175910" y="103226"/>
                  <a:pt x="185731" y="92255"/>
                  <a:pt x="200477" y="78559"/>
                </a:cubicBezTo>
                <a:cubicBezTo>
                  <a:pt x="212344" y="67531"/>
                  <a:pt x="219611" y="60037"/>
                  <a:pt x="222264" y="56162"/>
                </a:cubicBezTo>
                <a:cubicBezTo>
                  <a:pt x="225870" y="50726"/>
                  <a:pt x="227702" y="45347"/>
                  <a:pt x="227702" y="40025"/>
                </a:cubicBezTo>
                <a:cubicBezTo>
                  <a:pt x="227702" y="34206"/>
                  <a:pt x="226097" y="29720"/>
                  <a:pt x="222932" y="26555"/>
                </a:cubicBezTo>
                <a:cubicBezTo>
                  <a:pt x="219824" y="23390"/>
                  <a:pt x="215493" y="21787"/>
                  <a:pt x="209902" y="21787"/>
                </a:cubicBezTo>
                <a:cubicBezTo>
                  <a:pt x="204409" y="21787"/>
                  <a:pt x="200081" y="23447"/>
                  <a:pt x="196817" y="26782"/>
                </a:cubicBezTo>
                <a:cubicBezTo>
                  <a:pt x="193594" y="30047"/>
                  <a:pt x="191721" y="35539"/>
                  <a:pt x="191224" y="43246"/>
                </a:cubicBezTo>
                <a:lnTo>
                  <a:pt x="164996" y="40578"/>
                </a:lnTo>
                <a:cubicBezTo>
                  <a:pt x="166599" y="26115"/>
                  <a:pt x="171482" y="15740"/>
                  <a:pt x="179686" y="9424"/>
                </a:cubicBezTo>
                <a:cubicBezTo>
                  <a:pt x="187946" y="3165"/>
                  <a:pt x="198209" y="0"/>
                  <a:pt x="210570" y="0"/>
                </a:cubicBezTo>
                <a:cubicBezTo>
                  <a:pt x="224096" y="0"/>
                  <a:pt x="234741" y="3662"/>
                  <a:pt x="242505" y="10915"/>
                </a:cubicBezTo>
                <a:cubicBezTo>
                  <a:pt x="250211" y="18238"/>
                  <a:pt x="254084" y="27336"/>
                  <a:pt x="254084" y="38194"/>
                </a:cubicBezTo>
                <a:cubicBezTo>
                  <a:pt x="254084" y="44353"/>
                  <a:pt x="252977" y="50230"/>
                  <a:pt x="250707" y="55821"/>
                </a:cubicBezTo>
                <a:cubicBezTo>
                  <a:pt x="248550" y="61428"/>
                  <a:pt x="245044" y="67247"/>
                  <a:pt x="240232" y="73350"/>
                </a:cubicBezTo>
                <a:cubicBezTo>
                  <a:pt x="237067" y="77395"/>
                  <a:pt x="231305" y="83214"/>
                  <a:pt x="223046" y="90864"/>
                </a:cubicBezTo>
                <a:cubicBezTo>
                  <a:pt x="214728" y="98457"/>
                  <a:pt x="209463" y="103510"/>
                  <a:pt x="207177" y="106008"/>
                </a:cubicBezTo>
                <a:cubicBezTo>
                  <a:pt x="205021" y="108492"/>
                  <a:pt x="203246" y="110933"/>
                  <a:pt x="201869" y="113317"/>
                </a:cubicBezTo>
                <a:lnTo>
                  <a:pt x="254084" y="113317"/>
                </a:lnTo>
                <a:moveTo>
                  <a:pt x="272224" y="102460"/>
                </a:moveTo>
                <a:lnTo>
                  <a:pt x="298438" y="99735"/>
                </a:lnTo>
                <a:cubicBezTo>
                  <a:pt x="299162" y="105668"/>
                  <a:pt x="301376" y="110379"/>
                  <a:pt x="305096" y="113871"/>
                </a:cubicBezTo>
                <a:cubicBezTo>
                  <a:pt x="308756" y="117306"/>
                  <a:pt x="312973" y="119037"/>
                  <a:pt x="317784" y="119037"/>
                </a:cubicBezTo>
                <a:cubicBezTo>
                  <a:pt x="323276" y="119037"/>
                  <a:pt x="327931" y="116809"/>
                  <a:pt x="331763" y="112380"/>
                </a:cubicBezTo>
                <a:cubicBezTo>
                  <a:pt x="335525" y="107882"/>
                  <a:pt x="337414" y="101126"/>
                  <a:pt x="337414" y="92141"/>
                </a:cubicBezTo>
                <a:cubicBezTo>
                  <a:pt x="337414" y="83711"/>
                  <a:pt x="335525" y="77452"/>
                  <a:pt x="331763" y="73236"/>
                </a:cubicBezTo>
                <a:cubicBezTo>
                  <a:pt x="327988" y="69021"/>
                  <a:pt x="323106" y="66920"/>
                  <a:pt x="317075" y="66920"/>
                </a:cubicBezTo>
                <a:cubicBezTo>
                  <a:pt x="309481" y="66920"/>
                  <a:pt x="302711" y="70242"/>
                  <a:pt x="296721" y="76898"/>
                </a:cubicBezTo>
                <a:lnTo>
                  <a:pt x="275432" y="73790"/>
                </a:lnTo>
                <a:lnTo>
                  <a:pt x="288900" y="2441"/>
                </a:lnTo>
                <a:lnTo>
                  <a:pt x="358376" y="2441"/>
                </a:lnTo>
                <a:lnTo>
                  <a:pt x="358376" y="27052"/>
                </a:lnTo>
                <a:lnTo>
                  <a:pt x="308815" y="27052"/>
                </a:lnTo>
                <a:lnTo>
                  <a:pt x="304712" y="50343"/>
                </a:lnTo>
                <a:cubicBezTo>
                  <a:pt x="310588" y="47405"/>
                  <a:pt x="316578" y="45957"/>
                  <a:pt x="322665" y="45957"/>
                </a:cubicBezTo>
                <a:cubicBezTo>
                  <a:pt x="334319" y="45957"/>
                  <a:pt x="344241" y="50173"/>
                  <a:pt x="352329" y="58660"/>
                </a:cubicBezTo>
                <a:cubicBezTo>
                  <a:pt x="360418" y="67133"/>
                  <a:pt x="364478" y="78175"/>
                  <a:pt x="364478" y="91702"/>
                </a:cubicBezTo>
                <a:cubicBezTo>
                  <a:pt x="364478" y="102957"/>
                  <a:pt x="361198" y="113048"/>
                  <a:pt x="354657" y="121919"/>
                </a:cubicBezTo>
                <a:cubicBezTo>
                  <a:pt x="345728" y="133997"/>
                  <a:pt x="333368" y="140043"/>
                  <a:pt x="317515" y="140043"/>
                </a:cubicBezTo>
                <a:cubicBezTo>
                  <a:pt x="304867" y="140043"/>
                  <a:pt x="294507" y="136665"/>
                  <a:pt x="286516" y="129838"/>
                </a:cubicBezTo>
                <a:cubicBezTo>
                  <a:pt x="278540" y="123082"/>
                  <a:pt x="273771" y="113928"/>
                  <a:pt x="272224" y="102460"/>
                </a:cubicBezTo>
              </a:path>
            </a:pathLst>
          </a:custGeom>
          <a:solidFill xmlns:a="http://schemas.openxmlformats.org/drawingml/2006/main">
            <a:srgbClr val="A2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EC9CCFA1-35EE-4A3A-95CA-107D1D2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7982" y="6689213"/>
            <a:ext cx="372567" cy="298054"/>
          </a:xfrm>
          <a:custGeom xmlns:a="http://schemas.openxmlformats.org/drawingml/2006/main">
            <a:pathLst>
              <a:path w="372567" h="298054">
                <a:moveTo>
                  <a:pt x="63868" y="0"/>
                </a:moveTo>
                <a:lnTo>
                  <a:pt x="308699" y="0"/>
                </a:lnTo>
                <a:cubicBezTo>
                  <a:pt x="344069" y="0"/>
                  <a:pt x="372567" y="28499"/>
                  <a:pt x="372567" y="63868"/>
                </a:cubicBezTo>
                <a:lnTo>
                  <a:pt x="372567" y="234186"/>
                </a:lnTo>
                <a:cubicBezTo>
                  <a:pt x="372567" y="269555"/>
                  <a:pt x="344069" y="298054"/>
                  <a:pt x="308699" y="298054"/>
                </a:cubicBezTo>
                <a:lnTo>
                  <a:pt x="63868" y="298054"/>
                </a:lnTo>
                <a:cubicBezTo>
                  <a:pt x="28489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489" y="0"/>
                  <a:pt x="63868" y="0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8FB7B4FE-DE04-4698-8582-5B0D03BC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474" y="6764394"/>
            <a:ext cx="179358" cy="137715"/>
          </a:xfrm>
          <a:custGeom xmlns:a="http://schemas.openxmlformats.org/drawingml/2006/main">
            <a:pathLst>
              <a:path w="179358" h="137715">
                <a:moveTo>
                  <a:pt x="0" y="82334"/>
                </a:moveTo>
                <a:lnTo>
                  <a:pt x="0" y="57709"/>
                </a:lnTo>
                <a:lnTo>
                  <a:pt x="95918" y="57709"/>
                </a:lnTo>
                <a:lnTo>
                  <a:pt x="95918" y="82334"/>
                </a:lnTo>
                <a:lnTo>
                  <a:pt x="0" y="82334"/>
                </a:lnTo>
                <a:moveTo>
                  <a:pt x="179358" y="137715"/>
                </a:moveTo>
                <a:lnTo>
                  <a:pt x="153071" y="137715"/>
                </a:lnTo>
                <a:lnTo>
                  <a:pt x="153071" y="38647"/>
                </a:lnTo>
                <a:cubicBezTo>
                  <a:pt x="143477" y="47618"/>
                  <a:pt x="132179" y="54275"/>
                  <a:pt x="119092" y="58546"/>
                </a:cubicBezTo>
                <a:lnTo>
                  <a:pt x="119092" y="34702"/>
                </a:lnTo>
                <a:cubicBezTo>
                  <a:pt x="125962" y="32488"/>
                  <a:pt x="133443" y="28216"/>
                  <a:pt x="141491" y="22014"/>
                </a:cubicBezTo>
                <a:cubicBezTo>
                  <a:pt x="149524" y="15684"/>
                  <a:pt x="155016" y="8374"/>
                  <a:pt x="158013" y="0"/>
                </a:cubicBezTo>
                <a:lnTo>
                  <a:pt x="179358" y="0"/>
                </a:lnTo>
                <a:lnTo>
                  <a:pt x="179358" y="137715"/>
                </a:ln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AutoEnvScaling title">
            <a:extLst xmlns:a="http://schemas.openxmlformats.org/drawingml/2006/main">
              <a:ext uri="{FF2B5EF4-FFF2-40B4-BE49-F238E27FC236}">
                <a16:creationId xmlns:a16="http://schemas.microsoft.com/office/drawing/2014/main" id="{CBBFB2E8-4864-499D-80BD-8019642D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68137"/>
            <a:ext cx="2286000" cy="35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AutoEnvScaling:</a:t>
            </a:r>
          </a:p>
        </p:txBody>
      </p:sp>
      <p:sp>
        <p:nvSpPr>
          <p:cNvPr id="280" name="Data flywheel subtitle">
            <a:extLst xmlns:a="http://schemas.openxmlformats.org/drawingml/2006/main">
              <a:ext uri="{FF2B5EF4-FFF2-40B4-BE49-F238E27FC236}">
                <a16:creationId xmlns:a16="http://schemas.microsoft.com/office/drawing/2014/main" id="{94DC94AE-E732-4582-9392-F723A12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79763"/>
            <a:ext cx="660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Turning failed trajectories into new RL environments</a:t>
            </a:r>
          </a:p>
        </p:txBody>
      </p:sp>
      <p:sp>
        <p:nvSpPr>
          <p:cNvPr id="281" name="Reviewed label 1: Proposer">
            <a:extLst xmlns:a="http://schemas.openxmlformats.org/drawingml/2006/main">
              <a:ext uri="{FF2B5EF4-FFF2-40B4-BE49-F238E27FC236}">
                <a16:creationId xmlns:a16="http://schemas.microsoft.com/office/drawing/2014/main" id="{8809ED96-6F5B-422F-AF27-60A3A7E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1575661"/>
            <a:ext cx="1295400" cy="413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232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Proposer</a:t>
            </a:r>
          </a:p>
        </p:txBody>
      </p:sp>
      <p:sp>
        <p:nvSpPr>
          <p:cNvPr id="282" name="Reviewed label 2: environment">
            <a:extLst xmlns:a="http://schemas.openxmlformats.org/drawingml/2006/main">
              <a:ext uri="{FF2B5EF4-FFF2-40B4-BE49-F238E27FC236}">
                <a16:creationId xmlns:a16="http://schemas.microsoft.com/office/drawing/2014/main" id="{1D758E5E-E62A-408D-AD79-BB48D3F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723393"/>
            <a:ext cx="1295400" cy="302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83" name="Reviewed label 3: Shared">
            <a:extLst xmlns:a="http://schemas.openxmlformats.org/drawingml/2006/main">
              <a:ext uri="{FF2B5EF4-FFF2-40B4-BE49-F238E27FC236}">
                <a16:creationId xmlns:a16="http://schemas.microsoft.com/office/drawing/2014/main" id="{B84C6EE8-3113-4A1F-AE35-42D48C48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938883"/>
            <a:ext cx="981075" cy="40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27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284" name="Reviewed label 4: policy">
            <a:extLst xmlns:a="http://schemas.openxmlformats.org/drawingml/2006/main">
              <a:ext uri="{FF2B5EF4-FFF2-40B4-BE49-F238E27FC236}">
                <a16:creationId xmlns:a16="http://schemas.microsoft.com/office/drawing/2014/main" id="{247451B1-D00E-40DE-9E83-84A60CC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34038"/>
            <a:ext cx="838200" cy="406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284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85" name="Reviewed label 5: rollouts">
            <a:extLst xmlns:a="http://schemas.openxmlformats.org/drawingml/2006/main">
              <a:ext uri="{FF2B5EF4-FFF2-40B4-BE49-F238E27FC236}">
                <a16:creationId xmlns:a16="http://schemas.microsoft.com/office/drawing/2014/main" id="{8AFF4B8F-B7EF-407F-A6A0-80138C1C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5430877"/>
            <a:ext cx="742950" cy="283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rollouts</a:t>
            </a:r>
          </a:p>
        </p:txBody>
      </p:sp>
      <p:sp>
        <p:nvSpPr>
          <p:cNvPr id="286" name="Reviewed label 6: Solver">
            <a:extLst xmlns:a="http://schemas.openxmlformats.org/drawingml/2006/main">
              <a:ext uri="{FF2B5EF4-FFF2-40B4-BE49-F238E27FC236}">
                <a16:creationId xmlns:a16="http://schemas.microsoft.com/office/drawing/2014/main" id="{77EEAEF7-6AAC-4FD6-A5F8-FEF870B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5937945"/>
            <a:ext cx="904875" cy="414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31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31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31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Solver</a:t>
            </a:r>
          </a:p>
        </p:txBody>
      </p:sp>
      <p:sp>
        <p:nvSpPr>
          <p:cNvPr id="287" name="Reviewed label 7: Failed seed">
            <a:extLst xmlns:a="http://schemas.openxmlformats.org/drawingml/2006/main">
              <a:ext uri="{FF2B5EF4-FFF2-40B4-BE49-F238E27FC236}">
                <a16:creationId xmlns:a16="http://schemas.microsoft.com/office/drawing/2014/main" id="{E8341774-7F4C-4EFC-8EED-1A03184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945588"/>
            <a:ext cx="1362075" cy="350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96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Failed seed</a:t>
            </a:r>
          </a:p>
        </p:txBody>
      </p:sp>
      <p:sp>
        <p:nvSpPr>
          <p:cNvPr id="288" name="Reviewed label 8: reward 0">
            <a:extLst xmlns:a="http://schemas.openxmlformats.org/drawingml/2006/main">
              <a:ext uri="{FF2B5EF4-FFF2-40B4-BE49-F238E27FC236}">
                <a16:creationId xmlns:a16="http://schemas.microsoft.com/office/drawing/2014/main" id="{A174DA71-CF47-40E1-B91B-89C7F71D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012322"/>
            <a:ext cx="809625" cy="27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reward 0</a:t>
            </a:r>
          </a:p>
        </p:txBody>
      </p:sp>
      <p:sp>
        <p:nvSpPr>
          <p:cNvPr id="289" name="Reviewed label 9: Rebuild a PyTorch model">
            <a:extLst xmlns:a="http://schemas.openxmlformats.org/drawingml/2006/main">
              <a:ext uri="{FF2B5EF4-FFF2-40B4-BE49-F238E27FC236}">
                <a16:creationId xmlns:a16="http://schemas.microsoft.com/office/drawing/2014/main" id="{197633C5-81FE-492B-B3C5-F0CBF83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2494265"/>
            <a:ext cx="2609850" cy="306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2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Rebuild a PyTorch model</a:t>
            </a:r>
          </a:p>
        </p:txBody>
      </p:sp>
      <p:sp>
        <p:nvSpPr>
          <p:cNvPr id="290" name="Reviewed label 10: misreads the checkpoint">
            <a:extLst xmlns:a="http://schemas.openxmlformats.org/drawingml/2006/main">
              <a:ext uri="{FF2B5EF4-FFF2-40B4-BE49-F238E27FC236}">
                <a16:creationId xmlns:a16="http://schemas.microsoft.com/office/drawing/2014/main" id="{9374AE60-7D53-4C53-8A09-C09D5AF7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812738"/>
            <a:ext cx="2295525" cy="274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41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misreads the checkpoint</a:t>
            </a:r>
          </a:p>
        </p:txBody>
      </p:sp>
      <p:sp>
        <p:nvSpPr>
          <p:cNvPr id="291" name="Reviewed label 11: runs out of time">
            <a:extLst xmlns:a="http://schemas.openxmlformats.org/drawingml/2006/main">
              <a:ext uri="{FF2B5EF4-FFF2-40B4-BE49-F238E27FC236}">
                <a16:creationId xmlns:a16="http://schemas.microsoft.com/office/drawing/2014/main" id="{A6BA16F0-9AB5-4148-81A8-08B495B6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3070429"/>
            <a:ext cx="1457325" cy="27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1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runs out of time</a:t>
            </a:r>
          </a:p>
        </p:txBody>
      </p:sp>
      <p:sp>
        <p:nvSpPr>
          <p:cNvPr id="292" name="Reviewed label 12: Reads the failure">
            <a:extLst xmlns:a="http://schemas.openxmlformats.org/drawingml/2006/main">
              <a:ext uri="{FF2B5EF4-FFF2-40B4-BE49-F238E27FC236}">
                <a16:creationId xmlns:a16="http://schemas.microsoft.com/office/drawing/2014/main" id="{BDBCA5F1-9584-4C37-BE7C-6A3D0EC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3707532"/>
            <a:ext cx="2028825" cy="352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8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Reads the failure</a:t>
            </a:r>
          </a:p>
        </p:txBody>
      </p:sp>
      <p:sp>
        <p:nvSpPr>
          <p:cNvPr id="293" name="Reviewed label 13: programmatically">
            <a:extLst xmlns:a="http://schemas.openxmlformats.org/drawingml/2006/main">
              <a:ext uri="{FF2B5EF4-FFF2-40B4-BE49-F238E27FC236}">
                <a16:creationId xmlns:a16="http://schemas.microsoft.com/office/drawing/2014/main" id="{1680A784-FFE1-48AF-8DF0-CD98180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4012198"/>
            <a:ext cx="2105025" cy="353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88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programmatically</a:t>
            </a:r>
          </a:p>
        </p:txBody>
      </p:sp>
      <p:sp>
        <p:nvSpPr>
          <p:cNvPr id="294" name="Reviewed label 14: $ python3 -c \">
            <a:extLst xmlns:a="http://schemas.openxmlformats.org/drawingml/2006/main">
              <a:ext uri="{FF2B5EF4-FFF2-40B4-BE49-F238E27FC236}">
                <a16:creationId xmlns:a16="http://schemas.microsoft.com/office/drawing/2014/main" id="{90CDC9A8-D370-4B43-8CBA-B3604D29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4762847"/>
            <a:ext cx="1762125" cy="29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5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python3 -c \</a:t>
            </a:r>
          </a:p>
        </p:txBody>
      </p:sp>
      <p:sp>
        <p:nvSpPr>
          <p:cNvPr id="295" name="Reviewed label 15: &quot;...trajectory.json&quot;">
            <a:extLst xmlns:a="http://schemas.openxmlformats.org/drawingml/2006/main">
              <a:ext uri="{FF2B5EF4-FFF2-40B4-BE49-F238E27FC236}">
                <a16:creationId xmlns:a16="http://schemas.microsoft.com/office/drawing/2014/main" id="{D50210E8-1EDC-4A3C-8A43-2E9F027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5073783"/>
            <a:ext cx="2743200" cy="31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"...trajectory.json"</a:t>
            </a:r>
          </a:p>
        </p:txBody>
      </p:sp>
      <p:sp>
        <p:nvSpPr>
          <p:cNvPr id="296" name="Reviewed label 16: [7] pe = nn.Parameter">
            <a:extLst xmlns:a="http://schemas.openxmlformats.org/drawingml/2006/main">
              <a:ext uri="{FF2B5EF4-FFF2-40B4-BE49-F238E27FC236}">
                <a16:creationId xmlns:a16="http://schemas.microsoft.com/office/drawing/2014/main" id="{4CC1A84E-8D8D-4A4F-93F2-C90E00A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5371834"/>
            <a:ext cx="2686050" cy="29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8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8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pPr>
            <a:r>
              <a:rPr sz="1678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rPr>
              <a:t>[7] pe = nn.Parameter</a:t>
            </a:r>
          </a:p>
        </p:txBody>
      </p:sp>
      <p:sp>
        <p:nvSpPr>
          <p:cNvPr id="297" name="Reviewed label 18: [11] unexpected kwarg">
            <a:extLst xmlns:a="http://schemas.openxmlformats.org/drawingml/2006/main">
              <a:ext uri="{FF2B5EF4-FFF2-40B4-BE49-F238E27FC236}">
                <a16:creationId xmlns:a16="http://schemas.microsoft.com/office/drawing/2014/main" id="{F36514E3-A4E7-4471-B33F-5A94B19C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5678159"/>
            <a:ext cx="2628900" cy="286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[11] unexpected kwarg</a:t>
            </a:r>
          </a:p>
        </p:txBody>
      </p:sp>
      <p:sp>
        <p:nvSpPr>
          <p:cNvPr id="298" name="Reviewed label 19: [15] not subscriptable">
            <a:extLst xmlns:a="http://schemas.openxmlformats.org/drawingml/2006/main">
              <a:ext uri="{FF2B5EF4-FFF2-40B4-BE49-F238E27FC236}">
                <a16:creationId xmlns:a16="http://schemas.microsoft.com/office/drawing/2014/main" id="{D2EC4275-1D90-407D-B2E5-08342B7D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5973434"/>
            <a:ext cx="2752725" cy="286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pPr>
            <a:r>
              <a:rPr sz="1612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rPr>
              <a:t>[15] not subscriptable</a:t>
            </a:r>
          </a:p>
        </p:txBody>
      </p:sp>
      <p:sp>
        <p:nvSpPr>
          <p:cNvPr id="299" name="Reviewed label 20: [19] timeout (exit 124)">
            <a:extLst xmlns:a="http://schemas.openxmlformats.org/drawingml/2006/main">
              <a:ext uri="{FF2B5EF4-FFF2-40B4-BE49-F238E27FC236}">
                <a16:creationId xmlns:a16="http://schemas.microsoft.com/office/drawing/2014/main" id="{94776A91-CE47-4F44-AD61-DA54CFA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6268709"/>
            <a:ext cx="2828925" cy="286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1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[19] timeout (exit 124)</a:t>
            </a:r>
          </a:p>
        </p:txBody>
      </p:sp>
      <p:sp>
        <p:nvSpPr>
          <p:cNvPr id="300" name="Reviewed label 21: root cause">
            <a:extLst xmlns:a="http://schemas.openxmlformats.org/drawingml/2006/main">
              <a:ext uri="{FF2B5EF4-FFF2-40B4-BE49-F238E27FC236}">
                <a16:creationId xmlns:a16="http://schemas.microsoft.com/office/drawing/2014/main" id="{11E59E33-8979-49B2-A52F-270C60D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6755387"/>
            <a:ext cx="1009650" cy="27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7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301" name="Reviewed label 22: buffers read as weights">
            <a:extLst xmlns:a="http://schemas.openxmlformats.org/drawingml/2006/main">
              <a:ext uri="{FF2B5EF4-FFF2-40B4-BE49-F238E27FC236}">
                <a16:creationId xmlns:a16="http://schemas.microsoft.com/office/drawing/2014/main" id="{9173CC75-8A8F-4B66-BDE1-35E652E7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6959126"/>
            <a:ext cx="2590800" cy="324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826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buffers read as weights</a:t>
            </a:r>
          </a:p>
        </p:txBody>
      </p:sp>
      <p:sp>
        <p:nvSpPr>
          <p:cNvPr id="302" name="Reviewed label 23: Read">
            <a:extLst xmlns:a="http://schemas.openxmlformats.org/drawingml/2006/main">
              <a:ext uri="{FF2B5EF4-FFF2-40B4-BE49-F238E27FC236}">
                <a16:creationId xmlns:a16="http://schemas.microsoft.com/office/drawing/2014/main" id="{3A531AD9-3C79-4887-B402-2EECAE55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1444531"/>
            <a:ext cx="561975" cy="321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1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303" name="Reviewed label 24: Build">
            <a:extLst xmlns:a="http://schemas.openxmlformats.org/drawingml/2006/main">
              <a:ext uri="{FF2B5EF4-FFF2-40B4-BE49-F238E27FC236}">
                <a16:creationId xmlns:a16="http://schemas.microsoft.com/office/drawing/2014/main" id="{DB987954-8226-419E-B811-EF30EC5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834581"/>
            <a:ext cx="581025" cy="325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3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04" name="Reviewed label 25: Write">
            <a:extLst xmlns:a="http://schemas.openxmlformats.org/drawingml/2006/main">
              <a:ext uri="{FF2B5EF4-FFF2-40B4-BE49-F238E27FC236}">
                <a16:creationId xmlns:a16="http://schemas.microsoft.com/office/drawing/2014/main" id="{72AA8B65-2B98-4039-8685-99D72DC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214443"/>
            <a:ext cx="600075" cy="334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8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305" name="Reviewed label 26: Test">
            <a:extLst xmlns:a="http://schemas.openxmlformats.org/drawingml/2006/main">
              <a:ext uri="{FF2B5EF4-FFF2-40B4-BE49-F238E27FC236}">
                <a16:creationId xmlns:a16="http://schemas.microsoft.com/office/drawing/2014/main" id="{07247C0D-66C4-431B-A1AE-AEB1827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595443"/>
            <a:ext cx="485775" cy="334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8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306" name="Reviewed label 27: reads the failed run">
            <a:extLst xmlns:a="http://schemas.openxmlformats.org/drawingml/2006/main">
              <a:ext uri="{FF2B5EF4-FFF2-40B4-BE49-F238E27FC236}">
                <a16:creationId xmlns:a16="http://schemas.microsoft.com/office/drawing/2014/main" id="{A632C092-39EE-49D4-BA13-C5D4FE5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934563"/>
            <a:ext cx="1895475" cy="28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618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reads the failed run</a:t>
            </a:r>
          </a:p>
        </p:txBody>
      </p:sp>
      <p:sp>
        <p:nvSpPr>
          <p:cNvPr id="307" name="Reviewed label 28: 1">
            <a:extLst xmlns:a="http://schemas.openxmlformats.org/drawingml/2006/main">
              <a:ext uri="{FF2B5EF4-FFF2-40B4-BE49-F238E27FC236}">
                <a16:creationId xmlns:a16="http://schemas.microsoft.com/office/drawing/2014/main" id="{4E6CB355-5CCE-43C5-8752-40E10FB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825" y="1473849"/>
            <a:ext cx="66675" cy="16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944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Reviewed label 29: 0">
            <a:extLst xmlns:a="http://schemas.openxmlformats.org/drawingml/2006/main">
              <a:ext uri="{FF2B5EF4-FFF2-40B4-BE49-F238E27FC236}">
                <a16:creationId xmlns:a16="http://schemas.microsoft.com/office/drawing/2014/main" id="{C96891F9-9DC8-4FE9-9CE0-D7BC09E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988878"/>
            <a:ext cx="123825" cy="311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753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9" name="Reviewed label 30: 2">
            <a:extLst xmlns:a="http://schemas.openxmlformats.org/drawingml/2006/main">
              <a:ext uri="{FF2B5EF4-FFF2-40B4-BE49-F238E27FC236}">
                <a16:creationId xmlns:a16="http://schemas.microsoft.com/office/drawing/2014/main" id="{CCFE6387-7CDA-4F31-8BA5-7E713105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1839437"/>
            <a:ext cx="114300" cy="287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618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0" name="Reviewed label 31: 3">
            <a:extLst xmlns:a="http://schemas.openxmlformats.org/drawingml/2006/main">
              <a:ext uri="{FF2B5EF4-FFF2-40B4-BE49-F238E27FC236}">
                <a16:creationId xmlns:a16="http://schemas.microsoft.com/office/drawing/2014/main" id="{7BDF0334-0635-4832-B2C3-E781E95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450" y="2610962"/>
            <a:ext cx="114300" cy="287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618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1" name="Reviewed label 32: ships: rebuild a scriptable model    65 turns">
            <a:extLst xmlns:a="http://schemas.openxmlformats.org/drawingml/2006/main">
              <a:ext uri="{FF2B5EF4-FFF2-40B4-BE49-F238E27FC236}">
                <a16:creationId xmlns:a16="http://schemas.microsoft.com/office/drawing/2014/main" id="{409CAC7F-1DD5-4240-AA06-37A160F5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475" y="3002715"/>
            <a:ext cx="4095750" cy="27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64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ships: rebuild a scriptable model    65 turns</a:t>
            </a:r>
          </a:p>
        </p:txBody>
      </p:sp>
      <p:sp>
        <p:nvSpPr>
          <p:cNvPr id="312" name="Reviewed label 33: Turns the failure">
            <a:extLst xmlns:a="http://schemas.openxmlformats.org/drawingml/2006/main">
              <a:ext uri="{FF2B5EF4-FFF2-40B4-BE49-F238E27FC236}">
                <a16:creationId xmlns:a16="http://schemas.microsoft.com/office/drawing/2014/main" id="{9A8E561E-45E1-48AF-A938-EE23ECB5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706264"/>
            <a:ext cx="2952750" cy="436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5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5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2455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Turns the failure</a:t>
            </a:r>
          </a:p>
        </p:txBody>
      </p:sp>
      <p:sp>
        <p:nvSpPr>
          <p:cNvPr id="313" name="Reviewed label 34: into an environment">
            <a:extLst xmlns:a="http://schemas.openxmlformats.org/drawingml/2006/main">
              <a:ext uri="{FF2B5EF4-FFF2-40B4-BE49-F238E27FC236}">
                <a16:creationId xmlns:a16="http://schemas.microsoft.com/office/drawing/2014/main" id="{D75810B2-BA44-48F4-84CE-DC6B333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975" y="4012078"/>
            <a:ext cx="2419350" cy="354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4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4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94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into an environment</a:t>
            </a:r>
          </a:p>
        </p:txBody>
      </p:sp>
      <p:sp>
        <p:nvSpPr>
          <p:cNvPr id="314" name="Failed run">
            <a:extLst xmlns:a="http://schemas.openxmlformats.org/drawingml/2006/main">
              <a:ext uri="{FF2B5EF4-FFF2-40B4-BE49-F238E27FC236}">
                <a16:creationId xmlns:a16="http://schemas.microsoft.com/office/drawing/2014/main" id="{AAEE78ED-0175-4A91-843E-F511C37F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4370457"/>
            <a:ext cx="990600" cy="30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3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3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733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failed run</a:t>
            </a:r>
          </a:p>
        </p:txBody>
      </p:sp>
      <p:sp>
        <p:nvSpPr>
          <p:cNvPr id="315" name="Harbor task">
            <a:extLst xmlns:a="http://schemas.openxmlformats.org/drawingml/2006/main">
              <a:ext uri="{FF2B5EF4-FFF2-40B4-BE49-F238E27FC236}">
                <a16:creationId xmlns:a16="http://schemas.microsoft.com/office/drawing/2014/main" id="{CEA08514-4E41-4A9E-8109-C3F32CE0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371821"/>
            <a:ext cx="1181100" cy="29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pPr>
            <a:r>
              <a:rPr sz="1673" b="1" i="0">
                <a:solidFill>
                  <a:srgbClr val="684493"/>
                </a:solidFill>
                <a:latin typeface="Arial"/>
                <a:ea typeface="Arial"/>
                <a:cs typeface="Arial"/>
              </a:rPr>
              <a:t>Harbor task</a:t>
            </a:r>
          </a:p>
        </p:txBody>
      </p:sp>
      <p:sp>
        <p:nvSpPr>
          <p:cNvPr id="316" name="Reviewed label 36: buffer as">
            <a:extLst xmlns:a="http://schemas.openxmlformats.org/drawingml/2006/main">
              <a:ext uri="{FF2B5EF4-FFF2-40B4-BE49-F238E27FC236}">
                <a16:creationId xmlns:a16="http://schemas.microsoft.com/office/drawing/2014/main" id="{18FBE508-9424-409B-8BF4-62C2304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4714875"/>
            <a:ext cx="1171575" cy="37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3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3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2083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buffer as</a:t>
            </a:r>
          </a:p>
        </p:txBody>
      </p:sp>
      <p:sp>
        <p:nvSpPr>
          <p:cNvPr id="317" name="Reviewed label 37: weight">
            <a:extLst xmlns:a="http://schemas.openxmlformats.org/drawingml/2006/main">
              <a:ext uri="{FF2B5EF4-FFF2-40B4-BE49-F238E27FC236}">
                <a16:creationId xmlns:a16="http://schemas.microsoft.com/office/drawing/2014/main" id="{072F74E1-123F-42EF-9B59-F3279C60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949628"/>
            <a:ext cx="561975" cy="248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7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7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97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sp>
        <p:nvSpPr>
          <p:cNvPr id="318" name="Reviewed label 38: environment/">
            <a:extLst xmlns:a="http://schemas.openxmlformats.org/drawingml/2006/main">
              <a:ext uri="{FF2B5EF4-FFF2-40B4-BE49-F238E27FC236}">
                <a16:creationId xmlns:a16="http://schemas.microsoft.com/office/drawing/2014/main" id="{952AFCF4-36E4-4B8E-AB3E-3ACC8B2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721266"/>
            <a:ext cx="1438275" cy="320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4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4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804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environment/</a:t>
            </a:r>
          </a:p>
        </p:txBody>
      </p:sp>
      <p:sp>
        <p:nvSpPr>
          <p:cNvPr id="319" name="Reviewed label 39: roles listed">
            <a:extLst xmlns:a="http://schemas.openxmlformats.org/drawingml/2006/main">
              <a:ext uri="{FF2B5EF4-FFF2-40B4-BE49-F238E27FC236}">
                <a16:creationId xmlns:a16="http://schemas.microsoft.com/office/drawing/2014/main" id="{F2CE9773-6D53-4CC0-98DE-D3D3332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4945856"/>
            <a:ext cx="1047750" cy="27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6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roles listed</a:t>
            </a:r>
          </a:p>
        </p:txBody>
      </p:sp>
      <p:sp>
        <p:nvSpPr>
          <p:cNvPr id="320" name="Reviewed label 40: instruction.md">
            <a:extLst xmlns:a="http://schemas.openxmlformats.org/drawingml/2006/main">
              <a:ext uri="{FF2B5EF4-FFF2-40B4-BE49-F238E27FC236}">
                <a16:creationId xmlns:a16="http://schemas.microsoft.com/office/drawing/2014/main" id="{8E50BDAC-B47B-4829-85B5-F37E981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5309082"/>
            <a:ext cx="1685925" cy="267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07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instruction.md</a:t>
            </a:r>
          </a:p>
        </p:txBody>
      </p:sp>
      <p:sp>
        <p:nvSpPr>
          <p:cNvPr id="321" name="Reviewed label 41: out of time">
            <a:extLst xmlns:a="http://schemas.openxmlformats.org/drawingml/2006/main">
              <a:ext uri="{FF2B5EF4-FFF2-40B4-BE49-F238E27FC236}">
                <a16:creationId xmlns:a16="http://schemas.microsoft.com/office/drawing/2014/main" id="{FF5CE0C4-0634-4138-AE07-6288111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5407575"/>
            <a:ext cx="885825" cy="24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out of time</a:t>
            </a:r>
          </a:p>
        </p:txBody>
      </p:sp>
      <p:sp>
        <p:nvSpPr>
          <p:cNvPr id="322" name="Reviewed label 42: no training">
            <a:extLst xmlns:a="http://schemas.openxmlformats.org/drawingml/2006/main">
              <a:ext uri="{FF2B5EF4-FFF2-40B4-BE49-F238E27FC236}">
                <a16:creationId xmlns:a16="http://schemas.microsoft.com/office/drawing/2014/main" id="{567F28D7-3F97-4C09-926D-A8E02F3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5517564"/>
            <a:ext cx="1019175" cy="276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5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no training</a:t>
            </a:r>
          </a:p>
        </p:txBody>
      </p:sp>
      <p:sp>
        <p:nvSpPr>
          <p:cNvPr id="323" name="Reviewed label 43: tests/">
            <a:extLst xmlns:a="http://schemas.openxmlformats.org/drawingml/2006/main">
              <a:ext uri="{FF2B5EF4-FFF2-40B4-BE49-F238E27FC236}">
                <a16:creationId xmlns:a16="http://schemas.microsoft.com/office/drawing/2014/main" id="{8CE50174-8AEA-4A73-90A3-4603CA8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5864655"/>
            <a:ext cx="704850" cy="317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87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tests/</a:t>
            </a:r>
          </a:p>
        </p:txBody>
      </p:sp>
      <p:sp>
        <p:nvSpPr>
          <p:cNvPr id="324" name="Reviewed label 44: all-or-nothing">
            <a:extLst xmlns:a="http://schemas.openxmlformats.org/drawingml/2006/main">
              <a:ext uri="{FF2B5EF4-FFF2-40B4-BE49-F238E27FC236}">
                <a16:creationId xmlns:a16="http://schemas.microsoft.com/office/drawing/2014/main" id="{FABB1F3F-9A54-4EFE-9517-7D201D52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5988931"/>
            <a:ext cx="1104900" cy="240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all-or-nothing</a:t>
            </a:r>
          </a:p>
        </p:txBody>
      </p:sp>
      <p:sp>
        <p:nvSpPr>
          <p:cNvPr id="325" name="Reviewed label 45: 15 graded checks">
            <a:extLst xmlns:a="http://schemas.openxmlformats.org/drawingml/2006/main">
              <a:ext uri="{FF2B5EF4-FFF2-40B4-BE49-F238E27FC236}">
                <a16:creationId xmlns:a16="http://schemas.microsoft.com/office/drawing/2014/main" id="{CDE50492-0BB8-4E5F-9078-6D3F0803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6088624"/>
            <a:ext cx="1676400" cy="27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7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15 graded checks</a:t>
            </a:r>
          </a:p>
        </p:txBody>
      </p:sp>
      <p:sp>
        <p:nvSpPr>
          <p:cNvPr id="326" name="Reviewed label 46: $ harbor task init \">
            <a:extLst xmlns:a="http://schemas.openxmlformats.org/drawingml/2006/main">
              <a:ext uri="{FF2B5EF4-FFF2-40B4-BE49-F238E27FC236}">
                <a16:creationId xmlns:a16="http://schemas.microsoft.com/office/drawing/2014/main" id="{53953BBD-2D32-4C80-8861-278A175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6497604"/>
            <a:ext cx="2524125" cy="284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harbor task init \</a:t>
            </a:r>
          </a:p>
        </p:txBody>
      </p:sp>
      <p:sp>
        <p:nvSpPr>
          <p:cNvPr id="327" name="Reviewed label 47: ckpt-recovery">
            <a:extLst xmlns:a="http://schemas.openxmlformats.org/drawingml/2006/main">
              <a:ext uri="{FF2B5EF4-FFF2-40B4-BE49-F238E27FC236}">
                <a16:creationId xmlns:a16="http://schemas.microsoft.com/office/drawing/2014/main" id="{B65B399E-4A9B-4F01-9D30-CA70841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753304"/>
            <a:ext cx="1647825" cy="295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63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ckpt-recovery</a:t>
            </a:r>
          </a:p>
        </p:txBody>
      </p:sp>
      <p:sp>
        <p:nvSpPr>
          <p:cNvPr id="328" name="Reviewed label 48: $ python3 make_assets.py">
            <a:extLst xmlns:a="http://schemas.openxmlformats.org/drawingml/2006/main">
              <a:ext uri="{FF2B5EF4-FFF2-40B4-BE49-F238E27FC236}">
                <a16:creationId xmlns:a16="http://schemas.microsoft.com/office/drawing/2014/main" id="{A2DFD878-153C-4D6B-B878-DBC6DAE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6988175"/>
            <a:ext cx="3048000" cy="246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38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python3 make_assets.py</a:t>
            </a:r>
          </a:p>
        </p:txBody>
      </p:sp>
      <p:sp>
        <p:nvSpPr>
          <p:cNvPr id="329" name="Reviewed label 49: Tests its own verifier">
            <a:extLst xmlns:a="http://schemas.openxmlformats.org/drawingml/2006/main">
              <a:ext uri="{FF2B5EF4-FFF2-40B4-BE49-F238E27FC236}">
                <a16:creationId xmlns:a16="http://schemas.microsoft.com/office/drawing/2014/main" id="{4A7BAAE4-2E8E-4B15-BA81-D70D0CA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3716359"/>
            <a:ext cx="2524125" cy="35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201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Tests its own verifier</a:t>
            </a:r>
          </a:p>
        </p:txBody>
      </p:sp>
      <p:sp>
        <p:nvSpPr>
          <p:cNvPr id="330" name="Reviewed label 50: Scores for known solutions">
            <a:extLst xmlns:a="http://schemas.openxmlformats.org/drawingml/2006/main">
              <a:ext uri="{FF2B5EF4-FFF2-40B4-BE49-F238E27FC236}">
                <a16:creationId xmlns:a16="http://schemas.microsoft.com/office/drawing/2014/main" id="{7556004D-2B09-4A06-8A20-E6FE920C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360410"/>
            <a:ext cx="2924175" cy="31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56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Scores for known solutions</a:t>
            </a:r>
          </a:p>
        </p:txBody>
      </p:sp>
      <p:sp>
        <p:nvSpPr>
          <p:cNvPr id="331" name="correct solution">
            <a:extLst xmlns:a="http://schemas.openxmlformats.org/drawingml/2006/main">
              <a:ext uri="{FF2B5EF4-FFF2-40B4-BE49-F238E27FC236}">
                <a16:creationId xmlns:a16="http://schemas.microsoft.com/office/drawing/2014/main" id="{89D465B9-58B5-4F95-B626-A84B6DF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175" y="4823490"/>
            <a:ext cx="1438275" cy="26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9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9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499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correct solution</a:t>
            </a:r>
          </a:p>
        </p:txBody>
      </p:sp>
      <p:sp>
        <p:nvSpPr>
          <p:cNvPr id="332" name="correct solution score">
            <a:extLst xmlns:a="http://schemas.openxmlformats.org/drawingml/2006/main">
              <a:ext uri="{FF2B5EF4-FFF2-40B4-BE49-F238E27FC236}">
                <a16:creationId xmlns:a16="http://schemas.microsoft.com/office/drawing/2014/main" id="{F066FE7F-8AAA-40F7-9E86-F2261398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0" y="4815813"/>
            <a:ext cx="323850" cy="32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5" b="1" i="0">
                <a:solidFill>
                  <a:srgbClr val="327A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5" b="1" i="0">
                <a:solidFill>
                  <a:srgbClr val="327A53"/>
                </a:solidFill>
                <a:latin typeface="Arial"/>
                <a:ea typeface="Arial"/>
                <a:cs typeface="Arial"/>
              </a:defRPr>
            </a:pPr>
            <a:r>
              <a:rPr sz="1835" b="1" i="0">
                <a:solidFill>
                  <a:srgbClr val="327A53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33" name="buffers as weights">
            <a:extLst xmlns:a="http://schemas.openxmlformats.org/drawingml/2006/main">
              <a:ext uri="{FF2B5EF4-FFF2-40B4-BE49-F238E27FC236}">
                <a16:creationId xmlns:a16="http://schemas.microsoft.com/office/drawing/2014/main" id="{F12D3A37-424D-4960-8EE7-7932E6B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175" y="5208872"/>
            <a:ext cx="1457325" cy="2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7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7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307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buffers as weights</a:t>
            </a:r>
          </a:p>
        </p:txBody>
      </p:sp>
      <p:sp>
        <p:nvSpPr>
          <p:cNvPr id="334" name="buffers as weights score">
            <a:extLst xmlns:a="http://schemas.openxmlformats.org/drawingml/2006/main">
              <a:ext uri="{FF2B5EF4-FFF2-40B4-BE49-F238E27FC236}">
                <a16:creationId xmlns:a16="http://schemas.microsoft.com/office/drawing/2014/main" id="{9036BE0B-FF37-4A48-86F5-E078A49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0" y="5196813"/>
            <a:ext cx="323850" cy="32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5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5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pPr>
            <a:r>
              <a:rPr sz="1835" b="1" i="0">
                <a:solidFill>
                  <a:srgbClr val="684493"/>
                </a:solidFill>
                <a:latin typeface="Arial"/>
                <a:ea typeface="Arial"/>
                <a:cs typeface="Arial"/>
              </a:rPr>
              <a:t>.87</a:t>
            </a:r>
          </a:p>
        </p:txBody>
      </p:sp>
      <p:sp>
        <p:nvSpPr>
          <p:cNvPr id="335" name="empty workspace">
            <a:extLst xmlns:a="http://schemas.openxmlformats.org/drawingml/2006/main">
              <a:ext uri="{FF2B5EF4-FFF2-40B4-BE49-F238E27FC236}">
                <a16:creationId xmlns:a16="http://schemas.microsoft.com/office/drawing/2014/main" id="{EF89FFB5-856A-423F-B452-F951651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175" y="5588086"/>
            <a:ext cx="1476375" cy="24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empty workspace</a:t>
            </a:r>
          </a:p>
        </p:txBody>
      </p:sp>
      <p:sp>
        <p:nvSpPr>
          <p:cNvPr id="336" name="empty workspace score">
            <a:extLst xmlns:a="http://schemas.openxmlformats.org/drawingml/2006/main">
              <a:ext uri="{FF2B5EF4-FFF2-40B4-BE49-F238E27FC236}">
                <a16:creationId xmlns:a16="http://schemas.microsoft.com/office/drawing/2014/main" id="{C1731F78-7727-4874-A2B9-B457BF91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6475" y="5582746"/>
            <a:ext cx="114300" cy="287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619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7" name="cheating solution">
            <a:extLst xmlns:a="http://schemas.openxmlformats.org/drawingml/2006/main">
              <a:ext uri="{FF2B5EF4-FFF2-40B4-BE49-F238E27FC236}">
                <a16:creationId xmlns:a16="http://schemas.microsoft.com/office/drawing/2014/main" id="{07AC2EA0-3A65-4032-BE80-6830746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175" y="5968232"/>
            <a:ext cx="1495425" cy="25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423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cheating solution</a:t>
            </a:r>
          </a:p>
        </p:txBody>
      </p:sp>
      <p:sp>
        <p:nvSpPr>
          <p:cNvPr id="338" name="cheating solution score">
            <a:extLst xmlns:a="http://schemas.openxmlformats.org/drawingml/2006/main">
              <a:ext uri="{FF2B5EF4-FFF2-40B4-BE49-F238E27FC236}">
                <a16:creationId xmlns:a16="http://schemas.microsoft.com/office/drawing/2014/main" id="{13D61E92-1995-4F14-AF4C-5C30703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6475" y="5963746"/>
            <a:ext cx="114300" cy="287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619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9" name="Reviewed label 55: $ bash tests/test.sh">
            <a:extLst xmlns:a="http://schemas.openxmlformats.org/drawingml/2006/main">
              <a:ext uri="{FF2B5EF4-FFF2-40B4-BE49-F238E27FC236}">
                <a16:creationId xmlns:a16="http://schemas.microsoft.com/office/drawing/2014/main" id="{B9224669-90B1-4619-9C08-6BA644E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6497604"/>
            <a:ext cx="2533650" cy="284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9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bash tests/test.sh</a:t>
            </a:r>
          </a:p>
        </p:txBody>
      </p:sp>
      <p:sp>
        <p:nvSpPr>
          <p:cNvPr id="340" name="Reviewed label 56: 13/15 checks">
            <a:extLst xmlns:a="http://schemas.openxmlformats.org/drawingml/2006/main">
              <a:ext uri="{FF2B5EF4-FFF2-40B4-BE49-F238E27FC236}">
                <a16:creationId xmlns:a16="http://schemas.microsoft.com/office/drawing/2014/main" id="{41C276E8-C1E1-43D4-B086-3FFE8FF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6734658"/>
            <a:ext cx="1504950" cy="292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pPr>
            <a:r>
              <a:rPr sz="1646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rPr>
              <a:t>13/15 checks</a:t>
            </a:r>
          </a:p>
        </p:txBody>
      </p:sp>
      <p:sp>
        <p:nvSpPr>
          <p:cNvPr id="341" name="Reviewed label 57: -&gt; reward 0.87">
            <a:extLst xmlns:a="http://schemas.openxmlformats.org/drawingml/2006/main">
              <a:ext uri="{FF2B5EF4-FFF2-40B4-BE49-F238E27FC236}">
                <a16:creationId xmlns:a16="http://schemas.microsoft.com/office/drawing/2014/main" id="{236A18DC-EC7C-44CD-9DCE-9D59B72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6991901"/>
            <a:ext cx="1752600" cy="29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pPr>
            <a:r>
              <a:rPr sz="1643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rPr>
              <a:t>-&gt; reward 0.87</a:t>
            </a:r>
          </a:p>
        </p:txBody>
      </p:sp>
      <p:sp>
        <p:nvSpPr>
          <p:cNvPr id="342" name="Reviewed label 58: Verification">
            <a:extLst xmlns:a="http://schemas.openxmlformats.org/drawingml/2006/main">
              <a:ext uri="{FF2B5EF4-FFF2-40B4-BE49-F238E27FC236}">
                <a16:creationId xmlns:a16="http://schemas.microsoft.com/office/drawing/2014/main" id="{74CEF0BD-089C-4395-88C7-73C4D14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0125" y="952734"/>
            <a:ext cx="1419225" cy="368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07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43" name="Reviewed label 59: image builds">
            <a:extLst xmlns:a="http://schemas.openxmlformats.org/drawingml/2006/main">
              <a:ext uri="{FF2B5EF4-FFF2-40B4-BE49-F238E27FC236}">
                <a16:creationId xmlns:a16="http://schemas.microsoft.com/office/drawing/2014/main" id="{45DCE268-8494-4F11-90EE-94D61B6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0" y="1603518"/>
            <a:ext cx="1181100" cy="270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22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image builds</a:t>
            </a:r>
          </a:p>
        </p:txBody>
      </p:sp>
      <p:sp>
        <p:nvSpPr>
          <p:cNvPr id="344" name="Reviewed label 60: reference">
            <a:extLst xmlns:a="http://schemas.openxmlformats.org/drawingml/2006/main">
              <a:ext uri="{FF2B5EF4-FFF2-40B4-BE49-F238E27FC236}">
                <a16:creationId xmlns:a16="http://schemas.microsoft.com/office/drawing/2014/main" id="{F534A8BA-2C10-40B1-A362-8866AA9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8725" y="2156864"/>
            <a:ext cx="847725" cy="263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82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345" name="Reviewed label 61: do nothing  r &lt; .5">
            <a:extLst xmlns:a="http://schemas.openxmlformats.org/drawingml/2006/main">
              <a:ext uri="{FF2B5EF4-FFF2-40B4-BE49-F238E27FC236}">
                <a16:creationId xmlns:a16="http://schemas.microsoft.com/office/drawing/2014/main" id="{9B12BB1C-ECFD-4007-9E15-6A5F9BD6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8725" y="2717939"/>
            <a:ext cx="1562100" cy="270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22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do nothing  r &lt; .5</a:t>
            </a:r>
          </a:p>
        </p:txBody>
      </p:sp>
      <p:sp>
        <p:nvSpPr>
          <p:cNvPr id="346" name="Reviewed label 62: rubric passes">
            <a:extLst xmlns:a="http://schemas.openxmlformats.org/drawingml/2006/main">
              <a:ext uri="{FF2B5EF4-FFF2-40B4-BE49-F238E27FC236}">
                <a16:creationId xmlns:a16="http://schemas.microsoft.com/office/drawing/2014/main" id="{6C30CD7D-9AEC-4A13-808D-DB76BA9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8725" y="3271957"/>
            <a:ext cx="1200150" cy="258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5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rubric passes</a:t>
            </a:r>
          </a:p>
        </p:txBody>
      </p:sp>
      <p:sp>
        <p:nvSpPr>
          <p:cNvPr id="347" name="Reviewed label 63: Validation">
            <a:extLst xmlns:a="http://schemas.openxmlformats.org/drawingml/2006/main">
              <a:ext uri="{FF2B5EF4-FFF2-40B4-BE49-F238E27FC236}">
                <a16:creationId xmlns:a16="http://schemas.microsoft.com/office/drawing/2014/main" id="{FFC6B1F7-329B-411A-B45F-F16ED842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2050" y="3711103"/>
            <a:ext cx="1095375" cy="324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826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48" name="Reviewed label 64: Calibration">
            <a:extLst xmlns:a="http://schemas.openxmlformats.org/drawingml/2006/main">
              <a:ext uri="{FF2B5EF4-FFF2-40B4-BE49-F238E27FC236}">
                <a16:creationId xmlns:a16="http://schemas.microsoft.com/office/drawing/2014/main" id="{6F56752E-3B56-4F4C-A942-6B92CD1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54425" y="5187862"/>
            <a:ext cx="1200150" cy="321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9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9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809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349" name="Reviewed label 65: Training Pool">
            <a:extLst xmlns:a="http://schemas.openxmlformats.org/drawingml/2006/main">
              <a:ext uri="{FF2B5EF4-FFF2-40B4-BE49-F238E27FC236}">
                <a16:creationId xmlns:a16="http://schemas.microsoft.com/office/drawing/2014/main" id="{DBAA1A4F-434C-4392-9BE2-54C8E7D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075" y="6292708"/>
            <a:ext cx="1457325" cy="322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2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2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812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Training Pool</a:t>
            </a:r>
          </a:p>
        </p:txBody>
      </p:sp>
    </p:spTree>
    <p:extLst>
      <p:ext uri="{BB962C8B-B14F-4D97-AF65-F5344CB8AC3E}">
        <p14:creationId xmlns:p14="http://schemas.microsoft.com/office/powerpoint/2010/main" val="2053909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2026-10-14T12:17:22.9100000Z</dcterms:created>
  <dcterms:modified xsi:type="dcterms:W3CDTF">2026-10-14T12:17:22.9100000Z</dcterms:modified>
</coreProperties>
</file>