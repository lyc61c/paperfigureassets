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81567aab840a8" /><Relationship Type="http://schemas.openxmlformats.org/officeDocument/2006/relationships/extended-properties" Target="/docProps/app.xml" Id="Rc1b965167ac7413b" /><Relationship Type="http://schemas.openxmlformats.org/officeDocument/2006/relationships/officeDocument" Target="/ppt/presentation.xml" Id="R43acb59790e4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e3f6bb36a4526"/>
  </p:sldMasterIdLst>
  <p:notesMasterIdLst>
    <p:notesMasterId xmlns:r="http://schemas.openxmlformats.org/officeDocument/2006/relationships" r:id="R74e356993f25482b"/>
  </p:notesMasterIdLst>
  <p:sldIdLst>
    <p:sldId xmlns:r="http://schemas.openxmlformats.org/officeDocument/2006/relationships" id="256" r:id="R2295f2bb4a8b4723"/>
    <p:sldId xmlns:r="http://schemas.openxmlformats.org/officeDocument/2006/relationships" id="257" r:id="Ra06955b08c9643c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989bd00f440e4" /><Relationship Type="http://schemas.openxmlformats.org/officeDocument/2006/relationships/slideMaster" Target="/ppt/slideMasters/slideMaster1.xml" Id="R9eae3f6bb36a4526" /><Relationship Type="http://schemas.openxmlformats.org/officeDocument/2006/relationships/notesMaster" Target="/ppt/notesMasters/notesMaster1.xml" Id="R74e356993f25482b" /><Relationship Type="http://schemas.openxmlformats.org/officeDocument/2006/relationships/presProps" Target="/ppt/presProps.xml" Id="R10701f1c4b914282" /><Relationship Type="http://schemas.openxmlformats.org/officeDocument/2006/relationships/tableStyles" Target="/ppt/tableStyles.xml" Id="R5382bde91dd6431c" /><Relationship Type="http://schemas.openxmlformats.org/officeDocument/2006/relationships/slide" Target="/ppt/slides/slide1.xml" Id="R2295f2bb4a8b4723" /><Relationship Type="http://schemas.openxmlformats.org/officeDocument/2006/relationships/slide" Target="/ppt/slides/slide2.xml" Id="Ra06955b08c9643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dcc5c4e3dd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0fdaebc584760" /><Relationship Type="http://schemas.openxmlformats.org/officeDocument/2006/relationships/notesMaster" Target="/ppt/notesMasters/notesMaster1.xml" Id="Rccd501fcdb6e46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1586696934ad9" /><Relationship Type="http://schemas.openxmlformats.org/officeDocument/2006/relationships/notesMaster" Target="/ppt/notesMasters/notesMaster1.xml" Id="R8519b73e130d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Automated Environment Data Flywheel</a:t>
            </a:r>
          </a:p>
          <a:p xmlns:a="http://schemas.openxmlformats.org/drawingml/2006/main">
            <a:r>
              <a:t>Source: https://arxiv.org/abs/2610.14163v1</a:t>
            </a:r>
          </a:p>
          <a:p xmlns:a="http://schemas.openxmlformats.org/drawingml/2006/main">
            <a:r>
              <a:t>Approved image: fig2_data_flywheel_framework.png; SHA-256: 7920bf71fbf8b24181f7d8f95f92a3eb7bb36cc56f8f779ca727d7744b540c58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(4), whose internal pixels are not editable.</a:t>
            </a:r>
          </a:p>
          <a:p xmlns:a="http://schemas.openxmlformats.org/drawingml/2006/main">
            <a:r>
              <a:t>Font substitution: source PDF families mapped to Arial, Courier New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Environment Design and Calibrated Self-Play</a:t>
            </a:r>
          </a:p>
          <a:p xmlns:a="http://schemas.openxmlformats.org/drawingml/2006/main">
            <a:r>
              <a:t>Source: https://arxiv.org/abs/2610.14163v1</a:t>
            </a:r>
          </a:p>
          <a:p xmlns:a="http://schemas.openxmlformats.org/drawingml/2006/main">
            <a:r>
              <a:t>Approved image: fig3_environment_design_and_self_play.png; SHA-256: 2e033df9e34b9acff51d23703d51e4244a626cba5da8445c7543aca34ba9c4b3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(1), whose internal pixels are not editable.</a:t>
            </a:r>
          </a:p>
          <a:p xmlns:a="http://schemas.openxmlformats.org/drawingml/2006/main">
            <a:r>
              <a:t>Font substitution: source PDF families mapped to Arial, Courier New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5e790aea944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772e973b740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44707b05248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92bca97f24c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a183ae29b4b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b21b4f70a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06703-CBBD-45F6-8FE6-4158A4B57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81216-C448-44D8-B2B2-CB373B2A1D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895747-966C-449F-A5BD-49DEE6D66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A0C06-6622-4621-8155-C411EA7F3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9042A0-2C3D-4FF8-AAE3-451390352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67B750-9B93-497A-9EC3-F73047349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DC494-15D0-4C5E-BB2D-28F1A799D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E84661-019F-494A-8476-37C0E20AAC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34B6FE-11FD-44F9-9FFC-73893D1CF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394F5A-714D-4AEB-9A9B-E1B8607BC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2f718f9804af0" /><Relationship Type="http://schemas.openxmlformats.org/officeDocument/2006/relationships/slideLayout" Target="/ppt/slideLayouts/slideLayout1.xml" Id="R4cb3c783aaff43a3" /><Relationship Type="http://schemas.openxmlformats.org/officeDocument/2006/relationships/slideLayout" Target="/ppt/slideLayouts/slideLayout2.xml" Id="R01791e9a5d154e7d" /><Relationship Type="http://schemas.openxmlformats.org/officeDocument/2006/relationships/slideLayout" Target="/ppt/slideLayouts/slideLayout3.xml" Id="R1e7323707cc64605" /><Relationship Type="http://schemas.openxmlformats.org/officeDocument/2006/relationships/slideLayout" Target="/ppt/slideLayouts/slideLayout4.xml" Id="R2394b7edbed24450" /><Relationship Type="http://schemas.openxmlformats.org/officeDocument/2006/relationships/slideLayout" Target="/ppt/slideLayouts/slideLayout5.xml" Id="R110d7b95e9ec45ab" /><Relationship Type="http://schemas.openxmlformats.org/officeDocument/2006/relationships/slideLayout" Target="/ppt/slideLayouts/slideLayout6.xml" Id="R1ca2a1c8430e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3c783aaff43a3"/>
    <p:sldLayoutId xmlns:r="http://schemas.openxmlformats.org/officeDocument/2006/relationships" id="2147483650" r:id="R01791e9a5d154e7d"/>
    <p:sldLayoutId xmlns:r="http://schemas.openxmlformats.org/officeDocument/2006/relationships" id="2147483651" r:id="R1e7323707cc64605"/>
    <p:sldLayoutId xmlns:r="http://schemas.openxmlformats.org/officeDocument/2006/relationships" id="2147483652" r:id="R2394b7edbed24450"/>
    <p:sldLayoutId xmlns:r="http://schemas.openxmlformats.org/officeDocument/2006/relationships" id="2147483653" r:id="R110d7b95e9ec45ab"/>
    <p:sldLayoutId xmlns:r="http://schemas.openxmlformats.org/officeDocument/2006/relationships" id="2147483654" r:id="R1ca2a1c8430e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434a388bf46d6" /><Relationship Type="http://schemas.openxmlformats.org/officeDocument/2006/relationships/image" Target="/ppt/media/image.png" Id="Raba4eff1bfb44dad" /><Relationship Type="http://schemas.openxmlformats.org/officeDocument/2006/relationships/image" Target="/ppt/media/image2.png" Id="Rb270fd6c84294742" /><Relationship Type="http://schemas.openxmlformats.org/officeDocument/2006/relationships/image" Target="/ppt/media/image3.png" Id="R5a8c096fe9b84423" /><Relationship Type="http://schemas.openxmlformats.org/officeDocument/2006/relationships/image" Target="/ppt/media/image4.png" Id="R75ec095d7a83454a" /><Relationship Type="http://schemas.openxmlformats.org/officeDocument/2006/relationships/notesSlide" Target="/ppt/notesSlides/notesSlide1.xml" Id="R85c9efe153be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57c3e494842c4" /><Relationship Type="http://schemas.openxmlformats.org/officeDocument/2006/relationships/image" Target="/ppt/media/image5.png" Id="R7f9ad281f64f452d" /><Relationship Type="http://schemas.openxmlformats.org/officeDocument/2006/relationships/notesSlide" Target="/ppt/notesSlides/notesSlide2.xml" Id="R1848058fe21a4c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path-1">
            <a:extLst xmlns:a="http://schemas.openxmlformats.org/drawingml/2006/main">
              <a:ext uri="{FF2B5EF4-FFF2-40B4-BE49-F238E27FC236}">
                <a16:creationId xmlns:a16="http://schemas.microsoft.com/office/drawing/2014/main" id="{B29DEC4A-7D5C-4F39-8B66-AEC9BA4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5627"/>
            <a:ext cx="18288000" cy="5215745"/>
          </a:xfrm>
          <a:custGeom xmlns:a="http://schemas.openxmlformats.org/drawingml/2006/main">
            <a:pathLst>
              <a:path w="18535650" h="5286375">
                <a:moveTo>
                  <a:pt x="0" y="5286375"/>
                </a:moveTo>
                <a:lnTo>
                  <a:pt x="18535650" y="5286375"/>
                </a:lnTo>
                <a:lnTo>
                  <a:pt x="18535650" y="0"/>
                </a:lnTo>
                <a:lnTo>
                  <a:pt x="0" y="0"/>
                </a:lnTo>
                <a:lnTo>
                  <a:pt x="0" y="5286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3FB25BBF-B239-4691-9D99-81A70E8F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12" y="2761825"/>
            <a:ext cx="3544015" cy="4293320"/>
          </a:xfrm>
          <a:custGeom xmlns:a="http://schemas.openxmlformats.org/drawingml/2006/main">
            <a:pathLst>
              <a:path w="3592007" h="4351459">
                <a:moveTo>
                  <a:pt x="184732" y="0"/>
                </a:moveTo>
                <a:lnTo>
                  <a:pt x="3407275" y="0"/>
                </a:lnTo>
                <a:cubicBezTo>
                  <a:pt x="3509630" y="0"/>
                  <a:pt x="3592007" y="82377"/>
                  <a:pt x="3592007" y="184732"/>
                </a:cubicBezTo>
                <a:lnTo>
                  <a:pt x="3592007" y="4166727"/>
                </a:lnTo>
                <a:cubicBezTo>
                  <a:pt x="3592007" y="4269083"/>
                  <a:pt x="3509630" y="4351459"/>
                  <a:pt x="3407275" y="4351459"/>
                </a:cubicBezTo>
                <a:lnTo>
                  <a:pt x="184732" y="4351459"/>
                </a:lnTo>
                <a:cubicBezTo>
                  <a:pt x="82377" y="4351459"/>
                  <a:pt x="0" y="4269083"/>
                  <a:pt x="0" y="4166727"/>
                </a:cubicBezTo>
                <a:lnTo>
                  <a:pt x="0" y="184732"/>
                </a:lnTo>
                <a:cubicBezTo>
                  <a:pt x="0" y="82377"/>
                  <a:pt x="82377" y="0"/>
                  <a:pt x="184732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25314">
            <a:solidFill>
              <a:srgbClr val="237F7B"/>
            </a:solidFill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659BF3C3-B58F-4C11-999A-DAF0152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38" y="2771950"/>
            <a:ext cx="3523763" cy="617671"/>
          </a:xfrm>
          <a:custGeom xmlns:a="http://schemas.openxmlformats.org/drawingml/2006/main">
            <a:pathLst>
              <a:path w="3571481" h="626036">
                <a:moveTo>
                  <a:pt x="174469" y="0"/>
                </a:moveTo>
                <a:lnTo>
                  <a:pt x="3397012" y="0"/>
                </a:lnTo>
                <a:cubicBezTo>
                  <a:pt x="3513324" y="0"/>
                  <a:pt x="3571481" y="58156"/>
                  <a:pt x="3571481" y="174469"/>
                </a:cubicBezTo>
                <a:lnTo>
                  <a:pt x="3571481" y="626036"/>
                </a:lnTo>
                <a:lnTo>
                  <a:pt x="0" y="626036"/>
                </a:lnTo>
                <a:lnTo>
                  <a:pt x="0" y="174469"/>
                </a:lnTo>
                <a:cubicBezTo>
                  <a:pt x="0" y="58156"/>
                  <a:pt x="58156" y="0"/>
                  <a:pt x="174469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C2140539-0FBD-4212-A696-8F9BB495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38" y="3389622"/>
            <a:ext cx="3523763" cy="191"/>
          </a:xfrm>
          <a:custGeom xmlns:a="http://schemas.openxmlformats.org/drawingml/2006/main">
            <a:pathLst>
              <a:path w="3571481" h="191">
                <a:moveTo>
                  <a:pt x="0" y="0"/>
                </a:moveTo>
                <a:lnTo>
                  <a:pt x="35714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89">
            <a:solidFill>
              <a:srgbClr val="B6D0CC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8EAC09BB-28D6-42F1-86EE-271F663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07" y="2964340"/>
            <a:ext cx="202515" cy="222767"/>
          </a:xfrm>
          <a:custGeom xmlns:a="http://schemas.openxmlformats.org/drawingml/2006/main">
            <a:pathLst>
              <a:path w="205258" h="225783">
                <a:moveTo>
                  <a:pt x="0" y="35920"/>
                </a:moveTo>
                <a:lnTo>
                  <a:pt x="102629" y="0"/>
                </a:lnTo>
                <a:lnTo>
                  <a:pt x="205258" y="112892"/>
                </a:lnTo>
                <a:lnTo>
                  <a:pt x="102629" y="225783"/>
                </a:lnTo>
                <a:lnTo>
                  <a:pt x="0" y="189863"/>
                </a:lnTo>
                <a:lnTo>
                  <a:pt x="102629" y="0"/>
                </a:lnTo>
                <a:moveTo>
                  <a:pt x="0" y="35920"/>
                </a:moveTo>
                <a:lnTo>
                  <a:pt x="102629" y="225783"/>
                </a:lnTo>
                <a:moveTo>
                  <a:pt x="102629" y="0"/>
                </a:moveTo>
                <a:lnTo>
                  <a:pt x="102629" y="225783"/>
                </a:lnTo>
              </a:path>
            </a:pathLst>
          </a:custGeom>
          <a:noFill xmlns:a="http://schemas.openxmlformats.org/drawingml/2006/main"/>
          <a:ln xmlns:a="http://schemas.openxmlformats.org/drawingml/2006/main" w="12657">
            <a:solidFill>
              <a:srgbClr val="237F7B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45270D77-95A3-402E-B9E9-077C165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56" y="2979529"/>
            <a:ext cx="40503" cy="40503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5"/>
                  <a:pt x="9195" y="0"/>
                  <a:pt x="20526" y="0"/>
                </a:cubicBezTo>
                <a:cubicBezTo>
                  <a:pt x="31856" y="0"/>
                  <a:pt x="41051" y="9195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4F25378D-193D-46BF-9BFE-DCC9CEF9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56" y="3131415"/>
            <a:ext cx="40503" cy="40503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D72D056-4B2A-4B74-92AC-93CB315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14" y="2944088"/>
            <a:ext cx="40503" cy="40503"/>
          </a:xfrm>
          <a:custGeom xmlns:a="http://schemas.openxmlformats.org/drawingml/2006/main">
            <a:pathLst>
              <a:path w="41051" h="41051">
                <a:moveTo>
                  <a:pt x="41051" y="20526"/>
                </a:moveTo>
                <a:cubicBezTo>
                  <a:pt x="41051" y="31856"/>
                  <a:pt x="31856" y="41051"/>
                  <a:pt x="20526" y="41051"/>
                </a:cubicBezTo>
                <a:cubicBezTo>
                  <a:pt x="9195" y="41051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20342D6-9834-49FF-A9A9-71BD783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14" y="3166855"/>
            <a:ext cx="40503" cy="40503"/>
          </a:xfrm>
          <a:custGeom xmlns:a="http://schemas.openxmlformats.org/drawingml/2006/main">
            <a:pathLst>
              <a:path w="41051" h="41052">
                <a:moveTo>
                  <a:pt x="41051" y="20526"/>
                </a:moveTo>
                <a:cubicBezTo>
                  <a:pt x="41051" y="31856"/>
                  <a:pt x="31856" y="41052"/>
                  <a:pt x="20526" y="41052"/>
                </a:cubicBezTo>
                <a:cubicBezTo>
                  <a:pt x="9195" y="41052"/>
                  <a:pt x="0" y="31856"/>
                  <a:pt x="0" y="20526"/>
                </a:cubicBezTo>
                <a:cubicBezTo>
                  <a:pt x="0" y="9196"/>
                  <a:pt x="9195" y="0"/>
                  <a:pt x="20526" y="0"/>
                </a:cubicBezTo>
                <a:cubicBezTo>
                  <a:pt x="31856" y="0"/>
                  <a:pt x="41051" y="9196"/>
                  <a:pt x="41051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A1A9D6D8-7004-4C92-89D3-5307C52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1" y="3055472"/>
            <a:ext cx="40503" cy="40503"/>
          </a:xfrm>
          <a:custGeom xmlns:a="http://schemas.openxmlformats.org/drawingml/2006/main">
            <a:pathLst>
              <a:path w="41052" h="41051">
                <a:moveTo>
                  <a:pt x="41052" y="20526"/>
                </a:moveTo>
                <a:cubicBezTo>
                  <a:pt x="41052" y="31856"/>
                  <a:pt x="31856" y="41051"/>
                  <a:pt x="20526" y="41051"/>
                </a:cubicBezTo>
                <a:cubicBezTo>
                  <a:pt x="9196" y="41051"/>
                  <a:pt x="0" y="31856"/>
                  <a:pt x="0" y="20526"/>
                </a:cubicBezTo>
                <a:cubicBezTo>
                  <a:pt x="0" y="9196"/>
                  <a:pt x="9196" y="0"/>
                  <a:pt x="20526" y="0"/>
                </a:cubicBezTo>
                <a:cubicBezTo>
                  <a:pt x="31856" y="0"/>
                  <a:pt x="41052" y="9196"/>
                  <a:pt x="41052" y="20526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4FE249A4-06E3-433C-9D8E-83B8AE60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5" y="4257750"/>
            <a:ext cx="594044" cy="653422"/>
          </a:xfrm>
          <a:custGeom xmlns:a="http://schemas.openxmlformats.org/drawingml/2006/main">
            <a:pathLst>
              <a:path w="602089" h="662270">
                <a:moveTo>
                  <a:pt x="0" y="105352"/>
                </a:moveTo>
                <a:lnTo>
                  <a:pt x="301045" y="0"/>
                </a:lnTo>
                <a:lnTo>
                  <a:pt x="602089" y="331135"/>
                </a:lnTo>
                <a:lnTo>
                  <a:pt x="301045" y="662270"/>
                </a:lnTo>
                <a:lnTo>
                  <a:pt x="0" y="556919"/>
                </a:lnTo>
                <a:lnTo>
                  <a:pt x="301045" y="0"/>
                </a:lnTo>
                <a:moveTo>
                  <a:pt x="0" y="105352"/>
                </a:moveTo>
                <a:lnTo>
                  <a:pt x="301045" y="662270"/>
                </a:lnTo>
                <a:moveTo>
                  <a:pt x="301045" y="0"/>
                </a:moveTo>
                <a:lnTo>
                  <a:pt x="301045" y="662270"/>
                </a:lnTo>
              </a:path>
            </a:pathLst>
          </a:custGeom>
          <a:noFill xmlns:a="http://schemas.openxmlformats.org/drawingml/2006/main"/>
          <a:ln xmlns:a="http://schemas.openxmlformats.org/drawingml/2006/main" w="37128">
            <a:solidFill>
              <a:srgbClr val="237F7B"/>
            </a:solidFill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19E52B25-3A89-43BB-ADF2-6887BB8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58" y="4302317"/>
            <a:ext cx="118755" cy="118755"/>
          </a:xfrm>
          <a:custGeom xmlns:a="http://schemas.openxmlformats.org/drawingml/2006/main">
            <a:pathLst>
              <a:path w="120363" h="120363">
                <a:moveTo>
                  <a:pt x="120363" y="60181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1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8FF4C01F-F37A-45BF-AF06-552EED0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58" y="4747850"/>
            <a:ext cx="118755" cy="118755"/>
          </a:xfrm>
          <a:custGeom xmlns:a="http://schemas.openxmlformats.org/drawingml/2006/main">
            <a:pathLst>
              <a:path w="120363" h="120363">
                <a:moveTo>
                  <a:pt x="120363" y="60182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2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2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E9BBA851-B13E-4133-A027-BD9384B7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0" y="4198305"/>
            <a:ext cx="118755" cy="118823"/>
          </a:xfrm>
          <a:custGeom xmlns:a="http://schemas.openxmlformats.org/drawingml/2006/main">
            <a:pathLst>
              <a:path w="120363" h="120432">
                <a:moveTo>
                  <a:pt x="120363" y="60250"/>
                </a:moveTo>
                <a:cubicBezTo>
                  <a:pt x="120363" y="93488"/>
                  <a:pt x="93433" y="120432"/>
                  <a:pt x="60182" y="120432"/>
                </a:cubicBezTo>
                <a:cubicBezTo>
                  <a:pt x="26930" y="120432"/>
                  <a:pt x="0" y="93488"/>
                  <a:pt x="0" y="60250"/>
                </a:cubicBezTo>
                <a:cubicBezTo>
                  <a:pt x="0" y="26998"/>
                  <a:pt x="26930" y="0"/>
                  <a:pt x="60182" y="0"/>
                </a:cubicBezTo>
                <a:cubicBezTo>
                  <a:pt x="93433" y="0"/>
                  <a:pt x="120363" y="26998"/>
                  <a:pt x="120363" y="60250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DBAE00AB-4675-4F8E-BC4B-AC433DC0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0" y="4851794"/>
            <a:ext cx="118755" cy="118822"/>
          </a:xfrm>
          <a:custGeom xmlns:a="http://schemas.openxmlformats.org/drawingml/2006/main">
            <a:pathLst>
              <a:path w="120363" h="120431">
                <a:moveTo>
                  <a:pt x="120363" y="60181"/>
                </a:moveTo>
                <a:cubicBezTo>
                  <a:pt x="120363" y="93433"/>
                  <a:pt x="93433" y="120431"/>
                  <a:pt x="60182" y="120431"/>
                </a:cubicBezTo>
                <a:cubicBezTo>
                  <a:pt x="26930" y="120431"/>
                  <a:pt x="0" y="93433"/>
                  <a:pt x="0" y="60181"/>
                </a:cubicBezTo>
                <a:cubicBezTo>
                  <a:pt x="0" y="26943"/>
                  <a:pt x="26930" y="0"/>
                  <a:pt x="60182" y="0"/>
                </a:cubicBezTo>
                <a:cubicBezTo>
                  <a:pt x="93433" y="0"/>
                  <a:pt x="120363" y="26943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60290E89-465F-4FDD-AB2E-9F45564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2" y="4525083"/>
            <a:ext cx="118755" cy="118755"/>
          </a:xfrm>
          <a:custGeom xmlns:a="http://schemas.openxmlformats.org/drawingml/2006/main">
            <a:pathLst>
              <a:path w="120363" h="120363">
                <a:moveTo>
                  <a:pt x="120363" y="60181"/>
                </a:moveTo>
                <a:cubicBezTo>
                  <a:pt x="120363" y="93433"/>
                  <a:pt x="93433" y="120363"/>
                  <a:pt x="60181" y="120363"/>
                </a:cubicBezTo>
                <a:cubicBezTo>
                  <a:pt x="26930" y="120363"/>
                  <a:pt x="0" y="93433"/>
                  <a:pt x="0" y="60181"/>
                </a:cubicBezTo>
                <a:cubicBezTo>
                  <a:pt x="0" y="26930"/>
                  <a:pt x="26930" y="0"/>
                  <a:pt x="60181" y="0"/>
                </a:cubicBezTo>
                <a:cubicBezTo>
                  <a:pt x="93433" y="0"/>
                  <a:pt x="120363" y="26930"/>
                  <a:pt x="120363" y="60181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CA08431F-325E-4D1F-A844-96E92AEF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942" y="4057922"/>
            <a:ext cx="870815" cy="668300"/>
          </a:xfrm>
          <a:custGeom xmlns:a="http://schemas.openxmlformats.org/drawingml/2006/main">
            <a:pathLst>
              <a:path w="882607" h="677350">
                <a:moveTo>
                  <a:pt x="51314" y="0"/>
                </a:moveTo>
                <a:lnTo>
                  <a:pt x="831292" y="0"/>
                </a:lnTo>
                <a:cubicBezTo>
                  <a:pt x="859728" y="0"/>
                  <a:pt x="882607" y="22879"/>
                  <a:pt x="882607" y="51314"/>
                </a:cubicBezTo>
                <a:lnTo>
                  <a:pt x="882607" y="626035"/>
                </a:lnTo>
                <a:cubicBezTo>
                  <a:pt x="882607" y="654470"/>
                  <a:pt x="859728" y="677350"/>
                  <a:pt x="831292" y="677350"/>
                </a:cubicBezTo>
                <a:lnTo>
                  <a:pt x="51314" y="677350"/>
                </a:lnTo>
                <a:cubicBezTo>
                  <a:pt x="22879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79" y="0"/>
                  <a:pt x="51314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D2399597-7F0C-4798-86D0-94A9A7F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94" y="4080711"/>
            <a:ext cx="830312" cy="622720"/>
          </a:xfrm>
          <a:custGeom xmlns:a="http://schemas.openxmlformats.org/drawingml/2006/main">
            <a:pathLst>
              <a:path w="841556" h="631153">
                <a:moveTo>
                  <a:pt x="788955" y="0"/>
                </a:moveTo>
                <a:lnTo>
                  <a:pt x="52600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0" y="631153"/>
                </a:cubicBezTo>
                <a:lnTo>
                  <a:pt x="788955" y="631153"/>
                </a:lnTo>
                <a:cubicBezTo>
                  <a:pt x="817979" y="631153"/>
                  <a:pt x="841556" y="607589"/>
                  <a:pt x="841556" y="578566"/>
                </a:cubicBezTo>
                <a:lnTo>
                  <a:pt x="841556" y="52587"/>
                </a:lnTo>
                <a:cubicBezTo>
                  <a:pt x="841556" y="23563"/>
                  <a:pt x="817979" y="0"/>
                  <a:pt x="788955" y="0"/>
                </a:cubicBezTo>
                <a:moveTo>
                  <a:pt x="210389" y="315576"/>
                </a:moveTo>
                <a:lnTo>
                  <a:pt x="157788" y="315576"/>
                </a:lnTo>
                <a:lnTo>
                  <a:pt x="157788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8" y="315576"/>
                </a:lnTo>
                <a:lnTo>
                  <a:pt x="157788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8" y="210375"/>
                </a:lnTo>
                <a:lnTo>
                  <a:pt x="157788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8" y="105187"/>
                </a:lnTo>
                <a:lnTo>
                  <a:pt x="157788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89" y="210375"/>
                </a:lnTo>
                <a:lnTo>
                  <a:pt x="262989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89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89" y="420778"/>
                </a:lnTo>
                <a:close/>
              </a:path>
            </a:pathLst>
          </a:custGeom>
          <a:solidFill xmlns:a="http://schemas.openxmlformats.org/drawingml/2006/main">
            <a:srgbClr val="AB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4419C923-725C-4166-816D-F1E626D2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181" y="4199682"/>
            <a:ext cx="870815" cy="668300"/>
          </a:xfrm>
          <a:custGeom xmlns:a="http://schemas.openxmlformats.org/drawingml/2006/main">
            <a:pathLst>
              <a:path w="882608" h="677350">
                <a:moveTo>
                  <a:pt x="51315" y="0"/>
                </a:moveTo>
                <a:lnTo>
                  <a:pt x="831293" y="0"/>
                </a:lnTo>
                <a:cubicBezTo>
                  <a:pt x="859728" y="0"/>
                  <a:pt x="882608" y="22879"/>
                  <a:pt x="882608" y="51314"/>
                </a:cubicBezTo>
                <a:lnTo>
                  <a:pt x="882608" y="626035"/>
                </a:lnTo>
                <a:cubicBezTo>
                  <a:pt x="882608" y="654470"/>
                  <a:pt x="859728" y="677350"/>
                  <a:pt x="831293" y="677350"/>
                </a:cubicBezTo>
                <a:lnTo>
                  <a:pt x="51315" y="677350"/>
                </a:lnTo>
                <a:cubicBezTo>
                  <a:pt x="22880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80" y="0"/>
                  <a:pt x="51315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75F4E2DD-E272-4559-8F17-47D58A4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433" y="4222472"/>
            <a:ext cx="830312" cy="622720"/>
          </a:xfrm>
          <a:custGeom xmlns:a="http://schemas.openxmlformats.org/drawingml/2006/main">
            <a:pathLst>
              <a:path w="841555" h="631153">
                <a:moveTo>
                  <a:pt x="788955" y="0"/>
                </a:moveTo>
                <a:lnTo>
                  <a:pt x="52601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1" y="631153"/>
                </a:cubicBezTo>
                <a:lnTo>
                  <a:pt x="788955" y="631153"/>
                </a:lnTo>
                <a:cubicBezTo>
                  <a:pt x="817978" y="631153"/>
                  <a:pt x="841555" y="607589"/>
                  <a:pt x="841555" y="578566"/>
                </a:cubicBezTo>
                <a:lnTo>
                  <a:pt x="841555" y="52587"/>
                </a:lnTo>
                <a:cubicBezTo>
                  <a:pt x="841555" y="23563"/>
                  <a:pt x="817978" y="0"/>
                  <a:pt x="788955" y="0"/>
                </a:cubicBezTo>
                <a:moveTo>
                  <a:pt x="210389" y="315576"/>
                </a:moveTo>
                <a:lnTo>
                  <a:pt x="157789" y="315576"/>
                </a:lnTo>
                <a:lnTo>
                  <a:pt x="157789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9" y="315576"/>
                </a:lnTo>
                <a:lnTo>
                  <a:pt x="157789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9" y="210375"/>
                </a:lnTo>
                <a:lnTo>
                  <a:pt x="157789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9" y="105187"/>
                </a:lnTo>
                <a:lnTo>
                  <a:pt x="157789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90" y="210375"/>
                </a:lnTo>
                <a:lnTo>
                  <a:pt x="262990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90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90" y="420778"/>
                </a:lnTo>
                <a:close/>
              </a:path>
            </a:pathLst>
          </a:custGeom>
          <a:solidFill xmlns:a="http://schemas.openxmlformats.org/drawingml/2006/main">
            <a:srgbClr val="67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00525D13-F9A0-4B20-8DF6-98F602CF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421" y="4341443"/>
            <a:ext cx="870815" cy="668300"/>
          </a:xfrm>
          <a:custGeom xmlns:a="http://schemas.openxmlformats.org/drawingml/2006/main">
            <a:pathLst>
              <a:path w="882607" h="677350">
                <a:moveTo>
                  <a:pt x="51314" y="0"/>
                </a:moveTo>
                <a:lnTo>
                  <a:pt x="831292" y="0"/>
                </a:lnTo>
                <a:cubicBezTo>
                  <a:pt x="859728" y="0"/>
                  <a:pt x="882607" y="22879"/>
                  <a:pt x="882607" y="51314"/>
                </a:cubicBezTo>
                <a:lnTo>
                  <a:pt x="882607" y="626035"/>
                </a:lnTo>
                <a:cubicBezTo>
                  <a:pt x="882607" y="654470"/>
                  <a:pt x="859728" y="677350"/>
                  <a:pt x="831292" y="677350"/>
                </a:cubicBezTo>
                <a:lnTo>
                  <a:pt x="51314" y="677350"/>
                </a:lnTo>
                <a:cubicBezTo>
                  <a:pt x="22879" y="677350"/>
                  <a:pt x="0" y="654470"/>
                  <a:pt x="0" y="626035"/>
                </a:cubicBezTo>
                <a:lnTo>
                  <a:pt x="0" y="51314"/>
                </a:lnTo>
                <a:cubicBezTo>
                  <a:pt x="0" y="22879"/>
                  <a:pt x="22879" y="0"/>
                  <a:pt x="51314" y="0"/>
                </a:cubicBezTo>
              </a:path>
            </a:pathLst>
          </a:custGeom>
          <a:solidFill xmlns:a="http://schemas.openxmlformats.org/drawingml/2006/main">
            <a:srgbClr val="F0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C43D39CE-E764-443D-8697-915BE6B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673" y="4364233"/>
            <a:ext cx="830312" cy="622720"/>
          </a:xfrm>
          <a:custGeom xmlns:a="http://schemas.openxmlformats.org/drawingml/2006/main">
            <a:pathLst>
              <a:path w="841556" h="631153">
                <a:moveTo>
                  <a:pt x="788955" y="0"/>
                </a:moveTo>
                <a:lnTo>
                  <a:pt x="52601" y="0"/>
                </a:lnTo>
                <a:cubicBezTo>
                  <a:pt x="23577" y="0"/>
                  <a:pt x="0" y="23563"/>
                  <a:pt x="0" y="52587"/>
                </a:cubicBezTo>
                <a:lnTo>
                  <a:pt x="0" y="578566"/>
                </a:lnTo>
                <a:cubicBezTo>
                  <a:pt x="0" y="607589"/>
                  <a:pt x="23577" y="631153"/>
                  <a:pt x="52601" y="631153"/>
                </a:cubicBezTo>
                <a:lnTo>
                  <a:pt x="788955" y="631153"/>
                </a:lnTo>
                <a:cubicBezTo>
                  <a:pt x="817979" y="631153"/>
                  <a:pt x="841556" y="607589"/>
                  <a:pt x="841556" y="578566"/>
                </a:cubicBezTo>
                <a:lnTo>
                  <a:pt x="841556" y="52587"/>
                </a:lnTo>
                <a:cubicBezTo>
                  <a:pt x="841556" y="23563"/>
                  <a:pt x="817979" y="0"/>
                  <a:pt x="788955" y="0"/>
                </a:cubicBezTo>
                <a:moveTo>
                  <a:pt x="210389" y="315576"/>
                </a:moveTo>
                <a:lnTo>
                  <a:pt x="157788" y="315576"/>
                </a:lnTo>
                <a:lnTo>
                  <a:pt x="157788" y="368177"/>
                </a:lnTo>
                <a:lnTo>
                  <a:pt x="105201" y="368177"/>
                </a:lnTo>
                <a:lnTo>
                  <a:pt x="105201" y="315576"/>
                </a:lnTo>
                <a:lnTo>
                  <a:pt x="157788" y="315576"/>
                </a:lnTo>
                <a:lnTo>
                  <a:pt x="157788" y="262976"/>
                </a:lnTo>
                <a:lnTo>
                  <a:pt x="210389" y="262976"/>
                </a:lnTo>
                <a:lnTo>
                  <a:pt x="210389" y="210375"/>
                </a:lnTo>
                <a:lnTo>
                  <a:pt x="157788" y="210375"/>
                </a:lnTo>
                <a:lnTo>
                  <a:pt x="157788" y="157788"/>
                </a:lnTo>
                <a:lnTo>
                  <a:pt x="105201" y="157788"/>
                </a:lnTo>
                <a:lnTo>
                  <a:pt x="105201" y="105187"/>
                </a:lnTo>
                <a:lnTo>
                  <a:pt x="157788" y="105187"/>
                </a:lnTo>
                <a:lnTo>
                  <a:pt x="157788" y="157788"/>
                </a:lnTo>
                <a:lnTo>
                  <a:pt x="210389" y="157788"/>
                </a:lnTo>
                <a:lnTo>
                  <a:pt x="210389" y="210375"/>
                </a:lnTo>
                <a:lnTo>
                  <a:pt x="262989" y="210375"/>
                </a:lnTo>
                <a:lnTo>
                  <a:pt x="262989" y="262976"/>
                </a:lnTo>
                <a:lnTo>
                  <a:pt x="210389" y="262976"/>
                </a:lnTo>
                <a:lnTo>
                  <a:pt x="210389" y="315576"/>
                </a:lnTo>
                <a:moveTo>
                  <a:pt x="262989" y="368177"/>
                </a:moveTo>
                <a:lnTo>
                  <a:pt x="420778" y="368177"/>
                </a:lnTo>
                <a:lnTo>
                  <a:pt x="420778" y="420778"/>
                </a:lnTo>
                <a:lnTo>
                  <a:pt x="262989" y="420778"/>
                </a:lnTo>
                <a:close/>
              </a:path>
            </a:pathLst>
          </a:custGeom>
          <a:solidFill xmlns:a="http://schemas.openxmlformats.org/drawingml/2006/main">
            <a:srgbClr val="173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53EF5EE8-9005-49CE-85EF-131D3EFA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42" y="4138928"/>
            <a:ext cx="992324" cy="283521"/>
          </a:xfrm>
          <a:custGeom xmlns:a="http://schemas.openxmlformats.org/drawingml/2006/main">
            <a:pathLst>
              <a:path w="1005762" h="287361">
                <a:moveTo>
                  <a:pt x="0" y="287361"/>
                </a:moveTo>
                <a:cubicBezTo>
                  <a:pt x="307886" y="0"/>
                  <a:pt x="759453" y="0"/>
                  <a:pt x="1005762" y="2257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237F7B"/>
            </a:solidFill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7597F699-F2E7-48FA-BFD1-26AFE64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312" y="4193566"/>
            <a:ext cx="185058" cy="179780"/>
          </a:xfrm>
          <a:custGeom xmlns:a="http://schemas.openxmlformats.org/drawingml/2006/main">
            <a:pathLst>
              <a:path w="187564" h="182214">
                <a:moveTo>
                  <a:pt x="117873" y="0"/>
                </a:moveTo>
                <a:lnTo>
                  <a:pt x="187564" y="182214"/>
                </a:lnTo>
                <a:lnTo>
                  <a:pt x="0" y="128601"/>
                </a:lnTo>
                <a:lnTo>
                  <a:pt x="117873" y="0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99E69588-95EC-43F4-BD6B-5429A2D9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42" y="4786976"/>
            <a:ext cx="992324" cy="425282"/>
          </a:xfrm>
          <a:custGeom xmlns:a="http://schemas.openxmlformats.org/drawingml/2006/main">
            <a:pathLst>
              <a:path w="1005762" h="431041">
                <a:moveTo>
                  <a:pt x="1005762" y="0"/>
                </a:moveTo>
                <a:cubicBezTo>
                  <a:pt x="779979" y="431041"/>
                  <a:pt x="246309" y="431041"/>
                  <a:pt x="0" y="410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237F7B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B02458BE-EF15-4381-96D5-DBF3103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62" y="4812925"/>
            <a:ext cx="164658" cy="191485"/>
          </a:xfrm>
          <a:custGeom xmlns:a="http://schemas.openxmlformats.org/drawingml/2006/main">
            <a:pathLst>
              <a:path w="166888" h="194078">
                <a:moveTo>
                  <a:pt x="19404" y="194078"/>
                </a:moveTo>
                <a:lnTo>
                  <a:pt x="0" y="0"/>
                </a:lnTo>
                <a:lnTo>
                  <a:pt x="166888" y="100918"/>
                </a:lnTo>
                <a:lnTo>
                  <a:pt x="19404" y="194078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75F58950-0009-4424-9A9E-607AB98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103" y="4948988"/>
            <a:ext cx="729055" cy="324024"/>
          </a:xfrm>
          <a:custGeom xmlns:a="http://schemas.openxmlformats.org/drawingml/2006/main">
            <a:pathLst>
              <a:path w="738927" h="328412">
                <a:moveTo>
                  <a:pt x="164206" y="0"/>
                </a:moveTo>
                <a:lnTo>
                  <a:pt x="574721" y="0"/>
                </a:lnTo>
                <a:cubicBezTo>
                  <a:pt x="665691" y="0"/>
                  <a:pt x="738927" y="73236"/>
                  <a:pt x="738927" y="164206"/>
                </a:cubicBezTo>
                <a:cubicBezTo>
                  <a:pt x="738927" y="255176"/>
                  <a:pt x="665691" y="328412"/>
                  <a:pt x="574721" y="328412"/>
                </a:cubicBezTo>
                <a:lnTo>
                  <a:pt x="164206" y="328412"/>
                </a:lnTo>
                <a:cubicBezTo>
                  <a:pt x="73236" y="328412"/>
                  <a:pt x="0" y="255176"/>
                  <a:pt x="0" y="164206"/>
                </a:cubicBezTo>
                <a:cubicBezTo>
                  <a:pt x="0" y="73236"/>
                  <a:pt x="73236" y="0"/>
                  <a:pt x="1642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226">
            <a:solidFill>
              <a:srgbClr val="78AAA4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3B0D6EB0-EA5C-4F7E-B28A-430987A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983" y="4999617"/>
            <a:ext cx="222767" cy="222767"/>
          </a:xfrm>
          <a:custGeom xmlns:a="http://schemas.openxmlformats.org/drawingml/2006/main">
            <a:pathLst>
              <a:path w="225783" h="225783">
                <a:moveTo>
                  <a:pt x="225783" y="112892"/>
                </a:moveTo>
                <a:cubicBezTo>
                  <a:pt x="225783" y="175221"/>
                  <a:pt x="175222" y="225783"/>
                  <a:pt x="112892" y="225783"/>
                </a:cubicBezTo>
                <a:cubicBezTo>
                  <a:pt x="50562" y="225783"/>
                  <a:pt x="0" y="175221"/>
                  <a:pt x="0" y="112892"/>
                </a:cubicBezTo>
                <a:cubicBezTo>
                  <a:pt x="0" y="50561"/>
                  <a:pt x="50562" y="0"/>
                  <a:pt x="112892" y="0"/>
                </a:cubicBezTo>
                <a:cubicBezTo>
                  <a:pt x="175222" y="0"/>
                  <a:pt x="225783" y="50561"/>
                  <a:pt x="225783" y="11289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D5176EAC-CCE4-4696-8097-C979E1F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12" y="5060371"/>
            <a:ext cx="111383" cy="91133"/>
          </a:xfrm>
          <a:custGeom xmlns:a="http://schemas.openxmlformats.org/drawingml/2006/main">
            <a:pathLst>
              <a:path w="112892" h="92367">
                <a:moveTo>
                  <a:pt x="0" y="51315"/>
                </a:moveTo>
                <a:lnTo>
                  <a:pt x="41052" y="92367"/>
                </a:lnTo>
                <a:lnTo>
                  <a:pt x="112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27">
            <a:solidFill>
              <a:srgbClr val="32724F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69C4BEBA-A815-43C5-A24C-00D1545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510" y="4999617"/>
            <a:ext cx="222767" cy="222767"/>
          </a:xfrm>
          <a:custGeom xmlns:a="http://schemas.openxmlformats.org/drawingml/2006/main">
            <a:pathLst>
              <a:path w="225783" h="225783">
                <a:moveTo>
                  <a:pt x="225783" y="112892"/>
                </a:moveTo>
                <a:cubicBezTo>
                  <a:pt x="225783" y="175221"/>
                  <a:pt x="175222" y="225783"/>
                  <a:pt x="112892" y="225783"/>
                </a:cubicBezTo>
                <a:cubicBezTo>
                  <a:pt x="50562" y="225783"/>
                  <a:pt x="0" y="175221"/>
                  <a:pt x="0" y="112892"/>
                </a:cubicBezTo>
                <a:cubicBezTo>
                  <a:pt x="0" y="50561"/>
                  <a:pt x="50562" y="0"/>
                  <a:pt x="112892" y="0"/>
                </a:cubicBezTo>
                <a:cubicBezTo>
                  <a:pt x="175222" y="0"/>
                  <a:pt x="225783" y="50561"/>
                  <a:pt x="225783" y="112892"/>
                </a:cubicBezTo>
              </a:path>
            </a:pathLst>
          </a:custGeom>
          <a:solidFill xmlns:a="http://schemas.openxmlformats.org/drawingml/2006/main">
            <a:srgbClr val="FA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0FDB8801-23BD-4BF9-9B04-DD8510A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65" y="5060371"/>
            <a:ext cx="101258" cy="101258"/>
          </a:xfrm>
          <a:custGeom xmlns:a="http://schemas.openxmlformats.org/drawingml/2006/main">
            <a:pathLst>
              <a:path w="102629" h="102629">
                <a:moveTo>
                  <a:pt x="0" y="0"/>
                </a:moveTo>
                <a:lnTo>
                  <a:pt x="102629" y="102629"/>
                </a:lnTo>
                <a:moveTo>
                  <a:pt x="102629" y="0"/>
                </a:moveTo>
                <a:lnTo>
                  <a:pt x="0" y="102629"/>
                </a:lnTo>
              </a:path>
            </a:pathLst>
          </a:custGeom>
          <a:noFill xmlns:a="http://schemas.openxmlformats.org/drawingml/2006/main"/>
          <a:ln xmlns:a="http://schemas.openxmlformats.org/drawingml/2006/main" w="26327">
            <a:solidFill>
              <a:srgbClr val="C57735"/>
            </a:solidFill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C89356AC-B98D-4F8B-8592-9E62DFF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589" y="5435025"/>
            <a:ext cx="191" cy="648048"/>
          </a:xfrm>
          <a:custGeom xmlns:a="http://schemas.openxmlformats.org/drawingml/2006/main">
            <a:pathLst>
              <a:path w="191" h="656823">
                <a:moveTo>
                  <a:pt x="0" y="6568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237F7B"/>
            </a:solidFill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C53B84D7-2317-433D-87BC-9162072E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20" y="5417838"/>
            <a:ext cx="172138" cy="172138"/>
          </a:xfrm>
          <a:custGeom xmlns:a="http://schemas.openxmlformats.org/drawingml/2006/main">
            <a:pathLst>
              <a:path w="174469" h="174469">
                <a:moveTo>
                  <a:pt x="0" y="174469"/>
                </a:moveTo>
                <a:lnTo>
                  <a:pt x="87234" y="0"/>
                </a:lnTo>
                <a:lnTo>
                  <a:pt x="174469" y="174469"/>
                </a:lnTo>
                <a:lnTo>
                  <a:pt x="0" y="17446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816E2CE2-F53A-44A1-BAB8-75EF5A37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27" y="6103324"/>
            <a:ext cx="3138984" cy="607545"/>
          </a:xfrm>
          <a:custGeom xmlns:a="http://schemas.openxmlformats.org/drawingml/2006/main">
            <a:pathLst>
              <a:path w="3181491" h="615772">
                <a:moveTo>
                  <a:pt x="102629" y="0"/>
                </a:moveTo>
                <a:lnTo>
                  <a:pt x="3078863" y="0"/>
                </a:lnTo>
                <a:cubicBezTo>
                  <a:pt x="3135733" y="0"/>
                  <a:pt x="3181491" y="45758"/>
                  <a:pt x="3181491" y="102628"/>
                </a:cubicBezTo>
                <a:lnTo>
                  <a:pt x="3181491" y="513144"/>
                </a:lnTo>
                <a:cubicBezTo>
                  <a:pt x="3181491" y="570014"/>
                  <a:pt x="3135733" y="615772"/>
                  <a:pt x="3078863" y="615772"/>
                </a:cubicBezTo>
                <a:lnTo>
                  <a:pt x="102629" y="615772"/>
                </a:lnTo>
                <a:cubicBezTo>
                  <a:pt x="45759" y="615772"/>
                  <a:pt x="0" y="570014"/>
                  <a:pt x="0" y="513144"/>
                </a:cubicBezTo>
                <a:lnTo>
                  <a:pt x="0" y="102628"/>
                </a:lnTo>
                <a:cubicBezTo>
                  <a:pt x="0" y="45758"/>
                  <a:pt x="45759" y="0"/>
                  <a:pt x="10262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226">
            <a:solidFill>
              <a:srgbClr val="B6D0CC"/>
            </a:solidFill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8CBAFFF7-C4DE-46D6-B213-F399DC35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59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20252">
            <a:solidFill>
              <a:srgbClr val="237F7B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E6933644-3CFA-4335-AE1E-B621EF0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58" y="6291447"/>
            <a:ext cx="207483" cy="231299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237F7B"/>
            </a:solidFill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6C893A8D-469C-47EF-86AD-1768BCD3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58" y="6347233"/>
            <a:ext cx="207483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237F7B"/>
            </a:solidFill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3667A852-969A-40EC-9E73-9B3F66E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7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20252">
            <a:solidFill>
              <a:srgbClr val="237F7B"/>
            </a:solidFill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A521E215-37B8-4B1C-9505-00293CB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46" y="6291447"/>
            <a:ext cx="207483" cy="231299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237F7B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CEFDBE9C-EEDE-4612-921E-49C9802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46" y="6347233"/>
            <a:ext cx="207483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237F7B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F37406BB-7FCC-4698-8591-59593DA8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34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4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4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01">
            <a:solidFill>
              <a:srgbClr val="B6D0CC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06D3170F-0ABD-4E87-B2A6-415CF27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134" y="6291447"/>
            <a:ext cx="207484" cy="231299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1C3D3491-E771-4CCC-8029-69EB438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134" y="6347233"/>
            <a:ext cx="207484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4C4C9EA0-85D6-4587-9E19-223B924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522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4" y="0"/>
                </a:lnTo>
                <a:cubicBezTo>
                  <a:pt x="403563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3" y="431041"/>
                  <a:pt x="369464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01">
            <a:solidFill>
              <a:srgbClr val="B6D0CC"/>
            </a:solidFill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17EFAD31-4108-4372-9DE9-1838023B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21" y="6291447"/>
            <a:ext cx="207484" cy="231299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27D685CD-0164-4F4D-B421-DBB6498F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21" y="6347233"/>
            <a:ext cx="207484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B89A4844-C9C7-48FC-B742-5D93994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810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3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3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01">
            <a:solidFill>
              <a:srgbClr val="B6D0CC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E7644FC9-7CE7-443E-8561-20578983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710" y="6291447"/>
            <a:ext cx="207483" cy="231299"/>
          </a:xfrm>
          <a:custGeom xmlns:a="http://schemas.openxmlformats.org/drawingml/2006/main">
            <a:pathLst>
              <a:path w="210293" h="234432">
                <a:moveTo>
                  <a:pt x="105146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6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8A1A61C6-7722-4174-94F6-73407C03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710" y="6347233"/>
            <a:ext cx="207483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6" y="56610"/>
                </a:lnTo>
                <a:lnTo>
                  <a:pt x="210293" y="0"/>
                </a:lnTo>
                <a:moveTo>
                  <a:pt x="105146" y="56610"/>
                </a:moveTo>
                <a:lnTo>
                  <a:pt x="105146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B6EB196E-56AF-4160-A8D7-70951E0F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98" y="6194456"/>
            <a:ext cx="425282" cy="425282"/>
          </a:xfrm>
          <a:custGeom xmlns:a="http://schemas.openxmlformats.org/drawingml/2006/main">
            <a:pathLst>
              <a:path w="431041" h="431041">
                <a:moveTo>
                  <a:pt x="61577" y="0"/>
                </a:moveTo>
                <a:lnTo>
                  <a:pt x="369463" y="0"/>
                </a:lnTo>
                <a:cubicBezTo>
                  <a:pt x="403564" y="0"/>
                  <a:pt x="431041" y="27478"/>
                  <a:pt x="431041" y="61577"/>
                </a:cubicBezTo>
                <a:lnTo>
                  <a:pt x="431041" y="369464"/>
                </a:lnTo>
                <a:cubicBezTo>
                  <a:pt x="431041" y="403564"/>
                  <a:pt x="403564" y="431041"/>
                  <a:pt x="369463" y="431041"/>
                </a:cubicBezTo>
                <a:lnTo>
                  <a:pt x="61577" y="431041"/>
                </a:lnTo>
                <a:cubicBezTo>
                  <a:pt x="27477" y="431041"/>
                  <a:pt x="0" y="403564"/>
                  <a:pt x="0" y="369464"/>
                </a:cubicBezTo>
                <a:lnTo>
                  <a:pt x="0" y="61577"/>
                </a:lnTo>
                <a:cubicBezTo>
                  <a:pt x="0" y="27478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01">
            <a:solidFill>
              <a:srgbClr val="B6D0CC"/>
            </a:solidFill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DAC66C7A-E11A-4268-9B86-E3C2774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997" y="6291447"/>
            <a:ext cx="207484" cy="231299"/>
          </a:xfrm>
          <a:custGeom xmlns:a="http://schemas.openxmlformats.org/drawingml/2006/main">
            <a:pathLst>
              <a:path w="210293" h="234432">
                <a:moveTo>
                  <a:pt x="105147" y="0"/>
                </a:moveTo>
                <a:lnTo>
                  <a:pt x="210293" y="56541"/>
                </a:lnTo>
                <a:lnTo>
                  <a:pt x="210293" y="177890"/>
                </a:lnTo>
                <a:lnTo>
                  <a:pt x="105147" y="234432"/>
                </a:lnTo>
                <a:lnTo>
                  <a:pt x="0" y="177890"/>
                </a:lnTo>
                <a:lnTo>
                  <a:pt x="0" y="56541"/>
                </a:lnTo>
                <a:lnTo>
                  <a:pt x="105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69452460-AC37-4082-A4CF-85B4312E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997" y="6347233"/>
            <a:ext cx="207484" cy="175513"/>
          </a:xfrm>
          <a:custGeom xmlns:a="http://schemas.openxmlformats.org/drawingml/2006/main">
            <a:pathLst>
              <a:path w="210293" h="177890">
                <a:moveTo>
                  <a:pt x="0" y="0"/>
                </a:moveTo>
                <a:lnTo>
                  <a:pt x="105147" y="56610"/>
                </a:lnTo>
                <a:lnTo>
                  <a:pt x="210293" y="0"/>
                </a:lnTo>
                <a:moveTo>
                  <a:pt x="105147" y="56610"/>
                </a:moveTo>
                <a:lnTo>
                  <a:pt x="105147" y="177890"/>
                </a:lnTo>
              </a:path>
            </a:pathLst>
          </a:custGeom>
          <a:noFill xmlns:a="http://schemas.openxmlformats.org/drawingml/2006/main"/>
          <a:ln xmlns:a="http://schemas.openxmlformats.org/drawingml/2006/main" w="19147">
            <a:solidFill>
              <a:srgbClr val="78AAA4"/>
            </a:solidFill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C618763A-EC3D-4351-8A1E-B21E6D1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61" y="4584461"/>
            <a:ext cx="465784" cy="191"/>
          </a:xfrm>
          <a:custGeom xmlns:a="http://schemas.openxmlformats.org/drawingml/2006/main">
            <a:pathLst>
              <a:path w="472092" h="191">
                <a:moveTo>
                  <a:pt x="0" y="0"/>
                </a:moveTo>
                <a:lnTo>
                  <a:pt x="4720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237F7B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30152543-1518-4978-B9CD-9F6D9A8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094" y="4498392"/>
            <a:ext cx="172138" cy="172138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A167133B-AB17-4D77-8F9D-E3D9FCD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686" y="3632640"/>
            <a:ext cx="1468234" cy="1650498"/>
          </a:xfrm>
          <a:custGeom xmlns:a="http://schemas.openxmlformats.org/drawingml/2006/main">
            <a:pathLst>
              <a:path w="1488117" h="1672848">
                <a:moveTo>
                  <a:pt x="123154" y="0"/>
                </a:moveTo>
                <a:lnTo>
                  <a:pt x="1364962" y="0"/>
                </a:lnTo>
                <a:cubicBezTo>
                  <a:pt x="1433163" y="0"/>
                  <a:pt x="1488117" y="54954"/>
                  <a:pt x="1488117" y="123154"/>
                </a:cubicBezTo>
                <a:lnTo>
                  <a:pt x="1488117" y="1549694"/>
                </a:lnTo>
                <a:cubicBezTo>
                  <a:pt x="1488117" y="1617894"/>
                  <a:pt x="1433163" y="1672848"/>
                  <a:pt x="1364962" y="1672848"/>
                </a:cubicBezTo>
                <a:lnTo>
                  <a:pt x="123154" y="1672848"/>
                </a:lnTo>
                <a:cubicBezTo>
                  <a:pt x="54954" y="1672848"/>
                  <a:pt x="0" y="1617894"/>
                  <a:pt x="0" y="1549694"/>
                </a:cubicBezTo>
                <a:lnTo>
                  <a:pt x="0" y="123154"/>
                </a:lnTo>
                <a:cubicBezTo>
                  <a:pt x="0" y="54954"/>
                  <a:pt x="54954" y="0"/>
                  <a:pt x="123154" y="0"/>
                </a:cubicBezTo>
              </a:path>
            </a:pathLst>
          </a:custGeom>
          <a:solidFill xmlns:a="http://schemas.openxmlformats.org/drawingml/2006/main">
            <a:srgbClr val="F3EFF7"/>
          </a:solidFill>
          <a:ln xmlns:a="http://schemas.openxmlformats.org/drawingml/2006/main" w="18226">
            <a:solidFill>
              <a:srgbClr val="CABFD5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B5EF923A-4A7B-4DBC-9A39-92AC278D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051" y="3764275"/>
            <a:ext cx="1468234" cy="1650498"/>
          </a:xfrm>
          <a:custGeom xmlns:a="http://schemas.openxmlformats.org/drawingml/2006/main">
            <a:pathLst>
              <a:path w="1488117" h="1672849">
                <a:moveTo>
                  <a:pt x="123155" y="0"/>
                </a:moveTo>
                <a:lnTo>
                  <a:pt x="1364963" y="0"/>
                </a:lnTo>
                <a:cubicBezTo>
                  <a:pt x="1433163" y="0"/>
                  <a:pt x="1488117" y="54954"/>
                  <a:pt x="1488117" y="123155"/>
                </a:cubicBezTo>
                <a:lnTo>
                  <a:pt x="1488117" y="1549694"/>
                </a:lnTo>
                <a:cubicBezTo>
                  <a:pt x="1488117" y="1617895"/>
                  <a:pt x="1433163" y="1672849"/>
                  <a:pt x="1364963" y="1672849"/>
                </a:cubicBezTo>
                <a:lnTo>
                  <a:pt x="123155" y="1672849"/>
                </a:lnTo>
                <a:cubicBezTo>
                  <a:pt x="54954" y="1672849"/>
                  <a:pt x="0" y="1617895"/>
                  <a:pt x="0" y="1549694"/>
                </a:cubicBezTo>
                <a:lnTo>
                  <a:pt x="0" y="123155"/>
                </a:lnTo>
                <a:cubicBezTo>
                  <a:pt x="0" y="54954"/>
                  <a:pt x="54954" y="0"/>
                  <a:pt x="123155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52">
            <a:solidFill>
              <a:srgbClr val="B8A9C9"/>
            </a:solidFill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658F9F36-541A-48A4-9E4D-68FD235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817" y="4381946"/>
            <a:ext cx="1022701" cy="283521"/>
          </a:xfrm>
          <a:custGeom xmlns:a="http://schemas.openxmlformats.org/drawingml/2006/main">
            <a:pathLst>
              <a:path w="1036550" h="287360">
                <a:moveTo>
                  <a:pt x="0" y="0"/>
                </a:moveTo>
                <a:lnTo>
                  <a:pt x="1036550" y="0"/>
                </a:lnTo>
                <a:moveTo>
                  <a:pt x="0" y="143681"/>
                </a:moveTo>
                <a:lnTo>
                  <a:pt x="851819" y="143681"/>
                </a:lnTo>
                <a:moveTo>
                  <a:pt x="0" y="287360"/>
                </a:moveTo>
                <a:lnTo>
                  <a:pt x="944185" y="287360"/>
                </a:lnTo>
              </a:path>
            </a:pathLst>
          </a:custGeom>
          <a:noFill xmlns:a="http://schemas.openxmlformats.org/drawingml/2006/main"/>
          <a:ln xmlns:a="http://schemas.openxmlformats.org/drawingml/2006/main" w="40503">
            <a:solidFill>
              <a:srgbClr val="D9D3E1"/>
            </a:solidFill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A5B28F44-2371-4730-BA2B-AE7A7DC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24" y="4888233"/>
            <a:ext cx="324024" cy="324024"/>
          </a:xfrm>
          <a:custGeom xmlns:a="http://schemas.openxmlformats.org/drawingml/2006/main">
            <a:pathLst>
              <a:path w="328412" h="328412">
                <a:moveTo>
                  <a:pt x="328412" y="164206"/>
                </a:moveTo>
                <a:cubicBezTo>
                  <a:pt x="328412" y="254917"/>
                  <a:pt x="254915" y="328412"/>
                  <a:pt x="164206" y="328412"/>
                </a:cubicBezTo>
                <a:cubicBezTo>
                  <a:pt x="73496" y="328412"/>
                  <a:pt x="0" y="254917"/>
                  <a:pt x="0" y="164206"/>
                </a:cubicBezTo>
                <a:cubicBezTo>
                  <a:pt x="0" y="73496"/>
                  <a:pt x="73496" y="0"/>
                  <a:pt x="164206" y="0"/>
                </a:cubicBezTo>
                <a:cubicBezTo>
                  <a:pt x="254915" y="0"/>
                  <a:pt x="328412" y="73496"/>
                  <a:pt x="328412" y="164206"/>
                </a:cubicBezTo>
              </a:path>
            </a:pathLst>
          </a:custGeom>
          <a:solidFill xmlns:a="http://schemas.openxmlformats.org/drawingml/2006/main">
            <a:srgbClr val="FA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28C84F58-EED9-4C70-99F4-D1140F9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081" y="4989491"/>
            <a:ext cx="121509" cy="121509"/>
          </a:xfrm>
          <a:custGeom xmlns:a="http://schemas.openxmlformats.org/drawingml/2006/main">
            <a:pathLst>
              <a:path w="123155" h="123155">
                <a:moveTo>
                  <a:pt x="0" y="0"/>
                </a:moveTo>
                <a:lnTo>
                  <a:pt x="123155" y="123155"/>
                </a:lnTo>
                <a:moveTo>
                  <a:pt x="123155" y="0"/>
                </a:moveTo>
                <a:lnTo>
                  <a:pt x="0" y="123155"/>
                </a:lnTo>
              </a:path>
            </a:pathLst>
          </a:custGeom>
          <a:noFill xmlns:a="http://schemas.openxmlformats.org/drawingml/2006/main"/>
          <a:ln xmlns:a="http://schemas.openxmlformats.org/drawingml/2006/main" w="28352">
            <a:solidFill>
              <a:srgbClr val="C57735"/>
            </a:solidFill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177F41A1-3C6E-4DEB-8A9A-DEBC9913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238" y="4888233"/>
            <a:ext cx="324024" cy="324024"/>
          </a:xfrm>
          <a:custGeom xmlns:a="http://schemas.openxmlformats.org/drawingml/2006/main">
            <a:pathLst>
              <a:path w="328412" h="328412">
                <a:moveTo>
                  <a:pt x="328412" y="164206"/>
                </a:moveTo>
                <a:cubicBezTo>
                  <a:pt x="328412" y="254917"/>
                  <a:pt x="254915" y="328412"/>
                  <a:pt x="164206" y="328412"/>
                </a:cubicBezTo>
                <a:cubicBezTo>
                  <a:pt x="73495" y="328412"/>
                  <a:pt x="0" y="254917"/>
                  <a:pt x="0" y="164206"/>
                </a:cubicBezTo>
                <a:cubicBezTo>
                  <a:pt x="0" y="73496"/>
                  <a:pt x="73495" y="0"/>
                  <a:pt x="164206" y="0"/>
                </a:cubicBezTo>
                <a:cubicBezTo>
                  <a:pt x="254915" y="0"/>
                  <a:pt x="328412" y="73496"/>
                  <a:pt x="328412" y="164206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5FD19358-D4FE-4ABA-8214-EBD7D68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369" y="4989491"/>
            <a:ext cx="151887" cy="121509"/>
          </a:xfrm>
          <a:custGeom xmlns:a="http://schemas.openxmlformats.org/drawingml/2006/main">
            <a:pathLst>
              <a:path w="153943" h="123155">
                <a:moveTo>
                  <a:pt x="0" y="61577"/>
                </a:moveTo>
                <a:lnTo>
                  <a:pt x="61577" y="123155"/>
                </a:lnTo>
                <a:lnTo>
                  <a:pt x="1539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52">
            <a:solidFill>
              <a:srgbClr val="32724F"/>
            </a:solidFill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5C2219D1-C349-4E05-9171-418CA4E2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675" y="4584461"/>
            <a:ext cx="283521" cy="191"/>
          </a:xfrm>
          <a:custGeom xmlns:a="http://schemas.openxmlformats.org/drawingml/2006/main">
            <a:pathLst>
              <a:path w="287361" h="191">
                <a:moveTo>
                  <a:pt x="0" y="0"/>
                </a:moveTo>
                <a:lnTo>
                  <a:pt x="2873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32006E"/>
            </a:solidFill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732ACC9D-2EA0-4859-BB39-72D297F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245" y="4498392"/>
            <a:ext cx="172138" cy="172138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6059D6BA-246A-40CD-8D9C-844C800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202" y="2761825"/>
            <a:ext cx="8181610" cy="4293320"/>
          </a:xfrm>
          <a:custGeom xmlns:a="http://schemas.openxmlformats.org/drawingml/2006/main">
            <a:pathLst>
              <a:path w="8292403" h="4351459">
                <a:moveTo>
                  <a:pt x="184731" y="0"/>
                </a:moveTo>
                <a:lnTo>
                  <a:pt x="8107672" y="0"/>
                </a:lnTo>
                <a:cubicBezTo>
                  <a:pt x="8210027" y="0"/>
                  <a:pt x="8292403" y="82377"/>
                  <a:pt x="8292403" y="184732"/>
                </a:cubicBezTo>
                <a:lnTo>
                  <a:pt x="8292403" y="4166727"/>
                </a:lnTo>
                <a:cubicBezTo>
                  <a:pt x="8292403" y="4269083"/>
                  <a:pt x="8210027" y="4351459"/>
                  <a:pt x="8107672" y="4351459"/>
                </a:cubicBezTo>
                <a:lnTo>
                  <a:pt x="184731" y="4351459"/>
                </a:lnTo>
                <a:cubicBezTo>
                  <a:pt x="82377" y="4351459"/>
                  <a:pt x="0" y="4269083"/>
                  <a:pt x="0" y="4166727"/>
                </a:cubicBezTo>
                <a:lnTo>
                  <a:pt x="0" y="184732"/>
                </a:lnTo>
                <a:cubicBezTo>
                  <a:pt x="0" y="82377"/>
                  <a:pt x="82377" y="0"/>
                  <a:pt x="184731" y="0"/>
                </a:cubicBezTo>
              </a:path>
            </a:pathLst>
          </a:custGeom>
          <a:solidFill xmlns:a="http://schemas.openxmlformats.org/drawingml/2006/main">
            <a:srgbClr val="F5F1FA"/>
          </a:solidFill>
          <a:ln xmlns:a="http://schemas.openxmlformats.org/drawingml/2006/main" w="25314">
            <a:solidFill>
              <a:srgbClr val="32006E"/>
            </a:solidFill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1951FA8C-A839-477B-9F11-E8ACE0A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328" y="2771950"/>
            <a:ext cx="8161360" cy="617671"/>
          </a:xfrm>
          <a:custGeom xmlns:a="http://schemas.openxmlformats.org/drawingml/2006/main">
            <a:pathLst>
              <a:path w="8271879" h="626036">
                <a:moveTo>
                  <a:pt x="174469" y="0"/>
                </a:moveTo>
                <a:lnTo>
                  <a:pt x="8097410" y="0"/>
                </a:lnTo>
                <a:cubicBezTo>
                  <a:pt x="8213722" y="0"/>
                  <a:pt x="8271879" y="58156"/>
                  <a:pt x="8271879" y="174469"/>
                </a:cubicBezTo>
                <a:lnTo>
                  <a:pt x="8271879" y="626036"/>
                </a:lnTo>
                <a:lnTo>
                  <a:pt x="0" y="626036"/>
                </a:lnTo>
                <a:lnTo>
                  <a:pt x="0" y="174469"/>
                </a:lnTo>
                <a:cubicBezTo>
                  <a:pt x="0" y="58156"/>
                  <a:pt x="58157" y="0"/>
                  <a:pt x="174469" y="0"/>
                </a:cubicBezTo>
              </a:path>
            </a:pathLst>
          </a:custGeom>
          <a:solidFill xmlns:a="http://schemas.openxmlformats.org/drawingml/2006/main">
            <a:srgbClr val="EE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AAF264B6-253F-4280-9A2B-0B6EFC8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328" y="3389622"/>
            <a:ext cx="8161360" cy="191"/>
          </a:xfrm>
          <a:custGeom xmlns:a="http://schemas.openxmlformats.org/drawingml/2006/main">
            <a:pathLst>
              <a:path w="8271879" h="191">
                <a:moveTo>
                  <a:pt x="0" y="0"/>
                </a:moveTo>
                <a:lnTo>
                  <a:pt x="8271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89">
            <a:solidFill>
              <a:srgbClr val="D7CAE6"/>
            </a:solidFill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62E972E0-AB06-42FC-952C-F6DDEB0D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220" y="2944088"/>
            <a:ext cx="293647" cy="263270"/>
          </a:xfrm>
          <a:custGeom xmlns:a="http://schemas.openxmlformats.org/drawingml/2006/main">
            <a:pathLst>
              <a:path w="297624" h="266835">
                <a:moveTo>
                  <a:pt x="41052" y="0"/>
                </a:moveTo>
                <a:lnTo>
                  <a:pt x="256572" y="0"/>
                </a:lnTo>
                <a:cubicBezTo>
                  <a:pt x="279287" y="0"/>
                  <a:pt x="297624" y="18336"/>
                  <a:pt x="297624" y="41051"/>
                </a:cubicBezTo>
                <a:lnTo>
                  <a:pt x="297624" y="225783"/>
                </a:lnTo>
                <a:cubicBezTo>
                  <a:pt x="297624" y="248498"/>
                  <a:pt x="279287" y="266835"/>
                  <a:pt x="256572" y="266835"/>
                </a:cubicBezTo>
                <a:lnTo>
                  <a:pt x="41052" y="266835"/>
                </a:lnTo>
                <a:cubicBezTo>
                  <a:pt x="18336" y="266835"/>
                  <a:pt x="0" y="248498"/>
                  <a:pt x="0" y="225783"/>
                </a:cubicBezTo>
                <a:lnTo>
                  <a:pt x="0" y="41051"/>
                </a:lnTo>
                <a:cubicBezTo>
                  <a:pt x="0" y="18336"/>
                  <a:pt x="18336" y="0"/>
                  <a:pt x="4105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9">
            <a:solidFill>
              <a:srgbClr val="32006E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5B916C5A-18F1-4558-AE1B-7FA7E75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101" y="3014969"/>
            <a:ext cx="162012" cy="121509"/>
          </a:xfrm>
          <a:custGeom xmlns:a="http://schemas.openxmlformats.org/drawingml/2006/main">
            <a:pathLst>
              <a:path w="164206" h="123154">
                <a:moveTo>
                  <a:pt x="0" y="0"/>
                </a:moveTo>
                <a:lnTo>
                  <a:pt x="61577" y="61577"/>
                </a:lnTo>
                <a:lnTo>
                  <a:pt x="0" y="123154"/>
                </a:lnTo>
                <a:moveTo>
                  <a:pt x="92366" y="123154"/>
                </a:moveTo>
                <a:lnTo>
                  <a:pt x="164206" y="123154"/>
                </a:lnTo>
              </a:path>
            </a:pathLst>
          </a:custGeom>
          <a:noFill xmlns:a="http://schemas.openxmlformats.org/drawingml/2006/main"/>
          <a:ln xmlns:a="http://schemas.openxmlformats.org/drawingml/2006/main" w="23289">
            <a:solidFill>
              <a:srgbClr val="32006E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1121EC49-6572-425B-958D-BC8C859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867" y="3926287"/>
            <a:ext cx="698678" cy="2480810"/>
          </a:xfrm>
          <a:custGeom xmlns:a="http://schemas.openxmlformats.org/drawingml/2006/main">
            <a:pathLst>
              <a:path w="708139" h="2514404">
                <a:moveTo>
                  <a:pt x="0" y="0"/>
                </a:moveTo>
                <a:lnTo>
                  <a:pt x="0" y="2514404"/>
                </a:lnTo>
                <a:lnTo>
                  <a:pt x="236046" y="2514404"/>
                </a:lnTo>
                <a:moveTo>
                  <a:pt x="0" y="277098"/>
                </a:moveTo>
                <a:lnTo>
                  <a:pt x="236046" y="277098"/>
                </a:lnTo>
                <a:moveTo>
                  <a:pt x="0" y="1662585"/>
                </a:moveTo>
                <a:lnTo>
                  <a:pt x="236046" y="1662585"/>
                </a:lnTo>
                <a:moveTo>
                  <a:pt x="0" y="2093627"/>
                </a:moveTo>
                <a:lnTo>
                  <a:pt x="236046" y="2093627"/>
                </a:lnTo>
                <a:moveTo>
                  <a:pt x="502881" y="472092"/>
                </a:moveTo>
                <a:lnTo>
                  <a:pt x="502881" y="1221282"/>
                </a:lnTo>
                <a:lnTo>
                  <a:pt x="708139" y="1221282"/>
                </a:lnTo>
                <a:moveTo>
                  <a:pt x="502881" y="769716"/>
                </a:moveTo>
                <a:lnTo>
                  <a:pt x="708139" y="769716"/>
                </a:lnTo>
              </a:path>
            </a:pathLst>
          </a:custGeom>
          <a:noFill xmlns:a="http://schemas.openxmlformats.org/drawingml/2006/main"/>
          <a:ln xmlns:a="http://schemas.openxmlformats.org/drawingml/2006/main" w="20252">
            <a:solidFill>
              <a:srgbClr val="C7BDD4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4FACFFE7-0019-4CAA-8DDE-535C3325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131" y="3997167"/>
            <a:ext cx="3078230" cy="364527"/>
          </a:xfrm>
          <a:custGeom xmlns:a="http://schemas.openxmlformats.org/drawingml/2006/main">
            <a:pathLst>
              <a:path w="3119914" h="369463">
                <a:moveTo>
                  <a:pt x="61577" y="0"/>
                </a:moveTo>
                <a:lnTo>
                  <a:pt x="3058336" y="0"/>
                </a:lnTo>
                <a:cubicBezTo>
                  <a:pt x="3092437" y="0"/>
                  <a:pt x="3119914" y="27477"/>
                  <a:pt x="3119914" y="61577"/>
                </a:cubicBezTo>
                <a:lnTo>
                  <a:pt x="3119914" y="307886"/>
                </a:lnTo>
                <a:cubicBezTo>
                  <a:pt x="3119914" y="341986"/>
                  <a:pt x="3092437" y="369463"/>
                  <a:pt x="3058336" y="369463"/>
                </a:cubicBezTo>
                <a:lnTo>
                  <a:pt x="61577" y="369463"/>
                </a:lnTo>
                <a:cubicBezTo>
                  <a:pt x="27477" y="369463"/>
                  <a:pt x="0" y="341986"/>
                  <a:pt x="0" y="307886"/>
                </a:cubicBezTo>
                <a:lnTo>
                  <a:pt x="0" y="61577"/>
                </a:lnTo>
                <a:cubicBezTo>
                  <a:pt x="0" y="27477"/>
                  <a:pt x="27477" y="0"/>
                  <a:pt x="61577" y="0"/>
                </a:cubicBezTo>
              </a:path>
            </a:pathLst>
          </a:custGeom>
          <a:solidFill xmlns:a="http://schemas.openxmlformats.org/drawingml/2006/main">
            <a:srgbClr val="E7D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79944C84-098B-4201-8C8F-67A4CE4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389" y="4078173"/>
            <a:ext cx="263270" cy="202515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71E0A80C-58A2-4048-B630-D7D96C6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174" y="4564209"/>
            <a:ext cx="263269" cy="202515"/>
          </a:xfrm>
          <a:custGeom xmlns:a="http://schemas.openxmlformats.org/drawingml/2006/main">
            <a:pathLst>
              <a:path w="266834" h="205258">
                <a:moveTo>
                  <a:pt x="10262" y="20526"/>
                </a:moveTo>
                <a:cubicBezTo>
                  <a:pt x="10262" y="6842"/>
                  <a:pt x="17104" y="0"/>
                  <a:pt x="30788" y="0"/>
                </a:cubicBezTo>
                <a:lnTo>
                  <a:pt x="102628" y="0"/>
                </a:lnTo>
                <a:lnTo>
                  <a:pt x="143681" y="41051"/>
                </a:lnTo>
                <a:lnTo>
                  <a:pt x="236045" y="41051"/>
                </a:lnTo>
                <a:cubicBezTo>
                  <a:pt x="256571" y="41051"/>
                  <a:pt x="266834" y="51314"/>
                  <a:pt x="266834" y="71840"/>
                </a:cubicBezTo>
                <a:lnTo>
                  <a:pt x="266834" y="174469"/>
                </a:lnTo>
                <a:cubicBezTo>
                  <a:pt x="266834" y="194995"/>
                  <a:pt x="256571" y="205258"/>
                  <a:pt x="236045" y="205258"/>
                </a:cubicBezTo>
                <a:lnTo>
                  <a:pt x="30788" y="205258"/>
                </a:lnTo>
                <a:cubicBezTo>
                  <a:pt x="10262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2" y="20526"/>
                </a:cubicBezTo>
              </a:path>
            </a:pathLst>
          </a:custGeom>
          <a:solidFill xmlns:a="http://schemas.openxmlformats.org/drawingml/2006/main">
            <a:srgbClr val="F4C4AE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D998460D-C3BF-4040-8ACA-D63B77A7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174" y="5009742"/>
            <a:ext cx="263269" cy="202515"/>
          </a:xfrm>
          <a:custGeom xmlns:a="http://schemas.openxmlformats.org/drawingml/2006/main">
            <a:pathLst>
              <a:path w="266834" h="205258">
                <a:moveTo>
                  <a:pt x="10262" y="20526"/>
                </a:moveTo>
                <a:cubicBezTo>
                  <a:pt x="10262" y="6842"/>
                  <a:pt x="17104" y="0"/>
                  <a:pt x="30788" y="0"/>
                </a:cubicBezTo>
                <a:lnTo>
                  <a:pt x="102628" y="0"/>
                </a:lnTo>
                <a:lnTo>
                  <a:pt x="143681" y="41052"/>
                </a:lnTo>
                <a:lnTo>
                  <a:pt x="236045" y="41052"/>
                </a:lnTo>
                <a:cubicBezTo>
                  <a:pt x="256571" y="41052"/>
                  <a:pt x="266834" y="51314"/>
                  <a:pt x="266834" y="71840"/>
                </a:cubicBezTo>
                <a:lnTo>
                  <a:pt x="266834" y="174469"/>
                </a:lnTo>
                <a:cubicBezTo>
                  <a:pt x="266834" y="194995"/>
                  <a:pt x="256571" y="205258"/>
                  <a:pt x="236045" y="205258"/>
                </a:cubicBezTo>
                <a:lnTo>
                  <a:pt x="30788" y="205258"/>
                </a:lnTo>
                <a:cubicBezTo>
                  <a:pt x="10262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2" y="20526"/>
                </a:cubicBezTo>
              </a:path>
            </a:pathLst>
          </a:custGeom>
          <a:solidFill xmlns:a="http://schemas.openxmlformats.org/drawingml/2006/main">
            <a:srgbClr val="B8DCC5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D829EA5D-9550-48EB-9E33-2B678D1E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389" y="5445150"/>
            <a:ext cx="263270" cy="202515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400FC9E5-9FCC-497C-A24F-00BC58A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389" y="5870432"/>
            <a:ext cx="263270" cy="202515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1"/>
                </a:lnTo>
                <a:lnTo>
                  <a:pt x="236046" y="41051"/>
                </a:lnTo>
                <a:cubicBezTo>
                  <a:pt x="256572" y="41051"/>
                  <a:pt x="266835" y="51314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4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4C0F8A08-2232-44AF-9D52-BB3E0B58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389" y="6295714"/>
            <a:ext cx="263270" cy="202515"/>
          </a:xfrm>
          <a:custGeom xmlns:a="http://schemas.openxmlformats.org/drawingml/2006/main">
            <a:pathLst>
              <a:path w="266835" h="205258">
                <a:moveTo>
                  <a:pt x="10263" y="20526"/>
                </a:moveTo>
                <a:cubicBezTo>
                  <a:pt x="10263" y="6842"/>
                  <a:pt x="17105" y="0"/>
                  <a:pt x="30789" y="0"/>
                </a:cubicBezTo>
                <a:lnTo>
                  <a:pt x="102628" y="0"/>
                </a:lnTo>
                <a:lnTo>
                  <a:pt x="143680" y="41052"/>
                </a:lnTo>
                <a:lnTo>
                  <a:pt x="236046" y="41052"/>
                </a:lnTo>
                <a:cubicBezTo>
                  <a:pt x="256572" y="41052"/>
                  <a:pt x="266835" y="51315"/>
                  <a:pt x="266835" y="71840"/>
                </a:cubicBezTo>
                <a:lnTo>
                  <a:pt x="266835" y="174469"/>
                </a:lnTo>
                <a:cubicBezTo>
                  <a:pt x="266835" y="194995"/>
                  <a:pt x="256572" y="205258"/>
                  <a:pt x="236046" y="205258"/>
                </a:cubicBezTo>
                <a:lnTo>
                  <a:pt x="30789" y="205258"/>
                </a:lnTo>
                <a:cubicBezTo>
                  <a:pt x="10263" y="205258"/>
                  <a:pt x="0" y="194995"/>
                  <a:pt x="0" y="174469"/>
                </a:cubicBezTo>
                <a:lnTo>
                  <a:pt x="0" y="51315"/>
                </a:lnTo>
                <a:cubicBezTo>
                  <a:pt x="0" y="30789"/>
                  <a:pt x="3421" y="20526"/>
                  <a:pt x="10263" y="20526"/>
                </a:cubicBezTo>
              </a:path>
            </a:pathLst>
          </a:custGeom>
          <a:solidFill xmlns:a="http://schemas.openxmlformats.org/drawingml/2006/main">
            <a:srgbClr val="E2D5F0"/>
          </a:solidFill>
          <a:ln xmlns:a="http://schemas.openxmlformats.org/drawingml/2006/main" w="16201">
            <a:solidFill>
              <a:srgbClr val="80649E"/>
            </a:solidFill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871E7B62-C2EF-4C90-9991-D9F27261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511" y="5009742"/>
            <a:ext cx="475910" cy="191"/>
          </a:xfrm>
          <a:custGeom xmlns:a="http://schemas.openxmlformats.org/drawingml/2006/main">
            <a:pathLst>
              <a:path w="482354" h="191">
                <a:moveTo>
                  <a:pt x="0" y="0"/>
                </a:moveTo>
                <a:lnTo>
                  <a:pt x="482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27">
            <a:solidFill>
              <a:srgbClr val="8D7AAB"/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815ABD10-470F-4676-8633-D5A0D0B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43" y="4950514"/>
            <a:ext cx="118499" cy="118458"/>
          </a:xfrm>
          <a:custGeom xmlns:a="http://schemas.openxmlformats.org/drawingml/2006/main">
            <a:pathLst>
              <a:path w="120103" h="120062">
                <a:moveTo>
                  <a:pt x="120103" y="120062"/>
                </a:moveTo>
                <a:lnTo>
                  <a:pt x="0" y="60031"/>
                </a:lnTo>
                <a:lnTo>
                  <a:pt x="120103" y="0"/>
                </a:lnTo>
                <a:lnTo>
                  <a:pt x="120103" y="120062"/>
                </a:lnTo>
              </a:path>
            </a:pathLst>
          </a:custGeom>
          <a:solidFill xmlns:a="http://schemas.openxmlformats.org/drawingml/2006/main">
            <a:srgbClr val="8D7A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760A9F5F-BF40-47AB-BC56-85DB9C6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791" y="4950514"/>
            <a:ext cx="118499" cy="118458"/>
          </a:xfrm>
          <a:custGeom xmlns:a="http://schemas.openxmlformats.org/drawingml/2006/main">
            <a:pathLst>
              <a:path w="120103" h="120062">
                <a:moveTo>
                  <a:pt x="0" y="0"/>
                </a:moveTo>
                <a:lnTo>
                  <a:pt x="120103" y="60031"/>
                </a:lnTo>
                <a:lnTo>
                  <a:pt x="0" y="12006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D7A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85C337E1-D93D-4017-A71C-225B9C9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559" y="4300940"/>
            <a:ext cx="3088356" cy="1417606"/>
          </a:xfrm>
          <a:custGeom xmlns:a="http://schemas.openxmlformats.org/drawingml/2006/main">
            <a:pathLst>
              <a:path w="3130178" h="1436803">
                <a:moveTo>
                  <a:pt x="112892" y="0"/>
                </a:moveTo>
                <a:lnTo>
                  <a:pt x="3017286" y="0"/>
                </a:lnTo>
                <a:cubicBezTo>
                  <a:pt x="3079820" y="0"/>
                  <a:pt x="3130178" y="50357"/>
                  <a:pt x="3130178" y="112892"/>
                </a:cubicBezTo>
                <a:lnTo>
                  <a:pt x="3130178" y="1323912"/>
                </a:lnTo>
                <a:cubicBezTo>
                  <a:pt x="3130178" y="1386446"/>
                  <a:pt x="3079820" y="1436803"/>
                  <a:pt x="3017286" y="1436803"/>
                </a:cubicBezTo>
                <a:lnTo>
                  <a:pt x="112892" y="1436803"/>
                </a:lnTo>
                <a:cubicBezTo>
                  <a:pt x="50357" y="1436803"/>
                  <a:pt x="0" y="1386446"/>
                  <a:pt x="0" y="1323912"/>
                </a:cubicBezTo>
                <a:lnTo>
                  <a:pt x="0" y="112892"/>
                </a:lnTo>
                <a:cubicBezTo>
                  <a:pt x="0" y="50357"/>
                  <a:pt x="50357" y="0"/>
                  <a:pt x="112892" y="0"/>
                </a:cubicBez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0FC03BFD-6CE0-477E-96C9-29FF0118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559" y="4300940"/>
            <a:ext cx="3088356" cy="303773"/>
          </a:xfrm>
          <a:custGeom xmlns:a="http://schemas.openxmlformats.org/drawingml/2006/main">
            <a:pathLst>
              <a:path w="3130178" h="307886">
                <a:moveTo>
                  <a:pt x="112892" y="0"/>
                </a:moveTo>
                <a:lnTo>
                  <a:pt x="3017286" y="0"/>
                </a:lnTo>
                <a:cubicBezTo>
                  <a:pt x="3092547" y="0"/>
                  <a:pt x="3130178" y="37631"/>
                  <a:pt x="3130178" y="112892"/>
                </a:cubicBezTo>
                <a:lnTo>
                  <a:pt x="3130178" y="307886"/>
                </a:lnTo>
                <a:lnTo>
                  <a:pt x="0" y="307886"/>
                </a:lnTo>
                <a:lnTo>
                  <a:pt x="0" y="112892"/>
                </a:lnTo>
                <a:cubicBezTo>
                  <a:pt x="0" y="37631"/>
                  <a:pt x="37631" y="0"/>
                  <a:pt x="112892" y="0"/>
                </a:cubicBez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3D72F19D-9976-40EB-88C3-DBFC2C7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446" y="4412323"/>
            <a:ext cx="81005" cy="81006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9B68212B-D288-4E20-92A1-83A493B9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458" y="4412323"/>
            <a:ext cx="81005" cy="81006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DB4429AD-9562-4E41-86D4-3DFFA62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70" y="4412323"/>
            <a:ext cx="81005" cy="81006"/>
          </a:xfrm>
          <a:custGeom xmlns:a="http://schemas.openxmlformats.org/drawingml/2006/main">
            <a:pathLst>
              <a:path w="82102" h="82103">
                <a:moveTo>
                  <a:pt x="82102" y="41052"/>
                </a:moveTo>
                <a:cubicBezTo>
                  <a:pt x="82102" y="63712"/>
                  <a:pt x="63712" y="82103"/>
                  <a:pt x="41051" y="82103"/>
                </a:cubicBezTo>
                <a:cubicBezTo>
                  <a:pt x="18391" y="82103"/>
                  <a:pt x="0" y="63712"/>
                  <a:pt x="0" y="41052"/>
                </a:cubicBezTo>
                <a:cubicBezTo>
                  <a:pt x="0" y="18391"/>
                  <a:pt x="18391" y="0"/>
                  <a:pt x="41051" y="0"/>
                </a:cubicBezTo>
                <a:cubicBezTo>
                  <a:pt x="63712" y="0"/>
                  <a:pt x="82102" y="18391"/>
                  <a:pt x="82102" y="41052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32E8A87C-DEE1-4554-B4AE-88D45D7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983" y="5921061"/>
            <a:ext cx="2025151" cy="992325"/>
          </a:xfrm>
          <a:custGeom xmlns:a="http://schemas.openxmlformats.org/drawingml/2006/main">
            <a:pathLst>
              <a:path w="2052575" h="1005762">
                <a:moveTo>
                  <a:pt x="102630" y="0"/>
                </a:moveTo>
                <a:lnTo>
                  <a:pt x="1949946" y="0"/>
                </a:lnTo>
                <a:cubicBezTo>
                  <a:pt x="2006817" y="0"/>
                  <a:pt x="2052575" y="45759"/>
                  <a:pt x="2052575" y="102628"/>
                </a:cubicBezTo>
                <a:lnTo>
                  <a:pt x="2052575" y="903133"/>
                </a:lnTo>
                <a:cubicBezTo>
                  <a:pt x="2052575" y="960003"/>
                  <a:pt x="2006817" y="1005762"/>
                  <a:pt x="1949946" y="1005762"/>
                </a:cubicBezTo>
                <a:lnTo>
                  <a:pt x="102630" y="1005762"/>
                </a:lnTo>
                <a:cubicBezTo>
                  <a:pt x="45758" y="1005762"/>
                  <a:pt x="0" y="960003"/>
                  <a:pt x="0" y="903133"/>
                </a:cubicBezTo>
                <a:lnTo>
                  <a:pt x="0" y="102628"/>
                </a:lnTo>
                <a:cubicBezTo>
                  <a:pt x="0" y="45759"/>
                  <a:pt x="45758" y="0"/>
                  <a:pt x="10263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226">
            <a:solidFill>
              <a:srgbClr val="B7A6CA"/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19C2B1DD-FF84-4C29-8304-24E0EADC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803" y="6364110"/>
            <a:ext cx="420422" cy="411686"/>
          </a:xfrm>
          <a:custGeom xmlns:a="http://schemas.openxmlformats.org/drawingml/2006/main">
            <a:pathLst>
              <a:path w="426115" h="417261">
                <a:moveTo>
                  <a:pt x="213058" y="0"/>
                </a:moveTo>
                <a:cubicBezTo>
                  <a:pt x="95403" y="0"/>
                  <a:pt x="0" y="95362"/>
                  <a:pt x="0" y="213016"/>
                </a:cubicBezTo>
                <a:cubicBezTo>
                  <a:pt x="0" y="307147"/>
                  <a:pt x="61043" y="387006"/>
                  <a:pt x="145706" y="415167"/>
                </a:cubicBezTo>
                <a:cubicBezTo>
                  <a:pt x="156337" y="417151"/>
                  <a:pt x="160251" y="410570"/>
                  <a:pt x="160251" y="404959"/>
                </a:cubicBezTo>
                <a:cubicBezTo>
                  <a:pt x="160251" y="399883"/>
                  <a:pt x="160088" y="383092"/>
                  <a:pt x="159977" y="365303"/>
                </a:cubicBezTo>
                <a:cubicBezTo>
                  <a:pt x="100700" y="378180"/>
                  <a:pt x="88193" y="340125"/>
                  <a:pt x="88193" y="340125"/>
                </a:cubicBezTo>
                <a:cubicBezTo>
                  <a:pt x="78518" y="315535"/>
                  <a:pt x="64561" y="308967"/>
                  <a:pt x="64561" y="308967"/>
                </a:cubicBezTo>
                <a:cubicBezTo>
                  <a:pt x="45212" y="295762"/>
                  <a:pt x="66012" y="296022"/>
                  <a:pt x="66012" y="296022"/>
                </a:cubicBezTo>
                <a:cubicBezTo>
                  <a:pt x="87385" y="297527"/>
                  <a:pt x="98674" y="317998"/>
                  <a:pt x="98674" y="317998"/>
                </a:cubicBezTo>
                <a:cubicBezTo>
                  <a:pt x="117640" y="350552"/>
                  <a:pt x="148484" y="341137"/>
                  <a:pt x="160676" y="335691"/>
                </a:cubicBezTo>
                <a:cubicBezTo>
                  <a:pt x="162551" y="321898"/>
                  <a:pt x="168106" y="312538"/>
                  <a:pt x="174195" y="307201"/>
                </a:cubicBezTo>
                <a:cubicBezTo>
                  <a:pt x="126836" y="301796"/>
                  <a:pt x="77122" y="283569"/>
                  <a:pt x="77122" y="201891"/>
                </a:cubicBezTo>
                <a:cubicBezTo>
                  <a:pt x="77122" y="178642"/>
                  <a:pt x="85415" y="159662"/>
                  <a:pt x="99044" y="144761"/>
                </a:cubicBezTo>
                <a:cubicBezTo>
                  <a:pt x="96854" y="139355"/>
                  <a:pt x="89588" y="117708"/>
                  <a:pt x="101124" y="88356"/>
                </a:cubicBezTo>
                <a:cubicBezTo>
                  <a:pt x="101124" y="88356"/>
                  <a:pt x="119036" y="82636"/>
                  <a:pt x="159718" y="110168"/>
                </a:cubicBezTo>
                <a:cubicBezTo>
                  <a:pt x="176713" y="105461"/>
                  <a:pt x="194941" y="103121"/>
                  <a:pt x="213058" y="103011"/>
                </a:cubicBezTo>
                <a:cubicBezTo>
                  <a:pt x="231175" y="103121"/>
                  <a:pt x="249402" y="105461"/>
                  <a:pt x="266397" y="110168"/>
                </a:cubicBezTo>
                <a:cubicBezTo>
                  <a:pt x="307079" y="82636"/>
                  <a:pt x="324937" y="88356"/>
                  <a:pt x="324937" y="88356"/>
                </a:cubicBezTo>
                <a:cubicBezTo>
                  <a:pt x="336527" y="117708"/>
                  <a:pt x="329261" y="139355"/>
                  <a:pt x="327016" y="144706"/>
                </a:cubicBezTo>
                <a:cubicBezTo>
                  <a:pt x="340700" y="159662"/>
                  <a:pt x="348994" y="178642"/>
                  <a:pt x="348994" y="201891"/>
                </a:cubicBezTo>
                <a:cubicBezTo>
                  <a:pt x="348994" y="283734"/>
                  <a:pt x="299115" y="301742"/>
                  <a:pt x="251701" y="307038"/>
                </a:cubicBezTo>
                <a:cubicBezTo>
                  <a:pt x="259350" y="313606"/>
                  <a:pt x="266138" y="326605"/>
                  <a:pt x="266138" y="346487"/>
                </a:cubicBezTo>
                <a:cubicBezTo>
                  <a:pt x="266138" y="374978"/>
                  <a:pt x="265917" y="397912"/>
                  <a:pt x="265917" y="404959"/>
                </a:cubicBezTo>
                <a:cubicBezTo>
                  <a:pt x="265917" y="410624"/>
                  <a:pt x="269722" y="417261"/>
                  <a:pt x="280519" y="415167"/>
                </a:cubicBezTo>
                <a:cubicBezTo>
                  <a:pt x="365125" y="386951"/>
                  <a:pt x="426115" y="307147"/>
                  <a:pt x="426115" y="213016"/>
                </a:cubicBezTo>
                <a:cubicBezTo>
                  <a:pt x="426115" y="95362"/>
                  <a:pt x="330712" y="0"/>
                  <a:pt x="213058" y="0"/>
                </a:cubicBezTo>
              </a:path>
            </a:pathLst>
          </a:custGeom>
          <a:solidFill xmlns:a="http://schemas.openxmlformats.org/drawingml/2006/main">
            <a:srgbClr val="18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080F2817-9F92-489A-8089-01C73172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24" y="6662036"/>
            <a:ext cx="83329" cy="48469"/>
          </a:xfrm>
          <a:custGeom xmlns:a="http://schemas.openxmlformats.org/drawingml/2006/main">
            <a:pathLst>
              <a:path w="84457" h="49125">
                <a:moveTo>
                  <a:pt x="6090" y="3900"/>
                </a:moveTo>
                <a:cubicBezTo>
                  <a:pt x="5611" y="4967"/>
                  <a:pt x="3955" y="5296"/>
                  <a:pt x="2450" y="4543"/>
                </a:cubicBezTo>
                <a:cubicBezTo>
                  <a:pt x="904" y="3845"/>
                  <a:pt x="0" y="2409"/>
                  <a:pt x="534" y="1383"/>
                </a:cubicBezTo>
                <a:cubicBezTo>
                  <a:pt x="958" y="260"/>
                  <a:pt x="2668" y="0"/>
                  <a:pt x="4174" y="698"/>
                </a:cubicBezTo>
                <a:cubicBezTo>
                  <a:pt x="5721" y="1383"/>
                  <a:pt x="6623" y="2833"/>
                  <a:pt x="6090" y="3900"/>
                </a:cubicBezTo>
                <a:moveTo>
                  <a:pt x="14696" y="13520"/>
                </a:moveTo>
                <a:cubicBezTo>
                  <a:pt x="13684" y="14478"/>
                  <a:pt x="11700" y="14054"/>
                  <a:pt x="10372" y="12561"/>
                </a:cubicBezTo>
                <a:cubicBezTo>
                  <a:pt x="8977" y="11057"/>
                  <a:pt x="8718" y="9086"/>
                  <a:pt x="9729" y="8128"/>
                </a:cubicBezTo>
                <a:cubicBezTo>
                  <a:pt x="10797" y="7211"/>
                  <a:pt x="12712" y="7636"/>
                  <a:pt x="14109" y="9141"/>
                </a:cubicBezTo>
                <a:cubicBezTo>
                  <a:pt x="15504" y="10633"/>
                  <a:pt x="15763" y="12561"/>
                  <a:pt x="14696" y="13520"/>
                </a:cubicBezTo>
                <a:moveTo>
                  <a:pt x="23139" y="25821"/>
                </a:moveTo>
                <a:cubicBezTo>
                  <a:pt x="21813" y="26725"/>
                  <a:pt x="19664" y="25862"/>
                  <a:pt x="18337" y="23947"/>
                </a:cubicBezTo>
                <a:cubicBezTo>
                  <a:pt x="17051" y="22072"/>
                  <a:pt x="17051" y="19773"/>
                  <a:pt x="18391" y="18870"/>
                </a:cubicBezTo>
                <a:cubicBezTo>
                  <a:pt x="19718" y="17953"/>
                  <a:pt x="21813" y="18815"/>
                  <a:pt x="23139" y="20690"/>
                </a:cubicBezTo>
                <a:cubicBezTo>
                  <a:pt x="24481" y="22606"/>
                  <a:pt x="24481" y="24850"/>
                  <a:pt x="23139" y="25821"/>
                </a:cubicBezTo>
                <a:moveTo>
                  <a:pt x="34634" y="37686"/>
                </a:moveTo>
                <a:cubicBezTo>
                  <a:pt x="33458" y="38958"/>
                  <a:pt x="30954" y="38589"/>
                  <a:pt x="29133" y="36823"/>
                </a:cubicBezTo>
                <a:cubicBezTo>
                  <a:pt x="27314" y="35113"/>
                  <a:pt x="26780" y="32705"/>
                  <a:pt x="27957" y="31432"/>
                </a:cubicBezTo>
                <a:cubicBezTo>
                  <a:pt x="29133" y="30091"/>
                  <a:pt x="31637" y="30460"/>
                  <a:pt x="33458" y="32225"/>
                </a:cubicBezTo>
                <a:cubicBezTo>
                  <a:pt x="35333" y="33936"/>
                  <a:pt x="35866" y="36399"/>
                  <a:pt x="34634" y="37686"/>
                </a:cubicBezTo>
                <a:moveTo>
                  <a:pt x="50508" y="44527"/>
                </a:moveTo>
                <a:cubicBezTo>
                  <a:pt x="49973" y="46238"/>
                  <a:pt x="47565" y="46977"/>
                  <a:pt x="45171" y="46238"/>
                </a:cubicBezTo>
                <a:cubicBezTo>
                  <a:pt x="42763" y="45540"/>
                  <a:pt x="41216" y="43556"/>
                  <a:pt x="41694" y="41900"/>
                </a:cubicBezTo>
                <a:cubicBezTo>
                  <a:pt x="42174" y="40189"/>
                  <a:pt x="44582" y="39450"/>
                  <a:pt x="47031" y="40189"/>
                </a:cubicBezTo>
                <a:cubicBezTo>
                  <a:pt x="49439" y="40887"/>
                  <a:pt x="50986" y="42871"/>
                  <a:pt x="50508" y="44527"/>
                </a:cubicBezTo>
                <a:moveTo>
                  <a:pt x="67941" y="45800"/>
                </a:moveTo>
                <a:cubicBezTo>
                  <a:pt x="67995" y="47565"/>
                  <a:pt x="65956" y="49016"/>
                  <a:pt x="63452" y="49070"/>
                </a:cubicBezTo>
                <a:cubicBezTo>
                  <a:pt x="60880" y="49125"/>
                  <a:pt x="58800" y="47675"/>
                  <a:pt x="58800" y="45964"/>
                </a:cubicBezTo>
                <a:cubicBezTo>
                  <a:pt x="58800" y="44199"/>
                  <a:pt x="60769" y="42762"/>
                  <a:pt x="63343" y="42708"/>
                </a:cubicBezTo>
                <a:cubicBezTo>
                  <a:pt x="65847" y="42653"/>
                  <a:pt x="67941" y="44090"/>
                  <a:pt x="67941" y="45800"/>
                </a:cubicBezTo>
                <a:moveTo>
                  <a:pt x="84183" y="43077"/>
                </a:moveTo>
                <a:cubicBezTo>
                  <a:pt x="84457" y="44787"/>
                  <a:pt x="82692" y="46553"/>
                  <a:pt x="80174" y="46977"/>
                </a:cubicBezTo>
                <a:cubicBezTo>
                  <a:pt x="77711" y="47469"/>
                  <a:pt x="75426" y="46389"/>
                  <a:pt x="75096" y="44678"/>
                </a:cubicBezTo>
                <a:cubicBezTo>
                  <a:pt x="74783" y="42926"/>
                  <a:pt x="76589" y="41161"/>
                  <a:pt x="79051" y="40724"/>
                </a:cubicBezTo>
                <a:cubicBezTo>
                  <a:pt x="81569" y="40299"/>
                  <a:pt x="83868" y="41312"/>
                  <a:pt x="84183" y="43077"/>
                </a:cubicBezTo>
              </a:path>
            </a:pathLst>
          </a:custGeom>
          <a:solidFill xmlns:a="http://schemas.openxmlformats.org/drawingml/2006/main">
            <a:srgbClr val="18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44492E70-CB65-433A-A69B-86E112E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225" y="6395594"/>
            <a:ext cx="325928" cy="325928"/>
          </a:xfrm>
          <a:custGeom xmlns:a="http://schemas.openxmlformats.org/drawingml/2006/main">
            <a:pathLst>
              <a:path w="330341" h="330342">
                <a:moveTo>
                  <a:pt x="165164" y="330342"/>
                </a:moveTo>
                <a:cubicBezTo>
                  <a:pt x="256408" y="330342"/>
                  <a:pt x="330341" y="256422"/>
                  <a:pt x="330341" y="165177"/>
                </a:cubicBezTo>
                <a:cubicBezTo>
                  <a:pt x="330341" y="73934"/>
                  <a:pt x="256408" y="0"/>
                  <a:pt x="165164" y="0"/>
                </a:cubicBezTo>
                <a:cubicBezTo>
                  <a:pt x="73975" y="0"/>
                  <a:pt x="0" y="73934"/>
                  <a:pt x="0" y="165177"/>
                </a:cubicBezTo>
                <a:cubicBezTo>
                  <a:pt x="0" y="256422"/>
                  <a:pt x="73975" y="330342"/>
                  <a:pt x="165164" y="330342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004C54B9-67C0-4C43-9203-F0ED44E2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458" y="6376828"/>
            <a:ext cx="363461" cy="363474"/>
          </a:xfrm>
          <a:custGeom xmlns:a="http://schemas.openxmlformats.org/drawingml/2006/main">
            <a:pathLst>
              <a:path w="368382" h="368396">
                <a:moveTo>
                  <a:pt x="349362" y="184198"/>
                </a:moveTo>
                <a:cubicBezTo>
                  <a:pt x="349362" y="92954"/>
                  <a:pt x="275428" y="19021"/>
                  <a:pt x="184185" y="19021"/>
                </a:cubicBezTo>
                <a:cubicBezTo>
                  <a:pt x="92995" y="19021"/>
                  <a:pt x="19021" y="92954"/>
                  <a:pt x="19021" y="184198"/>
                </a:cubicBezTo>
                <a:cubicBezTo>
                  <a:pt x="19021" y="275442"/>
                  <a:pt x="92995" y="349362"/>
                  <a:pt x="184185" y="349362"/>
                </a:cubicBezTo>
                <a:cubicBezTo>
                  <a:pt x="275428" y="349362"/>
                  <a:pt x="349362" y="275442"/>
                  <a:pt x="349362" y="184198"/>
                </a:cubicBezTo>
                <a:moveTo>
                  <a:pt x="0" y="184198"/>
                </a:moveTo>
                <a:cubicBezTo>
                  <a:pt x="0" y="82472"/>
                  <a:pt x="82473" y="0"/>
                  <a:pt x="184185" y="0"/>
                </a:cubicBezTo>
                <a:cubicBezTo>
                  <a:pt x="285909" y="0"/>
                  <a:pt x="368382" y="82472"/>
                  <a:pt x="368382" y="184198"/>
                </a:cubicBezTo>
                <a:cubicBezTo>
                  <a:pt x="368382" y="285910"/>
                  <a:pt x="285909" y="368396"/>
                  <a:pt x="184185" y="368396"/>
                </a:cubicBezTo>
                <a:cubicBezTo>
                  <a:pt x="82473" y="368396"/>
                  <a:pt x="0" y="285910"/>
                  <a:pt x="0" y="184198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9FC8EB57-00FB-4EDD-8754-FAC962B1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847" y="6476128"/>
            <a:ext cx="176149" cy="52478"/>
          </a:xfrm>
          <a:custGeom xmlns:a="http://schemas.openxmlformats.org/drawingml/2006/main">
            <a:pathLst>
              <a:path w="178534" h="53189">
                <a:moveTo>
                  <a:pt x="145226" y="38656"/>
                </a:moveTo>
                <a:cubicBezTo>
                  <a:pt x="151330" y="40736"/>
                  <a:pt x="153684" y="53189"/>
                  <a:pt x="159827" y="49932"/>
                </a:cubicBezTo>
                <a:cubicBezTo>
                  <a:pt x="178534" y="39984"/>
                  <a:pt x="175905" y="12411"/>
                  <a:pt x="155653" y="6198"/>
                </a:cubicBezTo>
                <a:cubicBezTo>
                  <a:pt x="135402" y="0"/>
                  <a:pt x="117750" y="21387"/>
                  <a:pt x="127698" y="40093"/>
                </a:cubicBezTo>
                <a:cubicBezTo>
                  <a:pt x="130585" y="45540"/>
                  <a:pt x="139835" y="36672"/>
                  <a:pt x="145281" y="38601"/>
                </a:cubicBezTo>
                <a:lnTo>
                  <a:pt x="145226" y="38656"/>
                </a:lnTo>
                <a:moveTo>
                  <a:pt x="33306" y="38656"/>
                </a:moveTo>
                <a:cubicBezTo>
                  <a:pt x="27204" y="40736"/>
                  <a:pt x="24809" y="53189"/>
                  <a:pt x="18706" y="49932"/>
                </a:cubicBezTo>
                <a:cubicBezTo>
                  <a:pt x="0" y="39984"/>
                  <a:pt x="2614" y="12411"/>
                  <a:pt x="22880" y="6198"/>
                </a:cubicBezTo>
                <a:cubicBezTo>
                  <a:pt x="43132" y="0"/>
                  <a:pt x="60771" y="21387"/>
                  <a:pt x="50836" y="40093"/>
                </a:cubicBezTo>
                <a:cubicBezTo>
                  <a:pt x="47948" y="45540"/>
                  <a:pt x="38643" y="36672"/>
                  <a:pt x="33252" y="38601"/>
                </a:cubicBezTo>
                <a:lnTo>
                  <a:pt x="33306" y="38656"/>
                </a:lnTo>
              </a:path>
            </a:pathLst>
          </a:custGeom>
          <a:solidFill xmlns:a="http://schemas.openxmlformats.org/drawingml/2006/main">
            <a:srgbClr val="3A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4004B16B-47D4-4D36-A8F7-34D5E26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119" y="6543484"/>
            <a:ext cx="121873" cy="83274"/>
          </a:xfrm>
          <a:custGeom xmlns:a="http://schemas.openxmlformats.org/drawingml/2006/main">
            <a:pathLst>
              <a:path w="123523" h="84401">
                <a:moveTo>
                  <a:pt x="61728" y="84401"/>
                </a:moveTo>
                <a:cubicBezTo>
                  <a:pt x="108457" y="84401"/>
                  <a:pt x="123523" y="42761"/>
                  <a:pt x="123523" y="21374"/>
                </a:cubicBezTo>
                <a:cubicBezTo>
                  <a:pt x="123523" y="10262"/>
                  <a:pt x="116038" y="13725"/>
                  <a:pt x="104065" y="19664"/>
                </a:cubicBezTo>
                <a:cubicBezTo>
                  <a:pt x="93009" y="25123"/>
                  <a:pt x="78148" y="32650"/>
                  <a:pt x="61781" y="32650"/>
                </a:cubicBezTo>
                <a:cubicBezTo>
                  <a:pt x="27572" y="32650"/>
                  <a:pt x="0" y="0"/>
                  <a:pt x="0" y="21374"/>
                </a:cubicBezTo>
                <a:cubicBezTo>
                  <a:pt x="0" y="42761"/>
                  <a:pt x="15010" y="84401"/>
                  <a:pt x="61781" y="84401"/>
                </a:cubicBezTo>
                <a:lnTo>
                  <a:pt x="61728" y="84401"/>
                </a:lnTo>
              </a:path>
            </a:pathLst>
          </a:custGeom>
          <a:solidFill xmlns:a="http://schemas.openxmlformats.org/drawingml/2006/main">
            <a:srgbClr val="FF3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6252D243-E39C-4EC3-B924-2400A83F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064" y="6553340"/>
            <a:ext cx="121928" cy="62658"/>
          </a:xfrm>
          <a:custGeom xmlns:a="http://schemas.openxmlformats.org/drawingml/2006/main">
            <a:pathLst>
              <a:path w="123579" h="63506">
                <a:moveTo>
                  <a:pt x="25972" y="63506"/>
                </a:moveTo>
                <a:cubicBezTo>
                  <a:pt x="31048" y="53243"/>
                  <a:pt x="40190" y="45484"/>
                  <a:pt x="51205" y="42173"/>
                </a:cubicBezTo>
                <a:cubicBezTo>
                  <a:pt x="53080" y="41585"/>
                  <a:pt x="55050" y="44896"/>
                  <a:pt x="57088" y="48263"/>
                </a:cubicBezTo>
                <a:cubicBezTo>
                  <a:pt x="59005" y="51478"/>
                  <a:pt x="60990" y="54789"/>
                  <a:pt x="62959" y="54789"/>
                </a:cubicBezTo>
                <a:cubicBezTo>
                  <a:pt x="65108" y="54789"/>
                  <a:pt x="67242" y="51533"/>
                  <a:pt x="69268" y="48372"/>
                </a:cubicBezTo>
                <a:cubicBezTo>
                  <a:pt x="71471" y="45006"/>
                  <a:pt x="73551" y="41803"/>
                  <a:pt x="75576" y="42392"/>
                </a:cubicBezTo>
                <a:cubicBezTo>
                  <a:pt x="85783" y="45649"/>
                  <a:pt x="94336" y="52764"/>
                  <a:pt x="99317" y="62220"/>
                </a:cubicBezTo>
                <a:cubicBezTo>
                  <a:pt x="117066" y="48263"/>
                  <a:pt x="123579" y="25438"/>
                  <a:pt x="123579" y="11385"/>
                </a:cubicBezTo>
                <a:cubicBezTo>
                  <a:pt x="123579" y="273"/>
                  <a:pt x="116094" y="3736"/>
                  <a:pt x="104121" y="9674"/>
                </a:cubicBezTo>
                <a:lnTo>
                  <a:pt x="103478" y="9989"/>
                </a:lnTo>
                <a:cubicBezTo>
                  <a:pt x="92476" y="15449"/>
                  <a:pt x="77875" y="22660"/>
                  <a:pt x="61783" y="22660"/>
                </a:cubicBezTo>
                <a:cubicBezTo>
                  <a:pt x="45705" y="22660"/>
                  <a:pt x="31103" y="15449"/>
                  <a:pt x="20101" y="9989"/>
                </a:cubicBezTo>
                <a:cubicBezTo>
                  <a:pt x="7745" y="3845"/>
                  <a:pt x="0" y="0"/>
                  <a:pt x="0" y="11385"/>
                </a:cubicBezTo>
                <a:cubicBezTo>
                  <a:pt x="0" y="25876"/>
                  <a:pt x="6951" y="49658"/>
                  <a:pt x="25972" y="63506"/>
                </a:cubicBezTo>
              </a:path>
            </a:pathLst>
          </a:custGeom>
          <a:solidFill xmlns:a="http://schemas.openxmlformats.org/drawingml/2006/main">
            <a:srgbClr val="3A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FF0A1296-098E-4A64-9801-D0999CCA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671" y="6505776"/>
            <a:ext cx="337038" cy="252240"/>
          </a:xfrm>
          <a:custGeom xmlns:a="http://schemas.openxmlformats.org/drawingml/2006/main">
            <a:pathLst>
              <a:path w="341602" h="255656">
                <a:moveTo>
                  <a:pt x="321023" y="30939"/>
                </a:moveTo>
                <a:cubicBezTo>
                  <a:pt x="341602" y="30939"/>
                  <a:pt x="341602" y="0"/>
                  <a:pt x="321023" y="0"/>
                </a:cubicBezTo>
                <a:cubicBezTo>
                  <a:pt x="300456" y="0"/>
                  <a:pt x="300456" y="30939"/>
                  <a:pt x="321023" y="30939"/>
                </a:cubicBezTo>
                <a:moveTo>
                  <a:pt x="100000" y="30939"/>
                </a:moveTo>
                <a:cubicBezTo>
                  <a:pt x="120582" y="30939"/>
                  <a:pt x="120582" y="0"/>
                  <a:pt x="100000" y="0"/>
                </a:cubicBezTo>
                <a:cubicBezTo>
                  <a:pt x="79421" y="0"/>
                  <a:pt x="79421" y="30939"/>
                  <a:pt x="100000" y="30939"/>
                </a:cubicBezTo>
                <a:moveTo>
                  <a:pt x="68199" y="83225"/>
                </a:moveTo>
                <a:cubicBezTo>
                  <a:pt x="60496" y="83225"/>
                  <a:pt x="53654" y="86318"/>
                  <a:pt x="48851" y="92092"/>
                </a:cubicBezTo>
                <a:cubicBezTo>
                  <a:pt x="44732" y="97169"/>
                  <a:pt x="42542" y="103478"/>
                  <a:pt x="42542" y="109949"/>
                </a:cubicBezTo>
                <a:cubicBezTo>
                  <a:pt x="39546" y="109088"/>
                  <a:pt x="36453" y="108609"/>
                  <a:pt x="33292" y="108554"/>
                </a:cubicBezTo>
                <a:cubicBezTo>
                  <a:pt x="25916" y="108554"/>
                  <a:pt x="19294" y="111331"/>
                  <a:pt x="14587" y="116409"/>
                </a:cubicBezTo>
                <a:cubicBezTo>
                  <a:pt x="5924" y="125399"/>
                  <a:pt x="4379" y="139028"/>
                  <a:pt x="10796" y="149715"/>
                </a:cubicBezTo>
                <a:cubicBezTo>
                  <a:pt x="6568" y="153136"/>
                  <a:pt x="3571" y="157843"/>
                  <a:pt x="2299" y="163125"/>
                </a:cubicBezTo>
                <a:cubicBezTo>
                  <a:pt x="1122" y="167408"/>
                  <a:pt x="0" y="176440"/>
                  <a:pt x="6089" y="185635"/>
                </a:cubicBezTo>
                <a:cubicBezTo>
                  <a:pt x="1435" y="192751"/>
                  <a:pt x="793" y="201782"/>
                  <a:pt x="4324" y="209472"/>
                </a:cubicBezTo>
                <a:cubicBezTo>
                  <a:pt x="9181" y="220542"/>
                  <a:pt x="21264" y="229204"/>
                  <a:pt x="44787" y="238495"/>
                </a:cubicBezTo>
                <a:cubicBezTo>
                  <a:pt x="59373" y="244270"/>
                  <a:pt x="72797" y="248020"/>
                  <a:pt x="72906" y="248074"/>
                </a:cubicBezTo>
                <a:cubicBezTo>
                  <a:pt x="89848" y="252713"/>
                  <a:pt x="107266" y="255285"/>
                  <a:pt x="124865" y="255656"/>
                </a:cubicBezTo>
                <a:cubicBezTo>
                  <a:pt x="152711" y="255656"/>
                  <a:pt x="172648" y="247103"/>
                  <a:pt x="184088" y="230272"/>
                </a:cubicBezTo>
                <a:cubicBezTo>
                  <a:pt x="202520" y="203218"/>
                  <a:pt x="199907" y="178478"/>
                  <a:pt x="176015" y="154573"/>
                </a:cubicBezTo>
                <a:cubicBezTo>
                  <a:pt x="162865" y="141381"/>
                  <a:pt x="154038" y="121923"/>
                  <a:pt x="152232" y="117640"/>
                </a:cubicBezTo>
                <a:cubicBezTo>
                  <a:pt x="148537" y="105023"/>
                  <a:pt x="138753" y="90970"/>
                  <a:pt x="122510" y="90970"/>
                </a:cubicBezTo>
                <a:cubicBezTo>
                  <a:pt x="113795" y="91080"/>
                  <a:pt x="105612" y="95458"/>
                  <a:pt x="100643" y="102628"/>
                </a:cubicBezTo>
                <a:cubicBezTo>
                  <a:pt x="95882" y="96635"/>
                  <a:pt x="91244" y="91928"/>
                  <a:pt x="87070" y="89260"/>
                </a:cubicBezTo>
                <a:cubicBezTo>
                  <a:pt x="81515" y="85469"/>
                  <a:pt x="74933" y="83375"/>
                  <a:pt x="68199" y="83225"/>
                </a:cubicBezTo>
                <a:moveTo>
                  <a:pt x="68199" y="102191"/>
                </a:moveTo>
                <a:cubicBezTo>
                  <a:pt x="70609" y="102191"/>
                  <a:pt x="73591" y="103258"/>
                  <a:pt x="76861" y="105297"/>
                </a:cubicBezTo>
                <a:cubicBezTo>
                  <a:pt x="87015" y="111769"/>
                  <a:pt x="106583" y="145391"/>
                  <a:pt x="113739" y="158432"/>
                </a:cubicBezTo>
                <a:cubicBezTo>
                  <a:pt x="116093" y="162810"/>
                  <a:pt x="120267" y="164685"/>
                  <a:pt x="123894" y="164685"/>
                </a:cubicBezTo>
                <a:cubicBezTo>
                  <a:pt x="131269" y="164685"/>
                  <a:pt x="136989" y="157406"/>
                  <a:pt x="124646" y="148114"/>
                </a:cubicBezTo>
                <a:cubicBezTo>
                  <a:pt x="105995" y="134211"/>
                  <a:pt x="112508" y="111441"/>
                  <a:pt x="121389" y="110059"/>
                </a:cubicBezTo>
                <a:cubicBezTo>
                  <a:pt x="121758" y="109949"/>
                  <a:pt x="122182" y="109949"/>
                  <a:pt x="122510" y="109949"/>
                </a:cubicBezTo>
                <a:cubicBezTo>
                  <a:pt x="130626" y="109949"/>
                  <a:pt x="134155" y="123894"/>
                  <a:pt x="134155" y="123894"/>
                </a:cubicBezTo>
                <a:cubicBezTo>
                  <a:pt x="134155" y="123894"/>
                  <a:pt x="144638" y="150139"/>
                  <a:pt x="162591" y="168106"/>
                </a:cubicBezTo>
                <a:cubicBezTo>
                  <a:pt x="180503" y="186004"/>
                  <a:pt x="181460" y="200441"/>
                  <a:pt x="168420" y="219571"/>
                </a:cubicBezTo>
                <a:cubicBezTo>
                  <a:pt x="159444" y="232667"/>
                  <a:pt x="142393" y="236580"/>
                  <a:pt x="124865" y="236580"/>
                </a:cubicBezTo>
                <a:cubicBezTo>
                  <a:pt x="106733" y="236580"/>
                  <a:pt x="88138" y="232297"/>
                  <a:pt x="77710" y="229683"/>
                </a:cubicBezTo>
                <a:cubicBezTo>
                  <a:pt x="77176" y="229519"/>
                  <a:pt x="13779" y="211607"/>
                  <a:pt x="21798" y="196377"/>
                </a:cubicBezTo>
                <a:cubicBezTo>
                  <a:pt x="23139" y="193818"/>
                  <a:pt x="25382" y="192751"/>
                  <a:pt x="28161" y="192751"/>
                </a:cubicBezTo>
                <a:cubicBezTo>
                  <a:pt x="39491" y="192751"/>
                  <a:pt x="60016" y="209581"/>
                  <a:pt x="68898" y="209581"/>
                </a:cubicBezTo>
                <a:cubicBezTo>
                  <a:pt x="70868" y="209581"/>
                  <a:pt x="72264" y="208775"/>
                  <a:pt x="72853" y="206749"/>
                </a:cubicBezTo>
                <a:cubicBezTo>
                  <a:pt x="76587" y="193175"/>
                  <a:pt x="15544" y="187509"/>
                  <a:pt x="20675" y="167887"/>
                </a:cubicBezTo>
                <a:cubicBezTo>
                  <a:pt x="21648" y="164412"/>
                  <a:pt x="24043" y="163084"/>
                  <a:pt x="27518" y="163084"/>
                </a:cubicBezTo>
                <a:cubicBezTo>
                  <a:pt x="42433" y="163084"/>
                  <a:pt x="76000" y="189329"/>
                  <a:pt x="83006" y="189329"/>
                </a:cubicBezTo>
                <a:cubicBezTo>
                  <a:pt x="83539" y="189329"/>
                  <a:pt x="83963" y="189220"/>
                  <a:pt x="84183" y="188892"/>
                </a:cubicBezTo>
                <a:cubicBezTo>
                  <a:pt x="87713" y="183172"/>
                  <a:pt x="85729" y="179163"/>
                  <a:pt x="60880" y="164151"/>
                </a:cubicBezTo>
                <a:cubicBezTo>
                  <a:pt x="36125" y="149127"/>
                  <a:pt x="18651" y="140096"/>
                  <a:pt x="28544" y="129298"/>
                </a:cubicBezTo>
                <a:cubicBezTo>
                  <a:pt x="29708" y="128067"/>
                  <a:pt x="31322" y="127479"/>
                  <a:pt x="33292" y="127479"/>
                </a:cubicBezTo>
                <a:cubicBezTo>
                  <a:pt x="48372" y="127479"/>
                  <a:pt x="83963" y="159923"/>
                  <a:pt x="83963" y="159923"/>
                </a:cubicBezTo>
                <a:cubicBezTo>
                  <a:pt x="83963" y="159923"/>
                  <a:pt x="93583" y="169925"/>
                  <a:pt x="99413" y="169925"/>
                </a:cubicBezTo>
                <a:cubicBezTo>
                  <a:pt x="100753" y="169925"/>
                  <a:pt x="101875" y="169434"/>
                  <a:pt x="102670" y="168106"/>
                </a:cubicBezTo>
                <a:cubicBezTo>
                  <a:pt x="106733" y="161155"/>
                  <a:pt x="64355" y="129025"/>
                  <a:pt x="61947" y="115779"/>
                </a:cubicBezTo>
                <a:cubicBezTo>
                  <a:pt x="60345" y="106734"/>
                  <a:pt x="63123" y="102191"/>
                  <a:pt x="68199" y="102191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0D4DF499-EE20-4B63-950E-24BFB760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11" y="6603334"/>
            <a:ext cx="165496" cy="145406"/>
          </a:xfrm>
          <a:custGeom xmlns:a="http://schemas.openxmlformats.org/drawingml/2006/main">
            <a:pathLst>
              <a:path w="167737" h="147375">
                <a:moveTo>
                  <a:pt x="154696" y="120691"/>
                </a:moveTo>
                <a:cubicBezTo>
                  <a:pt x="167737" y="101507"/>
                  <a:pt x="166780" y="87070"/>
                  <a:pt x="148868" y="69172"/>
                </a:cubicBezTo>
                <a:cubicBezTo>
                  <a:pt x="130914" y="51260"/>
                  <a:pt x="120432" y="24959"/>
                  <a:pt x="120432" y="24959"/>
                </a:cubicBezTo>
                <a:cubicBezTo>
                  <a:pt x="120432" y="24959"/>
                  <a:pt x="116531" y="9729"/>
                  <a:pt x="107665" y="11179"/>
                </a:cubicBezTo>
                <a:cubicBezTo>
                  <a:pt x="98784" y="12617"/>
                  <a:pt x="92271" y="35332"/>
                  <a:pt x="110922" y="49234"/>
                </a:cubicBezTo>
                <a:cubicBezTo>
                  <a:pt x="129463" y="63179"/>
                  <a:pt x="107187" y="72647"/>
                  <a:pt x="100016" y="59552"/>
                </a:cubicBezTo>
                <a:cubicBezTo>
                  <a:pt x="92914" y="46511"/>
                  <a:pt x="73292" y="12890"/>
                  <a:pt x="63137" y="6417"/>
                </a:cubicBezTo>
                <a:cubicBezTo>
                  <a:pt x="52985" y="0"/>
                  <a:pt x="45868" y="3585"/>
                  <a:pt x="48223" y="16900"/>
                </a:cubicBezTo>
                <a:cubicBezTo>
                  <a:pt x="50631" y="30145"/>
                  <a:pt x="93064" y="62275"/>
                  <a:pt x="88946" y="69172"/>
                </a:cubicBezTo>
                <a:cubicBezTo>
                  <a:pt x="84786" y="76178"/>
                  <a:pt x="70239" y="61043"/>
                  <a:pt x="70239" y="61043"/>
                </a:cubicBezTo>
                <a:cubicBezTo>
                  <a:pt x="70239" y="61043"/>
                  <a:pt x="24755" y="19623"/>
                  <a:pt x="14820" y="30419"/>
                </a:cubicBezTo>
                <a:cubicBezTo>
                  <a:pt x="4927" y="41216"/>
                  <a:pt x="22401" y="50247"/>
                  <a:pt x="47156" y="65272"/>
                </a:cubicBezTo>
                <a:cubicBezTo>
                  <a:pt x="72005" y="80283"/>
                  <a:pt x="73989" y="84292"/>
                  <a:pt x="70460" y="90012"/>
                </a:cubicBezTo>
                <a:cubicBezTo>
                  <a:pt x="66874" y="95677"/>
                  <a:pt x="12084" y="49439"/>
                  <a:pt x="6951" y="69062"/>
                </a:cubicBezTo>
                <a:cubicBezTo>
                  <a:pt x="1821" y="88630"/>
                  <a:pt x="62864" y="94295"/>
                  <a:pt x="59129" y="107815"/>
                </a:cubicBezTo>
                <a:cubicBezTo>
                  <a:pt x="55325" y="121334"/>
                  <a:pt x="16038" y="82267"/>
                  <a:pt x="8074" y="97442"/>
                </a:cubicBezTo>
                <a:cubicBezTo>
                  <a:pt x="0" y="112727"/>
                  <a:pt x="63452" y="130639"/>
                  <a:pt x="63987" y="130804"/>
                </a:cubicBezTo>
                <a:cubicBezTo>
                  <a:pt x="84403" y="136086"/>
                  <a:pt x="136470" y="147375"/>
                  <a:pt x="154696" y="120691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DE9DA07E-BE29-4EAC-8A21-728FD9F6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255" y="6587889"/>
            <a:ext cx="199828" cy="170127"/>
          </a:xfrm>
          <a:custGeom xmlns:a="http://schemas.openxmlformats.org/drawingml/2006/main">
            <a:pathLst>
              <a:path w="202534" h="172430">
                <a:moveTo>
                  <a:pt x="134335" y="0"/>
                </a:moveTo>
                <a:cubicBezTo>
                  <a:pt x="142024" y="0"/>
                  <a:pt x="148921" y="3092"/>
                  <a:pt x="153684" y="8867"/>
                </a:cubicBezTo>
                <a:cubicBezTo>
                  <a:pt x="157747" y="13944"/>
                  <a:pt x="159992" y="20252"/>
                  <a:pt x="159992" y="26724"/>
                </a:cubicBezTo>
                <a:cubicBezTo>
                  <a:pt x="162974" y="25808"/>
                  <a:pt x="166135" y="25329"/>
                  <a:pt x="169282" y="25329"/>
                </a:cubicBezTo>
                <a:cubicBezTo>
                  <a:pt x="176617" y="25329"/>
                  <a:pt x="183295" y="28106"/>
                  <a:pt x="188002" y="33183"/>
                </a:cubicBezTo>
                <a:cubicBezTo>
                  <a:pt x="196609" y="42173"/>
                  <a:pt x="198155" y="55803"/>
                  <a:pt x="191793" y="66490"/>
                </a:cubicBezTo>
                <a:cubicBezTo>
                  <a:pt x="195965" y="69911"/>
                  <a:pt x="198949" y="74618"/>
                  <a:pt x="200235" y="79900"/>
                </a:cubicBezTo>
                <a:cubicBezTo>
                  <a:pt x="201412" y="84183"/>
                  <a:pt x="202534" y="93215"/>
                  <a:pt x="196445" y="102410"/>
                </a:cubicBezTo>
                <a:cubicBezTo>
                  <a:pt x="201097" y="109525"/>
                  <a:pt x="201727" y="118557"/>
                  <a:pt x="198210" y="126247"/>
                </a:cubicBezTo>
                <a:cubicBezTo>
                  <a:pt x="193338" y="137317"/>
                  <a:pt x="181256" y="145979"/>
                  <a:pt x="157747" y="155270"/>
                </a:cubicBezTo>
                <a:cubicBezTo>
                  <a:pt x="143091" y="161045"/>
                  <a:pt x="129737" y="164795"/>
                  <a:pt x="129626" y="164849"/>
                </a:cubicBezTo>
                <a:cubicBezTo>
                  <a:pt x="112686" y="169488"/>
                  <a:pt x="95253" y="172060"/>
                  <a:pt x="77669" y="172430"/>
                </a:cubicBezTo>
                <a:cubicBezTo>
                  <a:pt x="49822" y="172430"/>
                  <a:pt x="29886" y="163878"/>
                  <a:pt x="18445" y="147046"/>
                </a:cubicBezTo>
                <a:cubicBezTo>
                  <a:pt x="0" y="119993"/>
                  <a:pt x="2627" y="95253"/>
                  <a:pt x="26518" y="71347"/>
                </a:cubicBezTo>
                <a:cubicBezTo>
                  <a:pt x="39724" y="58156"/>
                  <a:pt x="48536" y="38698"/>
                  <a:pt x="50356" y="34415"/>
                </a:cubicBezTo>
                <a:cubicBezTo>
                  <a:pt x="54051" y="21798"/>
                  <a:pt x="63766" y="7745"/>
                  <a:pt x="79968" y="7745"/>
                </a:cubicBezTo>
                <a:cubicBezTo>
                  <a:pt x="88739" y="7854"/>
                  <a:pt x="96908" y="12233"/>
                  <a:pt x="101890" y="19403"/>
                </a:cubicBezTo>
                <a:cubicBezTo>
                  <a:pt x="106583" y="13410"/>
                  <a:pt x="111290" y="8703"/>
                  <a:pt x="115519" y="6035"/>
                </a:cubicBezTo>
                <a:cubicBezTo>
                  <a:pt x="121075" y="2244"/>
                  <a:pt x="127601" y="150"/>
                  <a:pt x="134335" y="0"/>
                </a:cubicBezTo>
                <a:moveTo>
                  <a:pt x="134335" y="18966"/>
                </a:moveTo>
                <a:cubicBezTo>
                  <a:pt x="131925" y="18966"/>
                  <a:pt x="128929" y="20033"/>
                  <a:pt x="125672" y="22072"/>
                </a:cubicBezTo>
                <a:cubicBezTo>
                  <a:pt x="115573" y="28544"/>
                  <a:pt x="95951" y="62165"/>
                  <a:pt x="88795" y="75207"/>
                </a:cubicBezTo>
                <a:cubicBezTo>
                  <a:pt x="86809" y="79051"/>
                  <a:pt x="82910" y="81405"/>
                  <a:pt x="78627" y="81460"/>
                </a:cubicBezTo>
                <a:cubicBezTo>
                  <a:pt x="71306" y="81460"/>
                  <a:pt x="65532" y="74181"/>
                  <a:pt x="77943" y="64889"/>
                </a:cubicBezTo>
                <a:cubicBezTo>
                  <a:pt x="96539" y="50986"/>
                  <a:pt x="90012" y="28216"/>
                  <a:pt x="81144" y="26834"/>
                </a:cubicBezTo>
                <a:cubicBezTo>
                  <a:pt x="80776" y="26779"/>
                  <a:pt x="80392" y="26724"/>
                  <a:pt x="79968" y="26724"/>
                </a:cubicBezTo>
                <a:cubicBezTo>
                  <a:pt x="71894" y="26724"/>
                  <a:pt x="68364" y="40668"/>
                  <a:pt x="68364" y="40668"/>
                </a:cubicBezTo>
                <a:cubicBezTo>
                  <a:pt x="68364" y="40668"/>
                  <a:pt x="57896" y="66914"/>
                  <a:pt x="39984" y="84881"/>
                </a:cubicBezTo>
                <a:cubicBezTo>
                  <a:pt x="22031" y="102779"/>
                  <a:pt x="21059" y="117216"/>
                  <a:pt x="34154" y="136345"/>
                </a:cubicBezTo>
                <a:cubicBezTo>
                  <a:pt x="43090" y="149442"/>
                  <a:pt x="60195" y="153355"/>
                  <a:pt x="77669" y="153355"/>
                </a:cubicBezTo>
                <a:cubicBezTo>
                  <a:pt x="95841" y="153355"/>
                  <a:pt x="114396" y="149072"/>
                  <a:pt x="124865" y="146458"/>
                </a:cubicBezTo>
                <a:cubicBezTo>
                  <a:pt x="125343" y="146294"/>
                  <a:pt x="188796" y="128382"/>
                  <a:pt x="180777" y="113152"/>
                </a:cubicBezTo>
                <a:cubicBezTo>
                  <a:pt x="179394" y="110593"/>
                  <a:pt x="177205" y="109525"/>
                  <a:pt x="174413" y="109525"/>
                </a:cubicBezTo>
                <a:cubicBezTo>
                  <a:pt x="163083" y="109525"/>
                  <a:pt x="142504" y="126356"/>
                  <a:pt x="133636" y="126356"/>
                </a:cubicBezTo>
                <a:cubicBezTo>
                  <a:pt x="131652" y="126356"/>
                  <a:pt x="130270" y="125549"/>
                  <a:pt x="129737" y="123524"/>
                </a:cubicBezTo>
                <a:cubicBezTo>
                  <a:pt x="125891" y="109949"/>
                  <a:pt x="186975" y="104284"/>
                  <a:pt x="181844" y="84662"/>
                </a:cubicBezTo>
                <a:cubicBezTo>
                  <a:pt x="180941" y="81187"/>
                  <a:pt x="178533" y="79859"/>
                  <a:pt x="175002" y="79859"/>
                </a:cubicBezTo>
                <a:cubicBezTo>
                  <a:pt x="160101" y="79859"/>
                  <a:pt x="126520" y="106104"/>
                  <a:pt x="119474" y="106104"/>
                </a:cubicBezTo>
                <a:cubicBezTo>
                  <a:pt x="119050" y="106104"/>
                  <a:pt x="118611" y="105995"/>
                  <a:pt x="118406" y="105666"/>
                </a:cubicBezTo>
                <a:cubicBezTo>
                  <a:pt x="114876" y="99947"/>
                  <a:pt x="116791" y="95937"/>
                  <a:pt x="141600" y="80926"/>
                </a:cubicBezTo>
                <a:cubicBezTo>
                  <a:pt x="166450" y="65902"/>
                  <a:pt x="183883" y="56870"/>
                  <a:pt x="173935" y="46073"/>
                </a:cubicBezTo>
                <a:cubicBezTo>
                  <a:pt x="172812" y="44842"/>
                  <a:pt x="171212" y="44254"/>
                  <a:pt x="169282" y="44254"/>
                </a:cubicBezTo>
                <a:cubicBezTo>
                  <a:pt x="154162" y="44254"/>
                  <a:pt x="118557" y="76698"/>
                  <a:pt x="118557" y="76698"/>
                </a:cubicBezTo>
                <a:cubicBezTo>
                  <a:pt x="118557" y="76698"/>
                  <a:pt x="108937" y="86700"/>
                  <a:pt x="103163" y="86700"/>
                </a:cubicBezTo>
                <a:cubicBezTo>
                  <a:pt x="101835" y="86742"/>
                  <a:pt x="100549" y="86057"/>
                  <a:pt x="99904" y="84881"/>
                </a:cubicBezTo>
                <a:cubicBezTo>
                  <a:pt x="95786" y="77929"/>
                  <a:pt x="138179" y="45800"/>
                  <a:pt x="140533" y="32554"/>
                </a:cubicBezTo>
                <a:cubicBezTo>
                  <a:pt x="142189" y="23509"/>
                  <a:pt x="139410" y="18966"/>
                  <a:pt x="134335" y="18966"/>
                </a:cubicBezTo>
              </a:path>
            </a:pathLst>
          </a:custGeom>
          <a:solidFill xmlns:a="http://schemas.openxmlformats.org/drawingml/2006/main">
            <a:srgbClr val="FF9D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BCB42EB7-6995-46B2-949E-9B3E4C7D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087" y="6603334"/>
            <a:ext cx="165442" cy="145406"/>
          </a:xfrm>
          <a:custGeom xmlns:a="http://schemas.openxmlformats.org/drawingml/2006/main">
            <a:pathLst>
              <a:path w="167682" h="147375">
                <a:moveTo>
                  <a:pt x="13041" y="120691"/>
                </a:moveTo>
                <a:cubicBezTo>
                  <a:pt x="0" y="101507"/>
                  <a:pt x="917" y="87070"/>
                  <a:pt x="18870" y="69172"/>
                </a:cubicBezTo>
                <a:cubicBezTo>
                  <a:pt x="36783" y="51260"/>
                  <a:pt x="47250" y="24959"/>
                  <a:pt x="47250" y="24959"/>
                </a:cubicBezTo>
                <a:cubicBezTo>
                  <a:pt x="47250" y="24959"/>
                  <a:pt x="51164" y="9729"/>
                  <a:pt x="60086" y="11179"/>
                </a:cubicBezTo>
                <a:cubicBezTo>
                  <a:pt x="68898" y="12617"/>
                  <a:pt x="75426" y="35332"/>
                  <a:pt x="56829" y="49234"/>
                </a:cubicBezTo>
                <a:cubicBezTo>
                  <a:pt x="38219" y="63179"/>
                  <a:pt x="60565" y="72647"/>
                  <a:pt x="67681" y="59552"/>
                </a:cubicBezTo>
                <a:cubicBezTo>
                  <a:pt x="74837" y="46511"/>
                  <a:pt x="94460" y="12890"/>
                  <a:pt x="104558" y="6417"/>
                </a:cubicBezTo>
                <a:cubicBezTo>
                  <a:pt x="114656" y="0"/>
                  <a:pt x="121883" y="3585"/>
                  <a:pt x="119419" y="16900"/>
                </a:cubicBezTo>
                <a:cubicBezTo>
                  <a:pt x="117066" y="30145"/>
                  <a:pt x="74672" y="62275"/>
                  <a:pt x="78791" y="69172"/>
                </a:cubicBezTo>
                <a:cubicBezTo>
                  <a:pt x="82910" y="76178"/>
                  <a:pt x="97443" y="61043"/>
                  <a:pt x="97443" y="61043"/>
                </a:cubicBezTo>
                <a:cubicBezTo>
                  <a:pt x="97443" y="61043"/>
                  <a:pt x="142983" y="19623"/>
                  <a:pt x="152876" y="30419"/>
                </a:cubicBezTo>
                <a:cubicBezTo>
                  <a:pt x="162769" y="41216"/>
                  <a:pt x="145337" y="50247"/>
                  <a:pt x="120541" y="65272"/>
                </a:cubicBezTo>
                <a:cubicBezTo>
                  <a:pt x="95677" y="80283"/>
                  <a:pt x="93762" y="84292"/>
                  <a:pt x="97237" y="90012"/>
                </a:cubicBezTo>
                <a:cubicBezTo>
                  <a:pt x="100809" y="95677"/>
                  <a:pt x="155599" y="49439"/>
                  <a:pt x="160731" y="69062"/>
                </a:cubicBezTo>
                <a:cubicBezTo>
                  <a:pt x="165862" y="88630"/>
                  <a:pt x="104818" y="94295"/>
                  <a:pt x="108623" y="107815"/>
                </a:cubicBezTo>
                <a:cubicBezTo>
                  <a:pt x="112413" y="121334"/>
                  <a:pt x="151589" y="82267"/>
                  <a:pt x="159664" y="97442"/>
                </a:cubicBezTo>
                <a:cubicBezTo>
                  <a:pt x="167682" y="112727"/>
                  <a:pt x="104284" y="130639"/>
                  <a:pt x="103751" y="130804"/>
                </a:cubicBezTo>
                <a:cubicBezTo>
                  <a:pt x="83280" y="136086"/>
                  <a:pt x="31227" y="147375"/>
                  <a:pt x="13041" y="120691"/>
                </a:cubicBezTo>
              </a:path>
            </a:pathLst>
          </a:custGeom>
          <a:solidFill xmlns:a="http://schemas.openxmlformats.org/drawingml/2006/main">
            <a:srgbClr val="FFD2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49829F39-516D-4FCA-AE9C-BCD468B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132" y="6344493"/>
            <a:ext cx="437622" cy="447275"/>
          </a:xfrm>
          <a:custGeom xmlns:a="http://schemas.openxmlformats.org/drawingml/2006/main">
            <a:pathLst>
              <a:path w="443548" h="453332">
                <a:moveTo>
                  <a:pt x="153464" y="16735"/>
                </a:moveTo>
                <a:cubicBezTo>
                  <a:pt x="60838" y="48865"/>
                  <a:pt x="0" y="137646"/>
                  <a:pt x="3531" y="235622"/>
                </a:cubicBezTo>
                <a:cubicBezTo>
                  <a:pt x="7060" y="333598"/>
                  <a:pt x="74029" y="417836"/>
                  <a:pt x="168749" y="443233"/>
                </a:cubicBezTo>
                <a:cubicBezTo>
                  <a:pt x="206119" y="452907"/>
                  <a:pt x="245296" y="453332"/>
                  <a:pt x="282873" y="444465"/>
                </a:cubicBezTo>
                <a:cubicBezTo>
                  <a:pt x="316972" y="436815"/>
                  <a:pt x="348458" y="420463"/>
                  <a:pt x="374280" y="396995"/>
                </a:cubicBezTo>
                <a:cubicBezTo>
                  <a:pt x="401169" y="371818"/>
                  <a:pt x="420668" y="339797"/>
                  <a:pt x="430726" y="304356"/>
                </a:cubicBezTo>
                <a:cubicBezTo>
                  <a:pt x="441632" y="265822"/>
                  <a:pt x="443548" y="225305"/>
                  <a:pt x="436392" y="185908"/>
                </a:cubicBezTo>
                <a:lnTo>
                  <a:pt x="226426" y="185908"/>
                </a:lnTo>
                <a:lnTo>
                  <a:pt x="226426" y="272979"/>
                </a:lnTo>
                <a:lnTo>
                  <a:pt x="348035" y="272979"/>
                </a:lnTo>
                <a:cubicBezTo>
                  <a:pt x="343108" y="301044"/>
                  <a:pt x="326975" y="325908"/>
                  <a:pt x="303343" y="341836"/>
                </a:cubicBezTo>
                <a:cubicBezTo>
                  <a:pt x="288538" y="351661"/>
                  <a:pt x="271761" y="358297"/>
                  <a:pt x="254219" y="361240"/>
                </a:cubicBezTo>
                <a:cubicBezTo>
                  <a:pt x="236634" y="364551"/>
                  <a:pt x="218572" y="364551"/>
                  <a:pt x="200934" y="361240"/>
                </a:cubicBezTo>
                <a:cubicBezTo>
                  <a:pt x="183076" y="357545"/>
                  <a:pt x="166244" y="350224"/>
                  <a:pt x="151385" y="339646"/>
                </a:cubicBezTo>
                <a:cubicBezTo>
                  <a:pt x="127547" y="322747"/>
                  <a:pt x="109636" y="298800"/>
                  <a:pt x="100220" y="271117"/>
                </a:cubicBezTo>
                <a:cubicBezTo>
                  <a:pt x="90655" y="242943"/>
                  <a:pt x="90655" y="212428"/>
                  <a:pt x="100220" y="184252"/>
                </a:cubicBezTo>
                <a:cubicBezTo>
                  <a:pt x="106912" y="164480"/>
                  <a:pt x="117968" y="146513"/>
                  <a:pt x="132624" y="131597"/>
                </a:cubicBezTo>
                <a:cubicBezTo>
                  <a:pt x="166724" y="96266"/>
                  <a:pt x="217710" y="82965"/>
                  <a:pt x="264756" y="97128"/>
                </a:cubicBezTo>
                <a:cubicBezTo>
                  <a:pt x="282763" y="102628"/>
                  <a:pt x="299225" y="112303"/>
                  <a:pt x="312867" y="125344"/>
                </a:cubicBezTo>
                <a:cubicBezTo>
                  <a:pt x="326551" y="111715"/>
                  <a:pt x="340235" y="98031"/>
                  <a:pt x="353919" y="84292"/>
                </a:cubicBezTo>
                <a:cubicBezTo>
                  <a:pt x="360966" y="76917"/>
                  <a:pt x="368671" y="69924"/>
                  <a:pt x="375608" y="62384"/>
                </a:cubicBezTo>
                <a:cubicBezTo>
                  <a:pt x="354822" y="43035"/>
                  <a:pt x="330397" y="27956"/>
                  <a:pt x="303767" y="18076"/>
                </a:cubicBezTo>
                <a:cubicBezTo>
                  <a:pt x="255299" y="479"/>
                  <a:pt x="202262" y="0"/>
                  <a:pt x="153464" y="1673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7FB5B4DC-3A12-493A-96DA-B1F7F79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823" y="6344493"/>
            <a:ext cx="343858" cy="181629"/>
          </a:xfrm>
          <a:custGeom xmlns:a="http://schemas.openxmlformats.org/drawingml/2006/main">
            <a:pathLst>
              <a:path w="348514" h="184089">
                <a:moveTo>
                  <a:pt x="126412" y="16735"/>
                </a:moveTo>
                <a:cubicBezTo>
                  <a:pt x="175209" y="0"/>
                  <a:pt x="228247" y="437"/>
                  <a:pt x="276715" y="18021"/>
                </a:cubicBezTo>
                <a:cubicBezTo>
                  <a:pt x="303344" y="28011"/>
                  <a:pt x="327770" y="43145"/>
                  <a:pt x="348514" y="62549"/>
                </a:cubicBezTo>
                <a:cubicBezTo>
                  <a:pt x="341453" y="70075"/>
                  <a:pt x="334023" y="77136"/>
                  <a:pt x="326812" y="84512"/>
                </a:cubicBezTo>
                <a:cubicBezTo>
                  <a:pt x="313128" y="98141"/>
                  <a:pt x="299444" y="111770"/>
                  <a:pt x="285815" y="125344"/>
                </a:cubicBezTo>
                <a:cubicBezTo>
                  <a:pt x="272172" y="112303"/>
                  <a:pt x="255710" y="102628"/>
                  <a:pt x="237703" y="97128"/>
                </a:cubicBezTo>
                <a:cubicBezTo>
                  <a:pt x="190658" y="82910"/>
                  <a:pt x="139672" y="96225"/>
                  <a:pt x="105516" y="131502"/>
                </a:cubicBezTo>
                <a:cubicBezTo>
                  <a:pt x="90916" y="146362"/>
                  <a:pt x="79859" y="164315"/>
                  <a:pt x="73127" y="184089"/>
                </a:cubicBezTo>
                <a:lnTo>
                  <a:pt x="0" y="127492"/>
                </a:lnTo>
                <a:cubicBezTo>
                  <a:pt x="26191" y="75535"/>
                  <a:pt x="71512" y="35866"/>
                  <a:pt x="126412" y="16735"/>
                </a:cubicBezTo>
              </a:path>
            </a:pathLst>
          </a:custGeom>
          <a:solidFill xmlns:a="http://schemas.openxmlformats.org/drawingml/2006/main">
            <a:srgbClr val="E33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2BDD8229-DCE3-42B3-92C7-89D70BC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971" y="6470282"/>
            <a:ext cx="101002" cy="197655"/>
          </a:xfrm>
          <a:custGeom xmlns:a="http://schemas.openxmlformats.org/drawingml/2006/main">
            <a:pathLst>
              <a:path w="102369" h="200331">
                <a:moveTo>
                  <a:pt x="9839" y="56062"/>
                </a:moveTo>
                <a:cubicBezTo>
                  <a:pt x="13794" y="36605"/>
                  <a:pt x="20307" y="17748"/>
                  <a:pt x="29242" y="0"/>
                </a:cubicBezTo>
                <a:lnTo>
                  <a:pt x="102369" y="56760"/>
                </a:lnTo>
                <a:cubicBezTo>
                  <a:pt x="92791" y="84935"/>
                  <a:pt x="92791" y="115450"/>
                  <a:pt x="102369" y="143625"/>
                </a:cubicBezTo>
                <a:cubicBezTo>
                  <a:pt x="78040" y="162441"/>
                  <a:pt x="53614" y="181365"/>
                  <a:pt x="29242" y="200331"/>
                </a:cubicBezTo>
                <a:cubicBezTo>
                  <a:pt x="6842" y="155750"/>
                  <a:pt x="0" y="104982"/>
                  <a:pt x="9839" y="56062"/>
                </a:cubicBezTo>
              </a:path>
            </a:pathLst>
          </a:custGeom>
          <a:solidFill xmlns:a="http://schemas.openxmlformats.org/drawingml/2006/main">
            <a:srgbClr val="F8B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E2F35F37-F207-4CC3-8398-979BBCF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479" y="6527863"/>
            <a:ext cx="214274" cy="208267"/>
          </a:xfrm>
          <a:custGeom xmlns:a="http://schemas.openxmlformats.org/drawingml/2006/main">
            <a:pathLst>
              <a:path w="217176" h="211087">
                <a:moveTo>
                  <a:pt x="55" y="0"/>
                </a:moveTo>
                <a:lnTo>
                  <a:pt x="210020" y="0"/>
                </a:lnTo>
                <a:cubicBezTo>
                  <a:pt x="217176" y="39396"/>
                  <a:pt x="215260" y="79914"/>
                  <a:pt x="204355" y="118461"/>
                </a:cubicBezTo>
                <a:cubicBezTo>
                  <a:pt x="194296" y="153888"/>
                  <a:pt x="174797" y="185909"/>
                  <a:pt x="147908" y="211087"/>
                </a:cubicBezTo>
                <a:cubicBezTo>
                  <a:pt x="124276" y="192696"/>
                  <a:pt x="100603" y="174414"/>
                  <a:pt x="76971" y="155982"/>
                </a:cubicBezTo>
                <a:cubicBezTo>
                  <a:pt x="100658" y="140054"/>
                  <a:pt x="116736" y="115136"/>
                  <a:pt x="121664" y="87084"/>
                </a:cubicBezTo>
                <a:lnTo>
                  <a:pt x="55" y="87084"/>
                </a:lnTo>
                <a:cubicBezTo>
                  <a:pt x="0" y="58060"/>
                  <a:pt x="55" y="29023"/>
                  <a:pt x="55" y="0"/>
                </a:cubicBezTo>
              </a:path>
            </a:pathLst>
          </a:cu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903C69E0-408B-40BA-B665-AF59E7E2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823" y="6611988"/>
            <a:ext cx="342696" cy="179577"/>
          </a:xfrm>
          <a:custGeom xmlns:a="http://schemas.openxmlformats.org/drawingml/2006/main">
            <a:pathLst>
              <a:path w="347337" h="182009">
                <a:moveTo>
                  <a:pt x="0" y="56706"/>
                </a:moveTo>
                <a:cubicBezTo>
                  <a:pt x="24372" y="37891"/>
                  <a:pt x="48743" y="19021"/>
                  <a:pt x="73127" y="0"/>
                </a:cubicBezTo>
                <a:cubicBezTo>
                  <a:pt x="82527" y="27682"/>
                  <a:pt x="100440" y="51629"/>
                  <a:pt x="124332" y="68529"/>
                </a:cubicBezTo>
                <a:cubicBezTo>
                  <a:pt x="139192" y="79052"/>
                  <a:pt x="156134" y="86318"/>
                  <a:pt x="173990" y="89958"/>
                </a:cubicBezTo>
                <a:cubicBezTo>
                  <a:pt x="191629" y="93215"/>
                  <a:pt x="209691" y="93215"/>
                  <a:pt x="227275" y="89958"/>
                </a:cubicBezTo>
                <a:cubicBezTo>
                  <a:pt x="244805" y="87016"/>
                  <a:pt x="261539" y="80393"/>
                  <a:pt x="276400" y="70554"/>
                </a:cubicBezTo>
                <a:cubicBezTo>
                  <a:pt x="300033" y="89000"/>
                  <a:pt x="323705" y="107282"/>
                  <a:pt x="347337" y="125659"/>
                </a:cubicBezTo>
                <a:cubicBezTo>
                  <a:pt x="321516" y="149127"/>
                  <a:pt x="290029" y="165533"/>
                  <a:pt x="255929" y="173183"/>
                </a:cubicBezTo>
                <a:cubicBezTo>
                  <a:pt x="218353" y="182009"/>
                  <a:pt x="179176" y="181571"/>
                  <a:pt x="141806" y="171952"/>
                </a:cubicBezTo>
                <a:cubicBezTo>
                  <a:pt x="112194" y="164042"/>
                  <a:pt x="84607" y="150139"/>
                  <a:pt x="60660" y="131064"/>
                </a:cubicBezTo>
                <a:cubicBezTo>
                  <a:pt x="35333" y="110963"/>
                  <a:pt x="14587" y="85579"/>
                  <a:pt x="0" y="56706"/>
                </a:cubicBezTo>
              </a:path>
            </a:pathLst>
          </a:custGeom>
          <a:solidFill xmlns:a="http://schemas.openxmlformats.org/drawingml/2006/main">
            <a:srgbClr val="31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22A886D0-C37E-45DF-B89F-B702EE1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9902" y="5840055"/>
            <a:ext cx="2025151" cy="992324"/>
          </a:xfrm>
          <a:custGeom xmlns:a="http://schemas.openxmlformats.org/drawingml/2006/main">
            <a:pathLst>
              <a:path w="2052575" h="1005762">
                <a:moveTo>
                  <a:pt x="102628" y="0"/>
                </a:moveTo>
                <a:lnTo>
                  <a:pt x="1949946" y="0"/>
                </a:lnTo>
                <a:cubicBezTo>
                  <a:pt x="2006815" y="0"/>
                  <a:pt x="2052575" y="45759"/>
                  <a:pt x="2052575" y="102629"/>
                </a:cubicBezTo>
                <a:lnTo>
                  <a:pt x="2052575" y="903133"/>
                </a:lnTo>
                <a:cubicBezTo>
                  <a:pt x="2052575" y="960004"/>
                  <a:pt x="2006815" y="1005762"/>
                  <a:pt x="1949946" y="1005762"/>
                </a:cubicBezTo>
                <a:lnTo>
                  <a:pt x="102628" y="1005762"/>
                </a:lnTo>
                <a:cubicBezTo>
                  <a:pt x="45758" y="1005762"/>
                  <a:pt x="0" y="960004"/>
                  <a:pt x="0" y="903133"/>
                </a:cubicBezTo>
                <a:lnTo>
                  <a:pt x="0" y="102629"/>
                </a:lnTo>
                <a:cubicBezTo>
                  <a:pt x="0" y="45759"/>
                  <a:pt x="45758" y="0"/>
                  <a:pt x="102628" y="0"/>
                </a:cubicBezTo>
              </a:path>
            </a:pathLst>
          </a:custGeom>
          <a:solidFill xmlns:a="http://schemas.openxmlformats.org/drawingml/2006/main">
            <a:srgbClr val="EDF6F4"/>
          </a:solidFill>
          <a:ln xmlns:a="http://schemas.openxmlformats.org/drawingml/2006/main" w="18226">
            <a:solidFill>
              <a:srgbClr val="B6D0CC"/>
            </a:solidFill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8ADF000F-DA91-49C5-9001-121D941D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895" y="5921061"/>
            <a:ext cx="2025151" cy="992325"/>
          </a:xfrm>
          <a:custGeom xmlns:a="http://schemas.openxmlformats.org/drawingml/2006/main">
            <a:pathLst>
              <a:path w="2052575" h="1005762">
                <a:moveTo>
                  <a:pt x="102628" y="0"/>
                </a:moveTo>
                <a:lnTo>
                  <a:pt x="1949946" y="0"/>
                </a:lnTo>
                <a:cubicBezTo>
                  <a:pt x="2006817" y="0"/>
                  <a:pt x="2052575" y="45759"/>
                  <a:pt x="2052575" y="102628"/>
                </a:cubicBezTo>
                <a:lnTo>
                  <a:pt x="2052575" y="903133"/>
                </a:lnTo>
                <a:cubicBezTo>
                  <a:pt x="2052575" y="960003"/>
                  <a:pt x="2006817" y="1005762"/>
                  <a:pt x="1949946" y="1005762"/>
                </a:cubicBezTo>
                <a:lnTo>
                  <a:pt x="102628" y="1005762"/>
                </a:lnTo>
                <a:cubicBezTo>
                  <a:pt x="45758" y="1005762"/>
                  <a:pt x="0" y="960003"/>
                  <a:pt x="0" y="903133"/>
                </a:cubicBezTo>
                <a:lnTo>
                  <a:pt x="0" y="102628"/>
                </a:lnTo>
                <a:cubicBezTo>
                  <a:pt x="0" y="45759"/>
                  <a:pt x="45758" y="0"/>
                  <a:pt x="10262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226">
            <a:solidFill>
              <a:srgbClr val="78AAA4"/>
            </a:solidFill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47780520-6F44-4F6B-8694-004B11F5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703" y="6346343"/>
            <a:ext cx="280781" cy="445533"/>
          </a:xfrm>
          <a:custGeom xmlns:a="http://schemas.openxmlformats.org/drawingml/2006/main">
            <a:pathLst>
              <a:path w="284583" h="451566">
                <a:moveTo>
                  <a:pt x="0" y="0"/>
                </a:moveTo>
                <a:lnTo>
                  <a:pt x="0" y="451566"/>
                </a:lnTo>
                <a:lnTo>
                  <a:pt x="284583" y="451566"/>
                </a:lnTo>
                <a:lnTo>
                  <a:pt x="284583" y="0"/>
                </a:lnTo>
                <a:close/>
              </a:path>
            </a:pathLst>
          </a:custGeom>
          <a:solidFill xmlns:a="http://schemas.openxmlformats.org/drawingml/2006/main">
            <a:srgbClr val="E95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7D978D2D-178A-4B9C-A3F4-396262B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819" y="6537895"/>
            <a:ext cx="207848" cy="198343"/>
          </a:xfrm>
          <a:custGeom xmlns:a="http://schemas.openxmlformats.org/drawingml/2006/main">
            <a:pathLst>
              <a:path w="210663" h="201029">
                <a:moveTo>
                  <a:pt x="29447" y="124427"/>
                </a:moveTo>
                <a:cubicBezTo>
                  <a:pt x="45758" y="124427"/>
                  <a:pt x="58909" y="111167"/>
                  <a:pt x="58909" y="94760"/>
                </a:cubicBezTo>
                <a:cubicBezTo>
                  <a:pt x="58909" y="78353"/>
                  <a:pt x="45758" y="65094"/>
                  <a:pt x="29447" y="65094"/>
                </a:cubicBezTo>
                <a:cubicBezTo>
                  <a:pt x="13205" y="65094"/>
                  <a:pt x="0" y="78353"/>
                  <a:pt x="0" y="94760"/>
                </a:cubicBezTo>
                <a:cubicBezTo>
                  <a:pt x="0" y="111167"/>
                  <a:pt x="13205" y="124427"/>
                  <a:pt x="29447" y="124427"/>
                </a:cubicBezTo>
                <a:moveTo>
                  <a:pt x="152178" y="59320"/>
                </a:moveTo>
                <a:cubicBezTo>
                  <a:pt x="168434" y="59320"/>
                  <a:pt x="181625" y="46073"/>
                  <a:pt x="181625" y="29653"/>
                </a:cubicBezTo>
                <a:cubicBezTo>
                  <a:pt x="181625" y="13246"/>
                  <a:pt x="168434" y="0"/>
                  <a:pt x="152178" y="0"/>
                </a:cubicBezTo>
                <a:cubicBezTo>
                  <a:pt x="135880" y="0"/>
                  <a:pt x="122676" y="13246"/>
                  <a:pt x="122676" y="29653"/>
                </a:cubicBezTo>
                <a:cubicBezTo>
                  <a:pt x="122676" y="46073"/>
                  <a:pt x="135880" y="59320"/>
                  <a:pt x="152178" y="59320"/>
                </a:cubicBezTo>
                <a:moveTo>
                  <a:pt x="95896" y="171198"/>
                </a:moveTo>
                <a:cubicBezTo>
                  <a:pt x="74672" y="166601"/>
                  <a:pt x="56925" y="152971"/>
                  <a:pt x="46990" y="133568"/>
                </a:cubicBezTo>
                <a:cubicBezTo>
                  <a:pt x="39122" y="137208"/>
                  <a:pt x="30310" y="138275"/>
                  <a:pt x="21811" y="136674"/>
                </a:cubicBezTo>
                <a:cubicBezTo>
                  <a:pt x="33840" y="166546"/>
                  <a:pt x="59442" y="188248"/>
                  <a:pt x="90874" y="195036"/>
                </a:cubicBezTo>
                <a:cubicBezTo>
                  <a:pt x="97716" y="196541"/>
                  <a:pt x="104764" y="197238"/>
                  <a:pt x="111769" y="197184"/>
                </a:cubicBezTo>
                <a:cubicBezTo>
                  <a:pt x="106364" y="190013"/>
                  <a:pt x="103327" y="181351"/>
                  <a:pt x="103163" y="172375"/>
                </a:cubicBezTo>
                <a:cubicBezTo>
                  <a:pt x="100699" y="172115"/>
                  <a:pt x="98305" y="171677"/>
                  <a:pt x="95896" y="171198"/>
                </a:cubicBezTo>
                <a:moveTo>
                  <a:pt x="145555" y="201029"/>
                </a:moveTo>
                <a:cubicBezTo>
                  <a:pt x="161798" y="201029"/>
                  <a:pt x="175003" y="187769"/>
                  <a:pt x="175003" y="171362"/>
                </a:cubicBezTo>
                <a:cubicBezTo>
                  <a:pt x="175003" y="154955"/>
                  <a:pt x="161798" y="141641"/>
                  <a:pt x="145555" y="141641"/>
                </a:cubicBezTo>
                <a:cubicBezTo>
                  <a:pt x="129244" y="141641"/>
                  <a:pt x="116053" y="154955"/>
                  <a:pt x="116053" y="171362"/>
                </a:cubicBezTo>
                <a:cubicBezTo>
                  <a:pt x="116053" y="187769"/>
                  <a:pt x="129244" y="201029"/>
                  <a:pt x="145555" y="201029"/>
                </a:cubicBezTo>
                <a:moveTo>
                  <a:pt x="186497" y="160456"/>
                </a:moveTo>
                <a:cubicBezTo>
                  <a:pt x="195693" y="148798"/>
                  <a:pt x="202151" y="135072"/>
                  <a:pt x="205257" y="120417"/>
                </a:cubicBezTo>
                <a:cubicBezTo>
                  <a:pt x="210663" y="94925"/>
                  <a:pt x="205626" y="68310"/>
                  <a:pt x="191355" y="46497"/>
                </a:cubicBezTo>
                <a:cubicBezTo>
                  <a:pt x="187933" y="54516"/>
                  <a:pt x="182173" y="61358"/>
                  <a:pt x="174784" y="66011"/>
                </a:cubicBezTo>
                <a:cubicBezTo>
                  <a:pt x="182761" y="81131"/>
                  <a:pt x="185156" y="98619"/>
                  <a:pt x="181585" y="115341"/>
                </a:cubicBezTo>
                <a:cubicBezTo>
                  <a:pt x="179875" y="123469"/>
                  <a:pt x="176767" y="131214"/>
                  <a:pt x="172444" y="138329"/>
                </a:cubicBezTo>
                <a:cubicBezTo>
                  <a:pt x="179341" y="144049"/>
                  <a:pt x="184254" y="151795"/>
                  <a:pt x="186551" y="160456"/>
                </a:cubicBezTo>
                <a:lnTo>
                  <a:pt x="186497" y="160456"/>
                </a:lnTo>
                <a:moveTo>
                  <a:pt x="27203" y="52162"/>
                </a:moveTo>
                <a:cubicBezTo>
                  <a:pt x="30953" y="51999"/>
                  <a:pt x="34688" y="52272"/>
                  <a:pt x="38328" y="53066"/>
                </a:cubicBezTo>
                <a:cubicBezTo>
                  <a:pt x="43131" y="54146"/>
                  <a:pt x="47633" y="55953"/>
                  <a:pt x="51793" y="58581"/>
                </a:cubicBezTo>
                <a:cubicBezTo>
                  <a:pt x="65054" y="39328"/>
                  <a:pt x="86427" y="27791"/>
                  <a:pt x="109636" y="27367"/>
                </a:cubicBezTo>
                <a:cubicBezTo>
                  <a:pt x="110114" y="18596"/>
                  <a:pt x="113207" y="10207"/>
                  <a:pt x="118557" y="3256"/>
                </a:cubicBezTo>
                <a:cubicBezTo>
                  <a:pt x="81514" y="315"/>
                  <a:pt x="45540" y="19609"/>
                  <a:pt x="27203" y="52217"/>
                </a:cubicBezTo>
                <a:lnTo>
                  <a:pt x="27203" y="5216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AC12CA3F-A6C2-40F7-B2A7-2815464D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5085" y="6444859"/>
            <a:ext cx="385305" cy="248189"/>
          </a:xfrm>
          <a:custGeom xmlns:a="http://schemas.openxmlformats.org/drawingml/2006/main">
            <a:pathLst>
              <a:path w="390523" h="251550">
                <a:moveTo>
                  <a:pt x="203218" y="79380"/>
                </a:moveTo>
                <a:lnTo>
                  <a:pt x="243092" y="79380"/>
                </a:lnTo>
                <a:lnTo>
                  <a:pt x="243092" y="119939"/>
                </a:lnTo>
                <a:lnTo>
                  <a:pt x="263194" y="119939"/>
                </a:lnTo>
                <a:cubicBezTo>
                  <a:pt x="272336" y="119939"/>
                  <a:pt x="281900" y="118187"/>
                  <a:pt x="290727" y="115355"/>
                </a:cubicBezTo>
                <a:cubicBezTo>
                  <a:pt x="294941" y="113959"/>
                  <a:pt x="299868" y="111824"/>
                  <a:pt x="304082" y="109361"/>
                </a:cubicBezTo>
                <a:cubicBezTo>
                  <a:pt x="298471" y="101931"/>
                  <a:pt x="295640" y="92790"/>
                  <a:pt x="294941" y="83595"/>
                </a:cubicBezTo>
                <a:cubicBezTo>
                  <a:pt x="293874" y="71252"/>
                  <a:pt x="296336" y="54996"/>
                  <a:pt x="304834" y="45485"/>
                </a:cubicBezTo>
                <a:lnTo>
                  <a:pt x="309063" y="40572"/>
                </a:lnTo>
                <a:lnTo>
                  <a:pt x="313975" y="44418"/>
                </a:lnTo>
                <a:cubicBezTo>
                  <a:pt x="326701" y="54681"/>
                  <a:pt x="336910" y="68419"/>
                  <a:pt x="339044" y="84662"/>
                </a:cubicBezTo>
                <a:cubicBezTo>
                  <a:pt x="354220" y="80064"/>
                  <a:pt x="371872" y="81145"/>
                  <a:pt x="385228" y="88890"/>
                </a:cubicBezTo>
                <a:lnTo>
                  <a:pt x="390523" y="92038"/>
                </a:lnTo>
                <a:lnTo>
                  <a:pt x="387746" y="97716"/>
                </a:lnTo>
                <a:cubicBezTo>
                  <a:pt x="376416" y="119569"/>
                  <a:pt x="352782" y="126630"/>
                  <a:pt x="329848" y="125234"/>
                </a:cubicBezTo>
                <a:cubicBezTo>
                  <a:pt x="295270" y="210977"/>
                  <a:pt x="220488" y="251550"/>
                  <a:pt x="129463" y="251550"/>
                </a:cubicBezTo>
                <a:cubicBezTo>
                  <a:pt x="82582" y="251550"/>
                  <a:pt x="39491" y="233911"/>
                  <a:pt x="14805" y="192272"/>
                </a:cubicBezTo>
                <a:lnTo>
                  <a:pt x="14477" y="191574"/>
                </a:lnTo>
                <a:lnTo>
                  <a:pt x="10961" y="184143"/>
                </a:lnTo>
                <a:cubicBezTo>
                  <a:pt x="2449" y="165807"/>
                  <a:pt x="0" y="145705"/>
                  <a:pt x="1765" y="125563"/>
                </a:cubicBezTo>
                <a:lnTo>
                  <a:pt x="2449" y="119569"/>
                </a:lnTo>
                <a:lnTo>
                  <a:pt x="36344" y="119569"/>
                </a:lnTo>
                <a:lnTo>
                  <a:pt x="36344" y="79380"/>
                </a:lnTo>
                <a:lnTo>
                  <a:pt x="76218" y="79380"/>
                </a:lnTo>
                <a:lnTo>
                  <a:pt x="76218" y="39874"/>
                </a:lnTo>
                <a:lnTo>
                  <a:pt x="155599" y="39874"/>
                </a:lnTo>
                <a:lnTo>
                  <a:pt x="155599" y="0"/>
                </a:lnTo>
                <a:lnTo>
                  <a:pt x="203218" y="0"/>
                </a:lnTo>
                <a:lnTo>
                  <a:pt x="203218" y="79380"/>
                </a:lnTo>
              </a:path>
            </a:pathLst>
          </a:custGeom>
          <a:solidFill xmlns:a="http://schemas.openxmlformats.org/drawingml/2006/main">
            <a:srgbClr val="3A4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0ABDCEBF-4B23-4716-8832-E1EA74A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63" y="6493909"/>
            <a:ext cx="370008" cy="192862"/>
          </a:xfrm>
          <a:custGeom xmlns:a="http://schemas.openxmlformats.org/drawingml/2006/main">
            <a:pathLst>
              <a:path w="375019" h="195474">
                <a:moveTo>
                  <a:pt x="325949" y="44842"/>
                </a:moveTo>
                <a:cubicBezTo>
                  <a:pt x="328782" y="24001"/>
                  <a:pt x="313277" y="7799"/>
                  <a:pt x="303384" y="0"/>
                </a:cubicBezTo>
                <a:cubicBezTo>
                  <a:pt x="292437" y="12712"/>
                  <a:pt x="290672" y="46607"/>
                  <a:pt x="307982" y="60715"/>
                </a:cubicBezTo>
                <a:cubicBezTo>
                  <a:pt x="298102" y="69158"/>
                  <a:pt x="278000" y="77286"/>
                  <a:pt x="256832" y="77286"/>
                </a:cubicBezTo>
                <a:lnTo>
                  <a:pt x="2134" y="77286"/>
                </a:lnTo>
                <a:cubicBezTo>
                  <a:pt x="0" y="99153"/>
                  <a:pt x="3900" y="119254"/>
                  <a:pt x="12712" y="136565"/>
                </a:cubicBezTo>
                <a:lnTo>
                  <a:pt x="15490" y="141860"/>
                </a:lnTo>
                <a:cubicBezTo>
                  <a:pt x="17255" y="145007"/>
                  <a:pt x="19403" y="147840"/>
                  <a:pt x="21539" y="151001"/>
                </a:cubicBezTo>
                <a:cubicBezTo>
                  <a:pt x="32116" y="151699"/>
                  <a:pt x="41640" y="152068"/>
                  <a:pt x="50452" y="151699"/>
                </a:cubicBezTo>
                <a:cubicBezTo>
                  <a:pt x="67722" y="151371"/>
                  <a:pt x="81829" y="149236"/>
                  <a:pt x="92789" y="145705"/>
                </a:cubicBezTo>
                <a:cubicBezTo>
                  <a:pt x="94555" y="145007"/>
                  <a:pt x="95937" y="146075"/>
                  <a:pt x="96635" y="147471"/>
                </a:cubicBezTo>
                <a:cubicBezTo>
                  <a:pt x="97387" y="149236"/>
                  <a:pt x="96320" y="150672"/>
                  <a:pt x="94869" y="151371"/>
                </a:cubicBezTo>
                <a:cubicBezTo>
                  <a:pt x="93488" y="151699"/>
                  <a:pt x="92092" y="152438"/>
                  <a:pt x="90327" y="152766"/>
                </a:cubicBezTo>
                <a:cubicBezTo>
                  <a:pt x="81829" y="155216"/>
                  <a:pt x="72688" y="156666"/>
                  <a:pt x="61043" y="157364"/>
                </a:cubicBezTo>
                <a:lnTo>
                  <a:pt x="58896" y="157364"/>
                </a:lnTo>
                <a:cubicBezTo>
                  <a:pt x="54298" y="157733"/>
                  <a:pt x="49385" y="157733"/>
                  <a:pt x="44089" y="157733"/>
                </a:cubicBezTo>
                <a:cubicBezTo>
                  <a:pt x="38424" y="157733"/>
                  <a:pt x="33128" y="157733"/>
                  <a:pt x="26833" y="157364"/>
                </a:cubicBezTo>
                <a:cubicBezTo>
                  <a:pt x="47989" y="181365"/>
                  <a:pt x="81131" y="195474"/>
                  <a:pt x="122771" y="195474"/>
                </a:cubicBezTo>
                <a:cubicBezTo>
                  <a:pt x="210978" y="195474"/>
                  <a:pt x="285746" y="156296"/>
                  <a:pt x="318574" y="68789"/>
                </a:cubicBezTo>
                <a:cubicBezTo>
                  <a:pt x="342191" y="71306"/>
                  <a:pt x="364756" y="65258"/>
                  <a:pt x="375019" y="45157"/>
                </a:cubicBezTo>
                <a:cubicBezTo>
                  <a:pt x="359146" y="35646"/>
                  <a:pt x="337977" y="38807"/>
                  <a:pt x="325949" y="44842"/>
                </a:cubicBezTo>
              </a:path>
            </a:pathLst>
          </a:cu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B1B6E388-48D7-4C69-8ECD-466569F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024" y="6493909"/>
            <a:ext cx="308728" cy="170234"/>
          </a:xfrm>
          <a:custGeom xmlns:a="http://schemas.openxmlformats.org/drawingml/2006/main">
            <a:pathLst>
              <a:path w="312909" h="172539">
                <a:moveTo>
                  <a:pt x="310075" y="44842"/>
                </a:moveTo>
                <a:cubicBezTo>
                  <a:pt x="312909" y="24001"/>
                  <a:pt x="297403" y="7799"/>
                  <a:pt x="287511" y="0"/>
                </a:cubicBezTo>
                <a:cubicBezTo>
                  <a:pt x="276563" y="12712"/>
                  <a:pt x="274798" y="46607"/>
                  <a:pt x="292109" y="60715"/>
                </a:cubicBezTo>
                <a:cubicBezTo>
                  <a:pt x="282228" y="69158"/>
                  <a:pt x="262126" y="77286"/>
                  <a:pt x="240958" y="77286"/>
                </a:cubicBezTo>
                <a:lnTo>
                  <a:pt x="1067" y="77286"/>
                </a:lnTo>
                <a:cubicBezTo>
                  <a:pt x="0" y="110798"/>
                  <a:pt x="12343" y="136195"/>
                  <a:pt x="34578" y="151371"/>
                </a:cubicBezTo>
                <a:cubicBezTo>
                  <a:pt x="51848" y="151001"/>
                  <a:pt x="65955" y="148907"/>
                  <a:pt x="76916" y="145391"/>
                </a:cubicBezTo>
                <a:cubicBezTo>
                  <a:pt x="78682" y="144638"/>
                  <a:pt x="80064" y="145705"/>
                  <a:pt x="80761" y="147156"/>
                </a:cubicBezTo>
                <a:cubicBezTo>
                  <a:pt x="81514" y="148907"/>
                  <a:pt x="80447" y="150303"/>
                  <a:pt x="78995" y="151001"/>
                </a:cubicBezTo>
                <a:cubicBezTo>
                  <a:pt x="77615" y="151371"/>
                  <a:pt x="76218" y="152068"/>
                  <a:pt x="74453" y="152438"/>
                </a:cubicBezTo>
                <a:cubicBezTo>
                  <a:pt x="65955" y="154901"/>
                  <a:pt x="56062" y="156666"/>
                  <a:pt x="44472" y="157364"/>
                </a:cubicBezTo>
                <a:lnTo>
                  <a:pt x="44089" y="156981"/>
                </a:lnTo>
                <a:cubicBezTo>
                  <a:pt x="74084" y="172539"/>
                  <a:pt x="117490" y="172170"/>
                  <a:pt x="167572" y="153136"/>
                </a:cubicBezTo>
                <a:cubicBezTo>
                  <a:pt x="223319" y="131597"/>
                  <a:pt x="275551" y="90710"/>
                  <a:pt x="311840" y="44089"/>
                </a:cubicBezTo>
                <a:cubicBezTo>
                  <a:pt x="311143" y="44472"/>
                  <a:pt x="310444" y="44472"/>
                  <a:pt x="310075" y="44842"/>
                </a:cubicBezTo>
              </a:path>
            </a:pathLst>
          </a:custGeom>
          <a:solidFill xmlns:a="http://schemas.openxmlformats.org/drawingml/2006/main">
            <a:srgbClr val="28B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4B82BB18-9B78-4DD8-AA73-43C408D0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779" y="6596273"/>
            <a:ext cx="296239" cy="90808"/>
          </a:xfrm>
          <a:custGeom xmlns:a="http://schemas.openxmlformats.org/drawingml/2006/main">
            <a:pathLst>
              <a:path w="300251" h="92038">
                <a:moveTo>
                  <a:pt x="0" y="0"/>
                </a:moveTo>
                <a:cubicBezTo>
                  <a:pt x="1451" y="11645"/>
                  <a:pt x="4981" y="22551"/>
                  <a:pt x="10263" y="32814"/>
                </a:cubicBezTo>
                <a:lnTo>
                  <a:pt x="13041" y="38110"/>
                </a:lnTo>
                <a:cubicBezTo>
                  <a:pt x="14805" y="41256"/>
                  <a:pt x="16954" y="44090"/>
                  <a:pt x="19090" y="47250"/>
                </a:cubicBezTo>
                <a:cubicBezTo>
                  <a:pt x="29666" y="47948"/>
                  <a:pt x="39191" y="48318"/>
                  <a:pt x="48003" y="47948"/>
                </a:cubicBezTo>
                <a:cubicBezTo>
                  <a:pt x="65273" y="47620"/>
                  <a:pt x="79379" y="45485"/>
                  <a:pt x="90340" y="41955"/>
                </a:cubicBezTo>
                <a:cubicBezTo>
                  <a:pt x="92106" y="41256"/>
                  <a:pt x="93488" y="42324"/>
                  <a:pt x="94186" y="43720"/>
                </a:cubicBezTo>
                <a:cubicBezTo>
                  <a:pt x="94938" y="45485"/>
                  <a:pt x="93871" y="46922"/>
                  <a:pt x="92420" y="47620"/>
                </a:cubicBezTo>
                <a:cubicBezTo>
                  <a:pt x="91039" y="47948"/>
                  <a:pt x="89642" y="48687"/>
                  <a:pt x="87878" y="49015"/>
                </a:cubicBezTo>
                <a:cubicBezTo>
                  <a:pt x="79379" y="51465"/>
                  <a:pt x="69487" y="53230"/>
                  <a:pt x="57896" y="53983"/>
                </a:cubicBezTo>
                <a:lnTo>
                  <a:pt x="56446" y="53983"/>
                </a:lnTo>
                <a:cubicBezTo>
                  <a:pt x="51848" y="54298"/>
                  <a:pt x="46936" y="54298"/>
                  <a:pt x="42023" y="54298"/>
                </a:cubicBezTo>
                <a:cubicBezTo>
                  <a:pt x="36357" y="54298"/>
                  <a:pt x="30679" y="54298"/>
                  <a:pt x="24699" y="53983"/>
                </a:cubicBezTo>
                <a:cubicBezTo>
                  <a:pt x="45868" y="77929"/>
                  <a:pt x="79379" y="92038"/>
                  <a:pt x="121020" y="92038"/>
                </a:cubicBezTo>
                <a:cubicBezTo>
                  <a:pt x="196500" y="92038"/>
                  <a:pt x="262141" y="63493"/>
                  <a:pt x="300251" y="314"/>
                </a:cubicBezTo>
                <a:lnTo>
                  <a:pt x="0" y="31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28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3A83E4D1-EB0C-4E8B-9C23-1CA4C84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0507" y="6596273"/>
            <a:ext cx="245759" cy="68180"/>
          </a:xfrm>
          <a:custGeom xmlns:a="http://schemas.openxmlformats.org/drawingml/2006/main">
            <a:pathLst>
              <a:path w="249087" h="69104">
                <a:moveTo>
                  <a:pt x="0" y="0"/>
                </a:moveTo>
                <a:cubicBezTo>
                  <a:pt x="4598" y="20471"/>
                  <a:pt x="15176" y="36659"/>
                  <a:pt x="31048" y="47620"/>
                </a:cubicBezTo>
                <a:cubicBezTo>
                  <a:pt x="48319" y="47250"/>
                  <a:pt x="62425" y="45157"/>
                  <a:pt x="73386" y="41640"/>
                </a:cubicBezTo>
                <a:cubicBezTo>
                  <a:pt x="75152" y="40887"/>
                  <a:pt x="76534" y="41955"/>
                  <a:pt x="77232" y="43405"/>
                </a:cubicBezTo>
                <a:cubicBezTo>
                  <a:pt x="77984" y="45157"/>
                  <a:pt x="76917" y="46552"/>
                  <a:pt x="75466" y="47250"/>
                </a:cubicBezTo>
                <a:cubicBezTo>
                  <a:pt x="74085" y="47620"/>
                  <a:pt x="72688" y="48318"/>
                  <a:pt x="70923" y="48687"/>
                </a:cubicBezTo>
                <a:cubicBezTo>
                  <a:pt x="62425" y="51150"/>
                  <a:pt x="52533" y="52915"/>
                  <a:pt x="40559" y="53613"/>
                </a:cubicBezTo>
                <a:cubicBezTo>
                  <a:pt x="70554" y="69104"/>
                  <a:pt x="113960" y="68789"/>
                  <a:pt x="163673" y="49714"/>
                </a:cubicBezTo>
                <a:cubicBezTo>
                  <a:pt x="193654" y="38110"/>
                  <a:pt x="222951" y="20786"/>
                  <a:pt x="249087" y="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19B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1E2E0C6D-AB7B-41C0-B99A-896A7FA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532" y="6490789"/>
            <a:ext cx="73094" cy="73095"/>
          </a:xfrm>
          <a:custGeom xmlns:a="http://schemas.openxmlformats.org/drawingml/2006/main">
            <a:pathLst>
              <a:path w="74084" h="74085">
                <a:moveTo>
                  <a:pt x="34593" y="39506"/>
                </a:moveTo>
                <a:lnTo>
                  <a:pt x="34593" y="74085"/>
                </a:lnTo>
                <a:lnTo>
                  <a:pt x="0" y="74085"/>
                </a:lnTo>
                <a:lnTo>
                  <a:pt x="0" y="39506"/>
                </a:lnTo>
                <a:close/>
                <a:moveTo>
                  <a:pt x="2832" y="42338"/>
                </a:moveTo>
                <a:lnTo>
                  <a:pt x="2832" y="70937"/>
                </a:lnTo>
                <a:lnTo>
                  <a:pt x="5665" y="70937"/>
                </a:lnTo>
                <a:lnTo>
                  <a:pt x="5665" y="42338"/>
                </a:lnTo>
                <a:close/>
                <a:moveTo>
                  <a:pt x="7813" y="42338"/>
                </a:moveTo>
                <a:lnTo>
                  <a:pt x="7813" y="70937"/>
                </a:lnTo>
                <a:lnTo>
                  <a:pt x="10591" y="70937"/>
                </a:lnTo>
                <a:lnTo>
                  <a:pt x="10591" y="42338"/>
                </a:lnTo>
                <a:close/>
                <a:moveTo>
                  <a:pt x="13095" y="42338"/>
                </a:moveTo>
                <a:lnTo>
                  <a:pt x="13095" y="70937"/>
                </a:lnTo>
                <a:lnTo>
                  <a:pt x="15872" y="70937"/>
                </a:lnTo>
                <a:lnTo>
                  <a:pt x="15872" y="42338"/>
                </a:lnTo>
                <a:close/>
                <a:moveTo>
                  <a:pt x="18391" y="42338"/>
                </a:moveTo>
                <a:lnTo>
                  <a:pt x="18391" y="70937"/>
                </a:lnTo>
                <a:lnTo>
                  <a:pt x="21168" y="70937"/>
                </a:lnTo>
                <a:lnTo>
                  <a:pt x="21168" y="42338"/>
                </a:lnTo>
                <a:close/>
                <a:moveTo>
                  <a:pt x="23686" y="42338"/>
                </a:moveTo>
                <a:lnTo>
                  <a:pt x="23686" y="70937"/>
                </a:lnTo>
                <a:lnTo>
                  <a:pt x="26465" y="70937"/>
                </a:lnTo>
                <a:lnTo>
                  <a:pt x="26465" y="42338"/>
                </a:lnTo>
                <a:close/>
                <a:moveTo>
                  <a:pt x="28982" y="42338"/>
                </a:moveTo>
                <a:lnTo>
                  <a:pt x="28982" y="70937"/>
                </a:lnTo>
                <a:lnTo>
                  <a:pt x="31760" y="70937"/>
                </a:lnTo>
                <a:lnTo>
                  <a:pt x="31760" y="42338"/>
                </a:lnTo>
                <a:close/>
                <a:moveTo>
                  <a:pt x="74084" y="0"/>
                </a:moveTo>
                <a:lnTo>
                  <a:pt x="74084" y="34593"/>
                </a:lnTo>
                <a:lnTo>
                  <a:pt x="39560" y="34593"/>
                </a:lnTo>
                <a:lnTo>
                  <a:pt x="39560" y="0"/>
                </a:lnTo>
                <a:close/>
                <a:moveTo>
                  <a:pt x="42707" y="2833"/>
                </a:moveTo>
                <a:lnTo>
                  <a:pt x="42707" y="31377"/>
                </a:lnTo>
                <a:lnTo>
                  <a:pt x="45540" y="31377"/>
                </a:lnTo>
                <a:lnTo>
                  <a:pt x="45540" y="2833"/>
                </a:lnTo>
                <a:close/>
                <a:moveTo>
                  <a:pt x="47633" y="2833"/>
                </a:moveTo>
                <a:lnTo>
                  <a:pt x="47633" y="31377"/>
                </a:lnTo>
                <a:lnTo>
                  <a:pt x="50465" y="31377"/>
                </a:lnTo>
                <a:lnTo>
                  <a:pt x="50465" y="2833"/>
                </a:lnTo>
                <a:close/>
                <a:moveTo>
                  <a:pt x="52929" y="2833"/>
                </a:moveTo>
                <a:lnTo>
                  <a:pt x="52929" y="31377"/>
                </a:lnTo>
                <a:lnTo>
                  <a:pt x="55762" y="31377"/>
                </a:lnTo>
                <a:lnTo>
                  <a:pt x="55762" y="2833"/>
                </a:lnTo>
                <a:close/>
                <a:moveTo>
                  <a:pt x="58210" y="2833"/>
                </a:moveTo>
                <a:lnTo>
                  <a:pt x="58210" y="31377"/>
                </a:lnTo>
                <a:lnTo>
                  <a:pt x="61043" y="31377"/>
                </a:lnTo>
                <a:lnTo>
                  <a:pt x="61043" y="2833"/>
                </a:lnTo>
                <a:close/>
                <a:moveTo>
                  <a:pt x="63192" y="2833"/>
                </a:moveTo>
                <a:lnTo>
                  <a:pt x="63192" y="31377"/>
                </a:lnTo>
                <a:lnTo>
                  <a:pt x="66025" y="31377"/>
                </a:lnTo>
                <a:lnTo>
                  <a:pt x="66025" y="2833"/>
                </a:lnTo>
                <a:close/>
                <a:moveTo>
                  <a:pt x="68473" y="2833"/>
                </a:moveTo>
                <a:lnTo>
                  <a:pt x="68473" y="31377"/>
                </a:lnTo>
                <a:lnTo>
                  <a:pt x="71306" y="31377"/>
                </a:lnTo>
                <a:lnTo>
                  <a:pt x="7130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D63F7176-3805-4AC3-A67B-75CBEB7B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6564" y="6529767"/>
            <a:ext cx="34062" cy="34117"/>
          </a:xfrm>
          <a:custGeom xmlns:a="http://schemas.openxmlformats.org/drawingml/2006/main">
            <a:pathLst>
              <a:path w="34524" h="34579">
                <a:moveTo>
                  <a:pt x="34524" y="0"/>
                </a:moveTo>
                <a:lnTo>
                  <a:pt x="34524" y="34579"/>
                </a:lnTo>
                <a:lnTo>
                  <a:pt x="0" y="34579"/>
                </a:lnTo>
                <a:lnTo>
                  <a:pt x="0" y="0"/>
                </a:lnTo>
                <a:close/>
                <a:moveTo>
                  <a:pt x="3147" y="2833"/>
                </a:moveTo>
                <a:lnTo>
                  <a:pt x="3147" y="31431"/>
                </a:lnTo>
                <a:lnTo>
                  <a:pt x="5980" y="31431"/>
                </a:lnTo>
                <a:lnTo>
                  <a:pt x="5980" y="2833"/>
                </a:lnTo>
                <a:close/>
                <a:moveTo>
                  <a:pt x="8073" y="2833"/>
                </a:moveTo>
                <a:lnTo>
                  <a:pt x="8073" y="31431"/>
                </a:lnTo>
                <a:lnTo>
                  <a:pt x="10905" y="31431"/>
                </a:lnTo>
                <a:lnTo>
                  <a:pt x="10905" y="2833"/>
                </a:lnTo>
                <a:close/>
                <a:moveTo>
                  <a:pt x="13369" y="2833"/>
                </a:moveTo>
                <a:lnTo>
                  <a:pt x="13369" y="31431"/>
                </a:lnTo>
                <a:lnTo>
                  <a:pt x="16202" y="31431"/>
                </a:lnTo>
                <a:lnTo>
                  <a:pt x="16202" y="2833"/>
                </a:lnTo>
                <a:close/>
                <a:moveTo>
                  <a:pt x="18650" y="2833"/>
                </a:moveTo>
                <a:lnTo>
                  <a:pt x="18650" y="31431"/>
                </a:lnTo>
                <a:lnTo>
                  <a:pt x="21483" y="31431"/>
                </a:lnTo>
                <a:lnTo>
                  <a:pt x="21483" y="2833"/>
                </a:lnTo>
                <a:close/>
                <a:moveTo>
                  <a:pt x="23632" y="2833"/>
                </a:moveTo>
                <a:lnTo>
                  <a:pt x="23632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13" y="2833"/>
                </a:moveTo>
                <a:lnTo>
                  <a:pt x="28913" y="31431"/>
                </a:lnTo>
                <a:lnTo>
                  <a:pt x="31746" y="31431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4F6C71BC-E52B-4081-ABF8-29D9C1C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851" y="6529767"/>
            <a:ext cx="34117" cy="34117"/>
          </a:xfrm>
          <a:custGeom xmlns:a="http://schemas.openxmlformats.org/drawingml/2006/main">
            <a:pathLst>
              <a:path w="34579" h="34579">
                <a:moveTo>
                  <a:pt x="34579" y="0"/>
                </a:moveTo>
                <a:lnTo>
                  <a:pt x="34579" y="34579"/>
                </a:lnTo>
                <a:lnTo>
                  <a:pt x="0" y="34579"/>
                </a:lnTo>
                <a:lnTo>
                  <a:pt x="0" y="0"/>
                </a:lnTo>
                <a:close/>
                <a:moveTo>
                  <a:pt x="2833" y="2833"/>
                </a:moveTo>
                <a:lnTo>
                  <a:pt x="2833" y="31431"/>
                </a:lnTo>
                <a:lnTo>
                  <a:pt x="5665" y="31431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431"/>
                </a:lnTo>
                <a:lnTo>
                  <a:pt x="10961" y="31431"/>
                </a:lnTo>
                <a:lnTo>
                  <a:pt x="10961" y="2833"/>
                </a:lnTo>
                <a:close/>
                <a:moveTo>
                  <a:pt x="13425" y="2833"/>
                </a:moveTo>
                <a:lnTo>
                  <a:pt x="13425" y="31431"/>
                </a:lnTo>
                <a:lnTo>
                  <a:pt x="16256" y="31431"/>
                </a:lnTo>
                <a:lnTo>
                  <a:pt x="16256" y="2833"/>
                </a:lnTo>
                <a:close/>
                <a:moveTo>
                  <a:pt x="18392" y="2833"/>
                </a:moveTo>
                <a:lnTo>
                  <a:pt x="18392" y="31431"/>
                </a:lnTo>
                <a:lnTo>
                  <a:pt x="21169" y="31431"/>
                </a:lnTo>
                <a:lnTo>
                  <a:pt x="21169" y="2833"/>
                </a:lnTo>
                <a:close/>
                <a:moveTo>
                  <a:pt x="23686" y="2833"/>
                </a:moveTo>
                <a:lnTo>
                  <a:pt x="23686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69" y="2833"/>
                </a:moveTo>
                <a:lnTo>
                  <a:pt x="28969" y="31431"/>
                </a:lnTo>
                <a:lnTo>
                  <a:pt x="31746" y="31431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3D7217AD-E69E-4C54-8A75-016D78A1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851" y="6490789"/>
            <a:ext cx="73460" cy="73095"/>
          </a:xfrm>
          <a:custGeom xmlns:a="http://schemas.openxmlformats.org/drawingml/2006/main">
            <a:pathLst>
              <a:path w="74454" h="74085">
                <a:moveTo>
                  <a:pt x="34579" y="0"/>
                </a:moveTo>
                <a:lnTo>
                  <a:pt x="34579" y="34593"/>
                </a:lnTo>
                <a:lnTo>
                  <a:pt x="0" y="34593"/>
                </a:lnTo>
                <a:lnTo>
                  <a:pt x="0" y="0"/>
                </a:lnTo>
                <a:close/>
                <a:moveTo>
                  <a:pt x="2833" y="2833"/>
                </a:moveTo>
                <a:lnTo>
                  <a:pt x="2833" y="31377"/>
                </a:lnTo>
                <a:lnTo>
                  <a:pt x="5665" y="31377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377"/>
                </a:lnTo>
                <a:lnTo>
                  <a:pt x="10961" y="31377"/>
                </a:lnTo>
                <a:lnTo>
                  <a:pt x="10961" y="2833"/>
                </a:lnTo>
                <a:close/>
                <a:moveTo>
                  <a:pt x="13425" y="2833"/>
                </a:moveTo>
                <a:lnTo>
                  <a:pt x="13425" y="31377"/>
                </a:lnTo>
                <a:lnTo>
                  <a:pt x="16256" y="31377"/>
                </a:lnTo>
                <a:lnTo>
                  <a:pt x="16256" y="2833"/>
                </a:lnTo>
                <a:close/>
                <a:moveTo>
                  <a:pt x="18392" y="2833"/>
                </a:moveTo>
                <a:lnTo>
                  <a:pt x="18392" y="31377"/>
                </a:lnTo>
                <a:lnTo>
                  <a:pt x="21169" y="31377"/>
                </a:lnTo>
                <a:lnTo>
                  <a:pt x="21169" y="2833"/>
                </a:lnTo>
                <a:close/>
                <a:moveTo>
                  <a:pt x="23686" y="2833"/>
                </a:moveTo>
                <a:lnTo>
                  <a:pt x="23686" y="31377"/>
                </a:lnTo>
                <a:lnTo>
                  <a:pt x="26465" y="31377"/>
                </a:lnTo>
                <a:lnTo>
                  <a:pt x="26465" y="2833"/>
                </a:lnTo>
                <a:close/>
                <a:moveTo>
                  <a:pt x="28969" y="2833"/>
                </a:moveTo>
                <a:lnTo>
                  <a:pt x="28969" y="31377"/>
                </a:lnTo>
                <a:lnTo>
                  <a:pt x="31746" y="31377"/>
                </a:lnTo>
                <a:lnTo>
                  <a:pt x="31746" y="2833"/>
                </a:lnTo>
                <a:close/>
                <a:moveTo>
                  <a:pt x="74454" y="39506"/>
                </a:moveTo>
                <a:lnTo>
                  <a:pt x="74454" y="74085"/>
                </a:lnTo>
                <a:lnTo>
                  <a:pt x="39875" y="74085"/>
                </a:lnTo>
                <a:lnTo>
                  <a:pt x="39875" y="39506"/>
                </a:lnTo>
                <a:close/>
                <a:moveTo>
                  <a:pt x="42708" y="42338"/>
                </a:moveTo>
                <a:lnTo>
                  <a:pt x="42708" y="70937"/>
                </a:lnTo>
                <a:lnTo>
                  <a:pt x="45540" y="70937"/>
                </a:lnTo>
                <a:lnTo>
                  <a:pt x="45540" y="42338"/>
                </a:lnTo>
                <a:close/>
                <a:moveTo>
                  <a:pt x="48004" y="42338"/>
                </a:moveTo>
                <a:lnTo>
                  <a:pt x="48004" y="70937"/>
                </a:lnTo>
                <a:lnTo>
                  <a:pt x="50836" y="70937"/>
                </a:lnTo>
                <a:lnTo>
                  <a:pt x="50836" y="42338"/>
                </a:lnTo>
                <a:close/>
                <a:moveTo>
                  <a:pt x="52916" y="42338"/>
                </a:moveTo>
                <a:lnTo>
                  <a:pt x="52916" y="70937"/>
                </a:lnTo>
                <a:lnTo>
                  <a:pt x="55749" y="70937"/>
                </a:lnTo>
                <a:lnTo>
                  <a:pt x="55749" y="42338"/>
                </a:lnTo>
                <a:close/>
                <a:moveTo>
                  <a:pt x="58211" y="42338"/>
                </a:moveTo>
                <a:lnTo>
                  <a:pt x="58211" y="70937"/>
                </a:lnTo>
                <a:lnTo>
                  <a:pt x="61043" y="70937"/>
                </a:lnTo>
                <a:lnTo>
                  <a:pt x="61043" y="42338"/>
                </a:lnTo>
                <a:close/>
                <a:moveTo>
                  <a:pt x="63507" y="42338"/>
                </a:moveTo>
                <a:lnTo>
                  <a:pt x="63507" y="70937"/>
                </a:lnTo>
                <a:lnTo>
                  <a:pt x="66340" y="70937"/>
                </a:lnTo>
                <a:lnTo>
                  <a:pt x="66340" y="42338"/>
                </a:lnTo>
                <a:close/>
                <a:moveTo>
                  <a:pt x="68789" y="42338"/>
                </a:moveTo>
                <a:lnTo>
                  <a:pt x="68789" y="70937"/>
                </a:lnTo>
                <a:lnTo>
                  <a:pt x="71621" y="70937"/>
                </a:lnTo>
                <a:lnTo>
                  <a:pt x="71621" y="42338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53B705D5-BBC1-46B8-948A-1DE6AAE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5193" y="6490789"/>
            <a:ext cx="34117" cy="34130"/>
          </a:xfrm>
          <a:custGeom xmlns:a="http://schemas.openxmlformats.org/drawingml/2006/main">
            <a:pathLst>
              <a:path w="34579" h="34593">
                <a:moveTo>
                  <a:pt x="34579" y="0"/>
                </a:moveTo>
                <a:lnTo>
                  <a:pt x="34579" y="34593"/>
                </a:lnTo>
                <a:lnTo>
                  <a:pt x="0" y="34593"/>
                </a:lnTo>
                <a:lnTo>
                  <a:pt x="0" y="0"/>
                </a:lnTo>
                <a:close/>
                <a:moveTo>
                  <a:pt x="2833" y="2833"/>
                </a:moveTo>
                <a:lnTo>
                  <a:pt x="2833" y="31377"/>
                </a:lnTo>
                <a:lnTo>
                  <a:pt x="5665" y="31377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377"/>
                </a:lnTo>
                <a:lnTo>
                  <a:pt x="10961" y="31377"/>
                </a:lnTo>
                <a:lnTo>
                  <a:pt x="10961" y="2833"/>
                </a:lnTo>
                <a:close/>
                <a:moveTo>
                  <a:pt x="13041" y="2833"/>
                </a:moveTo>
                <a:lnTo>
                  <a:pt x="13041" y="31377"/>
                </a:lnTo>
                <a:lnTo>
                  <a:pt x="15874" y="31377"/>
                </a:lnTo>
                <a:lnTo>
                  <a:pt x="15874" y="2833"/>
                </a:lnTo>
                <a:close/>
                <a:moveTo>
                  <a:pt x="18336" y="2833"/>
                </a:moveTo>
                <a:lnTo>
                  <a:pt x="18336" y="31377"/>
                </a:lnTo>
                <a:lnTo>
                  <a:pt x="21168" y="31377"/>
                </a:lnTo>
                <a:lnTo>
                  <a:pt x="21168" y="2833"/>
                </a:lnTo>
                <a:close/>
                <a:moveTo>
                  <a:pt x="23632" y="2833"/>
                </a:moveTo>
                <a:lnTo>
                  <a:pt x="23632" y="31377"/>
                </a:lnTo>
                <a:lnTo>
                  <a:pt x="26465" y="31377"/>
                </a:lnTo>
                <a:lnTo>
                  <a:pt x="26465" y="2833"/>
                </a:lnTo>
                <a:close/>
                <a:moveTo>
                  <a:pt x="28914" y="2833"/>
                </a:moveTo>
                <a:lnTo>
                  <a:pt x="28914" y="31377"/>
                </a:lnTo>
                <a:lnTo>
                  <a:pt x="31746" y="31377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B89CAA1A-7CB0-45DB-B96E-3CA4BEF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5193" y="6451448"/>
            <a:ext cx="34117" cy="34117"/>
          </a:xfrm>
          <a:custGeom xmlns:a="http://schemas.openxmlformats.org/drawingml/2006/main">
            <a:pathLst>
              <a:path w="34579" h="34579">
                <a:moveTo>
                  <a:pt x="34579" y="0"/>
                </a:moveTo>
                <a:lnTo>
                  <a:pt x="34579" y="34579"/>
                </a:lnTo>
                <a:lnTo>
                  <a:pt x="0" y="34579"/>
                </a:lnTo>
                <a:lnTo>
                  <a:pt x="0" y="0"/>
                </a:lnTo>
                <a:close/>
                <a:moveTo>
                  <a:pt x="2833" y="2833"/>
                </a:moveTo>
                <a:lnTo>
                  <a:pt x="2833" y="31432"/>
                </a:lnTo>
                <a:lnTo>
                  <a:pt x="5665" y="31432"/>
                </a:lnTo>
                <a:lnTo>
                  <a:pt x="5665" y="2833"/>
                </a:lnTo>
                <a:close/>
                <a:moveTo>
                  <a:pt x="8129" y="2833"/>
                </a:moveTo>
                <a:lnTo>
                  <a:pt x="8129" y="31432"/>
                </a:lnTo>
                <a:lnTo>
                  <a:pt x="10961" y="31432"/>
                </a:lnTo>
                <a:lnTo>
                  <a:pt x="10961" y="2833"/>
                </a:lnTo>
                <a:close/>
                <a:moveTo>
                  <a:pt x="13041" y="2833"/>
                </a:moveTo>
                <a:lnTo>
                  <a:pt x="13041" y="31432"/>
                </a:lnTo>
                <a:lnTo>
                  <a:pt x="15874" y="31432"/>
                </a:lnTo>
                <a:lnTo>
                  <a:pt x="15874" y="2833"/>
                </a:lnTo>
                <a:close/>
                <a:moveTo>
                  <a:pt x="18336" y="2833"/>
                </a:moveTo>
                <a:lnTo>
                  <a:pt x="18336" y="31432"/>
                </a:lnTo>
                <a:lnTo>
                  <a:pt x="21168" y="31432"/>
                </a:lnTo>
                <a:lnTo>
                  <a:pt x="21168" y="2833"/>
                </a:lnTo>
                <a:close/>
                <a:moveTo>
                  <a:pt x="23632" y="2833"/>
                </a:moveTo>
                <a:lnTo>
                  <a:pt x="23632" y="31432"/>
                </a:lnTo>
                <a:lnTo>
                  <a:pt x="26465" y="31432"/>
                </a:lnTo>
                <a:lnTo>
                  <a:pt x="26465" y="2833"/>
                </a:lnTo>
                <a:close/>
                <a:moveTo>
                  <a:pt x="28914" y="2833"/>
                </a:moveTo>
                <a:lnTo>
                  <a:pt x="28914" y="31432"/>
                </a:lnTo>
                <a:lnTo>
                  <a:pt x="31746" y="31432"/>
                </a:lnTo>
                <a:lnTo>
                  <a:pt x="31746" y="2833"/>
                </a:lnTo>
                <a:close/>
              </a:path>
            </a:pathLst>
          </a:custGeom>
          <a:solidFill xmlns:a="http://schemas.openxmlformats.org/drawingml/2006/main">
            <a:srgbClr val="23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AD43567A-5328-4087-AE43-70A25596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534" y="6529767"/>
            <a:ext cx="34132" cy="34117"/>
          </a:xfrm>
          <a:custGeom xmlns:a="http://schemas.openxmlformats.org/drawingml/2006/main">
            <a:pathLst>
              <a:path w="34594" h="34579">
                <a:moveTo>
                  <a:pt x="34594" y="0"/>
                </a:moveTo>
                <a:lnTo>
                  <a:pt x="34594" y="34579"/>
                </a:lnTo>
                <a:lnTo>
                  <a:pt x="0" y="34579"/>
                </a:lnTo>
                <a:lnTo>
                  <a:pt x="0" y="0"/>
                </a:lnTo>
                <a:close/>
                <a:moveTo>
                  <a:pt x="2833" y="2833"/>
                </a:moveTo>
                <a:lnTo>
                  <a:pt x="2833" y="31431"/>
                </a:lnTo>
                <a:lnTo>
                  <a:pt x="5665" y="31431"/>
                </a:lnTo>
                <a:lnTo>
                  <a:pt x="5665" y="2833"/>
                </a:lnTo>
                <a:close/>
                <a:moveTo>
                  <a:pt x="7759" y="2833"/>
                </a:moveTo>
                <a:lnTo>
                  <a:pt x="7759" y="31431"/>
                </a:lnTo>
                <a:lnTo>
                  <a:pt x="10593" y="31431"/>
                </a:lnTo>
                <a:lnTo>
                  <a:pt x="10593" y="2833"/>
                </a:lnTo>
                <a:close/>
                <a:moveTo>
                  <a:pt x="13042" y="2833"/>
                </a:moveTo>
                <a:lnTo>
                  <a:pt x="13042" y="31431"/>
                </a:lnTo>
                <a:lnTo>
                  <a:pt x="15874" y="31431"/>
                </a:lnTo>
                <a:lnTo>
                  <a:pt x="15874" y="2833"/>
                </a:lnTo>
                <a:close/>
                <a:moveTo>
                  <a:pt x="18337" y="2833"/>
                </a:moveTo>
                <a:lnTo>
                  <a:pt x="18337" y="31431"/>
                </a:lnTo>
                <a:lnTo>
                  <a:pt x="21169" y="31431"/>
                </a:lnTo>
                <a:lnTo>
                  <a:pt x="21169" y="2833"/>
                </a:lnTo>
                <a:close/>
                <a:moveTo>
                  <a:pt x="23633" y="2833"/>
                </a:moveTo>
                <a:lnTo>
                  <a:pt x="23633" y="31431"/>
                </a:lnTo>
                <a:lnTo>
                  <a:pt x="26465" y="31431"/>
                </a:lnTo>
                <a:lnTo>
                  <a:pt x="26465" y="2833"/>
                </a:lnTo>
                <a:close/>
                <a:moveTo>
                  <a:pt x="28915" y="2833"/>
                </a:moveTo>
                <a:lnTo>
                  <a:pt x="28915" y="31431"/>
                </a:lnTo>
                <a:lnTo>
                  <a:pt x="31762" y="31431"/>
                </a:lnTo>
                <a:lnTo>
                  <a:pt x="31762" y="2833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D7C86DEB-7037-4BA6-8FDF-E8BCA516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191" y="6618900"/>
            <a:ext cx="18765" cy="18767"/>
          </a:xfrm>
          <a:custGeom xmlns:a="http://schemas.openxmlformats.org/drawingml/2006/main">
            <a:pathLst>
              <a:path w="19019" h="19021">
                <a:moveTo>
                  <a:pt x="9510" y="0"/>
                </a:moveTo>
                <a:cubicBezTo>
                  <a:pt x="14805" y="0"/>
                  <a:pt x="19019" y="4215"/>
                  <a:pt x="19019" y="9511"/>
                </a:cubicBezTo>
                <a:cubicBezTo>
                  <a:pt x="19019" y="14807"/>
                  <a:pt x="14805" y="19021"/>
                  <a:pt x="9510" y="19021"/>
                </a:cubicBezTo>
                <a:cubicBezTo>
                  <a:pt x="4214" y="19021"/>
                  <a:pt x="0" y="14807"/>
                  <a:pt x="0" y="9511"/>
                </a:cubicBezTo>
                <a:cubicBezTo>
                  <a:pt x="0" y="4215"/>
                  <a:pt x="4214" y="0"/>
                  <a:pt x="9510" y="0"/>
                </a:cubicBezTo>
              </a:path>
            </a:pathLst>
          </a:custGeom>
          <a:solidFill xmlns:a="http://schemas.openxmlformats.org/drawingml/2006/main">
            <a:srgbClr val="D4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0A9A9B26-3023-4FD4-87FF-911BABA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1" y="6581665"/>
            <a:ext cx="436461" cy="53208"/>
          </a:xfrm>
          <a:custGeom xmlns:a="http://schemas.openxmlformats.org/drawingml/2006/main">
            <a:pathLst>
              <a:path w="442372" h="53928">
                <a:moveTo>
                  <a:pt x="168271" y="40573"/>
                </a:moveTo>
                <a:cubicBezTo>
                  <a:pt x="168969" y="40573"/>
                  <a:pt x="170036" y="40573"/>
                  <a:pt x="170735" y="40888"/>
                </a:cubicBezTo>
                <a:cubicBezTo>
                  <a:pt x="170036" y="41257"/>
                  <a:pt x="169338" y="42324"/>
                  <a:pt x="169338" y="43350"/>
                </a:cubicBezTo>
                <a:cubicBezTo>
                  <a:pt x="169338" y="44787"/>
                  <a:pt x="170735" y="46183"/>
                  <a:pt x="172115" y="46183"/>
                </a:cubicBezTo>
                <a:cubicBezTo>
                  <a:pt x="173184" y="46183"/>
                  <a:pt x="174264" y="45485"/>
                  <a:pt x="174634" y="44787"/>
                </a:cubicBezTo>
                <a:cubicBezTo>
                  <a:pt x="174949" y="45485"/>
                  <a:pt x="174949" y="46553"/>
                  <a:pt x="174949" y="47250"/>
                </a:cubicBezTo>
                <a:cubicBezTo>
                  <a:pt x="174949" y="51150"/>
                  <a:pt x="171802" y="53928"/>
                  <a:pt x="168271" y="53928"/>
                </a:cubicBezTo>
                <a:cubicBezTo>
                  <a:pt x="164371" y="53928"/>
                  <a:pt x="161539" y="50781"/>
                  <a:pt x="161539" y="47250"/>
                </a:cubicBezTo>
                <a:cubicBezTo>
                  <a:pt x="161539" y="43720"/>
                  <a:pt x="164371" y="40573"/>
                  <a:pt x="168271" y="40573"/>
                </a:cubicBezTo>
                <a:moveTo>
                  <a:pt x="0" y="18336"/>
                </a:moveTo>
                <a:cubicBezTo>
                  <a:pt x="9511" y="15873"/>
                  <a:pt x="30680" y="12343"/>
                  <a:pt x="26780" y="0"/>
                </a:cubicBezTo>
                <a:cubicBezTo>
                  <a:pt x="44418" y="20088"/>
                  <a:pt x="86756" y="14108"/>
                  <a:pt x="97334" y="4215"/>
                </a:cubicBezTo>
                <a:cubicBezTo>
                  <a:pt x="108993" y="21484"/>
                  <a:pt x="178165" y="14806"/>
                  <a:pt x="183077" y="1382"/>
                </a:cubicBezTo>
                <a:cubicBezTo>
                  <a:pt x="197883" y="19021"/>
                  <a:pt x="244121" y="19021"/>
                  <a:pt x="258926" y="1382"/>
                </a:cubicBezTo>
                <a:cubicBezTo>
                  <a:pt x="263525" y="14806"/>
                  <a:pt x="332641" y="21484"/>
                  <a:pt x="344669" y="4215"/>
                </a:cubicBezTo>
                <a:cubicBezTo>
                  <a:pt x="355576" y="14108"/>
                  <a:pt x="397585" y="20088"/>
                  <a:pt x="415223" y="0"/>
                </a:cubicBezTo>
                <a:cubicBezTo>
                  <a:pt x="412022" y="12658"/>
                  <a:pt x="432862" y="15873"/>
                  <a:pt x="442372" y="18336"/>
                </a:cubicBezTo>
                <a:lnTo>
                  <a:pt x="0" y="18336"/>
                </a:lnTo>
                <a:close/>
              </a:path>
            </a:pathLst>
          </a:custGeom>
          <a:solidFill xmlns:a="http://schemas.openxmlformats.org/drawingml/2006/main">
            <a:srgbClr val="3A4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1437827B-7847-4BD7-930C-0AA93CC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7095" y="6644310"/>
            <a:ext cx="106536" cy="42461"/>
          </a:xfrm>
          <a:custGeom xmlns:a="http://schemas.openxmlformats.org/drawingml/2006/main">
            <a:pathLst>
              <a:path w="107979" h="43036">
                <a:moveTo>
                  <a:pt x="107979" y="43036"/>
                </a:moveTo>
                <a:cubicBezTo>
                  <a:pt x="84347" y="31760"/>
                  <a:pt x="71621" y="16571"/>
                  <a:pt x="64246" y="0"/>
                </a:cubicBezTo>
                <a:cubicBezTo>
                  <a:pt x="55434" y="2463"/>
                  <a:pt x="44841" y="4228"/>
                  <a:pt x="32815" y="4926"/>
                </a:cubicBezTo>
                <a:cubicBezTo>
                  <a:pt x="28217" y="5296"/>
                  <a:pt x="23304" y="5296"/>
                  <a:pt x="18391" y="5296"/>
                </a:cubicBezTo>
                <a:cubicBezTo>
                  <a:pt x="12343" y="5296"/>
                  <a:pt x="6364" y="5296"/>
                  <a:pt x="0" y="4926"/>
                </a:cubicBezTo>
                <a:cubicBezTo>
                  <a:pt x="21169" y="26095"/>
                  <a:pt x="48003" y="42666"/>
                  <a:pt x="97019" y="43036"/>
                </a:cubicBezTo>
                <a:lnTo>
                  <a:pt x="107979" y="43036"/>
                </a:lnTo>
              </a:path>
            </a:pathLst>
          </a:custGeom>
          <a:solidFill xmlns:a="http://schemas.openxmlformats.org/drawingml/2006/main">
            <a:srgbClr val="BFD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9033C9A6-F0AB-4215-96E1-D1CDF3A6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471" y="6644310"/>
            <a:ext cx="39720" cy="14932"/>
          </a:xfrm>
          <a:custGeom xmlns:a="http://schemas.openxmlformats.org/drawingml/2006/main">
            <a:pathLst>
              <a:path w="40258" h="15134">
                <a:moveTo>
                  <a:pt x="40258" y="15134"/>
                </a:moveTo>
                <a:cubicBezTo>
                  <a:pt x="37042" y="10591"/>
                  <a:pt x="33894" y="5296"/>
                  <a:pt x="31431" y="0"/>
                </a:cubicBezTo>
                <a:cubicBezTo>
                  <a:pt x="22619" y="2463"/>
                  <a:pt x="12027" y="4228"/>
                  <a:pt x="0" y="4926"/>
                </a:cubicBezTo>
                <a:cubicBezTo>
                  <a:pt x="8128" y="9141"/>
                  <a:pt x="20101" y="13369"/>
                  <a:pt x="40258" y="15134"/>
                </a:cubicBezTo>
              </a:path>
            </a:pathLst>
          </a:custGeom>
          <a:solidFill xmlns:a="http://schemas.openxmlformats.org/drawingml/2006/main">
            <a:srgbClr val="D4EE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2DF7D70-2297-4255-9E0F-D9EEDE8D7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4eff1bfb44dad"/>
          <a:stretch xmlns:a="http://schemas.openxmlformats.org/drawingml/2006/main"/>
        </p:blipFill>
        <p:spPr>
          <a:xfrm xmlns:a="http://schemas.openxmlformats.org/drawingml/2006/main">
            <a:off x="13391537" y="6366504"/>
            <a:ext cx="319523" cy="328921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2860560-C317-49D1-8FCB-79C036B47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0fd6c84294742"/>
          <a:stretch xmlns:a="http://schemas.openxmlformats.org/drawingml/2006/main"/>
        </p:blipFill>
        <p:spPr>
          <a:xfrm xmlns:a="http://schemas.openxmlformats.org/drawingml/2006/main">
            <a:off x="13504309" y="6451084"/>
            <a:ext cx="319523" cy="319523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17668F9-BAAA-4380-8678-3AC7ED304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c096fe9b84423"/>
          <a:stretch xmlns:a="http://schemas.openxmlformats.org/drawingml/2006/main"/>
        </p:blipFill>
        <p:spPr>
          <a:xfrm xmlns:a="http://schemas.openxmlformats.org/drawingml/2006/main">
            <a:off x="13466718" y="6723618"/>
            <a:ext cx="281932" cy="84580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B7D4F9D-E78A-4CEA-AB51-D98A0A89B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c095d7a83454a"/>
          <a:stretch xmlns:a="http://schemas.openxmlformats.org/drawingml/2006/main"/>
        </p:blipFill>
        <p:spPr>
          <a:xfrm xmlns:a="http://schemas.openxmlformats.org/drawingml/2006/main">
            <a:off x="13466718" y="6723618"/>
            <a:ext cx="281932" cy="84580"/>
          </a:xfrm>
          <a:prstGeom xmlns:a="http://schemas.openxmlformats.org/drawingml/2006/main" prst="rect">
            <a:avLst/>
          </a:prstGeom>
        </p:spPr>
      </p:pic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CCB18294-B296-454B-91E5-78987ED2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317" y="5009742"/>
            <a:ext cx="425281" cy="191"/>
          </a:xfrm>
          <a:custGeom xmlns:a="http://schemas.openxmlformats.org/drawingml/2006/main">
            <a:pathLst>
              <a:path w="431040" h="191">
                <a:moveTo>
                  <a:pt x="0" y="0"/>
                </a:moveTo>
                <a:lnTo>
                  <a:pt x="4310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32006E"/>
            </a:solidFill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69793EF6-2267-4D77-9B69-B819ECC2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7646" y="4923674"/>
            <a:ext cx="172138" cy="172138"/>
          </a:xfrm>
          <a:custGeom xmlns:a="http://schemas.openxmlformats.org/drawingml/2006/main">
            <a:pathLst>
              <a:path w="174469" h="174469">
                <a:moveTo>
                  <a:pt x="0" y="0"/>
                </a:moveTo>
                <a:lnTo>
                  <a:pt x="174469" y="87234"/>
                </a:lnTo>
                <a:lnTo>
                  <a:pt x="0" y="1744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2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73790130-E85B-4FAB-85DA-4E859B36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364" y="2660567"/>
            <a:ext cx="3240242" cy="4293321"/>
          </a:xfrm>
          <a:custGeom xmlns:a="http://schemas.openxmlformats.org/drawingml/2006/main">
            <a:pathLst>
              <a:path w="3284120" h="4351459">
                <a:moveTo>
                  <a:pt x="143681" y="0"/>
                </a:moveTo>
                <a:lnTo>
                  <a:pt x="3140442" y="0"/>
                </a:lnTo>
                <a:cubicBezTo>
                  <a:pt x="3220027" y="0"/>
                  <a:pt x="3284120" y="64095"/>
                  <a:pt x="3284120" y="143680"/>
                </a:cubicBezTo>
                <a:lnTo>
                  <a:pt x="3284120" y="4207779"/>
                </a:lnTo>
                <a:cubicBezTo>
                  <a:pt x="3284120" y="4287364"/>
                  <a:pt x="3220027" y="4351459"/>
                  <a:pt x="3140442" y="4351459"/>
                </a:cubicBezTo>
                <a:lnTo>
                  <a:pt x="143681" y="4351459"/>
                </a:lnTo>
                <a:cubicBezTo>
                  <a:pt x="64094" y="4351459"/>
                  <a:pt x="0" y="4287364"/>
                  <a:pt x="0" y="4207779"/>
                </a:cubicBezTo>
                <a:lnTo>
                  <a:pt x="0" y="143680"/>
                </a:lnTo>
                <a:cubicBezTo>
                  <a:pt x="0" y="64095"/>
                  <a:pt x="64094" y="0"/>
                  <a:pt x="143681" y="0"/>
                </a:cubicBezTo>
              </a:path>
            </a:pathLst>
          </a:custGeom>
          <a:solidFill xmlns:a="http://schemas.openxmlformats.org/drawingml/2006/main">
            <a:srgbClr val="EDF6F4"/>
          </a:solidFill>
          <a:ln xmlns:a="http://schemas.openxmlformats.org/drawingml/2006/main" w="18226">
            <a:solidFill>
              <a:srgbClr val="B6D0CC"/>
            </a:solidFill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2DFCBD61-26D5-4567-B704-18C8FCB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855" y="2761825"/>
            <a:ext cx="3240242" cy="4293320"/>
          </a:xfrm>
          <a:custGeom xmlns:a="http://schemas.openxmlformats.org/drawingml/2006/main">
            <a:pathLst>
              <a:path w="3284120" h="4351459">
                <a:moveTo>
                  <a:pt x="143681" y="0"/>
                </a:moveTo>
                <a:lnTo>
                  <a:pt x="3140439" y="0"/>
                </a:lnTo>
                <a:cubicBezTo>
                  <a:pt x="3220025" y="0"/>
                  <a:pt x="3284120" y="64095"/>
                  <a:pt x="3284120" y="143680"/>
                </a:cubicBezTo>
                <a:lnTo>
                  <a:pt x="3284120" y="4207779"/>
                </a:lnTo>
                <a:cubicBezTo>
                  <a:pt x="3284120" y="4287365"/>
                  <a:pt x="3220025" y="4351459"/>
                  <a:pt x="3140439" y="4351459"/>
                </a:cubicBezTo>
                <a:lnTo>
                  <a:pt x="143681" y="4351459"/>
                </a:lnTo>
                <a:cubicBezTo>
                  <a:pt x="64096" y="4351459"/>
                  <a:pt x="0" y="4287365"/>
                  <a:pt x="0" y="4207779"/>
                </a:cubicBezTo>
                <a:lnTo>
                  <a:pt x="0" y="143680"/>
                </a:lnTo>
                <a:cubicBezTo>
                  <a:pt x="0" y="64095"/>
                  <a:pt x="64096" y="0"/>
                  <a:pt x="14368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277">
            <a:solidFill>
              <a:srgbClr val="78AAA4"/>
            </a:solidFill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4778033D-24B3-423E-A566-A06009BF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981" y="2771950"/>
            <a:ext cx="3219991" cy="617671"/>
          </a:xfrm>
          <a:custGeom xmlns:a="http://schemas.openxmlformats.org/drawingml/2006/main">
            <a:pathLst>
              <a:path w="3263595" h="626036">
                <a:moveTo>
                  <a:pt x="133418" y="0"/>
                </a:moveTo>
                <a:lnTo>
                  <a:pt x="3130176" y="0"/>
                </a:lnTo>
                <a:cubicBezTo>
                  <a:pt x="3219122" y="0"/>
                  <a:pt x="3263595" y="44472"/>
                  <a:pt x="3263595" y="133417"/>
                </a:cubicBezTo>
                <a:lnTo>
                  <a:pt x="3263595" y="626036"/>
                </a:lnTo>
                <a:lnTo>
                  <a:pt x="0" y="626036"/>
                </a:lnTo>
                <a:lnTo>
                  <a:pt x="0" y="133417"/>
                </a:lnTo>
                <a:cubicBezTo>
                  <a:pt x="0" y="44472"/>
                  <a:pt x="44473" y="0"/>
                  <a:pt x="133418" y="0"/>
                </a:cubicBezTo>
              </a:path>
            </a:pathLst>
          </a:custGeom>
          <a:solidFill xmlns:a="http://schemas.openxmlformats.org/drawingml/2006/main">
            <a:srgbClr val="E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23EFC507-4FFA-4CA1-A4C6-6C20256F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981" y="3389622"/>
            <a:ext cx="3219991" cy="191"/>
          </a:xfrm>
          <a:custGeom xmlns:a="http://schemas.openxmlformats.org/drawingml/2006/main">
            <a:pathLst>
              <a:path w="3263595" h="191">
                <a:moveTo>
                  <a:pt x="0" y="0"/>
                </a:moveTo>
                <a:lnTo>
                  <a:pt x="3263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89">
            <a:solidFill>
              <a:srgbClr val="B6D0CC"/>
            </a:solidFill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9F5811E0-6222-4789-A4CE-F65496A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748" y="2933963"/>
            <a:ext cx="263270" cy="293647"/>
          </a:xfrm>
          <a:custGeom xmlns:a="http://schemas.openxmlformats.org/drawingml/2006/main">
            <a:pathLst>
              <a:path w="266836" h="297623">
                <a:moveTo>
                  <a:pt x="133418" y="0"/>
                </a:moveTo>
                <a:lnTo>
                  <a:pt x="266836" y="71840"/>
                </a:lnTo>
                <a:lnTo>
                  <a:pt x="266836" y="225783"/>
                </a:lnTo>
                <a:lnTo>
                  <a:pt x="133418" y="297623"/>
                </a:lnTo>
                <a:lnTo>
                  <a:pt x="0" y="225783"/>
                </a:lnTo>
                <a:lnTo>
                  <a:pt x="0" y="71840"/>
                </a:lnTo>
                <a:lnTo>
                  <a:pt x="133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289">
            <a:solidFill>
              <a:srgbClr val="237F7B"/>
            </a:solidFill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6CFD3E53-62AE-4FEF-9F44-CF9AF2BF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748" y="3004843"/>
            <a:ext cx="263270" cy="222767"/>
          </a:xfrm>
          <a:custGeom xmlns:a="http://schemas.openxmlformats.org/drawingml/2006/main">
            <a:pathLst>
              <a:path w="266836" h="225783">
                <a:moveTo>
                  <a:pt x="0" y="0"/>
                </a:moveTo>
                <a:lnTo>
                  <a:pt x="133418" y="71840"/>
                </a:lnTo>
                <a:lnTo>
                  <a:pt x="266836" y="0"/>
                </a:lnTo>
                <a:moveTo>
                  <a:pt x="133418" y="71840"/>
                </a:moveTo>
                <a:lnTo>
                  <a:pt x="133418" y="225783"/>
                </a:lnTo>
              </a:path>
            </a:pathLst>
          </a:custGeom>
          <a:noFill xmlns:a="http://schemas.openxmlformats.org/drawingml/2006/main"/>
          <a:ln xmlns:a="http://schemas.openxmlformats.org/drawingml/2006/main" w="23289">
            <a:solidFill>
              <a:srgbClr val="237F7B"/>
            </a:solidFill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4EAEC614-F1D2-4B02-A11A-FB8A843B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628" y="3652891"/>
            <a:ext cx="405030" cy="2318798"/>
          </a:xfrm>
          <a:custGeom xmlns:a="http://schemas.openxmlformats.org/drawingml/2006/main">
            <a:pathLst>
              <a:path w="410515" h="2350198">
                <a:moveTo>
                  <a:pt x="0" y="0"/>
                </a:moveTo>
                <a:lnTo>
                  <a:pt x="0" y="2350198"/>
                </a:lnTo>
                <a:moveTo>
                  <a:pt x="0" y="92366"/>
                </a:moveTo>
                <a:lnTo>
                  <a:pt x="123155" y="92366"/>
                </a:lnTo>
                <a:moveTo>
                  <a:pt x="0" y="543932"/>
                </a:moveTo>
                <a:lnTo>
                  <a:pt x="123155" y="543932"/>
                </a:lnTo>
                <a:moveTo>
                  <a:pt x="0" y="995499"/>
                </a:moveTo>
                <a:lnTo>
                  <a:pt x="123155" y="995499"/>
                </a:lnTo>
                <a:moveTo>
                  <a:pt x="0" y="1898632"/>
                </a:moveTo>
                <a:lnTo>
                  <a:pt x="123155" y="1898632"/>
                </a:lnTo>
                <a:moveTo>
                  <a:pt x="0" y="2350198"/>
                </a:moveTo>
                <a:lnTo>
                  <a:pt x="123155" y="2350198"/>
                </a:lnTo>
                <a:moveTo>
                  <a:pt x="297624" y="1118653"/>
                </a:moveTo>
                <a:lnTo>
                  <a:pt x="297624" y="1447066"/>
                </a:lnTo>
                <a:lnTo>
                  <a:pt x="410515" y="1447066"/>
                </a:lnTo>
              </a:path>
            </a:pathLst>
          </a:custGeom>
          <a:noFill xmlns:a="http://schemas.openxmlformats.org/drawingml/2006/main"/>
          <a:ln xmlns:a="http://schemas.openxmlformats.org/drawingml/2006/main" w="20252">
            <a:solidFill>
              <a:srgbClr val="C7BDD4"/>
            </a:solidFill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A187BE15-967C-4C11-8409-C1D6D03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981" y="6508355"/>
            <a:ext cx="3219991" cy="536664"/>
          </a:xfrm>
          <a:custGeom xmlns:a="http://schemas.openxmlformats.org/drawingml/2006/main">
            <a:pathLst>
              <a:path w="3263595" h="543932">
                <a:moveTo>
                  <a:pt x="0" y="0"/>
                </a:moveTo>
                <a:lnTo>
                  <a:pt x="3263595" y="0"/>
                </a:lnTo>
                <a:lnTo>
                  <a:pt x="3263595" y="420778"/>
                </a:lnTo>
                <a:cubicBezTo>
                  <a:pt x="3263595" y="502881"/>
                  <a:pt x="3222543" y="543932"/>
                  <a:pt x="3140441" y="543932"/>
                </a:cubicBezTo>
                <a:lnTo>
                  <a:pt x="123155" y="543932"/>
                </a:lnTo>
                <a:cubicBezTo>
                  <a:pt x="41052" y="543932"/>
                  <a:pt x="0" y="502881"/>
                  <a:pt x="0" y="420778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77E33EA8-10D6-4A00-B77A-371EBB0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44" y="6771624"/>
            <a:ext cx="15502533" cy="850563"/>
          </a:xfrm>
          <a:custGeom xmlns:a="http://schemas.openxmlformats.org/drawingml/2006/main">
            <a:pathLst>
              <a:path w="15712463" h="862082">
                <a:moveTo>
                  <a:pt x="15712463" y="328412"/>
                </a:moveTo>
                <a:lnTo>
                  <a:pt x="15712463" y="656825"/>
                </a:lnTo>
                <a:cubicBezTo>
                  <a:pt x="15712463" y="793662"/>
                  <a:pt x="15644043" y="862082"/>
                  <a:pt x="15507205" y="862082"/>
                </a:cubicBezTo>
                <a:lnTo>
                  <a:pt x="205258" y="862082"/>
                </a:lnTo>
                <a:cubicBezTo>
                  <a:pt x="68419" y="862082"/>
                  <a:pt x="0" y="793662"/>
                  <a:pt x="0" y="656825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8">
            <a:solidFill>
              <a:srgbClr val="237F7B"/>
            </a:solidFill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71F66BD9-0973-4029-A8CC-862F9E8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75" y="6754438"/>
            <a:ext cx="172138" cy="172138"/>
          </a:xfrm>
          <a:custGeom xmlns:a="http://schemas.openxmlformats.org/drawingml/2006/main">
            <a:pathLst>
              <a:path w="174469" h="174469">
                <a:moveTo>
                  <a:pt x="0" y="174469"/>
                </a:moveTo>
                <a:lnTo>
                  <a:pt x="87234" y="0"/>
                </a:lnTo>
                <a:lnTo>
                  <a:pt x="174469" y="174469"/>
                </a:lnTo>
                <a:lnTo>
                  <a:pt x="0" y="17446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Reviewed label 0: Solver Training">
            <a:extLst xmlns:a="http://schemas.openxmlformats.org/drawingml/2006/main">
              <a:ext uri="{FF2B5EF4-FFF2-40B4-BE49-F238E27FC236}">
                <a16:creationId xmlns:a16="http://schemas.microsoft.com/office/drawing/2014/main" id="{647BCA05-1DD6-403F-B2D4-ED9DE494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808" y="2913814"/>
            <a:ext cx="2170878" cy="4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6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6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67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Solver Training</a:t>
            </a:r>
          </a:p>
        </p:txBody>
      </p:sp>
      <p:sp>
        <p:nvSpPr>
          <p:cNvPr id="139" name="Reviewed label 1: Rollout">
            <a:extLst xmlns:a="http://schemas.openxmlformats.org/drawingml/2006/main">
              <a:ext uri="{FF2B5EF4-FFF2-40B4-BE49-F238E27FC236}">
                <a16:creationId xmlns:a16="http://schemas.microsoft.com/office/drawing/2014/main" id="{ED60894D-9A34-4108-891D-BEC75F5F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672" y="3821392"/>
            <a:ext cx="751819" cy="305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20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Rollout</a:t>
            </a:r>
          </a:p>
        </p:txBody>
      </p:sp>
      <p:sp>
        <p:nvSpPr>
          <p:cNvPr id="140" name="Reviewed label 3: Policy">
            <a:extLst xmlns:a="http://schemas.openxmlformats.org/drawingml/2006/main">
              <a:ext uri="{FF2B5EF4-FFF2-40B4-BE49-F238E27FC236}">
                <a16:creationId xmlns:a16="http://schemas.microsoft.com/office/drawing/2014/main" id="{54420D05-0378-4947-BB81-A5C9B7B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489" y="5052760"/>
            <a:ext cx="639046" cy="303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08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41" name="Reviewed label 4: Terminals">
            <a:extLst xmlns:a="http://schemas.openxmlformats.org/drawingml/2006/main">
              <a:ext uri="{FF2B5EF4-FFF2-40B4-BE49-F238E27FC236}">
                <a16:creationId xmlns:a16="http://schemas.microsoft.com/office/drawing/2014/main" id="{AAAD0DF8-5E5D-4920-A232-DA6FAC38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0037" y="5051419"/>
            <a:ext cx="1043149" cy="31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67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Terminals</a:t>
            </a:r>
          </a:p>
        </p:txBody>
      </p:sp>
      <p:sp>
        <p:nvSpPr>
          <p:cNvPr id="142" name="Reviewed label 5: RL update">
            <a:extLst xmlns:a="http://schemas.openxmlformats.org/drawingml/2006/main">
              <a:ext uri="{FF2B5EF4-FFF2-40B4-BE49-F238E27FC236}">
                <a16:creationId xmlns:a16="http://schemas.microsoft.com/office/drawing/2014/main" id="{5B9DDA7B-9AF1-4CAC-8021-D87C05A7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513" y="5314308"/>
            <a:ext cx="1099535" cy="316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78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RL update</a:t>
            </a:r>
          </a:p>
        </p:txBody>
      </p:sp>
      <p:sp>
        <p:nvSpPr>
          <p:cNvPr id="143" name="Reviewed label 6: Training pool">
            <a:extLst xmlns:a="http://schemas.openxmlformats.org/drawingml/2006/main">
              <a:ext uri="{FF2B5EF4-FFF2-40B4-BE49-F238E27FC236}">
                <a16:creationId xmlns:a16="http://schemas.microsoft.com/office/drawing/2014/main" id="{48E4A7CF-BA20-4723-B718-9F94B6B2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03" y="5785218"/>
            <a:ext cx="1381468" cy="308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3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3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33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Training pool</a:t>
            </a:r>
          </a:p>
        </p:txBody>
      </p:sp>
      <p:sp>
        <p:nvSpPr>
          <p:cNvPr id="144" name="Reviewed label 7: Solver">
            <a:extLst xmlns:a="http://schemas.openxmlformats.org/drawingml/2006/main">
              <a:ext uri="{FF2B5EF4-FFF2-40B4-BE49-F238E27FC236}">
                <a16:creationId xmlns:a16="http://schemas.microsoft.com/office/drawing/2014/main" id="{D05DD921-FB7A-476A-9AAB-F812AA8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0551" y="2699199"/>
            <a:ext cx="892785" cy="408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0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Solver</a:t>
            </a:r>
          </a:p>
        </p:txBody>
      </p:sp>
      <p:sp>
        <p:nvSpPr>
          <p:cNvPr id="145" name="Reviewed label 8: experience">
            <a:extLst xmlns:a="http://schemas.openxmlformats.org/drawingml/2006/main">
              <a:ext uri="{FF2B5EF4-FFF2-40B4-BE49-F238E27FC236}">
                <a16:creationId xmlns:a16="http://schemas.microsoft.com/office/drawing/2014/main" id="{FEC0FB7C-3A29-4D49-AB5A-73B70A6A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028" y="3113431"/>
            <a:ext cx="1513036" cy="330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1857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46" name="Reviewed label 9: rollouts">
            <a:extLst xmlns:a="http://schemas.openxmlformats.org/drawingml/2006/main">
              <a:ext uri="{FF2B5EF4-FFF2-40B4-BE49-F238E27FC236}">
                <a16:creationId xmlns:a16="http://schemas.microsoft.com/office/drawing/2014/main" id="{9E4A8821-E2D7-42D8-8B50-705FA03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1755" y="3913612"/>
            <a:ext cx="836399" cy="319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1" i="0">
                <a:solidFill>
                  <a:srgbClr val="2D263C"/>
                </a:solidFill>
                <a:latin typeface="Arial"/>
                <a:ea typeface="Arial"/>
                <a:cs typeface="Arial"/>
              </a:defRPr>
            </a:pPr>
            <a:r>
              <a:rPr sz="1797" b="1" i="0">
                <a:solidFill>
                  <a:srgbClr val="2D263C"/>
                </a:solidFill>
                <a:latin typeface="Arial"/>
                <a:ea typeface="Arial"/>
                <a:cs typeface="Arial"/>
              </a:rPr>
              <a:t>rollouts</a:t>
            </a:r>
          </a:p>
        </p:txBody>
      </p:sp>
      <p:sp>
        <p:nvSpPr>
          <p:cNvPr id="147" name="Reviewed label 10: Sandbox + coding harness">
            <a:extLst xmlns:a="http://schemas.openxmlformats.org/drawingml/2006/main">
              <a:ext uri="{FF2B5EF4-FFF2-40B4-BE49-F238E27FC236}">
                <a16:creationId xmlns:a16="http://schemas.microsoft.com/office/drawing/2014/main" id="{B55F24B4-3510-4104-93E9-58C9043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9986" y="2913520"/>
            <a:ext cx="3853073" cy="42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0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0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2380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Sandbox + coding harness</a:t>
            </a:r>
          </a:p>
        </p:txBody>
      </p:sp>
      <p:sp>
        <p:nvSpPr>
          <p:cNvPr id="148" name="Reviewed label 11: workspace/">
            <a:extLst xmlns:a="http://schemas.openxmlformats.org/drawingml/2006/main">
              <a:ext uri="{FF2B5EF4-FFF2-40B4-BE49-F238E27FC236}">
                <a16:creationId xmlns:a16="http://schemas.microsoft.com/office/drawing/2014/main" id="{B0DD225A-9A4F-4613-8BBB-A251AB7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656" y="3550775"/>
            <a:ext cx="1560025" cy="363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7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7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47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workspace/</a:t>
            </a:r>
          </a:p>
        </p:txBody>
      </p:sp>
      <p:sp>
        <p:nvSpPr>
          <p:cNvPr id="149" name="Reviewed label 13: past_rollouts/">
            <a:extLst xmlns:a="http://schemas.openxmlformats.org/drawingml/2006/main">
              <a:ext uri="{FF2B5EF4-FFF2-40B4-BE49-F238E27FC236}">
                <a16:creationId xmlns:a16="http://schemas.microsoft.com/office/drawing/2014/main" id="{4A527991-1068-439C-A1DB-B96526F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657" y="4043518"/>
            <a:ext cx="2199071" cy="332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1869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past_rollouts/</a:t>
            </a:r>
          </a:p>
        </p:txBody>
      </p:sp>
      <p:sp>
        <p:nvSpPr>
          <p:cNvPr id="150" name="Reviewed label 14: failed/">
            <a:extLst xmlns:a="http://schemas.openxmlformats.org/drawingml/2006/main">
              <a:ext uri="{FF2B5EF4-FFF2-40B4-BE49-F238E27FC236}">
                <a16:creationId xmlns:a16="http://schemas.microsoft.com/office/drawing/2014/main" id="{AB495F70-0BA0-4358-BCCE-691F99B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39" y="4529422"/>
            <a:ext cx="1061945" cy="354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1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1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defRPr>
            </a:pPr>
            <a:r>
              <a:rPr sz="1991" b="1" i="0">
                <a:solidFill>
                  <a:srgbClr val="BE702D"/>
                </a:solidFill>
                <a:latin typeface="Courier New"/>
                <a:ea typeface="Courier New"/>
                <a:cs typeface="Courier New"/>
              </a:rPr>
              <a:t>failed/</a:t>
            </a:r>
          </a:p>
        </p:txBody>
      </p:sp>
      <p:sp>
        <p:nvSpPr>
          <p:cNvPr id="151" name="Reviewed label 15: successful/">
            <a:extLst xmlns:a="http://schemas.openxmlformats.org/drawingml/2006/main">
              <a:ext uri="{FF2B5EF4-FFF2-40B4-BE49-F238E27FC236}">
                <a16:creationId xmlns:a16="http://schemas.microsoft.com/office/drawing/2014/main" id="{BB151272-CB9A-4ADD-9509-32E123D6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39" y="4970646"/>
            <a:ext cx="1700991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347C58"/>
                </a:solidFill>
                <a:latin typeface="Courier New"/>
                <a:ea typeface="Courier New"/>
                <a:cs typeface="Courier New"/>
              </a:rPr>
              <a:t>successful/</a:t>
            </a:r>
          </a:p>
        </p:txBody>
      </p:sp>
      <p:sp>
        <p:nvSpPr>
          <p:cNvPr id="152" name="Reviewed label 17: past_environments/">
            <a:extLst xmlns:a="http://schemas.openxmlformats.org/drawingml/2006/main">
              <a:ext uri="{FF2B5EF4-FFF2-40B4-BE49-F238E27FC236}">
                <a16:creationId xmlns:a16="http://schemas.microsoft.com/office/drawing/2014/main" id="{99630688-5E55-4C9A-AC6A-225232BC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657" y="5402840"/>
            <a:ext cx="2828719" cy="358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6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6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16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past_environments/</a:t>
            </a:r>
          </a:p>
        </p:txBody>
      </p:sp>
      <p:sp>
        <p:nvSpPr>
          <p:cNvPr id="153" name="Reviewed label 18: Proposer">
            <a:extLst xmlns:a="http://schemas.openxmlformats.org/drawingml/2006/main">
              <a:ext uri="{FF2B5EF4-FFF2-40B4-BE49-F238E27FC236}">
                <a16:creationId xmlns:a16="http://schemas.microsoft.com/office/drawing/2014/main" id="{DFC81A80-DEA4-4F37-963A-3B83AAC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7174" y="3601557"/>
            <a:ext cx="1278092" cy="407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2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2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2292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Proposer</a:t>
            </a:r>
          </a:p>
        </p:txBody>
      </p:sp>
      <p:sp>
        <p:nvSpPr>
          <p:cNvPr id="154" name="Reviewed label 19: $ inspect">
            <a:extLst xmlns:a="http://schemas.openxmlformats.org/drawingml/2006/main">
              <a:ext uri="{FF2B5EF4-FFF2-40B4-BE49-F238E27FC236}">
                <a16:creationId xmlns:a16="http://schemas.microsoft.com/office/drawing/2014/main" id="{CF236CC7-924F-4279-AD1D-0642138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536" y="4697425"/>
            <a:ext cx="1400263" cy="36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2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2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42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$ inspect</a:t>
            </a:r>
          </a:p>
        </p:txBody>
      </p:sp>
      <p:sp>
        <p:nvSpPr>
          <p:cNvPr id="155" name="Reviewed label 20: $ build + repair">
            <a:extLst xmlns:a="http://schemas.openxmlformats.org/drawingml/2006/main">
              <a:ext uri="{FF2B5EF4-FFF2-40B4-BE49-F238E27FC236}">
                <a16:creationId xmlns:a16="http://schemas.microsoft.com/office/drawing/2014/main" id="{5F37BCB3-A1A9-4908-86D3-A8A4A9B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536" y="5026007"/>
            <a:ext cx="2509196" cy="36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56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$ build + repair</a:t>
            </a:r>
          </a:p>
        </p:txBody>
      </p:sp>
      <p:sp>
        <p:nvSpPr>
          <p:cNvPr id="156" name="Reviewed label 21: $ validate">
            <a:extLst xmlns:a="http://schemas.openxmlformats.org/drawingml/2006/main">
              <a:ext uri="{FF2B5EF4-FFF2-40B4-BE49-F238E27FC236}">
                <a16:creationId xmlns:a16="http://schemas.microsoft.com/office/drawing/2014/main" id="{DE872BF3-E68D-4C0E-8DA7-249042C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9934" y="5346556"/>
            <a:ext cx="1541229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rPr>
              <a:t>$ validate</a:t>
            </a:r>
          </a:p>
        </p:txBody>
      </p:sp>
      <p:sp>
        <p:nvSpPr>
          <p:cNvPr id="157" name="Reviewed label 23: memory/">
            <a:extLst xmlns:a="http://schemas.openxmlformats.org/drawingml/2006/main">
              <a:ext uri="{FF2B5EF4-FFF2-40B4-BE49-F238E27FC236}">
                <a16:creationId xmlns:a16="http://schemas.microsoft.com/office/drawing/2014/main" id="{2EC5AB78-37A6-4EEA-92E1-53BB4F3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657" y="5834504"/>
            <a:ext cx="1090138" cy="36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4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4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44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memory/</a:t>
            </a:r>
          </a:p>
        </p:txBody>
      </p:sp>
      <p:sp>
        <p:nvSpPr>
          <p:cNvPr id="158" name="Reviewed label 25: tools/">
            <a:extLst xmlns:a="http://schemas.openxmlformats.org/drawingml/2006/main">
              <a:ext uri="{FF2B5EF4-FFF2-40B4-BE49-F238E27FC236}">
                <a16:creationId xmlns:a16="http://schemas.microsoft.com/office/drawing/2014/main" id="{B70FD72C-3753-4CEE-A9F3-AFC69541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054" y="6258137"/>
            <a:ext cx="920978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350066"/>
                </a:solidFill>
                <a:latin typeface="Courier New"/>
                <a:ea typeface="Courier New"/>
                <a:cs typeface="Courier New"/>
              </a:rPr>
              <a:t>tools/</a:t>
            </a:r>
          </a:p>
        </p:txBody>
      </p:sp>
      <p:sp>
        <p:nvSpPr>
          <p:cNvPr id="159" name="Reviewed label 26: New environments">
            <a:extLst xmlns:a="http://schemas.openxmlformats.org/drawingml/2006/main">
              <a:ext uri="{FF2B5EF4-FFF2-40B4-BE49-F238E27FC236}">
                <a16:creationId xmlns:a16="http://schemas.microsoft.com/office/drawing/2014/main" id="{FC5C5D6E-9AD5-4021-B3E2-2BAD1DA7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214" y="7259254"/>
            <a:ext cx="2490401" cy="392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206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New environments</a:t>
            </a:r>
          </a:p>
        </p:txBody>
      </p:sp>
      <p:sp>
        <p:nvSpPr>
          <p:cNvPr id="160" name="Reviewed label 27: Web search">
            <a:extLst xmlns:a="http://schemas.openxmlformats.org/drawingml/2006/main">
              <a:ext uri="{FF2B5EF4-FFF2-40B4-BE49-F238E27FC236}">
                <a16:creationId xmlns:a16="http://schemas.microsoft.com/office/drawing/2014/main" id="{5F55EB65-89BB-49B7-A8EF-E26C84F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7149" y="6008947"/>
            <a:ext cx="1287490" cy="322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1813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Web search</a:t>
            </a:r>
          </a:p>
        </p:txBody>
      </p:sp>
      <p:sp>
        <p:nvSpPr>
          <p:cNvPr id="161" name="Reviewed label 29: Child sandboxes">
            <a:extLst xmlns:a="http://schemas.openxmlformats.org/drawingml/2006/main">
              <a:ext uri="{FF2B5EF4-FFF2-40B4-BE49-F238E27FC236}">
                <a16:creationId xmlns:a16="http://schemas.microsoft.com/office/drawing/2014/main" id="{C9AE456F-1BFC-4E6D-8254-754EDFD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4288" y="6000591"/>
            <a:ext cx="1794968" cy="314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7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7" b="1" i="0">
                <a:solidFill>
                  <a:srgbClr val="350066"/>
                </a:solidFill>
                <a:latin typeface="Arial"/>
                <a:ea typeface="Arial"/>
                <a:cs typeface="Arial"/>
              </a:defRPr>
            </a:pPr>
            <a:r>
              <a:rPr sz="1767" b="1" i="0">
                <a:solidFill>
                  <a:srgbClr val="350066"/>
                </a:solidFill>
                <a:latin typeface="Arial"/>
                <a:ea typeface="Arial"/>
                <a:cs typeface="Arial"/>
              </a:rPr>
              <a:t>Child sandboxes</a:t>
            </a:r>
          </a:p>
        </p:txBody>
      </p:sp>
      <p:sp>
        <p:nvSpPr>
          <p:cNvPr id="162" name="Reviewed label 30: Harbor task">
            <a:extLst xmlns:a="http://schemas.openxmlformats.org/drawingml/2006/main">
              <a:ext uri="{FF2B5EF4-FFF2-40B4-BE49-F238E27FC236}">
                <a16:creationId xmlns:a16="http://schemas.microsoft.com/office/drawing/2014/main" id="{A4878B36-75FE-4A60-AAAC-F7141117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1087" y="2914039"/>
            <a:ext cx="166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57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57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Harbor task</a:t>
            </a:r>
          </a:p>
        </p:txBody>
      </p:sp>
      <p:sp>
        <p:nvSpPr>
          <p:cNvPr id="163" name="Reviewed label 31: task.toml">
            <a:extLst xmlns:a="http://schemas.openxmlformats.org/drawingml/2006/main">
              <a:ext uri="{FF2B5EF4-FFF2-40B4-BE49-F238E27FC236}">
                <a16:creationId xmlns:a16="http://schemas.microsoft.com/office/drawing/2014/main" id="{C632EE70-2397-42CB-9957-A2714FA3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8314" y="3616671"/>
            <a:ext cx="1400263" cy="363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4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task.toml</a:t>
            </a:r>
          </a:p>
        </p:txBody>
      </p:sp>
      <p:sp>
        <p:nvSpPr>
          <p:cNvPr id="164" name="Reviewed label 32: instruction.md">
            <a:extLst xmlns:a="http://schemas.openxmlformats.org/drawingml/2006/main">
              <a:ext uri="{FF2B5EF4-FFF2-40B4-BE49-F238E27FC236}">
                <a16:creationId xmlns:a16="http://schemas.microsoft.com/office/drawing/2014/main" id="{173C7A73-7D59-40E5-AAD0-410CF256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7712" y="4057917"/>
            <a:ext cx="2199071" cy="366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6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instruction.md</a:t>
            </a:r>
          </a:p>
        </p:txBody>
      </p:sp>
      <p:sp>
        <p:nvSpPr>
          <p:cNvPr id="165" name="Reviewed label 33: environment/">
            <a:extLst xmlns:a="http://schemas.openxmlformats.org/drawingml/2006/main">
              <a:ext uri="{FF2B5EF4-FFF2-40B4-BE49-F238E27FC236}">
                <a16:creationId xmlns:a16="http://schemas.microsoft.com/office/drawing/2014/main" id="{DED390C4-0F3C-43EF-8981-E5C006C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8314" y="4490591"/>
            <a:ext cx="1870150" cy="36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45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environment/</a:t>
            </a:r>
          </a:p>
        </p:txBody>
      </p:sp>
      <p:sp>
        <p:nvSpPr>
          <p:cNvPr id="166" name="Reviewed label 34: Dockerfile">
            <a:extLst xmlns:a="http://schemas.openxmlformats.org/drawingml/2006/main">
              <a:ext uri="{FF2B5EF4-FFF2-40B4-BE49-F238E27FC236}">
                <a16:creationId xmlns:a16="http://schemas.microsoft.com/office/drawing/2014/main" id="{074850CE-7443-42F9-B0CE-AA7705F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0247" y="4951023"/>
            <a:ext cx="1560025" cy="364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8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8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48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Dockerfile</a:t>
            </a:r>
          </a:p>
        </p:txBody>
      </p:sp>
      <p:sp>
        <p:nvSpPr>
          <p:cNvPr id="167" name="Reviewed label 35: solution/">
            <a:extLst xmlns:a="http://schemas.openxmlformats.org/drawingml/2006/main">
              <a:ext uri="{FF2B5EF4-FFF2-40B4-BE49-F238E27FC236}">
                <a16:creationId xmlns:a16="http://schemas.microsoft.com/office/drawing/2014/main" id="{107C8FE6-3CE1-4F05-AD23-D8400AA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7712" y="5384147"/>
            <a:ext cx="1381468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solution/</a:t>
            </a:r>
          </a:p>
        </p:txBody>
      </p:sp>
      <p:sp>
        <p:nvSpPr>
          <p:cNvPr id="168" name="Reviewed label 36: tests/">
            <a:extLst xmlns:a="http://schemas.openxmlformats.org/drawingml/2006/main">
              <a:ext uri="{FF2B5EF4-FFF2-40B4-BE49-F238E27FC236}">
                <a16:creationId xmlns:a16="http://schemas.microsoft.com/office/drawing/2014/main" id="{94B3A998-566A-4664-87E1-09C7708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8314" y="5835238"/>
            <a:ext cx="920978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2D263C"/>
                </a:solidFill>
                <a:latin typeface="Courier New"/>
                <a:ea typeface="Courier New"/>
                <a:cs typeface="Courier New"/>
              </a:rPr>
              <a:t>tests/</a:t>
            </a:r>
          </a:p>
        </p:txBody>
      </p:sp>
      <p:sp>
        <p:nvSpPr>
          <p:cNvPr id="169" name="Reviewed label 37: $ execute task">
            <a:extLst xmlns:a="http://schemas.openxmlformats.org/drawingml/2006/main">
              <a:ext uri="{FF2B5EF4-FFF2-40B4-BE49-F238E27FC236}">
                <a16:creationId xmlns:a16="http://schemas.microsoft.com/office/drawing/2014/main" id="{6CA1D2BB-3483-42C8-AE04-8A2AD3E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5780" y="6624648"/>
            <a:ext cx="2189673" cy="35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defRPr>
            </a:pPr>
            <a:r>
              <a:rPr sz="2012" b="1" i="0">
                <a:solidFill>
                  <a:srgbClr val="B0D3CB"/>
                </a:solidFill>
                <a:latin typeface="Courier New"/>
                <a:ea typeface="Courier New"/>
                <a:cs typeface="Courier New"/>
              </a:rPr>
              <a:t>$ execute task</a:t>
            </a:r>
          </a:p>
        </p:txBody>
      </p:sp>
    </p:spTree>
    <p:extLst>
      <p:ext uri="{BB962C8B-B14F-4D97-AF65-F5344CB8AC3E}">
        <p14:creationId xmlns:p14="http://schemas.microsoft.com/office/powerpoint/2010/main" val="111238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path-1">
            <a:extLst xmlns:a="http://schemas.openxmlformats.org/drawingml/2006/main">
              <a:ext uri="{FF2B5EF4-FFF2-40B4-BE49-F238E27FC236}">
                <a16:creationId xmlns:a16="http://schemas.microsoft.com/office/drawing/2014/main" id="{E7EDB534-3637-4340-911F-F2E5C01F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9706"/>
            <a:ext cx="18288000" cy="7527589"/>
          </a:xfrm>
          <a:custGeom xmlns:a="http://schemas.openxmlformats.org/drawingml/2006/main">
            <a:pathLst>
              <a:path w="18535650" h="7629525">
                <a:moveTo>
                  <a:pt x="18535650" y="0"/>
                </a:moveTo>
                <a:lnTo>
                  <a:pt x="0" y="0"/>
                </a:lnTo>
                <a:lnTo>
                  <a:pt x="0" y="7629525"/>
                </a:lnTo>
                <a:lnTo>
                  <a:pt x="18535650" y="7629525"/>
                </a:lnTo>
                <a:lnTo>
                  <a:pt x="185356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89A33F0-6E76-4004-8BBF-F4D6483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655" y="1593978"/>
            <a:ext cx="745683" cy="7099744"/>
          </a:xfrm>
          <a:custGeom xmlns:a="http://schemas.openxmlformats.org/drawingml/2006/main">
            <a:pathLst>
              <a:path w="755781" h="7195886">
                <a:moveTo>
                  <a:pt x="0" y="1202862"/>
                </a:moveTo>
                <a:lnTo>
                  <a:pt x="755781" y="0"/>
                </a:lnTo>
                <a:lnTo>
                  <a:pt x="755781" y="7195886"/>
                </a:lnTo>
                <a:lnTo>
                  <a:pt x="0" y="1820261"/>
                </a:lnTo>
                <a:lnTo>
                  <a:pt x="0" y="1202862"/>
                </a:lnTo>
              </a:path>
            </a:pathLst>
          </a:custGeom>
          <a:solidFill xmlns:a="http://schemas.openxmlformats.org/drawingml/2006/main">
            <a:srgbClr val="F4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2DC0A689-6EC7-4FFB-95EF-C23E44C7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655" y="1593978"/>
            <a:ext cx="745683" cy="7099744"/>
          </a:xfrm>
          <a:custGeom xmlns:a="http://schemas.openxmlformats.org/drawingml/2006/main">
            <a:pathLst>
              <a:path w="755781" h="7195886">
                <a:moveTo>
                  <a:pt x="0" y="1202862"/>
                </a:moveTo>
                <a:lnTo>
                  <a:pt x="755781" y="0"/>
                </a:lnTo>
                <a:moveTo>
                  <a:pt x="0" y="1820261"/>
                </a:moveTo>
                <a:lnTo>
                  <a:pt x="92582" y="2480238"/>
                </a:lnTo>
                <a:moveTo>
                  <a:pt x="135160" y="2778293"/>
                </a:moveTo>
                <a:lnTo>
                  <a:pt x="755781" y="7195886"/>
                </a:lnTo>
              </a:path>
            </a:pathLst>
          </a:custGeom>
          <a:noFill xmlns:a="http://schemas.openxmlformats.org/drawingml/2006/main"/>
          <a:ln xmlns:a="http://schemas.openxmlformats.org/drawingml/2006/main" w="15754">
            <a:solidFill>
              <a:srgbClr val="D5C8E3"/>
            </a:solidFill>
            <a:prstDash val="dash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3B94EEC-34C1-4B05-A4AF-6513C04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1" y="2759764"/>
            <a:ext cx="2436598" cy="651160"/>
          </a:xfrm>
          <a:custGeom xmlns:a="http://schemas.openxmlformats.org/drawingml/2006/main">
            <a:pathLst>
              <a:path w="2469594" h="659977">
                <a:moveTo>
                  <a:pt x="127738" y="0"/>
                </a:moveTo>
                <a:lnTo>
                  <a:pt x="2341856" y="0"/>
                </a:lnTo>
                <a:cubicBezTo>
                  <a:pt x="2412595" y="0"/>
                  <a:pt x="2469594" y="56999"/>
                  <a:pt x="2469594" y="127738"/>
                </a:cubicBezTo>
                <a:lnTo>
                  <a:pt x="2469594" y="532240"/>
                </a:lnTo>
                <a:cubicBezTo>
                  <a:pt x="2469594" y="602978"/>
                  <a:pt x="2412595" y="659977"/>
                  <a:pt x="2341856" y="659977"/>
                </a:cubicBezTo>
                <a:lnTo>
                  <a:pt x="127738" y="659977"/>
                </a:lnTo>
                <a:cubicBezTo>
                  <a:pt x="57000" y="659977"/>
                  <a:pt x="0" y="602978"/>
                  <a:pt x="0" y="532240"/>
                </a:cubicBezTo>
                <a:lnTo>
                  <a:pt x="0" y="127738"/>
                </a:lnTo>
                <a:cubicBezTo>
                  <a:pt x="0" y="56999"/>
                  <a:pt x="57000" y="0"/>
                  <a:pt x="12773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005">
            <a:solidFill>
              <a:srgbClr val="8062A5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D459AFC5-8522-46E3-B6BD-785F581B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05" y="2943559"/>
            <a:ext cx="378093" cy="283570"/>
          </a:xfrm>
          <a:custGeom xmlns:a="http://schemas.openxmlformats.org/drawingml/2006/main">
            <a:pathLst>
              <a:path w="383213" h="287410">
                <a:moveTo>
                  <a:pt x="359269" y="0"/>
                </a:moveTo>
                <a:lnTo>
                  <a:pt x="23958" y="0"/>
                </a:lnTo>
                <a:cubicBezTo>
                  <a:pt x="10702" y="0"/>
                  <a:pt x="0" y="10702"/>
                  <a:pt x="0" y="23944"/>
                </a:cubicBezTo>
                <a:lnTo>
                  <a:pt x="0" y="263466"/>
                </a:lnTo>
                <a:cubicBezTo>
                  <a:pt x="0" y="276708"/>
                  <a:pt x="10702" y="287410"/>
                  <a:pt x="23958" y="287410"/>
                </a:cubicBezTo>
                <a:lnTo>
                  <a:pt x="359269" y="287410"/>
                </a:lnTo>
                <a:cubicBezTo>
                  <a:pt x="372526" y="287410"/>
                  <a:pt x="383213" y="276708"/>
                  <a:pt x="383213" y="263466"/>
                </a:cubicBezTo>
                <a:lnTo>
                  <a:pt x="383213" y="23944"/>
                </a:lnTo>
                <a:cubicBezTo>
                  <a:pt x="383213" y="10702"/>
                  <a:pt x="372526" y="0"/>
                  <a:pt x="359269" y="0"/>
                </a:cubicBezTo>
                <a:moveTo>
                  <a:pt x="95803" y="143705"/>
                </a:moveTo>
                <a:lnTo>
                  <a:pt x="71860" y="143705"/>
                </a:lnTo>
                <a:lnTo>
                  <a:pt x="71860" y="167663"/>
                </a:lnTo>
                <a:lnTo>
                  <a:pt x="47901" y="167663"/>
                </a:lnTo>
                <a:lnTo>
                  <a:pt x="47901" y="143705"/>
                </a:lnTo>
                <a:lnTo>
                  <a:pt x="71860" y="143705"/>
                </a:lnTo>
                <a:lnTo>
                  <a:pt x="71860" y="119747"/>
                </a:lnTo>
                <a:lnTo>
                  <a:pt x="95803" y="119747"/>
                </a:lnTo>
                <a:lnTo>
                  <a:pt x="95803" y="95803"/>
                </a:lnTo>
                <a:lnTo>
                  <a:pt x="71860" y="95803"/>
                </a:lnTo>
                <a:lnTo>
                  <a:pt x="71860" y="71860"/>
                </a:lnTo>
                <a:lnTo>
                  <a:pt x="47901" y="71860"/>
                </a:lnTo>
                <a:lnTo>
                  <a:pt x="47901" y="47902"/>
                </a:lnTo>
                <a:lnTo>
                  <a:pt x="71860" y="47902"/>
                </a:lnTo>
                <a:lnTo>
                  <a:pt x="71860" y="71860"/>
                </a:lnTo>
                <a:lnTo>
                  <a:pt x="95803" y="71860"/>
                </a:lnTo>
                <a:lnTo>
                  <a:pt x="95803" y="95803"/>
                </a:lnTo>
                <a:lnTo>
                  <a:pt x="119761" y="95803"/>
                </a:lnTo>
                <a:lnTo>
                  <a:pt x="119761" y="119747"/>
                </a:lnTo>
                <a:lnTo>
                  <a:pt x="95803" y="119747"/>
                </a:lnTo>
                <a:lnTo>
                  <a:pt x="95803" y="143705"/>
                </a:lnTo>
                <a:moveTo>
                  <a:pt x="119761" y="167663"/>
                </a:moveTo>
                <a:lnTo>
                  <a:pt x="191606" y="167663"/>
                </a:lnTo>
                <a:lnTo>
                  <a:pt x="191606" y="191606"/>
                </a:lnTo>
                <a:lnTo>
                  <a:pt x="119761" y="191606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EF154A11-93F5-437E-ACE3-C9BC3839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1" y="7065822"/>
            <a:ext cx="2436598" cy="651160"/>
          </a:xfrm>
          <a:custGeom xmlns:a="http://schemas.openxmlformats.org/drawingml/2006/main">
            <a:pathLst>
              <a:path w="2469594" h="659977">
                <a:moveTo>
                  <a:pt x="127738" y="0"/>
                </a:moveTo>
                <a:lnTo>
                  <a:pt x="2341856" y="0"/>
                </a:lnTo>
                <a:cubicBezTo>
                  <a:pt x="2412595" y="0"/>
                  <a:pt x="2469594" y="56999"/>
                  <a:pt x="2469594" y="127738"/>
                </a:cubicBezTo>
                <a:lnTo>
                  <a:pt x="2469594" y="532240"/>
                </a:lnTo>
                <a:cubicBezTo>
                  <a:pt x="2469594" y="602978"/>
                  <a:pt x="2412595" y="659977"/>
                  <a:pt x="2341856" y="659977"/>
                </a:cubicBezTo>
                <a:lnTo>
                  <a:pt x="127738" y="659977"/>
                </a:lnTo>
                <a:cubicBezTo>
                  <a:pt x="57000" y="659977"/>
                  <a:pt x="0" y="602978"/>
                  <a:pt x="0" y="532240"/>
                </a:cubicBezTo>
                <a:lnTo>
                  <a:pt x="0" y="127738"/>
                </a:lnTo>
                <a:cubicBezTo>
                  <a:pt x="0" y="56999"/>
                  <a:pt x="57000" y="0"/>
                  <a:pt x="127738" y="0"/>
                </a:cubicBezTo>
              </a:path>
            </a:pathLst>
          </a:custGeom>
          <a:solidFill xmlns:a="http://schemas.openxmlformats.org/drawingml/2006/main">
            <a:srgbClr val="E0F0E9"/>
          </a:solidFill>
          <a:ln xmlns:a="http://schemas.openxmlformats.org/drawingml/2006/main" w="21005">
            <a:solidFill>
              <a:srgbClr val="237F7B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EDE0916B-4CC0-497C-B6F1-117CD101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59" y="7219313"/>
            <a:ext cx="343294" cy="340297"/>
          </a:xfrm>
          <a:custGeom xmlns:a="http://schemas.openxmlformats.org/drawingml/2006/main">
            <a:pathLst>
              <a:path w="347943" h="344906">
                <a:moveTo>
                  <a:pt x="341854" y="282030"/>
                </a:moveTo>
                <a:lnTo>
                  <a:pt x="202351" y="142541"/>
                </a:lnTo>
                <a:cubicBezTo>
                  <a:pt x="216103" y="107285"/>
                  <a:pt x="208454" y="65913"/>
                  <a:pt x="179343" y="36760"/>
                </a:cubicBezTo>
                <a:cubicBezTo>
                  <a:pt x="148686" y="6103"/>
                  <a:pt x="102729" y="0"/>
                  <a:pt x="65912" y="16848"/>
                </a:cubicBezTo>
                <a:lnTo>
                  <a:pt x="131839" y="82774"/>
                </a:lnTo>
                <a:lnTo>
                  <a:pt x="85825" y="128731"/>
                </a:lnTo>
                <a:lnTo>
                  <a:pt x="18408" y="62818"/>
                </a:lnTo>
                <a:cubicBezTo>
                  <a:pt x="0" y="99622"/>
                  <a:pt x="7650" y="145592"/>
                  <a:pt x="38307" y="176249"/>
                </a:cubicBezTo>
                <a:cubicBezTo>
                  <a:pt x="67474" y="205416"/>
                  <a:pt x="108832" y="213066"/>
                  <a:pt x="144088" y="199256"/>
                </a:cubicBezTo>
                <a:lnTo>
                  <a:pt x="283577" y="338746"/>
                </a:lnTo>
                <a:cubicBezTo>
                  <a:pt x="289737" y="344906"/>
                  <a:pt x="298878" y="344906"/>
                  <a:pt x="305037" y="338746"/>
                </a:cubicBezTo>
                <a:lnTo>
                  <a:pt x="340293" y="303490"/>
                </a:lnTo>
                <a:cubicBezTo>
                  <a:pt x="347943" y="297387"/>
                  <a:pt x="347943" y="286629"/>
                  <a:pt x="341854" y="282030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5E904-F3CA-4EE2-BC74-C08A68319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ad281f64f452d"/>
          <a:stretch xmlns:a="http://schemas.openxmlformats.org/drawingml/2006/main"/>
        </p:blipFill>
        <p:spPr>
          <a:xfrm xmlns:a="http://schemas.openxmlformats.org/drawingml/2006/main">
            <a:off x="507236" y="4543343"/>
            <a:ext cx="1851355" cy="1381468"/>
          </a:xfrm>
          <a:prstGeom xmlns:a="http://schemas.openxmlformats.org/drawingml/2006/main" prst="rect">
            <a:avLst/>
          </a:prstGeom>
        </p:spPr>
      </p:pic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039AD29E-B409-401E-877A-100918A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32" y="4566208"/>
            <a:ext cx="1785438" cy="1344330"/>
          </a:xfrm>
          <a:custGeom xmlns:a="http://schemas.openxmlformats.org/drawingml/2006/main">
            <a:pathLst>
              <a:path w="1809616" h="1362534">
                <a:moveTo>
                  <a:pt x="191606" y="0"/>
                </a:moveTo>
                <a:lnTo>
                  <a:pt x="1618010" y="0"/>
                </a:lnTo>
                <a:cubicBezTo>
                  <a:pt x="1724174" y="0"/>
                  <a:pt x="1809616" y="85442"/>
                  <a:pt x="1809616" y="191606"/>
                </a:cubicBezTo>
                <a:lnTo>
                  <a:pt x="1809616" y="1170928"/>
                </a:lnTo>
                <a:cubicBezTo>
                  <a:pt x="1809616" y="1277092"/>
                  <a:pt x="1724174" y="1362534"/>
                  <a:pt x="1618010" y="1362534"/>
                </a:cubicBezTo>
                <a:lnTo>
                  <a:pt x="191606" y="1362534"/>
                </a:lnTo>
                <a:cubicBezTo>
                  <a:pt x="85442" y="1362534"/>
                  <a:pt x="0" y="1277092"/>
                  <a:pt x="0" y="1170928"/>
                </a:cubicBezTo>
                <a:lnTo>
                  <a:pt x="0" y="191606"/>
                </a:lnTo>
                <a:cubicBezTo>
                  <a:pt x="0" y="85442"/>
                  <a:pt x="85442" y="0"/>
                  <a:pt x="19160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54">
            <a:solidFill>
              <a:srgbClr val="B5ACBC"/>
            </a:solidFill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F3075623-5DE6-465E-AF82-8692EAF5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01" y="4731462"/>
            <a:ext cx="406100" cy="446682"/>
          </a:xfrm>
          <a:custGeom xmlns:a="http://schemas.openxmlformats.org/drawingml/2006/main">
            <a:pathLst>
              <a:path w="411599" h="452730">
                <a:moveTo>
                  <a:pt x="0" y="72015"/>
                </a:moveTo>
                <a:lnTo>
                  <a:pt x="205800" y="0"/>
                </a:lnTo>
                <a:lnTo>
                  <a:pt x="411599" y="226365"/>
                </a:lnTo>
                <a:lnTo>
                  <a:pt x="205800" y="452730"/>
                </a:lnTo>
                <a:lnTo>
                  <a:pt x="0" y="380715"/>
                </a:lnTo>
                <a:lnTo>
                  <a:pt x="205800" y="0"/>
                </a:lnTo>
                <a:moveTo>
                  <a:pt x="0" y="72015"/>
                </a:moveTo>
                <a:lnTo>
                  <a:pt x="205800" y="452730"/>
                </a:lnTo>
                <a:moveTo>
                  <a:pt x="205800" y="0"/>
                </a:moveTo>
                <a:lnTo>
                  <a:pt x="205800" y="452730"/>
                </a:lnTo>
              </a:path>
            </a:pathLst>
          </a:custGeom>
          <a:noFill xmlns:a="http://schemas.openxmlformats.org/drawingml/2006/main"/>
          <a:ln xmlns:a="http://schemas.openxmlformats.org/drawingml/2006/main" w="25381">
            <a:solidFill>
              <a:srgbClr val="62556E"/>
            </a:solidFill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1919C8AD-A4D2-479B-B28D-919293A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19" y="4761933"/>
            <a:ext cx="81164" cy="81164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2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2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8760E32B-529C-4B44-BE75-A62E666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19" y="5066508"/>
            <a:ext cx="81164" cy="81164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2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2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BFEBFEC2-D99B-483B-B07D-36CE67F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69" y="4690810"/>
            <a:ext cx="81164" cy="81234"/>
          </a:xfrm>
          <a:custGeom xmlns:a="http://schemas.openxmlformats.org/drawingml/2006/main">
            <a:pathLst>
              <a:path w="82263" h="82334">
                <a:moveTo>
                  <a:pt x="82263" y="41203"/>
                </a:moveTo>
                <a:cubicBezTo>
                  <a:pt x="82263" y="63925"/>
                  <a:pt x="63869" y="82334"/>
                  <a:pt x="41132" y="82334"/>
                </a:cubicBezTo>
                <a:cubicBezTo>
                  <a:pt x="18394" y="82334"/>
                  <a:pt x="0" y="63925"/>
                  <a:pt x="0" y="41203"/>
                </a:cubicBezTo>
                <a:cubicBezTo>
                  <a:pt x="0" y="18465"/>
                  <a:pt x="18394" y="0"/>
                  <a:pt x="41132" y="0"/>
                </a:cubicBezTo>
                <a:cubicBezTo>
                  <a:pt x="63869" y="0"/>
                  <a:pt x="82263" y="18465"/>
                  <a:pt x="82263" y="41203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E7039027-32D2-4574-A2C7-A2CC5D6A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69" y="5137562"/>
            <a:ext cx="81164" cy="81234"/>
          </a:xfrm>
          <a:custGeom xmlns:a="http://schemas.openxmlformats.org/drawingml/2006/main">
            <a:pathLst>
              <a:path w="82263" h="82334">
                <a:moveTo>
                  <a:pt x="82263" y="41131"/>
                </a:moveTo>
                <a:cubicBezTo>
                  <a:pt x="82263" y="63868"/>
                  <a:pt x="63869" y="82334"/>
                  <a:pt x="41132" y="82334"/>
                </a:cubicBezTo>
                <a:cubicBezTo>
                  <a:pt x="18394" y="82334"/>
                  <a:pt x="0" y="63868"/>
                  <a:pt x="0" y="41131"/>
                </a:cubicBezTo>
                <a:cubicBezTo>
                  <a:pt x="0" y="18408"/>
                  <a:pt x="18394" y="0"/>
                  <a:pt x="41132" y="0"/>
                </a:cubicBezTo>
                <a:cubicBezTo>
                  <a:pt x="63869" y="0"/>
                  <a:pt x="82263" y="18408"/>
                  <a:pt x="82263" y="41131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905EA7AD-5776-4206-9444-E380AE7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19" y="4914221"/>
            <a:ext cx="81164" cy="81164"/>
          </a:xfrm>
          <a:custGeom xmlns:a="http://schemas.openxmlformats.org/drawingml/2006/main">
            <a:pathLst>
              <a:path w="82263" h="82263">
                <a:moveTo>
                  <a:pt x="82263" y="41132"/>
                </a:moveTo>
                <a:cubicBezTo>
                  <a:pt x="82263" y="63869"/>
                  <a:pt x="63869" y="82263"/>
                  <a:pt x="41131" y="82263"/>
                </a:cubicBezTo>
                <a:cubicBezTo>
                  <a:pt x="18394" y="82263"/>
                  <a:pt x="0" y="63869"/>
                  <a:pt x="0" y="41132"/>
                </a:cubicBezTo>
                <a:cubicBezTo>
                  <a:pt x="0" y="18394"/>
                  <a:pt x="18394" y="0"/>
                  <a:pt x="41131" y="0"/>
                </a:cubicBezTo>
                <a:cubicBezTo>
                  <a:pt x="63869" y="0"/>
                  <a:pt x="82263" y="18394"/>
                  <a:pt x="82263" y="41132"/>
                </a:cubicBezTo>
              </a:path>
            </a:pathLst>
          </a:custGeom>
          <a:solidFill xmlns:a="http://schemas.openxmlformats.org/drawingml/2006/main">
            <a:srgbClr val="625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7F8F841E-2614-4B15-9379-D1126D6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04" y="3452934"/>
            <a:ext cx="367590" cy="1071263"/>
          </a:xfrm>
          <a:custGeom xmlns:a="http://schemas.openxmlformats.org/drawingml/2006/main">
            <a:pathLst>
              <a:path w="372568" h="1085770">
                <a:moveTo>
                  <a:pt x="319344" y="0"/>
                </a:moveTo>
                <a:cubicBezTo>
                  <a:pt x="0" y="361923"/>
                  <a:pt x="0" y="681267"/>
                  <a:pt x="372568" y="10857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5F4217AA-A608-4AF5-A184-1AAF065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19" y="4334983"/>
            <a:ext cx="197574" cy="203106"/>
          </a:xfrm>
          <a:custGeom xmlns:a="http://schemas.openxmlformats.org/drawingml/2006/main">
            <a:pathLst>
              <a:path w="200250" h="205857">
                <a:moveTo>
                  <a:pt x="140923" y="0"/>
                </a:moveTo>
                <a:lnTo>
                  <a:pt x="200250" y="205857"/>
                </a:lnTo>
                <a:lnTo>
                  <a:pt x="0" y="129852"/>
                </a:lnTo>
                <a:lnTo>
                  <a:pt x="140923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1372D9E-DFA5-4BB4-AAF5-6C850FE4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407" y="3452934"/>
            <a:ext cx="367590" cy="1092268"/>
          </a:xfrm>
          <a:custGeom xmlns:a="http://schemas.openxmlformats.org/drawingml/2006/main">
            <a:pathLst>
              <a:path w="372568" h="1107059">
                <a:moveTo>
                  <a:pt x="0" y="1107059"/>
                </a:moveTo>
                <a:cubicBezTo>
                  <a:pt x="372568" y="681267"/>
                  <a:pt x="372568" y="361923"/>
                  <a:pt x="5322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019440D2-07C0-461C-83D1-00CC35AB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88" y="3438763"/>
            <a:ext cx="196006" cy="204310"/>
          </a:xfrm>
          <a:custGeom xmlns:a="http://schemas.openxmlformats.org/drawingml/2006/main">
            <a:pathLst>
              <a:path w="198660" h="207077">
                <a:moveTo>
                  <a:pt x="54955" y="207077"/>
                </a:moveTo>
                <a:lnTo>
                  <a:pt x="0" y="0"/>
                </a:lnTo>
                <a:lnTo>
                  <a:pt x="198660" y="80290"/>
                </a:lnTo>
                <a:lnTo>
                  <a:pt x="54955" y="207077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116ADC0B-23F4-4B5D-80C5-576E904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04" y="5952548"/>
            <a:ext cx="367590" cy="1071263"/>
          </a:xfrm>
          <a:custGeom xmlns:a="http://schemas.openxmlformats.org/drawingml/2006/main">
            <a:pathLst>
              <a:path w="372568" h="1085770">
                <a:moveTo>
                  <a:pt x="319344" y="1085770"/>
                </a:moveTo>
                <a:cubicBezTo>
                  <a:pt x="0" y="723847"/>
                  <a:pt x="0" y="383213"/>
                  <a:pt x="3725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237F7B"/>
            </a:solidFill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7BEF4FAB-7F49-4DC4-98D6-FFA042E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2" y="5938979"/>
            <a:ext cx="199549" cy="201467"/>
          </a:xfrm>
          <a:custGeom xmlns:a="http://schemas.openxmlformats.org/drawingml/2006/main">
            <a:pathLst>
              <a:path w="202251" h="204195">
                <a:moveTo>
                  <a:pt x="0" y="70639"/>
                </a:moveTo>
                <a:lnTo>
                  <a:pt x="202251" y="0"/>
                </a:lnTo>
                <a:lnTo>
                  <a:pt x="137389" y="204195"/>
                </a:lnTo>
                <a:lnTo>
                  <a:pt x="0" y="70639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C37ADC7B-CB4B-4B2E-ABCB-C44D791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407" y="5931543"/>
            <a:ext cx="367590" cy="1092268"/>
          </a:xfrm>
          <a:custGeom xmlns:a="http://schemas.openxmlformats.org/drawingml/2006/main">
            <a:pathLst>
              <a:path w="372568" h="1107059">
                <a:moveTo>
                  <a:pt x="0" y="0"/>
                </a:moveTo>
                <a:cubicBezTo>
                  <a:pt x="372568" y="404502"/>
                  <a:pt x="372568" y="745136"/>
                  <a:pt x="53224" y="11070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237F7B"/>
            </a:solidFill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741F4096-CFD7-4479-85E5-3AC19DE2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88" y="6833672"/>
            <a:ext cx="196006" cy="204310"/>
          </a:xfrm>
          <a:custGeom xmlns:a="http://schemas.openxmlformats.org/drawingml/2006/main">
            <a:pathLst>
              <a:path w="198660" h="207077">
                <a:moveTo>
                  <a:pt x="198660" y="126787"/>
                </a:moveTo>
                <a:lnTo>
                  <a:pt x="0" y="207077"/>
                </a:lnTo>
                <a:lnTo>
                  <a:pt x="54955" y="0"/>
                </a:lnTo>
                <a:lnTo>
                  <a:pt x="198660" y="126787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D1009F7D-C66E-4146-A629-0B79DF1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92" y="3799519"/>
            <a:ext cx="399098" cy="399098"/>
          </a:xfrm>
          <a:custGeom xmlns:a="http://schemas.openxmlformats.org/drawingml/2006/main">
            <a:pathLst>
              <a:path w="404502" h="404502">
                <a:moveTo>
                  <a:pt x="404502" y="202251"/>
                </a:moveTo>
                <a:cubicBezTo>
                  <a:pt x="404502" y="313965"/>
                  <a:pt x="313965" y="404502"/>
                  <a:pt x="202251" y="404502"/>
                </a:cubicBezTo>
                <a:cubicBezTo>
                  <a:pt x="90538" y="404502"/>
                  <a:pt x="0" y="313965"/>
                  <a:pt x="0" y="202251"/>
                </a:cubicBezTo>
                <a:cubicBezTo>
                  <a:pt x="0" y="90538"/>
                  <a:pt x="90538" y="0"/>
                  <a:pt x="202251" y="0"/>
                </a:cubicBezTo>
                <a:cubicBezTo>
                  <a:pt x="313965" y="0"/>
                  <a:pt x="404502" y="90538"/>
                  <a:pt x="404502" y="202251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005">
            <a:solidFill>
              <a:srgbClr val="8062A5"/>
            </a:solidFill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0B411E16-67DC-4C23-A7E3-837E1D3F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20" y="3925550"/>
            <a:ext cx="178544" cy="136533"/>
          </a:xfrm>
          <a:custGeom xmlns:a="http://schemas.openxmlformats.org/drawingml/2006/main">
            <a:pathLst>
              <a:path w="180961" h="138382">
                <a:moveTo>
                  <a:pt x="0" y="74514"/>
                </a:moveTo>
                <a:lnTo>
                  <a:pt x="53224" y="138382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3E622E06-38DA-40EF-930C-AD2DEBF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79" y="3948026"/>
            <a:ext cx="129966" cy="156069"/>
          </a:xfrm>
          <a:custGeom xmlns:a="http://schemas.openxmlformats.org/drawingml/2006/main">
            <a:pathLst>
              <a:path w="131726" h="158182">
                <a:moveTo>
                  <a:pt x="32318" y="3605"/>
                </a:moveTo>
                <a:lnTo>
                  <a:pt x="71292" y="3605"/>
                </a:lnTo>
                <a:lnTo>
                  <a:pt x="65089" y="33609"/>
                </a:lnTo>
                <a:cubicBezTo>
                  <a:pt x="79609" y="11213"/>
                  <a:pt x="95349" y="0"/>
                  <a:pt x="112381" y="0"/>
                </a:cubicBezTo>
                <a:cubicBezTo>
                  <a:pt x="118370" y="0"/>
                  <a:pt x="124857" y="1504"/>
                  <a:pt x="131726" y="4500"/>
                </a:cubicBezTo>
                <a:lnTo>
                  <a:pt x="115702" y="38705"/>
                </a:lnTo>
                <a:cubicBezTo>
                  <a:pt x="111927" y="37314"/>
                  <a:pt x="107882" y="36661"/>
                  <a:pt x="103610" y="36661"/>
                </a:cubicBezTo>
                <a:cubicBezTo>
                  <a:pt x="96470" y="36661"/>
                  <a:pt x="89147" y="39372"/>
                  <a:pt x="81667" y="44807"/>
                </a:cubicBezTo>
                <a:cubicBezTo>
                  <a:pt x="74287" y="50243"/>
                  <a:pt x="68524" y="57497"/>
                  <a:pt x="64309" y="66651"/>
                </a:cubicBezTo>
                <a:cubicBezTo>
                  <a:pt x="60150" y="75692"/>
                  <a:pt x="56048" y="90041"/>
                  <a:pt x="51947" y="109727"/>
                </a:cubicBezTo>
                <a:lnTo>
                  <a:pt x="41799" y="158182"/>
                </a:lnTo>
                <a:lnTo>
                  <a:pt x="0" y="158182"/>
                </a:lnTo>
                <a:lnTo>
                  <a:pt x="32318" y="360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2EFB0384-CFCD-407F-A5C8-19D3E67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43" y="4034791"/>
            <a:ext cx="132053" cy="142821"/>
          </a:xfrm>
          <a:custGeom xmlns:a="http://schemas.openxmlformats.org/drawingml/2006/main">
            <a:pathLst>
              <a:path w="133841" h="144755">
                <a:moveTo>
                  <a:pt x="29820" y="144755"/>
                </a:moveTo>
                <a:lnTo>
                  <a:pt x="0" y="144755"/>
                </a:lnTo>
                <a:lnTo>
                  <a:pt x="30331" y="0"/>
                </a:lnTo>
                <a:lnTo>
                  <a:pt x="89147" y="0"/>
                </a:lnTo>
                <a:cubicBezTo>
                  <a:pt x="99621" y="0"/>
                  <a:pt x="107881" y="1220"/>
                  <a:pt x="113984" y="3704"/>
                </a:cubicBezTo>
                <a:cubicBezTo>
                  <a:pt x="120087" y="6145"/>
                  <a:pt x="124913" y="10247"/>
                  <a:pt x="128462" y="15967"/>
                </a:cubicBezTo>
                <a:cubicBezTo>
                  <a:pt x="132010" y="21616"/>
                  <a:pt x="133841" y="28443"/>
                  <a:pt x="133841" y="36305"/>
                </a:cubicBezTo>
                <a:cubicBezTo>
                  <a:pt x="133841" y="43629"/>
                  <a:pt x="132393" y="50726"/>
                  <a:pt x="129569" y="57652"/>
                </a:cubicBezTo>
                <a:cubicBezTo>
                  <a:pt x="126744" y="64592"/>
                  <a:pt x="123239" y="70071"/>
                  <a:pt x="119080" y="74230"/>
                </a:cubicBezTo>
                <a:cubicBezTo>
                  <a:pt x="115035" y="78389"/>
                  <a:pt x="110607" y="81554"/>
                  <a:pt x="105838" y="83711"/>
                </a:cubicBezTo>
                <a:cubicBezTo>
                  <a:pt x="101126" y="85826"/>
                  <a:pt x="94753" y="87429"/>
                  <a:pt x="86705" y="88537"/>
                </a:cubicBezTo>
                <a:cubicBezTo>
                  <a:pt x="82050" y="89203"/>
                  <a:pt x="73293" y="89530"/>
                  <a:pt x="60434" y="89530"/>
                </a:cubicBezTo>
                <a:lnTo>
                  <a:pt x="41359" y="89530"/>
                </a:lnTo>
                <a:lnTo>
                  <a:pt x="29820" y="144755"/>
                </a:lnTo>
                <a:moveTo>
                  <a:pt x="46298" y="65529"/>
                </a:moveTo>
                <a:lnTo>
                  <a:pt x="55495" y="65529"/>
                </a:lnTo>
                <a:cubicBezTo>
                  <a:pt x="71235" y="65529"/>
                  <a:pt x="81724" y="64592"/>
                  <a:pt x="86989" y="62591"/>
                </a:cubicBezTo>
                <a:cubicBezTo>
                  <a:pt x="92255" y="60590"/>
                  <a:pt x="96413" y="57440"/>
                  <a:pt x="99465" y="53111"/>
                </a:cubicBezTo>
                <a:cubicBezTo>
                  <a:pt x="102460" y="48781"/>
                  <a:pt x="104007" y="44013"/>
                  <a:pt x="104007" y="38804"/>
                </a:cubicBezTo>
                <a:cubicBezTo>
                  <a:pt x="104007" y="35312"/>
                  <a:pt x="103170" y="32431"/>
                  <a:pt x="101622" y="30217"/>
                </a:cubicBezTo>
                <a:cubicBezTo>
                  <a:pt x="100132" y="27946"/>
                  <a:pt x="97904" y="26328"/>
                  <a:pt x="95079" y="25335"/>
                </a:cubicBezTo>
                <a:cubicBezTo>
                  <a:pt x="92312" y="24284"/>
                  <a:pt x="86095" y="23788"/>
                  <a:pt x="76458" y="23788"/>
                </a:cubicBezTo>
                <a:lnTo>
                  <a:pt x="55112" y="23788"/>
                </a:lnTo>
                <a:lnTo>
                  <a:pt x="46298" y="65529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774D9379-ACE1-4343-8DCB-E15B2008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92" y="6278128"/>
            <a:ext cx="399098" cy="399098"/>
          </a:xfrm>
          <a:custGeom xmlns:a="http://schemas.openxmlformats.org/drawingml/2006/main">
            <a:pathLst>
              <a:path w="404502" h="404502">
                <a:moveTo>
                  <a:pt x="404502" y="202251"/>
                </a:moveTo>
                <a:cubicBezTo>
                  <a:pt x="404502" y="313965"/>
                  <a:pt x="313965" y="404502"/>
                  <a:pt x="202251" y="404502"/>
                </a:cubicBezTo>
                <a:cubicBezTo>
                  <a:pt x="90538" y="404502"/>
                  <a:pt x="0" y="313965"/>
                  <a:pt x="0" y="202251"/>
                </a:cubicBezTo>
                <a:cubicBezTo>
                  <a:pt x="0" y="90538"/>
                  <a:pt x="90538" y="0"/>
                  <a:pt x="202251" y="0"/>
                </a:cubicBezTo>
                <a:cubicBezTo>
                  <a:pt x="313965" y="0"/>
                  <a:pt x="404502" y="90538"/>
                  <a:pt x="404502" y="202251"/>
                </a:cubicBezTo>
              </a:path>
            </a:pathLst>
          </a:custGeom>
          <a:solidFill xmlns:a="http://schemas.openxmlformats.org/drawingml/2006/main">
            <a:srgbClr val="E0F0E9"/>
          </a:solidFill>
          <a:ln xmlns:a="http://schemas.openxmlformats.org/drawingml/2006/main" w="21005">
            <a:solidFill>
              <a:srgbClr val="237F7B"/>
            </a:solidFill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6CAAB25-0F04-4999-9F01-81B102CA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20" y="6404159"/>
            <a:ext cx="178544" cy="136534"/>
          </a:xfrm>
          <a:custGeom xmlns:a="http://schemas.openxmlformats.org/drawingml/2006/main">
            <a:pathLst>
              <a:path w="180961" h="138383">
                <a:moveTo>
                  <a:pt x="0" y="74514"/>
                </a:moveTo>
                <a:lnTo>
                  <a:pt x="53224" y="138383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237F7B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A9C2CA1A-43B0-46E8-881B-7BED4F74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79" y="6426635"/>
            <a:ext cx="129966" cy="156068"/>
          </a:xfrm>
          <a:custGeom xmlns:a="http://schemas.openxmlformats.org/drawingml/2006/main">
            <a:pathLst>
              <a:path w="131726" h="158182">
                <a:moveTo>
                  <a:pt x="32318" y="3605"/>
                </a:moveTo>
                <a:lnTo>
                  <a:pt x="71292" y="3605"/>
                </a:lnTo>
                <a:lnTo>
                  <a:pt x="65089" y="33609"/>
                </a:lnTo>
                <a:cubicBezTo>
                  <a:pt x="79609" y="11212"/>
                  <a:pt x="95349" y="0"/>
                  <a:pt x="112381" y="0"/>
                </a:cubicBezTo>
                <a:cubicBezTo>
                  <a:pt x="118370" y="0"/>
                  <a:pt x="124857" y="1504"/>
                  <a:pt x="131726" y="4499"/>
                </a:cubicBezTo>
                <a:lnTo>
                  <a:pt x="115702" y="38704"/>
                </a:lnTo>
                <a:cubicBezTo>
                  <a:pt x="111927" y="37313"/>
                  <a:pt x="107882" y="36660"/>
                  <a:pt x="103610" y="36660"/>
                </a:cubicBezTo>
                <a:cubicBezTo>
                  <a:pt x="96470" y="36660"/>
                  <a:pt x="89147" y="39371"/>
                  <a:pt x="81667" y="44807"/>
                </a:cubicBezTo>
                <a:cubicBezTo>
                  <a:pt x="74287" y="50243"/>
                  <a:pt x="68524" y="57496"/>
                  <a:pt x="64309" y="66650"/>
                </a:cubicBezTo>
                <a:cubicBezTo>
                  <a:pt x="60150" y="75691"/>
                  <a:pt x="56048" y="90040"/>
                  <a:pt x="51947" y="109727"/>
                </a:cubicBezTo>
                <a:lnTo>
                  <a:pt x="41799" y="158182"/>
                </a:lnTo>
                <a:lnTo>
                  <a:pt x="0" y="158182"/>
                </a:lnTo>
                <a:lnTo>
                  <a:pt x="32318" y="3605"/>
                </a:ln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DDC3179B-4307-47E0-8A5C-805B653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6" y="6510935"/>
            <a:ext cx="122530" cy="147750"/>
          </a:xfrm>
          <a:custGeom xmlns:a="http://schemas.openxmlformats.org/drawingml/2006/main">
            <a:pathLst>
              <a:path w="124189" h="149751">
                <a:moveTo>
                  <a:pt x="284" y="100345"/>
                </a:moveTo>
                <a:lnTo>
                  <a:pt x="28613" y="98855"/>
                </a:lnTo>
                <a:cubicBezTo>
                  <a:pt x="28996" y="107896"/>
                  <a:pt x="30558" y="113985"/>
                  <a:pt x="33268" y="117150"/>
                </a:cubicBezTo>
                <a:cubicBezTo>
                  <a:pt x="37598" y="122245"/>
                  <a:pt x="45631" y="124857"/>
                  <a:pt x="57340" y="124857"/>
                </a:cubicBezTo>
                <a:cubicBezTo>
                  <a:pt x="67091" y="124857"/>
                  <a:pt x="74130" y="123083"/>
                  <a:pt x="78459" y="119591"/>
                </a:cubicBezTo>
                <a:cubicBezTo>
                  <a:pt x="82831" y="116100"/>
                  <a:pt x="85002" y="111884"/>
                  <a:pt x="85002" y="106945"/>
                </a:cubicBezTo>
                <a:cubicBezTo>
                  <a:pt x="85002" y="102673"/>
                  <a:pt x="83228" y="99068"/>
                  <a:pt x="79680" y="96087"/>
                </a:cubicBezTo>
                <a:cubicBezTo>
                  <a:pt x="77182" y="93916"/>
                  <a:pt x="70312" y="90424"/>
                  <a:pt x="59057" y="85542"/>
                </a:cubicBezTo>
                <a:cubicBezTo>
                  <a:pt x="47859" y="80674"/>
                  <a:pt x="39641" y="76615"/>
                  <a:pt x="34432" y="73407"/>
                </a:cubicBezTo>
                <a:cubicBezTo>
                  <a:pt x="29280" y="70071"/>
                  <a:pt x="25235" y="65870"/>
                  <a:pt x="22297" y="60647"/>
                </a:cubicBezTo>
                <a:cubicBezTo>
                  <a:pt x="19302" y="55439"/>
                  <a:pt x="17855" y="49350"/>
                  <a:pt x="17855" y="42353"/>
                </a:cubicBezTo>
                <a:cubicBezTo>
                  <a:pt x="17855" y="30217"/>
                  <a:pt x="22240" y="20069"/>
                  <a:pt x="31055" y="12036"/>
                </a:cubicBezTo>
                <a:cubicBezTo>
                  <a:pt x="39925" y="4045"/>
                  <a:pt x="52671" y="0"/>
                  <a:pt x="69418" y="0"/>
                </a:cubicBezTo>
                <a:cubicBezTo>
                  <a:pt x="86379" y="0"/>
                  <a:pt x="99522" y="3989"/>
                  <a:pt x="108790" y="11979"/>
                </a:cubicBezTo>
                <a:cubicBezTo>
                  <a:pt x="118157" y="19899"/>
                  <a:pt x="123309" y="30544"/>
                  <a:pt x="124189" y="43743"/>
                </a:cubicBezTo>
                <a:lnTo>
                  <a:pt x="95647" y="45020"/>
                </a:lnTo>
                <a:cubicBezTo>
                  <a:pt x="94923" y="38137"/>
                  <a:pt x="92425" y="32828"/>
                  <a:pt x="88153" y="29167"/>
                </a:cubicBezTo>
                <a:cubicBezTo>
                  <a:pt x="83895" y="25448"/>
                  <a:pt x="77565" y="23617"/>
                  <a:pt x="69191" y="23617"/>
                </a:cubicBezTo>
                <a:cubicBezTo>
                  <a:pt x="60988" y="23617"/>
                  <a:pt x="55055" y="25065"/>
                  <a:pt x="51507" y="27946"/>
                </a:cubicBezTo>
                <a:cubicBezTo>
                  <a:pt x="48015" y="30827"/>
                  <a:pt x="46298" y="34489"/>
                  <a:pt x="46298" y="38918"/>
                </a:cubicBezTo>
                <a:cubicBezTo>
                  <a:pt x="46298" y="43076"/>
                  <a:pt x="47901" y="46511"/>
                  <a:pt x="51123" y="49179"/>
                </a:cubicBezTo>
                <a:cubicBezTo>
                  <a:pt x="54345" y="51947"/>
                  <a:pt x="61484" y="55722"/>
                  <a:pt x="72583" y="60548"/>
                </a:cubicBezTo>
                <a:cubicBezTo>
                  <a:pt x="89218" y="67701"/>
                  <a:pt x="99806" y="73577"/>
                  <a:pt x="104348" y="78005"/>
                </a:cubicBezTo>
                <a:cubicBezTo>
                  <a:pt x="111117" y="84605"/>
                  <a:pt x="114552" y="93092"/>
                  <a:pt x="114552" y="103397"/>
                </a:cubicBezTo>
                <a:cubicBezTo>
                  <a:pt x="114552" y="116156"/>
                  <a:pt x="109443" y="127128"/>
                  <a:pt x="99309" y="136225"/>
                </a:cubicBezTo>
                <a:cubicBezTo>
                  <a:pt x="89275" y="145196"/>
                  <a:pt x="75181" y="149751"/>
                  <a:pt x="57170" y="149751"/>
                </a:cubicBezTo>
                <a:cubicBezTo>
                  <a:pt x="44694" y="149751"/>
                  <a:pt x="33879" y="147637"/>
                  <a:pt x="24739" y="143478"/>
                </a:cubicBezTo>
                <a:cubicBezTo>
                  <a:pt x="15697" y="139277"/>
                  <a:pt x="9268" y="133444"/>
                  <a:pt x="5493" y="126021"/>
                </a:cubicBezTo>
                <a:cubicBezTo>
                  <a:pt x="1732" y="118583"/>
                  <a:pt x="0" y="109997"/>
                  <a:pt x="284" y="100345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897E90DB-9034-49D8-A67D-90E055F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85" y="3611510"/>
            <a:ext cx="449314" cy="390738"/>
          </a:xfrm>
          <a:custGeom xmlns:a="http://schemas.openxmlformats.org/drawingml/2006/main">
            <a:pathLst>
              <a:path w="455399" h="396029">
                <a:moveTo>
                  <a:pt x="0" y="0"/>
                </a:moveTo>
                <a:lnTo>
                  <a:pt x="171594" y="0"/>
                </a:lnTo>
                <a:lnTo>
                  <a:pt x="244220" y="72625"/>
                </a:lnTo>
                <a:lnTo>
                  <a:pt x="455399" y="72625"/>
                </a:lnTo>
                <a:lnTo>
                  <a:pt x="455399" y="396029"/>
                </a:lnTo>
                <a:lnTo>
                  <a:pt x="0" y="39602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19535">
            <a:solidFill>
              <a:srgbClr val="8062A5"/>
            </a:solidFill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1F3A47B8-E2E5-49E1-829D-E1595694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740" y="3539910"/>
            <a:ext cx="293036" cy="384170"/>
          </a:xfrm>
          <a:custGeom xmlns:a="http://schemas.openxmlformats.org/drawingml/2006/main">
            <a:pathLst>
              <a:path w="297004" h="389372">
                <a:moveTo>
                  <a:pt x="0" y="0"/>
                </a:moveTo>
                <a:lnTo>
                  <a:pt x="204594" y="0"/>
                </a:lnTo>
                <a:lnTo>
                  <a:pt x="297004" y="92368"/>
                </a:lnTo>
                <a:lnTo>
                  <a:pt x="297004" y="389372"/>
                </a:lnTo>
                <a:lnTo>
                  <a:pt x="0" y="38937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35">
            <a:solidFill>
              <a:srgbClr val="8062A5"/>
            </a:solidFill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89092E55-3CFF-474E-A1F2-CD3911AC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842" y="3722221"/>
            <a:ext cx="156278" cy="78125"/>
          </a:xfrm>
          <a:custGeom xmlns:a="http://schemas.openxmlformats.org/drawingml/2006/main">
            <a:pathLst>
              <a:path w="158395" h="79183">
                <a:moveTo>
                  <a:pt x="0" y="0"/>
                </a:moveTo>
                <a:lnTo>
                  <a:pt x="158395" y="0"/>
                </a:lnTo>
                <a:moveTo>
                  <a:pt x="0" y="79183"/>
                </a:moveTo>
                <a:lnTo>
                  <a:pt x="158395" y="791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535">
            <a:solidFill>
              <a:srgbClr val="8062A5"/>
            </a:solidFill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E31DEFBD-0A3E-4C86-B3BA-4DDCF29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85" y="6152097"/>
            <a:ext cx="383890" cy="379843"/>
          </a:xfrm>
          <a:custGeom xmlns:a="http://schemas.openxmlformats.org/drawingml/2006/main">
            <a:pathLst>
              <a:path w="389088" h="384987">
                <a:moveTo>
                  <a:pt x="24838" y="0"/>
                </a:moveTo>
                <a:lnTo>
                  <a:pt x="364251" y="0"/>
                </a:lnTo>
                <a:cubicBezTo>
                  <a:pt x="378060" y="0"/>
                  <a:pt x="389088" y="11085"/>
                  <a:pt x="389088" y="24838"/>
                </a:cubicBezTo>
                <a:lnTo>
                  <a:pt x="389088" y="360149"/>
                </a:lnTo>
                <a:cubicBezTo>
                  <a:pt x="389088" y="373902"/>
                  <a:pt x="378060" y="384987"/>
                  <a:pt x="364251" y="384987"/>
                </a:cubicBezTo>
                <a:lnTo>
                  <a:pt x="24838" y="384987"/>
                </a:lnTo>
                <a:cubicBezTo>
                  <a:pt x="11042" y="384987"/>
                  <a:pt x="0" y="373902"/>
                  <a:pt x="0" y="360149"/>
                </a:cubicBezTo>
                <a:lnTo>
                  <a:pt x="0" y="24838"/>
                </a:lnTo>
                <a:cubicBezTo>
                  <a:pt x="0" y="11085"/>
                  <a:pt x="11042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169">
            <a:solidFill>
              <a:srgbClr val="78AAA4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6AE92A5B-0C25-4D09-80CF-9F9C171E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85" y="6241971"/>
            <a:ext cx="383890" cy="191"/>
          </a:xfrm>
          <a:custGeom xmlns:a="http://schemas.openxmlformats.org/drawingml/2006/main">
            <a:pathLst>
              <a:path w="389088" h="191">
                <a:moveTo>
                  <a:pt x="0" y="0"/>
                </a:moveTo>
                <a:lnTo>
                  <a:pt x="389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84">
            <a:solidFill>
              <a:srgbClr val="D4E7E2"/>
            </a:solidFill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75285F1A-A86F-4649-9240-70AA4F5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41" y="6172500"/>
            <a:ext cx="65368" cy="49012"/>
          </a:xfrm>
          <a:custGeom xmlns:a="http://schemas.openxmlformats.org/drawingml/2006/main">
            <a:pathLst>
              <a:path w="66253" h="49675">
                <a:moveTo>
                  <a:pt x="62095" y="0"/>
                </a:moveTo>
                <a:lnTo>
                  <a:pt x="4158" y="0"/>
                </a:lnTo>
                <a:cubicBezTo>
                  <a:pt x="1831" y="0"/>
                  <a:pt x="0" y="1887"/>
                  <a:pt x="0" y="4158"/>
                </a:cubicBezTo>
                <a:lnTo>
                  <a:pt x="0" y="45574"/>
                </a:lnTo>
                <a:cubicBezTo>
                  <a:pt x="0" y="47845"/>
                  <a:pt x="1831" y="49675"/>
                  <a:pt x="4158" y="49675"/>
                </a:cubicBezTo>
                <a:lnTo>
                  <a:pt x="62095" y="49675"/>
                </a:lnTo>
                <a:cubicBezTo>
                  <a:pt x="64366" y="49675"/>
                  <a:pt x="66253" y="47845"/>
                  <a:pt x="66253" y="45574"/>
                </a:cubicBezTo>
                <a:lnTo>
                  <a:pt x="66253" y="4158"/>
                </a:lnTo>
                <a:cubicBezTo>
                  <a:pt x="66253" y="1887"/>
                  <a:pt x="64366" y="0"/>
                  <a:pt x="62095" y="0"/>
                </a:cubicBezTo>
                <a:moveTo>
                  <a:pt x="16577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260" y="28997"/>
                </a:lnTo>
                <a:lnTo>
                  <a:pt x="8260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77" y="20736"/>
                </a:lnTo>
                <a:lnTo>
                  <a:pt x="16577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260" y="12419"/>
                </a:lnTo>
                <a:lnTo>
                  <a:pt x="8260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77" y="12419"/>
                </a:lnTo>
                <a:lnTo>
                  <a:pt x="16577" y="16577"/>
                </a:lnTo>
                <a:lnTo>
                  <a:pt x="20679" y="16577"/>
                </a:lnTo>
                <a:lnTo>
                  <a:pt x="20679" y="20736"/>
                </a:lnTo>
                <a:lnTo>
                  <a:pt x="16577" y="20736"/>
                </a:lnTo>
                <a:lnTo>
                  <a:pt x="16577" y="24838"/>
                </a:lnTo>
                <a:moveTo>
                  <a:pt x="20679" y="28997"/>
                </a:moveTo>
                <a:lnTo>
                  <a:pt x="33098" y="28997"/>
                </a:lnTo>
                <a:lnTo>
                  <a:pt x="33098" y="33155"/>
                </a:lnTo>
                <a:lnTo>
                  <a:pt x="20679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E0574C68-CF0A-42F8-9BA3-C336B98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657" y="6152097"/>
            <a:ext cx="81668" cy="81668"/>
          </a:xfrm>
          <a:custGeom xmlns:a="http://schemas.openxmlformats.org/drawingml/2006/main">
            <a:pathLst>
              <a:path w="82774" h="82774">
                <a:moveTo>
                  <a:pt x="82774" y="41415"/>
                </a:moveTo>
                <a:cubicBezTo>
                  <a:pt x="82774" y="64252"/>
                  <a:pt x="64266" y="82774"/>
                  <a:pt x="41358" y="82774"/>
                </a:cubicBezTo>
                <a:cubicBezTo>
                  <a:pt x="18522" y="82774"/>
                  <a:pt x="0" y="64252"/>
                  <a:pt x="0" y="41415"/>
                </a:cubicBezTo>
                <a:cubicBezTo>
                  <a:pt x="0" y="18522"/>
                  <a:pt x="18522" y="0"/>
                  <a:pt x="41358" y="0"/>
                </a:cubicBezTo>
                <a:cubicBezTo>
                  <a:pt x="64266" y="0"/>
                  <a:pt x="82774" y="18522"/>
                  <a:pt x="82774" y="41415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AE300101-54DA-4D59-BCD1-3F3C8CB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957" y="6172500"/>
            <a:ext cx="49012" cy="36759"/>
          </a:xfrm>
          <a:custGeom xmlns:a="http://schemas.openxmlformats.org/drawingml/2006/main">
            <a:pathLst>
              <a:path w="49675" h="37257">
                <a:moveTo>
                  <a:pt x="0" y="20736"/>
                </a:moveTo>
                <a:lnTo>
                  <a:pt x="16577" y="37257"/>
                </a:lnTo>
                <a:lnTo>
                  <a:pt x="49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3">
            <a:solidFill>
              <a:srgbClr val="32724F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4082D03B-BEED-4EE9-A976-9072D447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97" y="6295030"/>
            <a:ext cx="265463" cy="183795"/>
          </a:xfrm>
          <a:custGeom xmlns:a="http://schemas.openxmlformats.org/drawingml/2006/main">
            <a:pathLst>
              <a:path w="269058" h="186284">
                <a:moveTo>
                  <a:pt x="0" y="0"/>
                </a:moveTo>
                <a:lnTo>
                  <a:pt x="20679" y="20736"/>
                </a:lnTo>
                <a:lnTo>
                  <a:pt x="0" y="41416"/>
                </a:lnTo>
                <a:moveTo>
                  <a:pt x="53778" y="33155"/>
                </a:moveTo>
                <a:lnTo>
                  <a:pt x="211122" y="33155"/>
                </a:lnTo>
                <a:moveTo>
                  <a:pt x="53778" y="70412"/>
                </a:moveTo>
                <a:lnTo>
                  <a:pt x="269058" y="70412"/>
                </a:lnTo>
                <a:moveTo>
                  <a:pt x="0" y="115929"/>
                </a:moveTo>
                <a:lnTo>
                  <a:pt x="20679" y="136608"/>
                </a:lnTo>
                <a:lnTo>
                  <a:pt x="0" y="157345"/>
                </a:lnTo>
                <a:moveTo>
                  <a:pt x="53778" y="149027"/>
                </a:moveTo>
                <a:lnTo>
                  <a:pt x="186284" y="149027"/>
                </a:lnTo>
                <a:moveTo>
                  <a:pt x="53778" y="186284"/>
                </a:moveTo>
                <a:lnTo>
                  <a:pt x="252481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169">
            <a:solidFill>
              <a:srgbClr val="237F7B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427A956E-91A7-454D-8CB5-E1C99311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11" y="6213362"/>
            <a:ext cx="383946" cy="379843"/>
          </a:xfrm>
          <a:custGeom xmlns:a="http://schemas.openxmlformats.org/drawingml/2006/main">
            <a:pathLst>
              <a:path w="389145" h="384987">
                <a:moveTo>
                  <a:pt x="24838" y="0"/>
                </a:moveTo>
                <a:lnTo>
                  <a:pt x="364308" y="0"/>
                </a:lnTo>
                <a:cubicBezTo>
                  <a:pt x="378060" y="0"/>
                  <a:pt x="389145" y="11085"/>
                  <a:pt x="389145" y="24838"/>
                </a:cubicBezTo>
                <a:lnTo>
                  <a:pt x="389145" y="360149"/>
                </a:lnTo>
                <a:cubicBezTo>
                  <a:pt x="389145" y="373902"/>
                  <a:pt x="378060" y="384987"/>
                  <a:pt x="364308" y="384987"/>
                </a:cubicBezTo>
                <a:lnTo>
                  <a:pt x="24838" y="384987"/>
                </a:lnTo>
                <a:cubicBezTo>
                  <a:pt x="11099" y="384987"/>
                  <a:pt x="0" y="373902"/>
                  <a:pt x="0" y="360149"/>
                </a:cubicBezTo>
                <a:lnTo>
                  <a:pt x="0" y="24838"/>
                </a:lnTo>
                <a:cubicBezTo>
                  <a:pt x="0" y="11085"/>
                  <a:pt x="11099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169">
            <a:solidFill>
              <a:srgbClr val="78AAA4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D5A45D4D-A5E5-4A0A-8B5B-D8B8FF4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11" y="6303236"/>
            <a:ext cx="383946" cy="191"/>
          </a:xfrm>
          <a:custGeom xmlns:a="http://schemas.openxmlformats.org/drawingml/2006/main">
            <a:pathLst>
              <a:path w="389145" h="191">
                <a:moveTo>
                  <a:pt x="0" y="0"/>
                </a:moveTo>
                <a:lnTo>
                  <a:pt x="389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84">
            <a:solidFill>
              <a:srgbClr val="D4E7E2"/>
            </a:solidFill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1ECEDEAC-CBB5-4976-9458-DEF0F935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367" y="6233765"/>
            <a:ext cx="65368" cy="49012"/>
          </a:xfrm>
          <a:custGeom xmlns:a="http://schemas.openxmlformats.org/drawingml/2006/main">
            <a:pathLst>
              <a:path w="66253" h="49675">
                <a:moveTo>
                  <a:pt x="62095" y="0"/>
                </a:moveTo>
                <a:lnTo>
                  <a:pt x="4159" y="0"/>
                </a:lnTo>
                <a:cubicBezTo>
                  <a:pt x="1888" y="0"/>
                  <a:pt x="0" y="1888"/>
                  <a:pt x="0" y="4158"/>
                </a:cubicBezTo>
                <a:lnTo>
                  <a:pt x="0" y="45574"/>
                </a:lnTo>
                <a:cubicBezTo>
                  <a:pt x="0" y="47845"/>
                  <a:pt x="1888" y="49675"/>
                  <a:pt x="4159" y="49675"/>
                </a:cubicBezTo>
                <a:lnTo>
                  <a:pt x="62095" y="49675"/>
                </a:lnTo>
                <a:cubicBezTo>
                  <a:pt x="64423" y="49675"/>
                  <a:pt x="66253" y="47845"/>
                  <a:pt x="66253" y="45574"/>
                </a:cubicBezTo>
                <a:lnTo>
                  <a:pt x="66253" y="4158"/>
                </a:lnTo>
                <a:cubicBezTo>
                  <a:pt x="66253" y="1888"/>
                  <a:pt x="64423" y="0"/>
                  <a:pt x="62095" y="0"/>
                </a:cubicBezTo>
                <a:moveTo>
                  <a:pt x="16577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317" y="28997"/>
                </a:lnTo>
                <a:lnTo>
                  <a:pt x="8317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77" y="20736"/>
                </a:lnTo>
                <a:lnTo>
                  <a:pt x="16577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317" y="12419"/>
                </a:lnTo>
                <a:lnTo>
                  <a:pt x="8317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77" y="12419"/>
                </a:lnTo>
                <a:lnTo>
                  <a:pt x="16577" y="16577"/>
                </a:lnTo>
                <a:lnTo>
                  <a:pt x="20736" y="16577"/>
                </a:lnTo>
                <a:lnTo>
                  <a:pt x="20736" y="20736"/>
                </a:lnTo>
                <a:lnTo>
                  <a:pt x="16577" y="20736"/>
                </a:lnTo>
                <a:lnTo>
                  <a:pt x="16577" y="24838"/>
                </a:lnTo>
                <a:moveTo>
                  <a:pt x="20736" y="28997"/>
                </a:moveTo>
                <a:lnTo>
                  <a:pt x="33155" y="28997"/>
                </a:lnTo>
                <a:lnTo>
                  <a:pt x="33155" y="33155"/>
                </a:lnTo>
                <a:lnTo>
                  <a:pt x="20736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4B09ED88-C185-465A-A37C-17E731A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783" y="6213362"/>
            <a:ext cx="81668" cy="81668"/>
          </a:xfrm>
          <a:custGeom xmlns:a="http://schemas.openxmlformats.org/drawingml/2006/main">
            <a:pathLst>
              <a:path w="82774" h="82774">
                <a:moveTo>
                  <a:pt x="82774" y="41415"/>
                </a:moveTo>
                <a:cubicBezTo>
                  <a:pt x="82774" y="64252"/>
                  <a:pt x="64266" y="82774"/>
                  <a:pt x="41415" y="82774"/>
                </a:cubicBezTo>
                <a:cubicBezTo>
                  <a:pt x="18522" y="82774"/>
                  <a:pt x="0" y="64252"/>
                  <a:pt x="0" y="41415"/>
                </a:cubicBezTo>
                <a:cubicBezTo>
                  <a:pt x="0" y="18522"/>
                  <a:pt x="18522" y="0"/>
                  <a:pt x="41415" y="0"/>
                </a:cubicBezTo>
                <a:cubicBezTo>
                  <a:pt x="64266" y="0"/>
                  <a:pt x="82774" y="18522"/>
                  <a:pt x="82774" y="41415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1CFD0E45-3A5D-46D8-85E1-2247B35B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186" y="6233765"/>
            <a:ext cx="40862" cy="40862"/>
          </a:xfrm>
          <a:custGeom xmlns:a="http://schemas.openxmlformats.org/drawingml/2006/main">
            <a:pathLst>
              <a:path w="41415" h="41416">
                <a:moveTo>
                  <a:pt x="0" y="0"/>
                </a:moveTo>
                <a:lnTo>
                  <a:pt x="41415" y="41416"/>
                </a:lnTo>
                <a:moveTo>
                  <a:pt x="0" y="41416"/>
                </a:moveTo>
                <a:lnTo>
                  <a:pt x="41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3">
            <a:solidFill>
              <a:srgbClr val="B65345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5338C6A0-2891-42D7-A7AA-0DE3E447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723" y="6356295"/>
            <a:ext cx="265463" cy="183795"/>
          </a:xfrm>
          <a:custGeom xmlns:a="http://schemas.openxmlformats.org/drawingml/2006/main">
            <a:pathLst>
              <a:path w="269058" h="186284">
                <a:moveTo>
                  <a:pt x="0" y="0"/>
                </a:moveTo>
                <a:lnTo>
                  <a:pt x="20679" y="20736"/>
                </a:lnTo>
                <a:lnTo>
                  <a:pt x="0" y="41416"/>
                </a:lnTo>
                <a:moveTo>
                  <a:pt x="53834" y="33155"/>
                </a:moveTo>
                <a:lnTo>
                  <a:pt x="211122" y="33155"/>
                </a:lnTo>
                <a:moveTo>
                  <a:pt x="53834" y="70412"/>
                </a:moveTo>
                <a:lnTo>
                  <a:pt x="269058" y="70412"/>
                </a:lnTo>
                <a:moveTo>
                  <a:pt x="0" y="115929"/>
                </a:moveTo>
                <a:lnTo>
                  <a:pt x="20679" y="136608"/>
                </a:lnTo>
                <a:lnTo>
                  <a:pt x="0" y="157345"/>
                </a:lnTo>
                <a:moveTo>
                  <a:pt x="53834" y="149027"/>
                </a:moveTo>
                <a:lnTo>
                  <a:pt x="186284" y="149027"/>
                </a:lnTo>
                <a:moveTo>
                  <a:pt x="53834" y="186284"/>
                </a:moveTo>
                <a:lnTo>
                  <a:pt x="252538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169">
            <a:solidFill>
              <a:srgbClr val="237F7B"/>
            </a:solidFill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063CE48D-EEF3-443E-9D05-0FDFA30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837" y="6274628"/>
            <a:ext cx="383946" cy="379843"/>
          </a:xfrm>
          <a:custGeom xmlns:a="http://schemas.openxmlformats.org/drawingml/2006/main">
            <a:pathLst>
              <a:path w="389145" h="384986">
                <a:moveTo>
                  <a:pt x="24838" y="0"/>
                </a:moveTo>
                <a:lnTo>
                  <a:pt x="364308" y="0"/>
                </a:lnTo>
                <a:cubicBezTo>
                  <a:pt x="378060" y="0"/>
                  <a:pt x="389145" y="11084"/>
                  <a:pt x="389145" y="24837"/>
                </a:cubicBezTo>
                <a:lnTo>
                  <a:pt x="389145" y="360149"/>
                </a:lnTo>
                <a:cubicBezTo>
                  <a:pt x="389145" y="373902"/>
                  <a:pt x="378060" y="384986"/>
                  <a:pt x="364308" y="384986"/>
                </a:cubicBezTo>
                <a:lnTo>
                  <a:pt x="24838" y="384986"/>
                </a:lnTo>
                <a:cubicBezTo>
                  <a:pt x="11099" y="384986"/>
                  <a:pt x="0" y="373902"/>
                  <a:pt x="0" y="360149"/>
                </a:cubicBezTo>
                <a:lnTo>
                  <a:pt x="0" y="24837"/>
                </a:lnTo>
                <a:cubicBezTo>
                  <a:pt x="0" y="11084"/>
                  <a:pt x="11099" y="0"/>
                  <a:pt x="248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169">
            <a:solidFill>
              <a:srgbClr val="78AAA4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00BF8F4C-8217-42EC-8A0A-5869CC8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837" y="6364502"/>
            <a:ext cx="383946" cy="191"/>
          </a:xfrm>
          <a:custGeom xmlns:a="http://schemas.openxmlformats.org/drawingml/2006/main">
            <a:pathLst>
              <a:path w="389145" h="191">
                <a:moveTo>
                  <a:pt x="0" y="0"/>
                </a:moveTo>
                <a:lnTo>
                  <a:pt x="389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84">
            <a:solidFill>
              <a:srgbClr val="D4E7E2"/>
            </a:solidFill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B7098CF8-F5F0-4592-871E-4575576B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549" y="6295030"/>
            <a:ext cx="65312" cy="49012"/>
          </a:xfrm>
          <a:custGeom xmlns:a="http://schemas.openxmlformats.org/drawingml/2006/main">
            <a:pathLst>
              <a:path w="66197" h="49676">
                <a:moveTo>
                  <a:pt x="62095" y="0"/>
                </a:moveTo>
                <a:lnTo>
                  <a:pt x="4102" y="0"/>
                </a:lnTo>
                <a:cubicBezTo>
                  <a:pt x="1831" y="0"/>
                  <a:pt x="0" y="1888"/>
                  <a:pt x="0" y="4158"/>
                </a:cubicBezTo>
                <a:lnTo>
                  <a:pt x="0" y="45574"/>
                </a:lnTo>
                <a:cubicBezTo>
                  <a:pt x="0" y="47845"/>
                  <a:pt x="1831" y="49676"/>
                  <a:pt x="4102" y="49676"/>
                </a:cubicBezTo>
                <a:lnTo>
                  <a:pt x="62095" y="49676"/>
                </a:lnTo>
                <a:cubicBezTo>
                  <a:pt x="64365" y="49676"/>
                  <a:pt x="66197" y="47845"/>
                  <a:pt x="66197" y="45574"/>
                </a:cubicBezTo>
                <a:lnTo>
                  <a:pt x="66197" y="4158"/>
                </a:lnTo>
                <a:cubicBezTo>
                  <a:pt x="66197" y="1888"/>
                  <a:pt x="64365" y="0"/>
                  <a:pt x="62095" y="0"/>
                </a:cubicBezTo>
                <a:moveTo>
                  <a:pt x="16521" y="24838"/>
                </a:moveTo>
                <a:lnTo>
                  <a:pt x="12419" y="24838"/>
                </a:lnTo>
                <a:lnTo>
                  <a:pt x="12419" y="28997"/>
                </a:lnTo>
                <a:lnTo>
                  <a:pt x="8260" y="28997"/>
                </a:lnTo>
                <a:lnTo>
                  <a:pt x="8260" y="24838"/>
                </a:lnTo>
                <a:lnTo>
                  <a:pt x="12419" y="24838"/>
                </a:lnTo>
                <a:lnTo>
                  <a:pt x="12419" y="20736"/>
                </a:lnTo>
                <a:lnTo>
                  <a:pt x="16521" y="20736"/>
                </a:lnTo>
                <a:lnTo>
                  <a:pt x="16521" y="16577"/>
                </a:lnTo>
                <a:lnTo>
                  <a:pt x="12419" y="16577"/>
                </a:lnTo>
                <a:lnTo>
                  <a:pt x="12419" y="12419"/>
                </a:lnTo>
                <a:lnTo>
                  <a:pt x="8260" y="12419"/>
                </a:lnTo>
                <a:lnTo>
                  <a:pt x="8260" y="8317"/>
                </a:lnTo>
                <a:lnTo>
                  <a:pt x="12419" y="8317"/>
                </a:lnTo>
                <a:lnTo>
                  <a:pt x="12419" y="12419"/>
                </a:lnTo>
                <a:lnTo>
                  <a:pt x="16521" y="12419"/>
                </a:lnTo>
                <a:lnTo>
                  <a:pt x="16521" y="16577"/>
                </a:lnTo>
                <a:lnTo>
                  <a:pt x="20679" y="16577"/>
                </a:lnTo>
                <a:lnTo>
                  <a:pt x="20679" y="20736"/>
                </a:lnTo>
                <a:lnTo>
                  <a:pt x="16521" y="20736"/>
                </a:lnTo>
                <a:lnTo>
                  <a:pt x="16521" y="24838"/>
                </a:lnTo>
                <a:moveTo>
                  <a:pt x="20679" y="28997"/>
                </a:moveTo>
                <a:lnTo>
                  <a:pt x="33098" y="28997"/>
                </a:lnTo>
                <a:lnTo>
                  <a:pt x="33098" y="33155"/>
                </a:lnTo>
                <a:lnTo>
                  <a:pt x="20679" y="33155"/>
                </a:lnTo>
                <a:close/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3F5CA43B-A4F6-4B82-B92C-138D295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09" y="6274628"/>
            <a:ext cx="81724" cy="81667"/>
          </a:xfrm>
          <a:custGeom xmlns:a="http://schemas.openxmlformats.org/drawingml/2006/main">
            <a:pathLst>
              <a:path w="82831" h="82773">
                <a:moveTo>
                  <a:pt x="82831" y="41415"/>
                </a:moveTo>
                <a:cubicBezTo>
                  <a:pt x="82831" y="64252"/>
                  <a:pt x="64266" y="82773"/>
                  <a:pt x="41415" y="82773"/>
                </a:cubicBezTo>
                <a:cubicBezTo>
                  <a:pt x="18578" y="82773"/>
                  <a:pt x="0" y="64252"/>
                  <a:pt x="0" y="41415"/>
                </a:cubicBezTo>
                <a:cubicBezTo>
                  <a:pt x="0" y="18522"/>
                  <a:pt x="18578" y="0"/>
                  <a:pt x="41415" y="0"/>
                </a:cubicBezTo>
                <a:cubicBezTo>
                  <a:pt x="64266" y="0"/>
                  <a:pt x="82831" y="18522"/>
                  <a:pt x="82831" y="41415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072A34B2-70A6-4FB1-A968-D3CC326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265" y="6295030"/>
            <a:ext cx="49012" cy="36759"/>
          </a:xfrm>
          <a:custGeom xmlns:a="http://schemas.openxmlformats.org/drawingml/2006/main">
            <a:pathLst>
              <a:path w="49676" h="37257">
                <a:moveTo>
                  <a:pt x="0" y="20736"/>
                </a:moveTo>
                <a:lnTo>
                  <a:pt x="16577" y="37257"/>
                </a:lnTo>
                <a:lnTo>
                  <a:pt x="49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3">
            <a:solidFill>
              <a:srgbClr val="32724F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661BE8F6-A454-4C62-91C0-DF28EA1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48" y="6417560"/>
            <a:ext cx="265520" cy="183795"/>
          </a:xfrm>
          <a:custGeom xmlns:a="http://schemas.openxmlformats.org/drawingml/2006/main">
            <a:pathLst>
              <a:path w="269115" h="186284">
                <a:moveTo>
                  <a:pt x="0" y="0"/>
                </a:moveTo>
                <a:lnTo>
                  <a:pt x="20736" y="20736"/>
                </a:lnTo>
                <a:lnTo>
                  <a:pt x="0" y="41415"/>
                </a:lnTo>
                <a:moveTo>
                  <a:pt x="53834" y="33155"/>
                </a:moveTo>
                <a:lnTo>
                  <a:pt x="211122" y="33155"/>
                </a:lnTo>
                <a:moveTo>
                  <a:pt x="53834" y="70412"/>
                </a:moveTo>
                <a:lnTo>
                  <a:pt x="269115" y="70412"/>
                </a:lnTo>
                <a:moveTo>
                  <a:pt x="0" y="115929"/>
                </a:moveTo>
                <a:lnTo>
                  <a:pt x="20736" y="136608"/>
                </a:lnTo>
                <a:lnTo>
                  <a:pt x="0" y="157344"/>
                </a:lnTo>
                <a:moveTo>
                  <a:pt x="53834" y="149027"/>
                </a:moveTo>
                <a:lnTo>
                  <a:pt x="186284" y="149027"/>
                </a:lnTo>
                <a:moveTo>
                  <a:pt x="53834" y="186284"/>
                </a:moveTo>
                <a:lnTo>
                  <a:pt x="252538" y="186284"/>
                </a:lnTo>
              </a:path>
            </a:pathLst>
          </a:custGeom>
          <a:noFill xmlns:a="http://schemas.openxmlformats.org/drawingml/2006/main"/>
          <a:ln xmlns:a="http://schemas.openxmlformats.org/drawingml/2006/main" w="8169">
            <a:solidFill>
              <a:srgbClr val="237F7B"/>
            </a:solidFill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DBE07D7A-BC8F-41FE-A7B3-59948FC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338" y="1572973"/>
            <a:ext cx="14703611" cy="7141754"/>
          </a:xfrm>
          <a:custGeom xmlns:a="http://schemas.openxmlformats.org/drawingml/2006/main">
            <a:pathLst>
              <a:path w="14902723" h="7238465">
                <a:moveTo>
                  <a:pt x="159672" y="0"/>
                </a:moveTo>
                <a:lnTo>
                  <a:pt x="14743048" y="0"/>
                </a:lnTo>
                <a:cubicBezTo>
                  <a:pt x="14831529" y="0"/>
                  <a:pt x="14902723" y="71193"/>
                  <a:pt x="14902723" y="159672"/>
                </a:cubicBezTo>
                <a:lnTo>
                  <a:pt x="14902723" y="7078793"/>
                </a:lnTo>
                <a:cubicBezTo>
                  <a:pt x="14902723" y="7167272"/>
                  <a:pt x="14831529" y="7238465"/>
                  <a:pt x="14743048" y="7238465"/>
                </a:cubicBezTo>
                <a:lnTo>
                  <a:pt x="159672" y="7238465"/>
                </a:lnTo>
                <a:cubicBezTo>
                  <a:pt x="71192" y="7238465"/>
                  <a:pt x="0" y="7167272"/>
                  <a:pt x="0" y="7078793"/>
                </a:cubicBezTo>
                <a:lnTo>
                  <a:pt x="0" y="159672"/>
                </a:lnTo>
                <a:cubicBezTo>
                  <a:pt x="0" y="71193"/>
                  <a:pt x="71192" y="0"/>
                  <a:pt x="159672" y="0"/>
                </a:cubicBezTo>
              </a:path>
            </a:pathLst>
          </a:custGeom>
          <a:solidFill xmlns:a="http://schemas.openxmlformats.org/drawingml/2006/main">
            <a:srgbClr val="F7F3FA"/>
          </a:solidFill>
          <a:ln xmlns:a="http://schemas.openxmlformats.org/drawingml/2006/main" w="21005">
            <a:solidFill>
              <a:srgbClr val="B5A1CC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BDB29FDB-5137-49F2-B87F-A5B814AA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338" y="1572973"/>
            <a:ext cx="14703611" cy="462114"/>
          </a:xfrm>
          <a:custGeom xmlns:a="http://schemas.openxmlformats.org/drawingml/2006/main">
            <a:pathLst>
              <a:path w="14902723" h="468372">
                <a:moveTo>
                  <a:pt x="159672" y="0"/>
                </a:moveTo>
                <a:lnTo>
                  <a:pt x="14743048" y="0"/>
                </a:lnTo>
                <a:cubicBezTo>
                  <a:pt x="14849497" y="0"/>
                  <a:pt x="14902723" y="53224"/>
                  <a:pt x="14902723" y="159672"/>
                </a:cubicBezTo>
                <a:lnTo>
                  <a:pt x="14902723" y="468372"/>
                </a:lnTo>
                <a:lnTo>
                  <a:pt x="0" y="468372"/>
                </a:lnTo>
                <a:lnTo>
                  <a:pt x="0" y="159672"/>
                </a:lnTo>
                <a:cubicBezTo>
                  <a:pt x="0" y="53224"/>
                  <a:pt x="53224" y="0"/>
                  <a:pt x="159672" y="0"/>
                </a:cubicBez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9D9ED5BA-3082-41A9-A940-716C614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87" y="1685869"/>
            <a:ext cx="315077" cy="236322"/>
          </a:xfrm>
          <a:custGeom xmlns:a="http://schemas.openxmlformats.org/drawingml/2006/main">
            <a:pathLst>
              <a:path w="319344" h="239522">
                <a:moveTo>
                  <a:pt x="299388" y="0"/>
                </a:moveTo>
                <a:lnTo>
                  <a:pt x="19956" y="0"/>
                </a:lnTo>
                <a:cubicBezTo>
                  <a:pt x="8928" y="0"/>
                  <a:pt x="0" y="8927"/>
                  <a:pt x="0" y="19970"/>
                </a:cubicBezTo>
                <a:lnTo>
                  <a:pt x="0" y="219552"/>
                </a:lnTo>
                <a:cubicBezTo>
                  <a:pt x="0" y="230595"/>
                  <a:pt x="8928" y="239522"/>
                  <a:pt x="19956" y="239522"/>
                </a:cubicBezTo>
                <a:lnTo>
                  <a:pt x="299388" y="239522"/>
                </a:lnTo>
                <a:cubicBezTo>
                  <a:pt x="310417" y="239522"/>
                  <a:pt x="319344" y="230595"/>
                  <a:pt x="319344" y="219552"/>
                </a:cubicBezTo>
                <a:lnTo>
                  <a:pt x="319344" y="19970"/>
                </a:lnTo>
                <a:cubicBezTo>
                  <a:pt x="319344" y="8927"/>
                  <a:pt x="310417" y="0"/>
                  <a:pt x="299388" y="0"/>
                </a:cubicBezTo>
                <a:moveTo>
                  <a:pt x="79836" y="119761"/>
                </a:moveTo>
                <a:lnTo>
                  <a:pt x="59880" y="119761"/>
                </a:lnTo>
                <a:lnTo>
                  <a:pt x="59880" y="139716"/>
                </a:lnTo>
                <a:lnTo>
                  <a:pt x="39911" y="139716"/>
                </a:lnTo>
                <a:lnTo>
                  <a:pt x="39911" y="119761"/>
                </a:lnTo>
                <a:lnTo>
                  <a:pt x="59880" y="119761"/>
                </a:lnTo>
                <a:lnTo>
                  <a:pt x="59880" y="99806"/>
                </a:lnTo>
                <a:lnTo>
                  <a:pt x="79836" y="99806"/>
                </a:lnTo>
                <a:lnTo>
                  <a:pt x="79836" y="79850"/>
                </a:lnTo>
                <a:lnTo>
                  <a:pt x="59880" y="79850"/>
                </a:lnTo>
                <a:lnTo>
                  <a:pt x="59880" y="59880"/>
                </a:lnTo>
                <a:lnTo>
                  <a:pt x="39911" y="59880"/>
                </a:lnTo>
                <a:lnTo>
                  <a:pt x="39911" y="39925"/>
                </a:lnTo>
                <a:lnTo>
                  <a:pt x="59880" y="39925"/>
                </a:lnTo>
                <a:lnTo>
                  <a:pt x="59880" y="59880"/>
                </a:lnTo>
                <a:lnTo>
                  <a:pt x="79836" y="59880"/>
                </a:lnTo>
                <a:lnTo>
                  <a:pt x="79836" y="79850"/>
                </a:lnTo>
                <a:lnTo>
                  <a:pt x="99792" y="79850"/>
                </a:lnTo>
                <a:lnTo>
                  <a:pt x="99792" y="99806"/>
                </a:lnTo>
                <a:lnTo>
                  <a:pt x="79836" y="99806"/>
                </a:lnTo>
                <a:lnTo>
                  <a:pt x="79836" y="119761"/>
                </a:lnTo>
                <a:moveTo>
                  <a:pt x="99792" y="139716"/>
                </a:moveTo>
                <a:lnTo>
                  <a:pt x="159672" y="139716"/>
                </a:lnTo>
                <a:lnTo>
                  <a:pt x="159672" y="159672"/>
                </a:lnTo>
                <a:lnTo>
                  <a:pt x="99792" y="1596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66716E5E-8FBF-4B3F-9930-ADB47BC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4" y="2203127"/>
            <a:ext cx="2940722" cy="2478609"/>
          </a:xfrm>
          <a:custGeom xmlns:a="http://schemas.openxmlformats.org/drawingml/2006/main">
            <a:pathLst>
              <a:path w="2980545" h="2512173">
                <a:moveTo>
                  <a:pt x="106448" y="0"/>
                </a:moveTo>
                <a:lnTo>
                  <a:pt x="2874096" y="0"/>
                </a:lnTo>
                <a:cubicBezTo>
                  <a:pt x="2933083" y="0"/>
                  <a:pt x="2980545" y="47462"/>
                  <a:pt x="2980545" y="106448"/>
                </a:cubicBezTo>
                <a:lnTo>
                  <a:pt x="2980545" y="2405725"/>
                </a:lnTo>
                <a:cubicBezTo>
                  <a:pt x="2980545" y="2464712"/>
                  <a:pt x="2933083" y="2512173"/>
                  <a:pt x="2874096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6724136A-4DD7-4177-A50B-6EBB7213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288" y="2203127"/>
            <a:ext cx="2930915" cy="73518"/>
          </a:xfrm>
          <a:custGeom xmlns:a="http://schemas.openxmlformats.org/drawingml/2006/main">
            <a:pathLst>
              <a:path w="2970604" h="74514">
                <a:moveTo>
                  <a:pt x="2970604" y="74514"/>
                </a:moveTo>
                <a:lnTo>
                  <a:pt x="2970167" y="72727"/>
                </a:lnTo>
                <a:lnTo>
                  <a:pt x="2963730" y="57442"/>
                </a:lnTo>
                <a:lnTo>
                  <a:pt x="2955093" y="43496"/>
                </a:lnTo>
                <a:lnTo>
                  <a:pt x="2944470" y="31104"/>
                </a:lnTo>
                <a:lnTo>
                  <a:pt x="2932078" y="20482"/>
                </a:lnTo>
                <a:lnTo>
                  <a:pt x="2918132" y="11844"/>
                </a:lnTo>
                <a:lnTo>
                  <a:pt x="2902848" y="5408"/>
                </a:lnTo>
                <a:lnTo>
                  <a:pt x="2886440" y="1388"/>
                </a:lnTo>
                <a:lnTo>
                  <a:pt x="2869126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2970604" y="74514"/>
                </a:lnTo>
                <a:close/>
              </a:path>
            </a:pathLst>
          </a:custGeom>
          <a:solidFill xmlns:a="http://schemas.openxmlformats.org/drawingml/2006/main">
            <a:srgbClr val="C069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BEF14975-1CEE-4D2F-843B-F16E9EE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4" y="2203127"/>
            <a:ext cx="2940722" cy="2478609"/>
          </a:xfrm>
          <a:custGeom xmlns:a="http://schemas.openxmlformats.org/drawingml/2006/main">
            <a:pathLst>
              <a:path w="2980545" h="2512173">
                <a:moveTo>
                  <a:pt x="106448" y="0"/>
                </a:moveTo>
                <a:lnTo>
                  <a:pt x="2874096" y="0"/>
                </a:lnTo>
                <a:cubicBezTo>
                  <a:pt x="2933083" y="0"/>
                  <a:pt x="2980545" y="47462"/>
                  <a:pt x="2980545" y="106448"/>
                </a:cubicBezTo>
                <a:lnTo>
                  <a:pt x="2980545" y="2405725"/>
                </a:lnTo>
                <a:cubicBezTo>
                  <a:pt x="2980545" y="2464712"/>
                  <a:pt x="2933083" y="2512173"/>
                  <a:pt x="2874096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A5B4C686-4E77-4FBA-A191-B9D8955E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839" y="2329158"/>
            <a:ext cx="987242" cy="315077"/>
          </a:xfrm>
          <a:custGeom xmlns:a="http://schemas.openxmlformats.org/drawingml/2006/main">
            <a:pathLst>
              <a:path w="1000611" h="319344">
                <a:moveTo>
                  <a:pt x="63868" y="0"/>
                </a:moveTo>
                <a:lnTo>
                  <a:pt x="936742" y="0"/>
                </a:lnTo>
                <a:cubicBezTo>
                  <a:pt x="972111" y="0"/>
                  <a:pt x="1000611" y="28500"/>
                  <a:pt x="1000611" y="63869"/>
                </a:cubicBezTo>
                <a:lnTo>
                  <a:pt x="1000611" y="255475"/>
                </a:lnTo>
                <a:cubicBezTo>
                  <a:pt x="1000611" y="290844"/>
                  <a:pt x="972111" y="319344"/>
                  <a:pt x="936742" y="319344"/>
                </a:cubicBezTo>
                <a:lnTo>
                  <a:pt x="63868" y="319344"/>
                </a:lnTo>
                <a:cubicBezTo>
                  <a:pt x="28499" y="319344"/>
                  <a:pt x="0" y="290844"/>
                  <a:pt x="0" y="255475"/>
                </a:cubicBezTo>
                <a:lnTo>
                  <a:pt x="0" y="63869"/>
                </a:lnTo>
                <a:cubicBezTo>
                  <a:pt x="0" y="28500"/>
                  <a:pt x="28499" y="0"/>
                  <a:pt x="63868" y="0"/>
                </a:cubicBezTo>
              </a:path>
            </a:pathLst>
          </a:custGeom>
          <a:solidFill xmlns:a="http://schemas.openxmlformats.org/drawingml/2006/main">
            <a:srgbClr val="F8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04DA1C1D-8670-4ABA-A788-F00E3A96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457" y="2770267"/>
            <a:ext cx="1575387" cy="966237"/>
          </a:xfrm>
          <a:custGeom xmlns:a="http://schemas.openxmlformats.org/drawingml/2006/main">
            <a:pathLst>
              <a:path w="1596720" h="979322">
                <a:moveTo>
                  <a:pt x="95803" y="0"/>
                </a:moveTo>
                <a:lnTo>
                  <a:pt x="1500917" y="0"/>
                </a:lnTo>
                <a:cubicBezTo>
                  <a:pt x="1553971" y="0"/>
                  <a:pt x="1596720" y="42750"/>
                  <a:pt x="1596720" y="95804"/>
                </a:cubicBezTo>
                <a:lnTo>
                  <a:pt x="1596720" y="883519"/>
                </a:lnTo>
                <a:cubicBezTo>
                  <a:pt x="1596720" y="936572"/>
                  <a:pt x="1553971" y="979322"/>
                  <a:pt x="1500917" y="979322"/>
                </a:cubicBezTo>
                <a:lnTo>
                  <a:pt x="95803" y="979322"/>
                </a:lnTo>
                <a:cubicBezTo>
                  <a:pt x="42749" y="979322"/>
                  <a:pt x="0" y="936572"/>
                  <a:pt x="0" y="883519"/>
                </a:cubicBezTo>
                <a:lnTo>
                  <a:pt x="0" y="95804"/>
                </a:lnTo>
                <a:cubicBezTo>
                  <a:pt x="0" y="42750"/>
                  <a:pt x="42749" y="0"/>
                  <a:pt x="95803" y="0"/>
                </a:cubicBezTo>
              </a:path>
            </a:pathLst>
          </a:custGeom>
          <a:solidFill xmlns:a="http://schemas.openxmlformats.org/drawingml/2006/main">
            <a:srgbClr val="2B23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BD496D1F-151E-455A-90F3-C8382E4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457" y="2770267"/>
            <a:ext cx="1575387" cy="210052"/>
          </a:xfrm>
          <a:custGeom xmlns:a="http://schemas.openxmlformats.org/drawingml/2006/main">
            <a:pathLst>
              <a:path w="1596720" h="212896">
                <a:moveTo>
                  <a:pt x="0" y="95804"/>
                </a:moveTo>
                <a:cubicBezTo>
                  <a:pt x="0" y="31935"/>
                  <a:pt x="31934" y="0"/>
                  <a:pt x="95803" y="0"/>
                </a:cubicBezTo>
                <a:lnTo>
                  <a:pt x="1500917" y="0"/>
                </a:lnTo>
                <a:cubicBezTo>
                  <a:pt x="1564785" y="0"/>
                  <a:pt x="1596720" y="31935"/>
                  <a:pt x="1596720" y="95804"/>
                </a:cubicBezTo>
                <a:lnTo>
                  <a:pt x="1596720" y="212896"/>
                </a:lnTo>
                <a:lnTo>
                  <a:pt x="0" y="212896"/>
                </a:lnTo>
                <a:lnTo>
                  <a:pt x="0" y="95804"/>
                </a:ln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27C5F9F1-6BF7-4201-BD3B-7CEBCAD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29" y="2838533"/>
            <a:ext cx="73518" cy="73518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2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2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D9F40063-172C-4BD7-9CF5-8D4E466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760" y="2838533"/>
            <a:ext cx="73518" cy="73518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3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3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B297F2F8-8ECD-4340-85E5-9A19BA2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790" y="2838533"/>
            <a:ext cx="73518" cy="73518"/>
          </a:xfrm>
          <a:custGeom xmlns:a="http://schemas.openxmlformats.org/drawingml/2006/main">
            <a:pathLst>
              <a:path w="74514" h="74514">
                <a:moveTo>
                  <a:pt x="74514" y="37257"/>
                </a:moveTo>
                <a:cubicBezTo>
                  <a:pt x="74514" y="57822"/>
                  <a:pt x="57822" y="74514"/>
                  <a:pt x="37257" y="74514"/>
                </a:cubicBezTo>
                <a:cubicBezTo>
                  <a:pt x="16691" y="74514"/>
                  <a:pt x="0" y="57822"/>
                  <a:pt x="0" y="37257"/>
                </a:cubicBezTo>
                <a:cubicBezTo>
                  <a:pt x="0" y="16691"/>
                  <a:pt x="16691" y="0"/>
                  <a:pt x="37257" y="0"/>
                </a:cubicBezTo>
                <a:cubicBezTo>
                  <a:pt x="57822" y="0"/>
                  <a:pt x="74514" y="16691"/>
                  <a:pt x="74514" y="37257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D01F9F7D-C500-40F4-B36C-44B4386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493" y="3190370"/>
            <a:ext cx="903221" cy="336082"/>
          </a:xfrm>
          <a:custGeom xmlns:a="http://schemas.openxmlformats.org/drawingml/2006/main">
            <a:pathLst>
              <a:path w="915453" h="340633">
                <a:moveTo>
                  <a:pt x="0" y="0"/>
                </a:moveTo>
                <a:lnTo>
                  <a:pt x="638688" y="0"/>
                </a:lnTo>
                <a:moveTo>
                  <a:pt x="0" y="170317"/>
                </a:moveTo>
                <a:lnTo>
                  <a:pt x="915453" y="170317"/>
                </a:lnTo>
                <a:moveTo>
                  <a:pt x="0" y="340633"/>
                </a:moveTo>
                <a:lnTo>
                  <a:pt x="425792" y="3406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2513">
            <a:solidFill>
              <a:srgbClr val="6E6480"/>
            </a:solidFill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60D0F24B-8BEA-42BD-841E-B92498D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520" y="3291181"/>
            <a:ext cx="302502" cy="302502"/>
          </a:xfrm>
          <a:custGeom xmlns:a="http://schemas.openxmlformats.org/drawingml/2006/main">
            <a:pathLst>
              <a:path w="306599" h="306598">
                <a:moveTo>
                  <a:pt x="306599" y="153299"/>
                </a:moveTo>
                <a:cubicBezTo>
                  <a:pt x="306599" y="237961"/>
                  <a:pt x="237961" y="306598"/>
                  <a:pt x="153300" y="306598"/>
                </a:cubicBezTo>
                <a:cubicBezTo>
                  <a:pt x="68638" y="306598"/>
                  <a:pt x="0" y="237961"/>
                  <a:pt x="0" y="153299"/>
                </a:cubicBezTo>
                <a:cubicBezTo>
                  <a:pt x="0" y="68637"/>
                  <a:pt x="68638" y="0"/>
                  <a:pt x="153300" y="0"/>
                </a:cubicBezTo>
                <a:cubicBezTo>
                  <a:pt x="237961" y="0"/>
                  <a:pt x="306599" y="68637"/>
                  <a:pt x="306599" y="15329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2768">
            <a:solidFill>
              <a:srgbClr val="B65345"/>
            </a:solidFill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D8C2BF8E-3FA0-462B-A920-8C6BB03F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72" y="3354196"/>
            <a:ext cx="63015" cy="126031"/>
          </a:xfrm>
          <a:custGeom xmlns:a="http://schemas.openxmlformats.org/drawingml/2006/main">
            <a:pathLst>
              <a:path w="63868" h="127738">
                <a:moveTo>
                  <a:pt x="0" y="0"/>
                </a:moveTo>
                <a:lnTo>
                  <a:pt x="0" y="89430"/>
                </a:lnTo>
                <a:lnTo>
                  <a:pt x="63868" y="127738"/>
                </a:lnTo>
              </a:path>
            </a:pathLst>
          </a:custGeom>
          <a:noFill xmlns:a="http://schemas.openxmlformats.org/drawingml/2006/main"/>
          <a:ln xmlns:a="http://schemas.openxmlformats.org/drawingml/2006/main" w="32768">
            <a:solidFill>
              <a:srgbClr val="B65345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F25BF81C-EF2C-41EC-AB0F-4FE6A27E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19" y="2655452"/>
            <a:ext cx="313649" cy="313649"/>
          </a:xfrm>
          <a:custGeom xmlns:a="http://schemas.openxmlformats.org/drawingml/2006/main">
            <a:pathLst>
              <a:path w="317897" h="317896">
                <a:moveTo>
                  <a:pt x="317897" y="158948"/>
                </a:moveTo>
                <a:cubicBezTo>
                  <a:pt x="317897" y="246775"/>
                  <a:pt x="246775" y="317896"/>
                  <a:pt x="158948" y="317896"/>
                </a:cubicBezTo>
                <a:cubicBezTo>
                  <a:pt x="71122" y="317896"/>
                  <a:pt x="0" y="246775"/>
                  <a:pt x="0" y="158948"/>
                </a:cubicBezTo>
                <a:cubicBezTo>
                  <a:pt x="0" y="71121"/>
                  <a:pt x="71122" y="0"/>
                  <a:pt x="158948" y="0"/>
                </a:cubicBezTo>
                <a:cubicBezTo>
                  <a:pt x="246775" y="0"/>
                  <a:pt x="317897" y="71121"/>
                  <a:pt x="317897" y="158948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22406">
            <a:solidFill>
              <a:srgbClr val="FFFFFF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84327718-ED05-43D3-B8EB-DF3907ED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13" y="2745047"/>
            <a:ext cx="134461" cy="134461"/>
          </a:xfrm>
          <a:custGeom xmlns:a="http://schemas.openxmlformats.org/drawingml/2006/main">
            <a:pathLst>
              <a:path w="136282" h="136282">
                <a:moveTo>
                  <a:pt x="0" y="0"/>
                </a:moveTo>
                <a:lnTo>
                  <a:pt x="136282" y="136282"/>
                </a:lnTo>
                <a:moveTo>
                  <a:pt x="136282" y="0"/>
                </a:moveTo>
                <a:lnTo>
                  <a:pt x="0" y="136282"/>
                </a:lnTo>
              </a:path>
            </a:pathLst>
          </a:custGeom>
          <a:noFill xmlns:a="http://schemas.openxmlformats.org/drawingml/2006/main"/>
          <a:ln xmlns:a="http://schemas.openxmlformats.org/drawingml/2006/main" w="38089">
            <a:solidFill>
              <a:srgbClr val="B65345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379A2C7A-FD58-4780-B2B8-65D4D745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431" y="4211585"/>
            <a:ext cx="119085" cy="146266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8"/>
                </a:lnTo>
                <a:cubicBezTo>
                  <a:pt x="32772" y="16691"/>
                  <a:pt x="31494" y="11198"/>
                  <a:pt x="31494" y="10531"/>
                </a:cubicBezTo>
                <a:cubicBezTo>
                  <a:pt x="31494" y="7537"/>
                  <a:pt x="32261" y="5038"/>
                  <a:pt x="33879" y="3052"/>
                </a:cubicBezTo>
                <a:cubicBezTo>
                  <a:pt x="35482" y="1050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1"/>
                  <a:pt x="74741" y="38193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4"/>
                  <a:pt x="103837" y="7707"/>
                </a:cubicBezTo>
                <a:cubicBezTo>
                  <a:pt x="105781" y="5819"/>
                  <a:pt x="107995" y="4882"/>
                  <a:pt x="110493" y="4882"/>
                </a:cubicBezTo>
                <a:cubicBezTo>
                  <a:pt x="113260" y="4882"/>
                  <a:pt x="115645" y="6316"/>
                  <a:pt x="117703" y="9140"/>
                </a:cubicBezTo>
                <a:cubicBezTo>
                  <a:pt x="119704" y="11922"/>
                  <a:pt x="120698" y="14363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0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5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4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8"/>
                  <a:pt x="97748" y="130448"/>
                  <a:pt x="97748" y="131229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19"/>
                </a:cubicBezTo>
                <a:lnTo>
                  <a:pt x="91588" y="140369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4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59"/>
                  <a:pt x="67247" y="123522"/>
                  <a:pt x="66636" y="122244"/>
                </a:cubicBezTo>
                <a:lnTo>
                  <a:pt x="55282" y="102956"/>
                </a:lnTo>
                <a:cubicBezTo>
                  <a:pt x="49066" y="108278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7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1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5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1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52">
            <a:solidFill>
              <a:srgbClr val="B65345"/>
            </a:solidFill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31AF0EB6-1C61-4410-A32C-D0A4971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431" y="4211585"/>
            <a:ext cx="119085" cy="146266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8"/>
                </a:lnTo>
                <a:cubicBezTo>
                  <a:pt x="32772" y="16691"/>
                  <a:pt x="31494" y="11198"/>
                  <a:pt x="31494" y="10531"/>
                </a:cubicBezTo>
                <a:cubicBezTo>
                  <a:pt x="31494" y="7537"/>
                  <a:pt x="32261" y="5038"/>
                  <a:pt x="33879" y="3052"/>
                </a:cubicBezTo>
                <a:cubicBezTo>
                  <a:pt x="35482" y="1050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1"/>
                  <a:pt x="74741" y="38193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4"/>
                  <a:pt x="103837" y="7707"/>
                </a:cubicBezTo>
                <a:cubicBezTo>
                  <a:pt x="105781" y="5819"/>
                  <a:pt x="107995" y="4882"/>
                  <a:pt x="110493" y="4882"/>
                </a:cubicBezTo>
                <a:cubicBezTo>
                  <a:pt x="113260" y="4882"/>
                  <a:pt x="115645" y="6316"/>
                  <a:pt x="117703" y="9140"/>
                </a:cubicBezTo>
                <a:cubicBezTo>
                  <a:pt x="119704" y="11922"/>
                  <a:pt x="120698" y="14363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0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5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4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8"/>
                  <a:pt x="97748" y="130448"/>
                  <a:pt x="97748" y="131229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19"/>
                </a:cubicBezTo>
                <a:lnTo>
                  <a:pt x="91588" y="140369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4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59"/>
                  <a:pt x="67247" y="123522"/>
                  <a:pt x="66636" y="122244"/>
                </a:cubicBezTo>
                <a:lnTo>
                  <a:pt x="55282" y="102956"/>
                </a:lnTo>
                <a:cubicBezTo>
                  <a:pt x="49066" y="108278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7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1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5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1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30A44B9B-6728-471F-9995-8620984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431" y="4463646"/>
            <a:ext cx="119085" cy="146266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9"/>
                </a:lnTo>
                <a:cubicBezTo>
                  <a:pt x="32772" y="16691"/>
                  <a:pt x="31494" y="11199"/>
                  <a:pt x="31494" y="10531"/>
                </a:cubicBezTo>
                <a:cubicBezTo>
                  <a:pt x="31494" y="7537"/>
                  <a:pt x="32261" y="5039"/>
                  <a:pt x="33879" y="3052"/>
                </a:cubicBezTo>
                <a:cubicBezTo>
                  <a:pt x="35482" y="1051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2"/>
                  <a:pt x="74741" y="38194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5"/>
                  <a:pt x="103837" y="7707"/>
                </a:cubicBezTo>
                <a:cubicBezTo>
                  <a:pt x="105781" y="5820"/>
                  <a:pt x="107995" y="4883"/>
                  <a:pt x="110493" y="4883"/>
                </a:cubicBezTo>
                <a:cubicBezTo>
                  <a:pt x="113260" y="4883"/>
                  <a:pt x="115645" y="6316"/>
                  <a:pt x="117703" y="9141"/>
                </a:cubicBezTo>
                <a:cubicBezTo>
                  <a:pt x="119704" y="11923"/>
                  <a:pt x="120698" y="14364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1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6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5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9"/>
                  <a:pt x="97748" y="130448"/>
                  <a:pt x="97748" y="131230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20"/>
                </a:cubicBezTo>
                <a:lnTo>
                  <a:pt x="91588" y="140370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5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60"/>
                  <a:pt x="67247" y="123522"/>
                  <a:pt x="66636" y="122245"/>
                </a:cubicBezTo>
                <a:lnTo>
                  <a:pt x="55282" y="102956"/>
                </a:lnTo>
                <a:cubicBezTo>
                  <a:pt x="49066" y="108279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8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2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6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2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52">
            <a:solidFill>
              <a:srgbClr val="B65345"/>
            </a:solidFill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773905F5-BD15-4EE2-9105-08BC15F5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431" y="4463646"/>
            <a:ext cx="119085" cy="146266"/>
          </a:xfrm>
          <a:custGeom xmlns:a="http://schemas.openxmlformats.org/drawingml/2006/main">
            <a:pathLst>
              <a:path w="120698" h="148247">
                <a:moveTo>
                  <a:pt x="46184" y="70526"/>
                </a:moveTo>
                <a:lnTo>
                  <a:pt x="35313" y="26939"/>
                </a:lnTo>
                <a:cubicBezTo>
                  <a:pt x="32772" y="16691"/>
                  <a:pt x="31494" y="11199"/>
                  <a:pt x="31494" y="10531"/>
                </a:cubicBezTo>
                <a:cubicBezTo>
                  <a:pt x="31494" y="7537"/>
                  <a:pt x="32261" y="5039"/>
                  <a:pt x="33879" y="3052"/>
                </a:cubicBezTo>
                <a:cubicBezTo>
                  <a:pt x="35482" y="1051"/>
                  <a:pt x="37087" y="0"/>
                  <a:pt x="38747" y="0"/>
                </a:cubicBezTo>
                <a:cubicBezTo>
                  <a:pt x="42196" y="0"/>
                  <a:pt x="46355" y="2938"/>
                  <a:pt x="51337" y="8757"/>
                </a:cubicBezTo>
                <a:cubicBezTo>
                  <a:pt x="56332" y="14576"/>
                  <a:pt x="62322" y="25945"/>
                  <a:pt x="69248" y="42849"/>
                </a:cubicBezTo>
                <a:cubicBezTo>
                  <a:pt x="72015" y="40692"/>
                  <a:pt x="74741" y="38194"/>
                  <a:pt x="77452" y="35369"/>
                </a:cubicBezTo>
                <a:lnTo>
                  <a:pt x="88990" y="23504"/>
                </a:lnTo>
                <a:cubicBezTo>
                  <a:pt x="97024" y="14860"/>
                  <a:pt x="101963" y="9595"/>
                  <a:pt x="103837" y="7707"/>
                </a:cubicBezTo>
                <a:cubicBezTo>
                  <a:pt x="105781" y="5820"/>
                  <a:pt x="107995" y="4883"/>
                  <a:pt x="110493" y="4883"/>
                </a:cubicBezTo>
                <a:cubicBezTo>
                  <a:pt x="113260" y="4883"/>
                  <a:pt x="115645" y="6316"/>
                  <a:pt x="117703" y="9141"/>
                </a:cubicBezTo>
                <a:cubicBezTo>
                  <a:pt x="119704" y="11923"/>
                  <a:pt x="120698" y="14364"/>
                  <a:pt x="120698" y="16464"/>
                </a:cubicBezTo>
                <a:lnTo>
                  <a:pt x="120698" y="17301"/>
                </a:lnTo>
                <a:cubicBezTo>
                  <a:pt x="119861" y="17571"/>
                  <a:pt x="119094" y="17685"/>
                  <a:pt x="118426" y="17685"/>
                </a:cubicBezTo>
                <a:cubicBezTo>
                  <a:pt x="115375" y="18125"/>
                  <a:pt x="113488" y="19672"/>
                  <a:pt x="112764" y="22397"/>
                </a:cubicBezTo>
                <a:cubicBezTo>
                  <a:pt x="112381" y="23561"/>
                  <a:pt x="111884" y="24398"/>
                  <a:pt x="111330" y="24952"/>
                </a:cubicBezTo>
                <a:cubicBezTo>
                  <a:pt x="109442" y="26441"/>
                  <a:pt x="107115" y="29380"/>
                  <a:pt x="104291" y="33822"/>
                </a:cubicBezTo>
                <a:lnTo>
                  <a:pt x="95420" y="47731"/>
                </a:lnTo>
                <a:cubicBezTo>
                  <a:pt x="90978" y="55112"/>
                  <a:pt x="87429" y="60647"/>
                  <a:pt x="84718" y="64366"/>
                </a:cubicBezTo>
                <a:cubicBezTo>
                  <a:pt x="82660" y="67133"/>
                  <a:pt x="81113" y="69404"/>
                  <a:pt x="80162" y="71235"/>
                </a:cubicBezTo>
                <a:cubicBezTo>
                  <a:pt x="79226" y="73009"/>
                  <a:pt x="78785" y="75067"/>
                  <a:pt x="78785" y="77338"/>
                </a:cubicBezTo>
                <a:cubicBezTo>
                  <a:pt x="78785" y="82491"/>
                  <a:pt x="80276" y="89146"/>
                  <a:pt x="83271" y="97293"/>
                </a:cubicBezTo>
                <a:cubicBezTo>
                  <a:pt x="86265" y="105497"/>
                  <a:pt x="90040" y="113105"/>
                  <a:pt x="94696" y="120087"/>
                </a:cubicBezTo>
                <a:cubicBezTo>
                  <a:pt x="97691" y="124402"/>
                  <a:pt x="99181" y="126787"/>
                  <a:pt x="99181" y="127340"/>
                </a:cubicBezTo>
                <a:lnTo>
                  <a:pt x="98514" y="128618"/>
                </a:lnTo>
                <a:cubicBezTo>
                  <a:pt x="98018" y="129569"/>
                  <a:pt x="97748" y="130448"/>
                  <a:pt x="97748" y="131230"/>
                </a:cubicBezTo>
                <a:cubicBezTo>
                  <a:pt x="97748" y="131399"/>
                  <a:pt x="97861" y="132052"/>
                  <a:pt x="98131" y="133060"/>
                </a:cubicBezTo>
                <a:cubicBezTo>
                  <a:pt x="94256" y="135217"/>
                  <a:pt x="92141" y="136438"/>
                  <a:pt x="91815" y="136722"/>
                </a:cubicBezTo>
                <a:cubicBezTo>
                  <a:pt x="91531" y="136992"/>
                  <a:pt x="91375" y="137886"/>
                  <a:pt x="91375" y="139320"/>
                </a:cubicBezTo>
                <a:lnTo>
                  <a:pt x="91588" y="140370"/>
                </a:lnTo>
                <a:cubicBezTo>
                  <a:pt x="91588" y="140923"/>
                  <a:pt x="91261" y="141207"/>
                  <a:pt x="90651" y="141207"/>
                </a:cubicBezTo>
                <a:cubicBezTo>
                  <a:pt x="90367" y="141207"/>
                  <a:pt x="89430" y="140824"/>
                  <a:pt x="87826" y="140043"/>
                </a:cubicBezTo>
                <a:cubicBezTo>
                  <a:pt x="86322" y="139263"/>
                  <a:pt x="84605" y="137772"/>
                  <a:pt x="82660" y="135445"/>
                </a:cubicBezTo>
                <a:cubicBezTo>
                  <a:pt x="80830" y="133060"/>
                  <a:pt x="79055" y="131669"/>
                  <a:pt x="77225" y="131399"/>
                </a:cubicBezTo>
                <a:cubicBezTo>
                  <a:pt x="76174" y="130846"/>
                  <a:pt x="75564" y="130448"/>
                  <a:pt x="75351" y="130179"/>
                </a:cubicBezTo>
                <a:cubicBezTo>
                  <a:pt x="73066" y="127397"/>
                  <a:pt x="70965" y="125623"/>
                  <a:pt x="69021" y="124857"/>
                </a:cubicBezTo>
                <a:cubicBezTo>
                  <a:pt x="68027" y="124360"/>
                  <a:pt x="67247" y="123522"/>
                  <a:pt x="66636" y="122245"/>
                </a:cubicBezTo>
                <a:lnTo>
                  <a:pt x="55282" y="102956"/>
                </a:lnTo>
                <a:cubicBezTo>
                  <a:pt x="49066" y="108279"/>
                  <a:pt x="41699" y="115645"/>
                  <a:pt x="33155" y="125069"/>
                </a:cubicBezTo>
                <a:cubicBezTo>
                  <a:pt x="24284" y="135104"/>
                  <a:pt x="16904" y="142867"/>
                  <a:pt x="11028" y="148247"/>
                </a:cubicBezTo>
                <a:lnTo>
                  <a:pt x="11028" y="145252"/>
                </a:lnTo>
                <a:cubicBezTo>
                  <a:pt x="10474" y="144145"/>
                  <a:pt x="9708" y="142867"/>
                  <a:pt x="8701" y="141378"/>
                </a:cubicBezTo>
                <a:cubicBezTo>
                  <a:pt x="8203" y="140653"/>
                  <a:pt x="7764" y="139717"/>
                  <a:pt x="7480" y="138709"/>
                </a:cubicBezTo>
                <a:cubicBezTo>
                  <a:pt x="7153" y="137374"/>
                  <a:pt x="6429" y="136552"/>
                  <a:pt x="5322" y="136267"/>
                </a:cubicBezTo>
                <a:cubicBezTo>
                  <a:pt x="4826" y="136267"/>
                  <a:pt x="4328" y="135828"/>
                  <a:pt x="3832" y="134834"/>
                </a:cubicBezTo>
                <a:cubicBezTo>
                  <a:pt x="3435" y="133500"/>
                  <a:pt x="2768" y="132663"/>
                  <a:pt x="1888" y="132223"/>
                </a:cubicBezTo>
                <a:cubicBezTo>
                  <a:pt x="781" y="131839"/>
                  <a:pt x="227" y="131342"/>
                  <a:pt x="227" y="130789"/>
                </a:cubicBezTo>
                <a:cubicBezTo>
                  <a:pt x="227" y="130676"/>
                  <a:pt x="326" y="130009"/>
                  <a:pt x="610" y="128788"/>
                </a:cubicBezTo>
                <a:cubicBezTo>
                  <a:pt x="227" y="127951"/>
                  <a:pt x="0" y="127340"/>
                  <a:pt x="0" y="126957"/>
                </a:cubicBezTo>
                <a:cubicBezTo>
                  <a:pt x="0" y="125126"/>
                  <a:pt x="8871" y="114212"/>
                  <a:pt x="26612" y="94185"/>
                </a:cubicBezTo>
                <a:cubicBezTo>
                  <a:pt x="34375" y="85272"/>
                  <a:pt x="40919" y="77338"/>
                  <a:pt x="46184" y="70526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7214A505-C879-40D7-B3D6-BE25EE1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17" y="3442432"/>
            <a:ext cx="315077" cy="191"/>
          </a:xfrm>
          <a:custGeom xmlns:a="http://schemas.openxmlformats.org/drawingml/2006/main">
            <a:pathLst>
              <a:path w="319344" h="191">
                <a:moveTo>
                  <a:pt x="0" y="0"/>
                </a:moveTo>
                <a:lnTo>
                  <a:pt x="319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1FDA285A-32AF-4AA3-B5B7-95DC23E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080" y="3347909"/>
            <a:ext cx="189047" cy="189047"/>
          </a:xfrm>
          <a:custGeom xmlns:a="http://schemas.openxmlformats.org/drawingml/2006/main">
            <a:pathLst>
              <a:path w="191607" h="191607">
                <a:moveTo>
                  <a:pt x="0" y="0"/>
                </a:moveTo>
                <a:lnTo>
                  <a:pt x="191607" y="95803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58624A3C-0736-4B3D-AF0F-5125F8C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9" y="2203127"/>
            <a:ext cx="8128996" cy="2478609"/>
          </a:xfrm>
          <a:custGeom xmlns:a="http://schemas.openxmlformats.org/drawingml/2006/main">
            <a:pathLst>
              <a:path w="8239076" h="2512173">
                <a:moveTo>
                  <a:pt x="106448" y="0"/>
                </a:moveTo>
                <a:lnTo>
                  <a:pt x="8132629" y="0"/>
                </a:lnTo>
                <a:cubicBezTo>
                  <a:pt x="8191615" y="0"/>
                  <a:pt x="8239076" y="47462"/>
                  <a:pt x="8239076" y="106448"/>
                </a:cubicBezTo>
                <a:lnTo>
                  <a:pt x="8239076" y="2405725"/>
                </a:lnTo>
                <a:cubicBezTo>
                  <a:pt x="8239076" y="2464712"/>
                  <a:pt x="8191615" y="2512173"/>
                  <a:pt x="8132629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4A019FCA-558E-45CC-9738-3611774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113" y="2203127"/>
            <a:ext cx="8119189" cy="73518"/>
          </a:xfrm>
          <a:custGeom xmlns:a="http://schemas.openxmlformats.org/drawingml/2006/main">
            <a:pathLst>
              <a:path w="8229136" h="74514">
                <a:moveTo>
                  <a:pt x="8229136" y="74514"/>
                </a:moveTo>
                <a:lnTo>
                  <a:pt x="8228698" y="72727"/>
                </a:lnTo>
                <a:lnTo>
                  <a:pt x="8222262" y="57442"/>
                </a:lnTo>
                <a:lnTo>
                  <a:pt x="8213625" y="43496"/>
                </a:lnTo>
                <a:lnTo>
                  <a:pt x="8203002" y="31104"/>
                </a:lnTo>
                <a:lnTo>
                  <a:pt x="8190610" y="20482"/>
                </a:lnTo>
                <a:lnTo>
                  <a:pt x="8176664" y="11844"/>
                </a:lnTo>
                <a:lnTo>
                  <a:pt x="8161380" y="5408"/>
                </a:lnTo>
                <a:lnTo>
                  <a:pt x="8144973" y="1388"/>
                </a:lnTo>
                <a:lnTo>
                  <a:pt x="8127659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8229136" y="74514"/>
                </a:lnTo>
                <a:close/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D45C75ED-74C9-4885-A216-CB7093C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9" y="2203127"/>
            <a:ext cx="8128996" cy="2478609"/>
          </a:xfrm>
          <a:custGeom xmlns:a="http://schemas.openxmlformats.org/drawingml/2006/main">
            <a:pathLst>
              <a:path w="8239076" h="2512173">
                <a:moveTo>
                  <a:pt x="106448" y="0"/>
                </a:moveTo>
                <a:lnTo>
                  <a:pt x="8132629" y="0"/>
                </a:lnTo>
                <a:cubicBezTo>
                  <a:pt x="8191615" y="0"/>
                  <a:pt x="8239076" y="47462"/>
                  <a:pt x="8239076" y="106448"/>
                </a:cubicBezTo>
                <a:lnTo>
                  <a:pt x="8239076" y="2405725"/>
                </a:lnTo>
                <a:cubicBezTo>
                  <a:pt x="8239076" y="2464712"/>
                  <a:pt x="8191615" y="2512173"/>
                  <a:pt x="8132629" y="2512173"/>
                </a:cubicBezTo>
                <a:lnTo>
                  <a:pt x="106448" y="2512173"/>
                </a:lnTo>
                <a:cubicBezTo>
                  <a:pt x="47462" y="2512173"/>
                  <a:pt x="0" y="2464712"/>
                  <a:pt x="0" y="2405725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2721226A-8F1A-4633-9C91-1604E4D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2749262"/>
            <a:ext cx="6994717" cy="1512371"/>
          </a:xfrm>
          <a:custGeom xmlns:a="http://schemas.openxmlformats.org/drawingml/2006/main">
            <a:pathLst>
              <a:path w="7089437" h="1532851">
                <a:moveTo>
                  <a:pt x="53223" y="0"/>
                </a:moveTo>
                <a:lnTo>
                  <a:pt x="7036214" y="0"/>
                </a:lnTo>
                <a:cubicBezTo>
                  <a:pt x="7065707" y="0"/>
                  <a:pt x="7089437" y="23731"/>
                  <a:pt x="7089437" y="53224"/>
                </a:cubicBezTo>
                <a:lnTo>
                  <a:pt x="7089437" y="1479627"/>
                </a:lnTo>
                <a:cubicBezTo>
                  <a:pt x="7089437" y="1509120"/>
                  <a:pt x="7065707" y="1532851"/>
                  <a:pt x="7036214" y="1532851"/>
                </a:cubicBezTo>
                <a:lnTo>
                  <a:pt x="53223" y="1532851"/>
                </a:lnTo>
                <a:cubicBezTo>
                  <a:pt x="23731" y="1532851"/>
                  <a:pt x="0" y="1509120"/>
                  <a:pt x="0" y="1479627"/>
                </a:cubicBezTo>
                <a:lnTo>
                  <a:pt x="0" y="53224"/>
                </a:lnTo>
                <a:cubicBezTo>
                  <a:pt x="0" y="23731"/>
                  <a:pt x="23731" y="0"/>
                  <a:pt x="5322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503">
            <a:solidFill>
              <a:srgbClr val="EEE8F4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BE7CA935-C0DB-414E-93F5-253D9D5E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D7D4AB84-A77D-463D-A376-9A34B83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45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7ECF5B11-05F2-4E49-9416-0D88BFA2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239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C92A7CB2-D9C6-474A-8209-BCCE25B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239" y="2749262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64F92CEF-625E-46CD-A4FA-DD9C5356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132" y="2749262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5395B3F3-D99D-4FA3-B6DB-E156D701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25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44B80617-88F1-4889-8761-21F9FC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024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D5E7FC09-FFAB-4229-9049-0D5ED625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18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DEFB87AA-8F88-4DAF-A85E-5112A126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810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6BA48A18-5D1C-4565-B2B9-92BBF66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04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3C72EF07-3B00-48E5-857D-7D9DDC4C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598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89AE8575-98B3-4060-A634-F4F564CB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597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41B67FB6-CF95-48A1-9FF7-C0D5266E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490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8905A948-0ED2-449B-824F-648A857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384" y="2749262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C23888A6-25B1-4032-A100-36B653B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83" y="2749262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5C8A3504-EEBB-4A2C-93C0-E8075AD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277" y="2749262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20824FA4-14E4-42BE-AE0E-4402F241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45B963EF-AE34-41DD-81AB-4BF58A0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45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4FAF185A-DB7B-4578-8FFF-8325EF00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239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2660A047-A9C4-4C92-9F0D-1141D06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239" y="3127354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BCD12AC2-75DF-4163-977A-D375CF5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132" y="3127354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51E52CD9-E547-4F4B-B722-5486FA6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25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754D85FB-CD52-48FA-B51A-3E495980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024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8B5D74C0-D91F-4536-8A14-BFA14CA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18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53DB927C-620B-4E40-952A-9B9BDA0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810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6A725D62-672F-495B-B242-18A073A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04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DF955B2F-DC4D-4353-A2ED-A78582C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598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13D552E7-443E-47ED-85E0-3B1FF04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597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8ABBCCE6-F28E-43A7-A405-C6425D3E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490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86FC96F6-792E-4528-B564-E25FEE2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384" y="3127354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EC766569-A4FF-4BE1-863C-966CA69D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83" y="3127354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9F020796-725A-4C94-B13A-ED439868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277" y="3127354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62726EB4-2A02-4399-9828-E9482CA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45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F65A8EF9-52D2-4341-9CBA-3DA32A1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239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849816C5-6E31-40E5-BDB3-82980F29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239" y="3505447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46FC7DF8-B6A1-4162-BF78-687242A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132" y="3505447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3F019B4F-74B9-4114-8DC6-2EC564F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25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9856698A-3A8A-4450-84CC-E2C039F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024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B8C729AC-5FA2-495D-9E5B-485BD6F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18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8764EBAE-A8D3-4774-B5B0-26C1D294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810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11C0C70C-97E0-403E-B3FB-EABE8DE0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04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C25EE349-F173-4AEA-9ED4-B742A119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598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9F32EC4A-1D31-41B4-B061-E7771D0F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597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26014BF9-9BBF-4682-9159-E10F767D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490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A3A43B49-8F76-4848-AB51-738C4E5F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384" y="3505447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298AFCE0-FD91-40ED-BCC6-2B0EF797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83" y="3505447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C4D7D4DE-AAC3-471A-AEBD-A948F8B5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277" y="3505447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62B49310-5093-45F7-899A-9017A24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442CA25D-7240-436F-B6C1-F503391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45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2952F537-1003-45CE-BFE6-061B894E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239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5D7C0048-22F7-444C-BB0C-5245ED2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239" y="3883540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4E5ED395-0136-4813-ABED-6F055FF2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132" y="3883540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68DE6630-FEE6-48D6-8570-BBED9B5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25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0EBB66DA-BF26-44EE-B3C7-E19F031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024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7E435E65-AF9A-4C16-9EB8-ECA040E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18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D8EB3647-66D4-4080-9082-3AFA2B6F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810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6129B9A7-9ACD-428A-B625-D2F47FC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04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716DA192-0434-4B43-9840-5383836C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598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7692208A-6B4D-4821-A7A9-5BA992E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597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9">
            <a:extLst xmlns:a="http://schemas.openxmlformats.org/drawingml/2006/main">
              <a:ext uri="{FF2B5EF4-FFF2-40B4-BE49-F238E27FC236}">
                <a16:creationId xmlns:a16="http://schemas.microsoft.com/office/drawing/2014/main" id="{E5107EDF-B0A5-4CEA-931D-873049EB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490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0">
            <a:extLst xmlns:a="http://schemas.openxmlformats.org/drawingml/2006/main">
              <a:ext uri="{FF2B5EF4-FFF2-40B4-BE49-F238E27FC236}">
                <a16:creationId xmlns:a16="http://schemas.microsoft.com/office/drawing/2014/main" id="{282F2026-E243-4647-9C1D-FCEF636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384" y="3883540"/>
            <a:ext cx="443236" cy="378093"/>
          </a:xfrm>
          <a:custGeom xmlns:a="http://schemas.openxmlformats.org/drawingml/2006/main">
            <a:pathLst>
              <a:path w="449238" h="383213">
                <a:moveTo>
                  <a:pt x="0" y="0"/>
                </a:moveTo>
                <a:lnTo>
                  <a:pt x="0" y="383213"/>
                </a:lnTo>
                <a:lnTo>
                  <a:pt x="449238" y="383213"/>
                </a:lnTo>
                <a:lnTo>
                  <a:pt x="449238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0FE6C01E-A252-4301-AE12-980D554A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83" y="3883540"/>
            <a:ext cx="443181" cy="378093"/>
          </a:xfrm>
          <a:custGeom xmlns:a="http://schemas.openxmlformats.org/drawingml/2006/main">
            <a:pathLst>
              <a:path w="449183" h="383213">
                <a:moveTo>
                  <a:pt x="0" y="0"/>
                </a:moveTo>
                <a:lnTo>
                  <a:pt x="0" y="383213"/>
                </a:lnTo>
                <a:lnTo>
                  <a:pt x="449183" y="383213"/>
                </a:lnTo>
                <a:lnTo>
                  <a:pt x="449183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F4A03BD4-3B54-4CD6-97EB-8BDFF57E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277" y="3883540"/>
            <a:ext cx="443180" cy="378093"/>
          </a:xfrm>
          <a:custGeom xmlns:a="http://schemas.openxmlformats.org/drawingml/2006/main">
            <a:pathLst>
              <a:path w="449181" h="383213">
                <a:moveTo>
                  <a:pt x="0" y="0"/>
                </a:moveTo>
                <a:lnTo>
                  <a:pt x="0" y="383213"/>
                </a:lnTo>
                <a:lnTo>
                  <a:pt x="449181" y="383213"/>
                </a:lnTo>
                <a:lnTo>
                  <a:pt x="449181" y="0"/>
                </a:lnTo>
                <a:close/>
              </a:path>
            </a:pathLst>
          </a:custGeom>
          <a:solidFill xmlns:a="http://schemas.openxmlformats.org/drawingml/2006/main">
            <a:srgbClr val="674294">
              <a:alpha val="2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D1BE305D-5F02-4DB2-9F54-9756DE8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3127354"/>
            <a:ext cx="699471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05">
            <a:solidFill>
              <a:srgbClr val="FFFFFF"/>
            </a:solidFill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62F0987F-9996-4DD9-B3F2-9D11CC0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3505447"/>
            <a:ext cx="699471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05">
            <a:solidFill>
              <a:srgbClr val="FFFFFF"/>
            </a:solidFill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017555D7-A32C-4F68-924B-682564B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53" y="3883540"/>
            <a:ext cx="6994717" cy="191"/>
          </a:xfrm>
          <a:custGeom xmlns:a="http://schemas.openxmlformats.org/drawingml/2006/main">
            <a:pathLst>
              <a:path w="7089437" h="191">
                <a:moveTo>
                  <a:pt x="0" y="0"/>
                </a:moveTo>
                <a:lnTo>
                  <a:pt x="708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05">
            <a:solidFill>
              <a:srgbClr val="FFFFFF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5E225F96-FC54-45A9-BD31-4C14A75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037" y="2938308"/>
            <a:ext cx="6885548" cy="1134279"/>
          </a:xfrm>
          <a:custGeom xmlns:a="http://schemas.openxmlformats.org/drawingml/2006/main">
            <a:pathLst>
              <a:path w="6978790" h="1149639">
                <a:moveTo>
                  <a:pt x="0" y="0"/>
                </a:moveTo>
                <a:lnTo>
                  <a:pt x="1636150" y="0"/>
                </a:lnTo>
                <a:lnTo>
                  <a:pt x="1636150" y="766426"/>
                </a:lnTo>
                <a:lnTo>
                  <a:pt x="1962917" y="766426"/>
                </a:lnTo>
                <a:lnTo>
                  <a:pt x="1962917" y="383213"/>
                </a:lnTo>
                <a:lnTo>
                  <a:pt x="2180084" y="383213"/>
                </a:lnTo>
                <a:lnTo>
                  <a:pt x="2180084" y="1149639"/>
                </a:lnTo>
                <a:lnTo>
                  <a:pt x="2398303" y="1149639"/>
                </a:lnTo>
                <a:lnTo>
                  <a:pt x="2398303" y="766426"/>
                </a:lnTo>
                <a:lnTo>
                  <a:pt x="2616522" y="766426"/>
                </a:lnTo>
                <a:lnTo>
                  <a:pt x="2616522" y="383213"/>
                </a:lnTo>
                <a:lnTo>
                  <a:pt x="2725069" y="383213"/>
                </a:lnTo>
                <a:lnTo>
                  <a:pt x="2725069" y="766426"/>
                </a:lnTo>
                <a:lnTo>
                  <a:pt x="3707613" y="766426"/>
                </a:lnTo>
                <a:lnTo>
                  <a:pt x="3707613" y="1149639"/>
                </a:lnTo>
                <a:lnTo>
                  <a:pt x="5015874" y="1149639"/>
                </a:lnTo>
                <a:lnTo>
                  <a:pt x="5015874" y="766426"/>
                </a:lnTo>
                <a:lnTo>
                  <a:pt x="5234092" y="766426"/>
                </a:lnTo>
                <a:lnTo>
                  <a:pt x="5234092" y="1149639"/>
                </a:lnTo>
                <a:lnTo>
                  <a:pt x="5889797" y="1149639"/>
                </a:lnTo>
                <a:lnTo>
                  <a:pt x="5889797" y="766426"/>
                </a:lnTo>
                <a:lnTo>
                  <a:pt x="6106966" y="766426"/>
                </a:lnTo>
                <a:lnTo>
                  <a:pt x="6106966" y="1149639"/>
                </a:lnTo>
                <a:lnTo>
                  <a:pt x="6325185" y="1149639"/>
                </a:lnTo>
                <a:lnTo>
                  <a:pt x="6325185" y="766426"/>
                </a:lnTo>
                <a:lnTo>
                  <a:pt x="6543402" y="766426"/>
                </a:lnTo>
                <a:lnTo>
                  <a:pt x="6543402" y="1149639"/>
                </a:lnTo>
                <a:lnTo>
                  <a:pt x="6978790" y="1149639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3F2A5E"/>
            </a:solidFill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5089D2C0-A532-4AD4-95BD-BB9232F3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145" y="2780769"/>
            <a:ext cx="315077" cy="315077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11" y="319344"/>
                  <a:pt x="159672" y="319344"/>
                </a:cubicBezTo>
                <a:cubicBezTo>
                  <a:pt x="71463" y="319344"/>
                  <a:pt x="0" y="247882"/>
                  <a:pt x="0" y="159672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11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90E3DEF8-715B-4930-AFFF-B57AE993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756" y="2853307"/>
            <a:ext cx="69358" cy="158519"/>
          </a:xfrm>
          <a:custGeom xmlns:a="http://schemas.openxmlformats.org/drawingml/2006/main">
            <a:pathLst>
              <a:path w="70297" h="160665">
                <a:moveTo>
                  <a:pt x="70297" y="160665"/>
                </a:moveTo>
                <a:lnTo>
                  <a:pt x="39640" y="160665"/>
                </a:lnTo>
                <a:lnTo>
                  <a:pt x="39640" y="45063"/>
                </a:lnTo>
                <a:cubicBezTo>
                  <a:pt x="28442" y="55552"/>
                  <a:pt x="15243" y="63315"/>
                  <a:pt x="0" y="68297"/>
                </a:cubicBezTo>
                <a:lnTo>
                  <a:pt x="0" y="40464"/>
                </a:lnTo>
                <a:cubicBezTo>
                  <a:pt x="8033" y="37867"/>
                  <a:pt x="16747" y="32928"/>
                  <a:pt x="26115" y="25661"/>
                </a:cubicBezTo>
                <a:cubicBezTo>
                  <a:pt x="35482" y="18295"/>
                  <a:pt x="41912" y="9751"/>
                  <a:pt x="45403" y="0"/>
                </a:cubicBezTo>
                <a:lnTo>
                  <a:pt x="70297" y="0"/>
                </a:lnTo>
                <a:lnTo>
                  <a:pt x="70297" y="160665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E90AA8F3-1449-4BDA-88D1-6FD8019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357" y="3158862"/>
            <a:ext cx="315077" cy="315077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11" y="319344"/>
                  <a:pt x="159672" y="319344"/>
                </a:cubicBezTo>
                <a:cubicBezTo>
                  <a:pt x="71463" y="319344"/>
                  <a:pt x="0" y="247882"/>
                  <a:pt x="0" y="159672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11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6FAE7BAE-6070-4690-AED3-D4F641D6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885" y="3915048"/>
            <a:ext cx="315077" cy="315077"/>
          </a:xfrm>
          <a:custGeom xmlns:a="http://schemas.openxmlformats.org/drawingml/2006/main">
            <a:pathLst>
              <a:path w="319344" h="319344">
                <a:moveTo>
                  <a:pt x="319344" y="159672"/>
                </a:moveTo>
                <a:cubicBezTo>
                  <a:pt x="319344" y="247882"/>
                  <a:pt x="247880" y="319344"/>
                  <a:pt x="159672" y="319344"/>
                </a:cubicBezTo>
                <a:cubicBezTo>
                  <a:pt x="71518" y="319344"/>
                  <a:pt x="0" y="247882"/>
                  <a:pt x="0" y="159672"/>
                </a:cubicBezTo>
                <a:cubicBezTo>
                  <a:pt x="0" y="71462"/>
                  <a:pt x="71518" y="0"/>
                  <a:pt x="159672" y="0"/>
                </a:cubicBezTo>
                <a:cubicBezTo>
                  <a:pt x="247880" y="0"/>
                  <a:pt x="319344" y="71462"/>
                  <a:pt x="319344" y="1596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C2241A48-86C2-42A4-AB54-B23FC486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037" y="2581220"/>
            <a:ext cx="1614290" cy="84021"/>
          </a:xfrm>
          <a:custGeom xmlns:a="http://schemas.openxmlformats.org/drawingml/2006/main">
            <a:pathLst>
              <a:path w="1636150" h="85159">
                <a:moveTo>
                  <a:pt x="0" y="85159"/>
                </a:moveTo>
                <a:lnTo>
                  <a:pt x="0" y="0"/>
                </a:lnTo>
                <a:lnTo>
                  <a:pt x="1636150" y="0"/>
                </a:lnTo>
                <a:lnTo>
                  <a:pt x="1636150" y="85159"/>
                </a:lnTo>
              </a:path>
            </a:pathLst>
          </a:custGeom>
          <a:noFill xmlns:a="http://schemas.openxmlformats.org/drawingml/2006/main"/>
          <a:ln xmlns:a="http://schemas.openxmlformats.org/drawingml/2006/main" w="21005">
            <a:solidFill>
              <a:srgbClr val="6F667B"/>
            </a:solidFill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A4005C06-4C16-4800-B9F3-35446703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076" y="4324648"/>
            <a:ext cx="3402836" cy="294072"/>
          </a:xfrm>
          <a:custGeom xmlns:a="http://schemas.openxmlformats.org/drawingml/2006/main">
            <a:pathLst>
              <a:path w="3448916" h="298054">
                <a:moveTo>
                  <a:pt x="63869" y="0"/>
                </a:moveTo>
                <a:lnTo>
                  <a:pt x="3385047" y="0"/>
                </a:lnTo>
                <a:cubicBezTo>
                  <a:pt x="3420416" y="0"/>
                  <a:pt x="3448916" y="28499"/>
                  <a:pt x="3448916" y="63869"/>
                </a:cubicBezTo>
                <a:lnTo>
                  <a:pt x="3448916" y="234186"/>
                </a:lnTo>
                <a:cubicBezTo>
                  <a:pt x="3448916" y="269555"/>
                  <a:pt x="3420416" y="298054"/>
                  <a:pt x="3385047" y="298054"/>
                </a:cubicBezTo>
                <a:lnTo>
                  <a:pt x="63869" y="298054"/>
                </a:lnTo>
                <a:cubicBezTo>
                  <a:pt x="28500" y="298054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499"/>
                  <a:pt x="28500" y="0"/>
                  <a:pt x="63869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97DD23FC-B860-423E-B939-5DE1FA5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390" y="4375243"/>
            <a:ext cx="172972" cy="192883"/>
          </a:xfrm>
          <a:custGeom xmlns:a="http://schemas.openxmlformats.org/drawingml/2006/main">
            <a:pathLst>
              <a:path w="175314" h="195495">
                <a:moveTo>
                  <a:pt x="87657" y="0"/>
                </a:moveTo>
                <a:lnTo>
                  <a:pt x="175314" y="47192"/>
                </a:lnTo>
                <a:lnTo>
                  <a:pt x="175314" y="148303"/>
                </a:lnTo>
                <a:lnTo>
                  <a:pt x="87657" y="195495"/>
                </a:lnTo>
                <a:lnTo>
                  <a:pt x="0" y="148303"/>
                </a:lnTo>
                <a:lnTo>
                  <a:pt x="0" y="47192"/>
                </a:lnTo>
                <a:lnTo>
                  <a:pt x="87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64">
            <a:solidFill>
              <a:srgbClr val="674294"/>
            </a:solidFill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DAD28D6A-D29B-44F1-ABED-3F9F1740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390" y="4421805"/>
            <a:ext cx="172972" cy="146322"/>
          </a:xfrm>
          <a:custGeom xmlns:a="http://schemas.openxmlformats.org/drawingml/2006/main">
            <a:pathLst>
              <a:path w="175314" h="148303">
                <a:moveTo>
                  <a:pt x="0" y="0"/>
                </a:moveTo>
                <a:lnTo>
                  <a:pt x="87657" y="47177"/>
                </a:lnTo>
                <a:lnTo>
                  <a:pt x="175314" y="0"/>
                </a:lnTo>
                <a:moveTo>
                  <a:pt x="87657" y="47177"/>
                </a:moveTo>
                <a:lnTo>
                  <a:pt x="87657" y="148303"/>
                </a:lnTo>
              </a:path>
            </a:pathLst>
          </a:custGeom>
          <a:noFill xmlns:a="http://schemas.openxmlformats.org/drawingml/2006/main"/>
          <a:ln xmlns:a="http://schemas.openxmlformats.org/drawingml/2006/main" w="15964">
            <a:solidFill>
              <a:srgbClr val="674294"/>
            </a:solidFill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23385DEC-FB9E-49A7-B2F1-E62E29AE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4" y="4849777"/>
            <a:ext cx="3633892" cy="3801934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4" y="0"/>
                </a:lnTo>
                <a:cubicBezTo>
                  <a:pt x="3635640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40" y="3853418"/>
                  <a:pt x="3576654" y="3853418"/>
                </a:cubicBezTo>
                <a:lnTo>
                  <a:pt x="106448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6E92D1BC-A0D5-4B95-9BEC-B6C25374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288" y="4849777"/>
            <a:ext cx="3624084" cy="73518"/>
          </a:xfrm>
          <a:custGeom xmlns:a="http://schemas.openxmlformats.org/drawingml/2006/main">
            <a:pathLst>
              <a:path w="3673160" h="74514">
                <a:moveTo>
                  <a:pt x="3673160" y="74514"/>
                </a:moveTo>
                <a:lnTo>
                  <a:pt x="3672723" y="72727"/>
                </a:lnTo>
                <a:lnTo>
                  <a:pt x="3666286" y="57442"/>
                </a:lnTo>
                <a:lnTo>
                  <a:pt x="3657649" y="43496"/>
                </a:lnTo>
                <a:lnTo>
                  <a:pt x="3647027" y="31104"/>
                </a:lnTo>
                <a:lnTo>
                  <a:pt x="3634635" y="20482"/>
                </a:lnTo>
                <a:lnTo>
                  <a:pt x="3620689" y="11844"/>
                </a:lnTo>
                <a:lnTo>
                  <a:pt x="3605405" y="5408"/>
                </a:lnTo>
                <a:lnTo>
                  <a:pt x="3588998" y="1388"/>
                </a:lnTo>
                <a:lnTo>
                  <a:pt x="3571683" y="0"/>
                </a:lnTo>
                <a:lnTo>
                  <a:pt x="101478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0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6F161DAC-0FF9-43DC-B796-4152EB8F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4" y="4849777"/>
            <a:ext cx="3633892" cy="3801934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4" y="0"/>
                </a:lnTo>
                <a:cubicBezTo>
                  <a:pt x="3635640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40" y="3853418"/>
                  <a:pt x="3576654" y="3853418"/>
                </a:cubicBezTo>
                <a:lnTo>
                  <a:pt x="106448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8B1D06D6-7145-4959-84F9-23052862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410" y="5017818"/>
            <a:ext cx="336083" cy="336083"/>
          </a:xfrm>
          <a:custGeom xmlns:a="http://schemas.openxmlformats.org/drawingml/2006/main">
            <a:pathLst>
              <a:path w="340634" h="340634">
                <a:moveTo>
                  <a:pt x="340634" y="170317"/>
                </a:moveTo>
                <a:cubicBezTo>
                  <a:pt x="340634" y="264403"/>
                  <a:pt x="264403" y="340634"/>
                  <a:pt x="170317" y="340634"/>
                </a:cubicBezTo>
                <a:cubicBezTo>
                  <a:pt x="76231" y="340634"/>
                  <a:pt x="0" y="264403"/>
                  <a:pt x="0" y="170317"/>
                </a:cubicBezTo>
                <a:cubicBezTo>
                  <a:pt x="0" y="76231"/>
                  <a:pt x="76231" y="0"/>
                  <a:pt x="170317" y="0"/>
                </a:cubicBezTo>
                <a:cubicBezTo>
                  <a:pt x="264403" y="0"/>
                  <a:pt x="340634" y="76231"/>
                  <a:pt x="340634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10C6A562-86DC-4FC4-90FC-41DC018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579" y="5100859"/>
            <a:ext cx="69359" cy="158519"/>
          </a:xfrm>
          <a:custGeom xmlns:a="http://schemas.openxmlformats.org/drawingml/2006/main">
            <a:pathLst>
              <a:path w="70298" h="160665">
                <a:moveTo>
                  <a:pt x="70298" y="160665"/>
                </a:moveTo>
                <a:lnTo>
                  <a:pt x="39584" y="160665"/>
                </a:lnTo>
                <a:lnTo>
                  <a:pt x="39584" y="45063"/>
                </a:lnTo>
                <a:cubicBezTo>
                  <a:pt x="28386" y="55552"/>
                  <a:pt x="15200" y="63316"/>
                  <a:pt x="0" y="68297"/>
                </a:cubicBezTo>
                <a:lnTo>
                  <a:pt x="0" y="40465"/>
                </a:lnTo>
                <a:cubicBezTo>
                  <a:pt x="7990" y="37867"/>
                  <a:pt x="16691" y="32928"/>
                  <a:pt x="26058" y="25661"/>
                </a:cubicBezTo>
                <a:cubicBezTo>
                  <a:pt x="35482" y="18295"/>
                  <a:pt x="41912" y="9751"/>
                  <a:pt x="45403" y="0"/>
                </a:cubicBezTo>
                <a:lnTo>
                  <a:pt x="70298" y="0"/>
                </a:lnTo>
                <a:lnTo>
                  <a:pt x="70298" y="160665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DD5A77A6-A363-430C-B33B-4EB682C4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282" y="6750744"/>
            <a:ext cx="231057" cy="191"/>
          </a:xfrm>
          <a:custGeom xmlns:a="http://schemas.openxmlformats.org/drawingml/2006/main">
            <a:pathLst>
              <a:path w="234186" h="191">
                <a:moveTo>
                  <a:pt x="0" y="0"/>
                </a:moveTo>
                <a:lnTo>
                  <a:pt x="234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6C70A3FF-8A7D-496D-AAD7-F926BC3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225" y="6656221"/>
            <a:ext cx="189046" cy="18904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9F605CB2-9643-4EA6-BA15-140DE16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349" y="4849777"/>
            <a:ext cx="3633893" cy="3801934"/>
          </a:xfrm>
          <a:custGeom xmlns:a="http://schemas.openxmlformats.org/drawingml/2006/main">
            <a:pathLst>
              <a:path w="3683102" h="3853418">
                <a:moveTo>
                  <a:pt x="106449" y="0"/>
                </a:moveTo>
                <a:lnTo>
                  <a:pt x="3576654" y="0"/>
                </a:lnTo>
                <a:cubicBezTo>
                  <a:pt x="3635641" y="0"/>
                  <a:pt x="3683102" y="47462"/>
                  <a:pt x="3683102" y="106448"/>
                </a:cubicBezTo>
                <a:lnTo>
                  <a:pt x="3683102" y="3746971"/>
                </a:lnTo>
                <a:cubicBezTo>
                  <a:pt x="3683102" y="3805957"/>
                  <a:pt x="3635641" y="3853418"/>
                  <a:pt x="3576654" y="3853418"/>
                </a:cubicBezTo>
                <a:lnTo>
                  <a:pt x="106449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D3CB55BC-B480-426F-9D70-D29940E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252" y="4849777"/>
            <a:ext cx="3624085" cy="73518"/>
          </a:xfrm>
          <a:custGeom xmlns:a="http://schemas.openxmlformats.org/drawingml/2006/main">
            <a:pathLst>
              <a:path w="3673162" h="74514">
                <a:moveTo>
                  <a:pt x="3673162" y="74514"/>
                </a:moveTo>
                <a:lnTo>
                  <a:pt x="3672724" y="72727"/>
                </a:lnTo>
                <a:lnTo>
                  <a:pt x="3666287" y="57442"/>
                </a:lnTo>
                <a:lnTo>
                  <a:pt x="3657650" y="43496"/>
                </a:lnTo>
                <a:lnTo>
                  <a:pt x="3647028" y="31104"/>
                </a:lnTo>
                <a:lnTo>
                  <a:pt x="3634636" y="20482"/>
                </a:lnTo>
                <a:lnTo>
                  <a:pt x="3620690" y="11844"/>
                </a:lnTo>
                <a:lnTo>
                  <a:pt x="3605405" y="5408"/>
                </a:lnTo>
                <a:lnTo>
                  <a:pt x="3588998" y="1388"/>
                </a:lnTo>
                <a:lnTo>
                  <a:pt x="3571684" y="0"/>
                </a:lnTo>
                <a:lnTo>
                  <a:pt x="101479" y="0"/>
                </a:lnTo>
                <a:lnTo>
                  <a:pt x="84164" y="1388"/>
                </a:lnTo>
                <a:lnTo>
                  <a:pt x="67757" y="5408"/>
                </a:lnTo>
                <a:lnTo>
                  <a:pt x="52473" y="11844"/>
                </a:lnTo>
                <a:lnTo>
                  <a:pt x="38527" y="20482"/>
                </a:lnTo>
                <a:lnTo>
                  <a:pt x="26134" y="31104"/>
                </a:lnTo>
                <a:lnTo>
                  <a:pt x="15512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2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664B348C-B5B7-4E20-929C-167BD0E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349" y="4849777"/>
            <a:ext cx="3633893" cy="3801934"/>
          </a:xfrm>
          <a:custGeom xmlns:a="http://schemas.openxmlformats.org/drawingml/2006/main">
            <a:pathLst>
              <a:path w="3683102" h="3853418">
                <a:moveTo>
                  <a:pt x="106449" y="0"/>
                </a:moveTo>
                <a:lnTo>
                  <a:pt x="3576654" y="0"/>
                </a:lnTo>
                <a:cubicBezTo>
                  <a:pt x="3635641" y="0"/>
                  <a:pt x="3683102" y="47462"/>
                  <a:pt x="3683102" y="106448"/>
                </a:cubicBezTo>
                <a:lnTo>
                  <a:pt x="3683102" y="3746971"/>
                </a:lnTo>
                <a:cubicBezTo>
                  <a:pt x="3683102" y="3805957"/>
                  <a:pt x="3635641" y="3853418"/>
                  <a:pt x="3576654" y="3853418"/>
                </a:cubicBezTo>
                <a:lnTo>
                  <a:pt x="106449" y="3853418"/>
                </a:lnTo>
                <a:cubicBezTo>
                  <a:pt x="47462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06CE1DEA-344A-4324-BEB7-D6B3E5E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375" y="5017818"/>
            <a:ext cx="336082" cy="336083"/>
          </a:xfrm>
          <a:custGeom xmlns:a="http://schemas.openxmlformats.org/drawingml/2006/main">
            <a:pathLst>
              <a:path w="340633" h="340634">
                <a:moveTo>
                  <a:pt x="340633" y="170317"/>
                </a:moveTo>
                <a:cubicBezTo>
                  <a:pt x="340633" y="264403"/>
                  <a:pt x="264403" y="340634"/>
                  <a:pt x="170317" y="340634"/>
                </a:cubicBezTo>
                <a:cubicBezTo>
                  <a:pt x="76230" y="340634"/>
                  <a:pt x="0" y="264403"/>
                  <a:pt x="0" y="170317"/>
                </a:cubicBezTo>
                <a:cubicBezTo>
                  <a:pt x="0" y="76231"/>
                  <a:pt x="76230" y="0"/>
                  <a:pt x="170317" y="0"/>
                </a:cubicBezTo>
                <a:cubicBezTo>
                  <a:pt x="264403" y="0"/>
                  <a:pt x="340633" y="76231"/>
                  <a:pt x="340633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D2908664-B183-4116-8ED2-CB91820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570" y="5100859"/>
            <a:ext cx="106062" cy="158519"/>
          </a:xfrm>
          <a:custGeom xmlns:a="http://schemas.openxmlformats.org/drawingml/2006/main">
            <a:pathLst>
              <a:path w="107498" h="160665">
                <a:moveTo>
                  <a:pt x="107498" y="132166"/>
                </a:moveTo>
                <a:lnTo>
                  <a:pt x="107498" y="160665"/>
                </a:lnTo>
                <a:lnTo>
                  <a:pt x="0" y="160665"/>
                </a:lnTo>
                <a:cubicBezTo>
                  <a:pt x="1164" y="149907"/>
                  <a:pt x="4656" y="139703"/>
                  <a:pt x="10475" y="130122"/>
                </a:cubicBezTo>
                <a:cubicBezTo>
                  <a:pt x="16294" y="120414"/>
                  <a:pt x="27833" y="107612"/>
                  <a:pt x="44965" y="91702"/>
                </a:cubicBezTo>
                <a:cubicBezTo>
                  <a:pt x="58817" y="78772"/>
                  <a:pt x="67304" y="70071"/>
                  <a:pt x="70412" y="65473"/>
                </a:cubicBezTo>
                <a:cubicBezTo>
                  <a:pt x="74628" y="59157"/>
                  <a:pt x="76729" y="52884"/>
                  <a:pt x="76729" y="46738"/>
                </a:cubicBezTo>
                <a:cubicBezTo>
                  <a:pt x="76729" y="39854"/>
                  <a:pt x="74898" y="34645"/>
                  <a:pt x="71179" y="30984"/>
                </a:cubicBezTo>
                <a:cubicBezTo>
                  <a:pt x="67531" y="27279"/>
                  <a:pt x="62479" y="25448"/>
                  <a:pt x="55992" y="25448"/>
                </a:cubicBezTo>
                <a:cubicBezTo>
                  <a:pt x="49618" y="25448"/>
                  <a:pt x="44509" y="27378"/>
                  <a:pt x="40750" y="31211"/>
                </a:cubicBezTo>
                <a:cubicBezTo>
                  <a:pt x="36917" y="35086"/>
                  <a:pt x="34759" y="41472"/>
                  <a:pt x="34149" y="50442"/>
                </a:cubicBezTo>
                <a:lnTo>
                  <a:pt x="3605" y="47349"/>
                </a:lnTo>
                <a:cubicBezTo>
                  <a:pt x="5436" y="30486"/>
                  <a:pt x="11141" y="18352"/>
                  <a:pt x="20737" y="11029"/>
                </a:cubicBezTo>
                <a:cubicBezTo>
                  <a:pt x="30374" y="3662"/>
                  <a:pt x="42352" y="0"/>
                  <a:pt x="56772" y="0"/>
                </a:cubicBezTo>
                <a:cubicBezTo>
                  <a:pt x="72570" y="0"/>
                  <a:pt x="84989" y="4258"/>
                  <a:pt x="93973" y="12746"/>
                </a:cubicBezTo>
                <a:cubicBezTo>
                  <a:pt x="103014" y="21289"/>
                  <a:pt x="107498" y="31878"/>
                  <a:pt x="107498" y="44509"/>
                </a:cubicBezTo>
                <a:cubicBezTo>
                  <a:pt x="107498" y="51720"/>
                  <a:pt x="106221" y="58603"/>
                  <a:pt x="103610" y="65146"/>
                </a:cubicBezTo>
                <a:cubicBezTo>
                  <a:pt x="101068" y="71632"/>
                  <a:pt x="96967" y="78445"/>
                  <a:pt x="91361" y="85542"/>
                </a:cubicBezTo>
                <a:cubicBezTo>
                  <a:pt x="87657" y="90310"/>
                  <a:pt x="80944" y="97123"/>
                  <a:pt x="71292" y="105994"/>
                </a:cubicBezTo>
                <a:cubicBezTo>
                  <a:pt x="61598" y="114865"/>
                  <a:pt x="55440" y="120755"/>
                  <a:pt x="52827" y="123692"/>
                </a:cubicBezTo>
                <a:cubicBezTo>
                  <a:pt x="50287" y="126574"/>
                  <a:pt x="48228" y="129398"/>
                  <a:pt x="46624" y="132166"/>
                </a:cubicBezTo>
                <a:lnTo>
                  <a:pt x="107498" y="132166"/>
                </a:ln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40DCB662-509E-45A9-9623-3FC239BB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246" y="6750744"/>
            <a:ext cx="231057" cy="191"/>
          </a:xfrm>
          <a:custGeom xmlns:a="http://schemas.openxmlformats.org/drawingml/2006/main">
            <a:pathLst>
              <a:path w="234186" h="191">
                <a:moveTo>
                  <a:pt x="0" y="0"/>
                </a:moveTo>
                <a:lnTo>
                  <a:pt x="234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BE28B8D9-60C5-4E58-8780-C38CE33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190" y="6656221"/>
            <a:ext cx="189046" cy="18904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76590324-EA64-4A67-B235-F069DAF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314" y="4849777"/>
            <a:ext cx="3633892" cy="3801934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3" y="0"/>
                </a:lnTo>
                <a:cubicBezTo>
                  <a:pt x="3635639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39" y="3853418"/>
                  <a:pt x="3576653" y="3853418"/>
                </a:cubicBezTo>
                <a:lnTo>
                  <a:pt x="106448" y="3853418"/>
                </a:lnTo>
                <a:cubicBezTo>
                  <a:pt x="47461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1" y="0"/>
                  <a:pt x="10644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16F697B7-E150-4421-8823-075437E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218" y="4849777"/>
            <a:ext cx="3624084" cy="73518"/>
          </a:xfrm>
          <a:custGeom xmlns:a="http://schemas.openxmlformats.org/drawingml/2006/main">
            <a:pathLst>
              <a:path w="3673160" h="74514">
                <a:moveTo>
                  <a:pt x="3673160" y="74514"/>
                </a:moveTo>
                <a:lnTo>
                  <a:pt x="3672723" y="72727"/>
                </a:lnTo>
                <a:lnTo>
                  <a:pt x="3666286" y="57442"/>
                </a:lnTo>
                <a:lnTo>
                  <a:pt x="3657649" y="43496"/>
                </a:lnTo>
                <a:lnTo>
                  <a:pt x="3647027" y="31104"/>
                </a:lnTo>
                <a:lnTo>
                  <a:pt x="3634635" y="20482"/>
                </a:lnTo>
                <a:lnTo>
                  <a:pt x="3620689" y="11844"/>
                </a:lnTo>
                <a:lnTo>
                  <a:pt x="3605404" y="5408"/>
                </a:lnTo>
                <a:lnTo>
                  <a:pt x="3588997" y="1388"/>
                </a:lnTo>
                <a:lnTo>
                  <a:pt x="3571683" y="0"/>
                </a:lnTo>
                <a:lnTo>
                  <a:pt x="101478" y="0"/>
                </a:lnTo>
                <a:lnTo>
                  <a:pt x="84163" y="1388"/>
                </a:lnTo>
                <a:lnTo>
                  <a:pt x="67756" y="5408"/>
                </a:lnTo>
                <a:lnTo>
                  <a:pt x="52472" y="11844"/>
                </a:lnTo>
                <a:lnTo>
                  <a:pt x="38526" y="20482"/>
                </a:lnTo>
                <a:lnTo>
                  <a:pt x="26134" y="31104"/>
                </a:lnTo>
                <a:lnTo>
                  <a:pt x="15511" y="43496"/>
                </a:lnTo>
                <a:lnTo>
                  <a:pt x="6874" y="57442"/>
                </a:lnTo>
                <a:lnTo>
                  <a:pt x="438" y="72727"/>
                </a:lnTo>
                <a:lnTo>
                  <a:pt x="0" y="74514"/>
                </a:lnTo>
                <a:lnTo>
                  <a:pt x="3673160" y="74514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D2B8C6E2-1D53-4AAE-8C02-1AF778D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314" y="4849777"/>
            <a:ext cx="3633892" cy="3801934"/>
          </a:xfrm>
          <a:custGeom xmlns:a="http://schemas.openxmlformats.org/drawingml/2006/main">
            <a:pathLst>
              <a:path w="3683101" h="3853418">
                <a:moveTo>
                  <a:pt x="106448" y="0"/>
                </a:moveTo>
                <a:lnTo>
                  <a:pt x="3576653" y="0"/>
                </a:lnTo>
                <a:cubicBezTo>
                  <a:pt x="3635639" y="0"/>
                  <a:pt x="3683101" y="47462"/>
                  <a:pt x="3683101" y="106448"/>
                </a:cubicBezTo>
                <a:lnTo>
                  <a:pt x="3683101" y="3746971"/>
                </a:lnTo>
                <a:cubicBezTo>
                  <a:pt x="3683101" y="3805957"/>
                  <a:pt x="3635639" y="3853418"/>
                  <a:pt x="3576653" y="3853418"/>
                </a:cubicBezTo>
                <a:lnTo>
                  <a:pt x="106448" y="3853418"/>
                </a:lnTo>
                <a:cubicBezTo>
                  <a:pt x="47461" y="3853418"/>
                  <a:pt x="0" y="3805957"/>
                  <a:pt x="0" y="3746971"/>
                </a:cubicBezTo>
                <a:lnTo>
                  <a:pt x="0" y="106448"/>
                </a:lnTo>
                <a:cubicBezTo>
                  <a:pt x="0" y="47462"/>
                  <a:pt x="47461" y="0"/>
                  <a:pt x="10644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29B2A8EC-CE86-43E4-B5CD-C489CE3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39" y="5017818"/>
            <a:ext cx="336082" cy="336083"/>
          </a:xfrm>
          <a:custGeom xmlns:a="http://schemas.openxmlformats.org/drawingml/2006/main">
            <a:pathLst>
              <a:path w="340633" h="340634">
                <a:moveTo>
                  <a:pt x="340633" y="170317"/>
                </a:moveTo>
                <a:cubicBezTo>
                  <a:pt x="340633" y="264403"/>
                  <a:pt x="264403" y="340634"/>
                  <a:pt x="170317" y="340634"/>
                </a:cubicBezTo>
                <a:cubicBezTo>
                  <a:pt x="76230" y="340634"/>
                  <a:pt x="0" y="264403"/>
                  <a:pt x="0" y="170317"/>
                </a:cubicBezTo>
                <a:cubicBezTo>
                  <a:pt x="0" y="76231"/>
                  <a:pt x="76230" y="0"/>
                  <a:pt x="170317" y="0"/>
                </a:cubicBezTo>
                <a:cubicBezTo>
                  <a:pt x="264403" y="0"/>
                  <a:pt x="340633" y="76231"/>
                  <a:pt x="340633" y="17031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7307">
            <a:solidFill>
              <a:srgbClr val="3F2A5E"/>
            </a:solidFill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3EE160AF-8932-4041-B226-5CB2B301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321" y="5100859"/>
            <a:ext cx="104914" cy="161194"/>
          </a:xfrm>
          <a:custGeom xmlns:a="http://schemas.openxmlformats.org/drawingml/2006/main">
            <a:pathLst>
              <a:path w="106335" h="163377">
                <a:moveTo>
                  <a:pt x="0" y="118200"/>
                </a:moveTo>
                <a:lnTo>
                  <a:pt x="29721" y="114595"/>
                </a:lnTo>
                <a:cubicBezTo>
                  <a:pt x="30657" y="122188"/>
                  <a:pt x="33213" y="127951"/>
                  <a:pt x="37370" y="131953"/>
                </a:cubicBezTo>
                <a:cubicBezTo>
                  <a:pt x="41530" y="135941"/>
                  <a:pt x="46510" y="137985"/>
                  <a:pt x="52386" y="137985"/>
                </a:cubicBezTo>
                <a:cubicBezTo>
                  <a:pt x="58773" y="137985"/>
                  <a:pt x="64040" y="135544"/>
                  <a:pt x="68354" y="130789"/>
                </a:cubicBezTo>
                <a:cubicBezTo>
                  <a:pt x="72740" y="125964"/>
                  <a:pt x="74896" y="119477"/>
                  <a:pt x="74896" y="111317"/>
                </a:cubicBezTo>
                <a:cubicBezTo>
                  <a:pt x="74896" y="103610"/>
                  <a:pt x="72853" y="97521"/>
                  <a:pt x="68695" y="92965"/>
                </a:cubicBezTo>
                <a:cubicBezTo>
                  <a:pt x="64536" y="88480"/>
                  <a:pt x="59483" y="86209"/>
                  <a:pt x="53493" y="86209"/>
                </a:cubicBezTo>
                <a:cubicBezTo>
                  <a:pt x="49563" y="86209"/>
                  <a:pt x="44908" y="86989"/>
                  <a:pt x="39415" y="88537"/>
                </a:cubicBezTo>
                <a:lnTo>
                  <a:pt x="42806" y="63529"/>
                </a:lnTo>
                <a:cubicBezTo>
                  <a:pt x="51110" y="63755"/>
                  <a:pt x="57440" y="61981"/>
                  <a:pt x="61811" y="58149"/>
                </a:cubicBezTo>
                <a:cubicBezTo>
                  <a:pt x="66140" y="54332"/>
                  <a:pt x="68354" y="49222"/>
                  <a:pt x="68354" y="42906"/>
                </a:cubicBezTo>
                <a:cubicBezTo>
                  <a:pt x="68354" y="37526"/>
                  <a:pt x="66751" y="33212"/>
                  <a:pt x="63542" y="29990"/>
                </a:cubicBezTo>
                <a:cubicBezTo>
                  <a:pt x="60321" y="26825"/>
                  <a:pt x="56106" y="25221"/>
                  <a:pt x="50784" y="25221"/>
                </a:cubicBezTo>
                <a:cubicBezTo>
                  <a:pt x="45518" y="25221"/>
                  <a:pt x="41075" y="27053"/>
                  <a:pt x="37370" y="30657"/>
                </a:cubicBezTo>
                <a:cubicBezTo>
                  <a:pt x="33652" y="34319"/>
                  <a:pt x="31382" y="39641"/>
                  <a:pt x="30600" y="46624"/>
                </a:cubicBezTo>
                <a:lnTo>
                  <a:pt x="2328" y="41799"/>
                </a:lnTo>
                <a:cubicBezTo>
                  <a:pt x="4273" y="32091"/>
                  <a:pt x="7211" y="24384"/>
                  <a:pt x="11141" y="18678"/>
                </a:cubicBezTo>
                <a:cubicBezTo>
                  <a:pt x="15130" y="12859"/>
                  <a:pt x="20680" y="8317"/>
                  <a:pt x="27720" y="5039"/>
                </a:cubicBezTo>
                <a:cubicBezTo>
                  <a:pt x="34874" y="1661"/>
                  <a:pt x="42849" y="0"/>
                  <a:pt x="51678" y="0"/>
                </a:cubicBezTo>
                <a:cubicBezTo>
                  <a:pt x="66694" y="0"/>
                  <a:pt x="78787" y="4826"/>
                  <a:pt x="87869" y="14406"/>
                </a:cubicBezTo>
                <a:cubicBezTo>
                  <a:pt x="95363" y="22283"/>
                  <a:pt x="99126" y="31154"/>
                  <a:pt x="99126" y="41018"/>
                </a:cubicBezTo>
                <a:cubicBezTo>
                  <a:pt x="99126" y="55098"/>
                  <a:pt x="91475" y="66310"/>
                  <a:pt x="76117" y="74670"/>
                </a:cubicBezTo>
                <a:cubicBezTo>
                  <a:pt x="85272" y="76614"/>
                  <a:pt x="92582" y="81000"/>
                  <a:pt x="98018" y="87869"/>
                </a:cubicBezTo>
                <a:cubicBezTo>
                  <a:pt x="103567" y="94696"/>
                  <a:pt x="106335" y="102957"/>
                  <a:pt x="106335" y="112651"/>
                </a:cubicBezTo>
                <a:cubicBezTo>
                  <a:pt x="106335" y="126673"/>
                  <a:pt x="101183" y="138652"/>
                  <a:pt x="90922" y="148531"/>
                </a:cubicBezTo>
                <a:cubicBezTo>
                  <a:pt x="80674" y="158451"/>
                  <a:pt x="67913" y="163377"/>
                  <a:pt x="52615" y="163377"/>
                </a:cubicBezTo>
                <a:cubicBezTo>
                  <a:pt x="38137" y="163377"/>
                  <a:pt x="26172" y="159218"/>
                  <a:pt x="16634" y="150958"/>
                </a:cubicBezTo>
                <a:cubicBezTo>
                  <a:pt x="7097" y="142598"/>
                  <a:pt x="1548" y="131669"/>
                  <a:pt x="0" y="118200"/>
                </a:cubicBezTo>
              </a:path>
            </a:pathLst>
          </a:custGeom>
          <a:solidFill xmlns:a="http://schemas.openxmlformats.org/drawingml/2006/main">
            <a:srgbClr val="3F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BE875A95-F808-4B37-8178-416B525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421" y="5774005"/>
            <a:ext cx="3339820" cy="2121521"/>
          </a:xfrm>
          <a:custGeom xmlns:a="http://schemas.openxmlformats.org/drawingml/2006/main">
            <a:pathLst>
              <a:path w="3385047" h="2150250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2065091"/>
                </a:lnTo>
                <a:cubicBezTo>
                  <a:pt x="3385047" y="2112269"/>
                  <a:pt x="3347066" y="2150250"/>
                  <a:pt x="3299889" y="2150250"/>
                </a:cubicBezTo>
                <a:lnTo>
                  <a:pt x="85158" y="2150250"/>
                </a:lnTo>
                <a:cubicBezTo>
                  <a:pt x="37981" y="2150250"/>
                  <a:pt x="0" y="2112269"/>
                  <a:pt x="0" y="2065091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225E918C-A23B-4CAB-BEA2-CC8549BE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421" y="5774005"/>
            <a:ext cx="3339820" cy="231057"/>
          </a:xfrm>
          <a:custGeom xmlns:a="http://schemas.openxmlformats.org/drawingml/2006/main">
            <a:pathLst>
              <a:path w="3385047" h="234186">
                <a:moveTo>
                  <a:pt x="0" y="234186"/>
                </a:moveTo>
                <a:lnTo>
                  <a:pt x="0" y="85158"/>
                </a:lnTo>
                <a:cubicBezTo>
                  <a:pt x="0" y="28386"/>
                  <a:pt x="28386" y="0"/>
                  <a:pt x="85158" y="0"/>
                </a:cubicBezTo>
                <a:lnTo>
                  <a:pt x="3299889" y="0"/>
                </a:lnTo>
                <a:cubicBezTo>
                  <a:pt x="3356661" y="0"/>
                  <a:pt x="3385047" y="28386"/>
                  <a:pt x="3385047" y="85158"/>
                </a:cubicBezTo>
                <a:lnTo>
                  <a:pt x="3385047" y="234186"/>
                </a:lnTo>
                <a:lnTo>
                  <a:pt x="0" y="234186"/>
                </a:lnTo>
              </a:path>
            </a:pathLst>
          </a:custGeom>
          <a:solidFill xmlns:a="http://schemas.openxmlformats.org/drawingml/2006/main">
            <a:srgbClr val="4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CB19DD60-D6B4-4A59-BDBB-E099A9D9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68" y="5854846"/>
            <a:ext cx="69373" cy="6937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7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7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761F81D4-69ED-4D5E-950E-0F1AA73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796" y="5854846"/>
            <a:ext cx="69372" cy="6937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6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6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46ABAE6E-DD0A-4F9F-BD99-B50742AC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325" y="5854846"/>
            <a:ext cx="69373" cy="69372"/>
          </a:xfrm>
          <a:custGeom xmlns:a="http://schemas.openxmlformats.org/drawingml/2006/main">
            <a:pathLst>
              <a:path w="70312" h="70312">
                <a:moveTo>
                  <a:pt x="70312" y="35156"/>
                </a:moveTo>
                <a:cubicBezTo>
                  <a:pt x="70312" y="54558"/>
                  <a:pt x="54558" y="70312"/>
                  <a:pt x="35156" y="70312"/>
                </a:cubicBezTo>
                <a:cubicBezTo>
                  <a:pt x="15754" y="70312"/>
                  <a:pt x="0" y="54558"/>
                  <a:pt x="0" y="35156"/>
                </a:cubicBezTo>
                <a:cubicBezTo>
                  <a:pt x="0" y="15754"/>
                  <a:pt x="15754" y="0"/>
                  <a:pt x="35156" y="0"/>
                </a:cubicBezTo>
                <a:cubicBezTo>
                  <a:pt x="54558" y="0"/>
                  <a:pt x="70312" y="15754"/>
                  <a:pt x="70312" y="35156"/>
                </a:cubicBezTo>
              </a:path>
            </a:pathLst>
          </a:custGeom>
          <a:solidFill xmlns:a="http://schemas.openxmlformats.org/drawingml/2006/main">
            <a:srgbClr val="C8B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7071A095-70D4-4CAA-982F-7E75A9B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421" y="8021556"/>
            <a:ext cx="3339820" cy="504123"/>
          </a:xfrm>
          <a:custGeom xmlns:a="http://schemas.openxmlformats.org/drawingml/2006/main">
            <a:pathLst>
              <a:path w="3385047" h="510950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425792"/>
                </a:lnTo>
                <a:cubicBezTo>
                  <a:pt x="3385047" y="472971"/>
                  <a:pt x="3347066" y="510950"/>
                  <a:pt x="3299889" y="510950"/>
                </a:cubicBezTo>
                <a:lnTo>
                  <a:pt x="85158" y="510950"/>
                </a:lnTo>
                <a:cubicBezTo>
                  <a:pt x="37981" y="510950"/>
                  <a:pt x="0" y="472971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E06E8CB8-BE16-4AC6-A104-E237F05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74" y="5718858"/>
            <a:ext cx="231057" cy="173307"/>
          </a:xfrm>
          <a:custGeom xmlns:a="http://schemas.openxmlformats.org/drawingml/2006/main">
            <a:pathLst>
              <a:path w="234186" h="175654">
                <a:moveTo>
                  <a:pt x="219552" y="0"/>
                </a:moveTo>
                <a:lnTo>
                  <a:pt x="14633" y="0"/>
                </a:lnTo>
                <a:cubicBezTo>
                  <a:pt x="6543" y="0"/>
                  <a:pt x="0" y="6543"/>
                  <a:pt x="0" y="14647"/>
                </a:cubicBezTo>
                <a:lnTo>
                  <a:pt x="0" y="161007"/>
                </a:lnTo>
                <a:cubicBezTo>
                  <a:pt x="0" y="169110"/>
                  <a:pt x="6543" y="175654"/>
                  <a:pt x="14633" y="175654"/>
                </a:cubicBezTo>
                <a:lnTo>
                  <a:pt x="219552" y="175654"/>
                </a:lnTo>
                <a:cubicBezTo>
                  <a:pt x="227642" y="175654"/>
                  <a:pt x="234186" y="169110"/>
                  <a:pt x="234186" y="161007"/>
                </a:cubicBezTo>
                <a:lnTo>
                  <a:pt x="234186" y="14647"/>
                </a:lnTo>
                <a:cubicBezTo>
                  <a:pt x="234186" y="6543"/>
                  <a:pt x="227642" y="0"/>
                  <a:pt x="219552" y="0"/>
                </a:cubicBezTo>
                <a:moveTo>
                  <a:pt x="58547" y="87827"/>
                </a:moveTo>
                <a:lnTo>
                  <a:pt x="43913" y="87827"/>
                </a:lnTo>
                <a:lnTo>
                  <a:pt x="43913" y="102460"/>
                </a:lnTo>
                <a:lnTo>
                  <a:pt x="29267" y="102460"/>
                </a:lnTo>
                <a:lnTo>
                  <a:pt x="29267" y="87827"/>
                </a:lnTo>
                <a:lnTo>
                  <a:pt x="43913" y="87827"/>
                </a:lnTo>
                <a:lnTo>
                  <a:pt x="43913" y="73193"/>
                </a:lnTo>
                <a:lnTo>
                  <a:pt x="58547" y="73193"/>
                </a:lnTo>
                <a:lnTo>
                  <a:pt x="58547" y="58561"/>
                </a:lnTo>
                <a:lnTo>
                  <a:pt x="43913" y="58561"/>
                </a:lnTo>
                <a:lnTo>
                  <a:pt x="43913" y="43913"/>
                </a:lnTo>
                <a:lnTo>
                  <a:pt x="29267" y="43913"/>
                </a:lnTo>
                <a:lnTo>
                  <a:pt x="29267" y="29281"/>
                </a:lnTo>
                <a:lnTo>
                  <a:pt x="43913" y="29281"/>
                </a:lnTo>
                <a:lnTo>
                  <a:pt x="43913" y="43913"/>
                </a:lnTo>
                <a:lnTo>
                  <a:pt x="58547" y="43913"/>
                </a:lnTo>
                <a:lnTo>
                  <a:pt x="58547" y="58561"/>
                </a:lnTo>
                <a:lnTo>
                  <a:pt x="73180" y="58561"/>
                </a:lnTo>
                <a:lnTo>
                  <a:pt x="73180" y="73193"/>
                </a:lnTo>
                <a:lnTo>
                  <a:pt x="58547" y="73193"/>
                </a:lnTo>
                <a:lnTo>
                  <a:pt x="58547" y="87827"/>
                </a:lnTo>
                <a:moveTo>
                  <a:pt x="73180" y="102460"/>
                </a:moveTo>
                <a:lnTo>
                  <a:pt x="117093" y="102460"/>
                </a:lnTo>
                <a:lnTo>
                  <a:pt x="117093" y="117093"/>
                </a:lnTo>
                <a:lnTo>
                  <a:pt x="73180" y="117093"/>
                </a:lnTo>
                <a:close/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720EF395-2259-4C78-B1A7-582DD12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385" y="6005061"/>
            <a:ext cx="1249807" cy="504123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F1034632-4E72-4291-9975-BB4D88A9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699" y="6257123"/>
            <a:ext cx="168041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E3779C07-371C-440D-86FA-8872C0AB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627" y="6162600"/>
            <a:ext cx="189046" cy="18904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0DB0024F-1130-4DBA-B0F7-1804216B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56" y="6005061"/>
            <a:ext cx="1827449" cy="504123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D5AE8CFC-8AED-4947-8859-8A9DC0A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385" y="6572201"/>
            <a:ext cx="1249807" cy="504123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6">
            <a:extLst xmlns:a="http://schemas.openxmlformats.org/drawingml/2006/main">
              <a:ext uri="{FF2B5EF4-FFF2-40B4-BE49-F238E27FC236}">
                <a16:creationId xmlns:a16="http://schemas.microsoft.com/office/drawing/2014/main" id="{ED1F17EB-1944-42B3-AFCC-4097FE72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699" y="6824262"/>
            <a:ext cx="168041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BECE4C46-F04E-4E2D-9CDE-98B054C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627" y="6729739"/>
            <a:ext cx="189046" cy="189047"/>
          </a:xfrm>
          <a:custGeom xmlns:a="http://schemas.openxmlformats.org/drawingml/2006/main">
            <a:pathLst>
              <a:path w="191606" h="191607">
                <a:moveTo>
                  <a:pt x="0" y="0"/>
                </a:moveTo>
                <a:lnTo>
                  <a:pt x="191606" y="95804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CC89D1F7-C448-4842-9243-3643D20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56" y="6572201"/>
            <a:ext cx="1827449" cy="504123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35E61C92-3F58-415F-9BAF-06D2873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385" y="7139340"/>
            <a:ext cx="1249807" cy="504123"/>
          </a:xfrm>
          <a:custGeom xmlns:a="http://schemas.openxmlformats.org/drawingml/2006/main">
            <a:pathLst>
              <a:path w="1266732" h="510950">
                <a:moveTo>
                  <a:pt x="85158" y="0"/>
                </a:moveTo>
                <a:lnTo>
                  <a:pt x="1181573" y="0"/>
                </a:lnTo>
                <a:cubicBezTo>
                  <a:pt x="1228751" y="0"/>
                  <a:pt x="1266732" y="37981"/>
                  <a:pt x="1266732" y="85158"/>
                </a:cubicBezTo>
                <a:lnTo>
                  <a:pt x="1266732" y="425792"/>
                </a:lnTo>
                <a:cubicBezTo>
                  <a:pt x="1266732" y="472969"/>
                  <a:pt x="1228751" y="510950"/>
                  <a:pt x="1181573" y="510950"/>
                </a:cubicBezTo>
                <a:lnTo>
                  <a:pt x="85158" y="510950"/>
                </a:lnTo>
                <a:cubicBezTo>
                  <a:pt x="37981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F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B455478D-BF0B-4583-9299-F6ED48F7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699" y="7391401"/>
            <a:ext cx="168041" cy="191"/>
          </a:xfrm>
          <a:custGeom xmlns:a="http://schemas.openxmlformats.org/drawingml/2006/main">
            <a:pathLst>
              <a:path w="170317" h="191">
                <a:moveTo>
                  <a:pt x="0" y="0"/>
                </a:moveTo>
                <a:lnTo>
                  <a:pt x="170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03F60DBF-FAA5-447E-A599-56AC100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627" y="7296878"/>
            <a:ext cx="189046" cy="189046"/>
          </a:xfrm>
          <a:custGeom xmlns:a="http://schemas.openxmlformats.org/drawingml/2006/main">
            <a:pathLst>
              <a:path w="191606" h="191606">
                <a:moveTo>
                  <a:pt x="0" y="0"/>
                </a:moveTo>
                <a:lnTo>
                  <a:pt x="191606" y="95803"/>
                </a:lnTo>
                <a:lnTo>
                  <a:pt x="0" y="1916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99B5BE6A-C631-4EB6-A66D-970A8D8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56" y="7139340"/>
            <a:ext cx="1827449" cy="504123"/>
          </a:xfrm>
          <a:custGeom xmlns:a="http://schemas.openxmlformats.org/drawingml/2006/main">
            <a:pathLst>
              <a:path w="1852196" h="510950">
                <a:moveTo>
                  <a:pt x="85158" y="0"/>
                </a:moveTo>
                <a:lnTo>
                  <a:pt x="1767037" y="0"/>
                </a:lnTo>
                <a:cubicBezTo>
                  <a:pt x="1814215" y="0"/>
                  <a:pt x="1852196" y="37981"/>
                  <a:pt x="1852196" y="85158"/>
                </a:cubicBezTo>
                <a:lnTo>
                  <a:pt x="1852196" y="425792"/>
                </a:lnTo>
                <a:cubicBezTo>
                  <a:pt x="1852196" y="472969"/>
                  <a:pt x="1814215" y="510950"/>
                  <a:pt x="1767037" y="510950"/>
                </a:cubicBezTo>
                <a:lnTo>
                  <a:pt x="85158" y="510950"/>
                </a:lnTo>
                <a:cubicBezTo>
                  <a:pt x="37982" y="510950"/>
                  <a:pt x="0" y="472969"/>
                  <a:pt x="0" y="425792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5CABE0D8-DCB1-4AF4-8A84-79D56386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385" y="7748489"/>
            <a:ext cx="3339820" cy="777191"/>
          </a:xfrm>
          <a:custGeom xmlns:a="http://schemas.openxmlformats.org/drawingml/2006/main">
            <a:pathLst>
              <a:path w="3385047" h="787715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702557"/>
                </a:lnTo>
                <a:cubicBezTo>
                  <a:pt x="3385047" y="749736"/>
                  <a:pt x="3347066" y="787715"/>
                  <a:pt x="3299889" y="787715"/>
                </a:cubicBezTo>
                <a:lnTo>
                  <a:pt x="85158" y="787715"/>
                </a:lnTo>
                <a:cubicBezTo>
                  <a:pt x="37981" y="787715"/>
                  <a:pt x="0" y="749736"/>
                  <a:pt x="0" y="702557"/>
                </a:cubicBezTo>
                <a:lnTo>
                  <a:pt x="0" y="85158"/>
                </a:lnTo>
                <a:cubicBezTo>
                  <a:pt x="0" y="37981"/>
                  <a:pt x="37981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8FC66CD7-BF60-4E0D-A39A-0B85FE1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798" y="6152097"/>
            <a:ext cx="798196" cy="241559"/>
          </a:xfrm>
          <a:custGeom xmlns:a="http://schemas.openxmlformats.org/drawingml/2006/main">
            <a:pathLst>
              <a:path w="809005" h="244830">
                <a:moveTo>
                  <a:pt x="42580" y="0"/>
                </a:moveTo>
                <a:lnTo>
                  <a:pt x="766426" y="0"/>
                </a:lnTo>
                <a:cubicBezTo>
                  <a:pt x="789987" y="0"/>
                  <a:pt x="809005" y="19019"/>
                  <a:pt x="809005" y="42579"/>
                </a:cubicBezTo>
                <a:lnTo>
                  <a:pt x="809005" y="202251"/>
                </a:lnTo>
                <a:cubicBezTo>
                  <a:pt x="809005" y="225812"/>
                  <a:pt x="789987" y="244830"/>
                  <a:pt x="766426" y="244830"/>
                </a:cubicBezTo>
                <a:lnTo>
                  <a:pt x="42580" y="244830"/>
                </a:lnTo>
                <a:cubicBezTo>
                  <a:pt x="19019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19019" y="0"/>
                  <a:pt x="42580" y="0"/>
                </a:cubicBez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84912349-7CD8-420A-BD1A-89C078E0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544" y="6150024"/>
            <a:ext cx="235200" cy="235202"/>
          </a:xfrm>
          <a:custGeom xmlns:a="http://schemas.openxmlformats.org/drawingml/2006/main">
            <a:pathLst>
              <a:path w="238385" h="238387">
                <a:moveTo>
                  <a:pt x="238385" y="119194"/>
                </a:moveTo>
                <a:cubicBezTo>
                  <a:pt x="238385" y="185064"/>
                  <a:pt x="185063" y="238387"/>
                  <a:pt x="119193" y="238387"/>
                </a:cubicBezTo>
                <a:cubicBezTo>
                  <a:pt x="53323" y="238387"/>
                  <a:pt x="0" y="185064"/>
                  <a:pt x="0" y="119194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4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88A1E1C3-2509-4B6D-8C3A-C3B4A0EC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343" y="6225615"/>
            <a:ext cx="117600" cy="84021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C8D5DE76-A016-4F3A-AB1A-0EE5FCD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798" y="6530190"/>
            <a:ext cx="694431" cy="241560"/>
          </a:xfrm>
          <a:custGeom xmlns:a="http://schemas.openxmlformats.org/drawingml/2006/main">
            <a:pathLst>
              <a:path w="703835" h="244831">
                <a:moveTo>
                  <a:pt x="42580" y="0"/>
                </a:moveTo>
                <a:lnTo>
                  <a:pt x="661255" y="0"/>
                </a:lnTo>
                <a:cubicBezTo>
                  <a:pt x="684873" y="0"/>
                  <a:pt x="703835" y="19019"/>
                  <a:pt x="703835" y="42580"/>
                </a:cubicBezTo>
                <a:lnTo>
                  <a:pt x="703835" y="202251"/>
                </a:lnTo>
                <a:cubicBezTo>
                  <a:pt x="703835" y="225812"/>
                  <a:pt x="684873" y="244831"/>
                  <a:pt x="661255" y="244831"/>
                </a:cubicBezTo>
                <a:lnTo>
                  <a:pt x="42580" y="244831"/>
                </a:lnTo>
                <a:cubicBezTo>
                  <a:pt x="19019" y="244831"/>
                  <a:pt x="0" y="225812"/>
                  <a:pt x="0" y="202251"/>
                </a:cubicBezTo>
                <a:lnTo>
                  <a:pt x="0" y="42580"/>
                </a:lnTo>
                <a:cubicBezTo>
                  <a:pt x="0" y="19019"/>
                  <a:pt x="19019" y="0"/>
                  <a:pt x="42580" y="0"/>
                </a:cubicBez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938DDA9C-8154-42DB-A90A-825AA4F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544" y="6528117"/>
            <a:ext cx="235200" cy="235202"/>
          </a:xfrm>
          <a:custGeom xmlns:a="http://schemas.openxmlformats.org/drawingml/2006/main">
            <a:pathLst>
              <a:path w="238385" h="238387">
                <a:moveTo>
                  <a:pt x="238385" y="119193"/>
                </a:moveTo>
                <a:cubicBezTo>
                  <a:pt x="238385" y="185063"/>
                  <a:pt x="185063" y="238387"/>
                  <a:pt x="119193" y="238387"/>
                </a:cubicBezTo>
                <a:cubicBezTo>
                  <a:pt x="53323" y="238387"/>
                  <a:pt x="0" y="185063"/>
                  <a:pt x="0" y="119193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A05C4F78-D17E-492D-9000-C89C1E4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343" y="6603708"/>
            <a:ext cx="117600" cy="84021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4C07E463-353D-4710-8E38-F0F36C6B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798" y="6908283"/>
            <a:ext cx="31508" cy="241559"/>
          </a:xfrm>
          <a:custGeom xmlns:a="http://schemas.openxmlformats.org/drawingml/2006/main">
            <a:pathLst>
              <a:path w="31935" h="244830">
                <a:moveTo>
                  <a:pt x="15968" y="0"/>
                </a:moveTo>
                <a:cubicBezTo>
                  <a:pt x="24838" y="0"/>
                  <a:pt x="31935" y="19019"/>
                  <a:pt x="31935" y="42579"/>
                </a:cubicBezTo>
                <a:lnTo>
                  <a:pt x="31935" y="202251"/>
                </a:lnTo>
                <a:cubicBezTo>
                  <a:pt x="31935" y="225812"/>
                  <a:pt x="24838" y="244830"/>
                  <a:pt x="15968" y="244830"/>
                </a:cubicBezTo>
                <a:cubicBezTo>
                  <a:pt x="7097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7097" y="0"/>
                  <a:pt x="15968" y="0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BBF1FE7E-3E81-4EC1-A81B-AFD5EDBA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544" y="6906210"/>
            <a:ext cx="235200" cy="235202"/>
          </a:xfrm>
          <a:custGeom xmlns:a="http://schemas.openxmlformats.org/drawingml/2006/main">
            <a:pathLst>
              <a:path w="238385" h="238387">
                <a:moveTo>
                  <a:pt x="238385" y="119194"/>
                </a:moveTo>
                <a:cubicBezTo>
                  <a:pt x="238385" y="185064"/>
                  <a:pt x="185063" y="238387"/>
                  <a:pt x="119193" y="238387"/>
                </a:cubicBezTo>
                <a:cubicBezTo>
                  <a:pt x="53323" y="238387"/>
                  <a:pt x="0" y="185064"/>
                  <a:pt x="0" y="119194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4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2094156B-FC0E-4D28-A3B5-2F565F8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343" y="6981801"/>
            <a:ext cx="117600" cy="84021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203" name="path-203">
            <a:extLst xmlns:a="http://schemas.openxmlformats.org/drawingml/2006/main">
              <a:ext uri="{FF2B5EF4-FFF2-40B4-BE49-F238E27FC236}">
                <a16:creationId xmlns:a16="http://schemas.microsoft.com/office/drawing/2014/main" id="{DCED1EA7-A433-43AE-8B16-F3D66D42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798" y="7286375"/>
            <a:ext cx="31508" cy="241559"/>
          </a:xfrm>
          <a:custGeom xmlns:a="http://schemas.openxmlformats.org/drawingml/2006/main">
            <a:pathLst>
              <a:path w="31935" h="244830">
                <a:moveTo>
                  <a:pt x="15968" y="0"/>
                </a:moveTo>
                <a:cubicBezTo>
                  <a:pt x="24838" y="0"/>
                  <a:pt x="31935" y="19019"/>
                  <a:pt x="31935" y="42579"/>
                </a:cubicBezTo>
                <a:lnTo>
                  <a:pt x="31935" y="202251"/>
                </a:lnTo>
                <a:cubicBezTo>
                  <a:pt x="31935" y="225812"/>
                  <a:pt x="24838" y="244830"/>
                  <a:pt x="15968" y="244830"/>
                </a:cubicBezTo>
                <a:cubicBezTo>
                  <a:pt x="7097" y="244830"/>
                  <a:pt x="0" y="225812"/>
                  <a:pt x="0" y="202251"/>
                </a:cubicBezTo>
                <a:lnTo>
                  <a:pt x="0" y="42579"/>
                </a:lnTo>
                <a:cubicBezTo>
                  <a:pt x="0" y="19019"/>
                  <a:pt x="7097" y="0"/>
                  <a:pt x="15968" y="0"/>
                </a:cubicBez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DCC50966-64DB-4D5A-AFC4-952423F8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544" y="7284303"/>
            <a:ext cx="235200" cy="235202"/>
          </a:xfrm>
          <a:custGeom xmlns:a="http://schemas.openxmlformats.org/drawingml/2006/main">
            <a:pathLst>
              <a:path w="238385" h="238387">
                <a:moveTo>
                  <a:pt x="238385" y="119193"/>
                </a:moveTo>
                <a:cubicBezTo>
                  <a:pt x="238385" y="185063"/>
                  <a:pt x="185063" y="238387"/>
                  <a:pt x="119193" y="238387"/>
                </a:cubicBezTo>
                <a:cubicBezTo>
                  <a:pt x="53323" y="238387"/>
                  <a:pt x="0" y="185063"/>
                  <a:pt x="0" y="119193"/>
                </a:cubicBezTo>
                <a:cubicBezTo>
                  <a:pt x="0" y="53324"/>
                  <a:pt x="53323" y="0"/>
                  <a:pt x="119193" y="0"/>
                </a:cubicBezTo>
                <a:cubicBezTo>
                  <a:pt x="185063" y="0"/>
                  <a:pt x="238385" y="53324"/>
                  <a:pt x="238385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C6F29B41-A2F8-4937-9EE1-FB686C7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343" y="7359893"/>
            <a:ext cx="117600" cy="84021"/>
          </a:xfrm>
          <a:custGeom xmlns:a="http://schemas.openxmlformats.org/drawingml/2006/main">
            <a:pathLst>
              <a:path w="119193" h="85158">
                <a:moveTo>
                  <a:pt x="0" y="42579"/>
                </a:moveTo>
                <a:lnTo>
                  <a:pt x="42580" y="85158"/>
                </a:lnTo>
                <a:lnTo>
                  <a:pt x="119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206" name="path-206">
            <a:extLst xmlns:a="http://schemas.openxmlformats.org/drawingml/2006/main">
              <a:ext uri="{FF2B5EF4-FFF2-40B4-BE49-F238E27FC236}">
                <a16:creationId xmlns:a16="http://schemas.microsoft.com/office/drawing/2014/main" id="{E9C8A921-CB7B-4D21-A467-4ED01AE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349" y="7748489"/>
            <a:ext cx="3339820" cy="777191"/>
          </a:xfrm>
          <a:custGeom xmlns:a="http://schemas.openxmlformats.org/drawingml/2006/main">
            <a:pathLst>
              <a:path w="3385047" h="787715">
                <a:moveTo>
                  <a:pt x="85158" y="0"/>
                </a:moveTo>
                <a:lnTo>
                  <a:pt x="3299889" y="0"/>
                </a:lnTo>
                <a:cubicBezTo>
                  <a:pt x="3347066" y="0"/>
                  <a:pt x="3385047" y="37981"/>
                  <a:pt x="3385047" y="85158"/>
                </a:cubicBezTo>
                <a:lnTo>
                  <a:pt x="3385047" y="702557"/>
                </a:lnTo>
                <a:cubicBezTo>
                  <a:pt x="3385047" y="749736"/>
                  <a:pt x="3347066" y="787715"/>
                  <a:pt x="3299889" y="787715"/>
                </a:cubicBezTo>
                <a:lnTo>
                  <a:pt x="85158" y="787715"/>
                </a:lnTo>
                <a:cubicBezTo>
                  <a:pt x="37982" y="787715"/>
                  <a:pt x="0" y="749736"/>
                  <a:pt x="0" y="702557"/>
                </a:cubicBezTo>
                <a:lnTo>
                  <a:pt x="0" y="85158"/>
                </a:lnTo>
                <a:cubicBezTo>
                  <a:pt x="0" y="37981"/>
                  <a:pt x="37982" y="0"/>
                  <a:pt x="85158" y="0"/>
                </a:cubicBezTo>
              </a:path>
            </a:pathLst>
          </a:custGeom>
          <a:solidFill xmlns:a="http://schemas.openxmlformats.org/drawingml/2006/main">
            <a:srgbClr val="35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7">
            <a:extLst xmlns:a="http://schemas.openxmlformats.org/drawingml/2006/main">
              <a:ext uri="{FF2B5EF4-FFF2-40B4-BE49-F238E27FC236}">
                <a16:creationId xmlns:a16="http://schemas.microsoft.com/office/drawing/2014/main" id="{265746F6-4242-490D-A286-6434AE2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221" y="2245138"/>
            <a:ext cx="210052" cy="6385567"/>
          </a:xfrm>
          <a:custGeom xmlns:a="http://schemas.openxmlformats.org/drawingml/2006/main">
            <a:pathLst>
              <a:path w="212896" h="6472039">
                <a:moveTo>
                  <a:pt x="0" y="0"/>
                </a:moveTo>
                <a:cubicBezTo>
                  <a:pt x="70965" y="0"/>
                  <a:pt x="106448" y="56772"/>
                  <a:pt x="106448" y="170317"/>
                </a:cubicBezTo>
                <a:lnTo>
                  <a:pt x="106448" y="3076348"/>
                </a:lnTo>
                <a:cubicBezTo>
                  <a:pt x="106448" y="3175699"/>
                  <a:pt x="141931" y="3225375"/>
                  <a:pt x="212896" y="3225375"/>
                </a:cubicBezTo>
                <a:cubicBezTo>
                  <a:pt x="141931" y="3225375"/>
                  <a:pt x="106448" y="3275051"/>
                  <a:pt x="106448" y="3374402"/>
                </a:cubicBezTo>
                <a:lnTo>
                  <a:pt x="106448" y="6301722"/>
                </a:lnTo>
                <a:cubicBezTo>
                  <a:pt x="106448" y="6415266"/>
                  <a:pt x="70965" y="6472039"/>
                  <a:pt x="0" y="64720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206">
            <a:solidFill>
              <a:srgbClr val="B5A1CC"/>
            </a:solidFill>
            <a:prstDash val="solid"/>
          </a:ln>
        </p:spPr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D7B41F95-7315-4808-826D-0A7C603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278" y="5427419"/>
            <a:ext cx="84021" cy="191"/>
          </a:xfrm>
          <a:custGeom xmlns:a="http://schemas.openxmlformats.org/drawingml/2006/main">
            <a:pathLst>
              <a:path w="85158" h="191">
                <a:moveTo>
                  <a:pt x="0" y="0"/>
                </a:moveTo>
                <a:lnTo>
                  <a:pt x="85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209" name="path-209">
            <a:extLst xmlns:a="http://schemas.openxmlformats.org/drawingml/2006/main">
              <a:ext uri="{FF2B5EF4-FFF2-40B4-BE49-F238E27FC236}">
                <a16:creationId xmlns:a16="http://schemas.microsoft.com/office/drawing/2014/main" id="{A681B551-9E4F-4C41-BA9E-D260115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0185" y="5332896"/>
            <a:ext cx="189047" cy="189047"/>
          </a:xfrm>
          <a:custGeom xmlns:a="http://schemas.openxmlformats.org/drawingml/2006/main">
            <a:pathLst>
              <a:path w="191607" h="191607">
                <a:moveTo>
                  <a:pt x="0" y="0"/>
                </a:moveTo>
                <a:lnTo>
                  <a:pt x="191607" y="95804"/>
                </a:lnTo>
                <a:lnTo>
                  <a:pt x="0" y="19160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18EAD761-7DAE-485D-953C-17856F5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2308" y="2203127"/>
            <a:ext cx="2436598" cy="6448584"/>
          </a:xfrm>
          <a:custGeom xmlns:a="http://schemas.openxmlformats.org/drawingml/2006/main">
            <a:pathLst>
              <a:path w="2469593" h="6535908">
                <a:moveTo>
                  <a:pt x="106449" y="0"/>
                </a:moveTo>
                <a:lnTo>
                  <a:pt x="2363147" y="0"/>
                </a:lnTo>
                <a:cubicBezTo>
                  <a:pt x="2422133" y="0"/>
                  <a:pt x="2469593" y="47462"/>
                  <a:pt x="2469593" y="106448"/>
                </a:cubicBezTo>
                <a:lnTo>
                  <a:pt x="2469593" y="6429461"/>
                </a:lnTo>
                <a:cubicBezTo>
                  <a:pt x="2469593" y="6488447"/>
                  <a:pt x="2422133" y="6535908"/>
                  <a:pt x="2363147" y="6535908"/>
                </a:cubicBezTo>
                <a:lnTo>
                  <a:pt x="106449" y="6535908"/>
                </a:lnTo>
                <a:cubicBezTo>
                  <a:pt x="47462" y="6535908"/>
                  <a:pt x="0" y="6488447"/>
                  <a:pt x="0" y="6429461"/>
                </a:cubicBezTo>
                <a:lnTo>
                  <a:pt x="0" y="106448"/>
                </a:lnTo>
                <a:cubicBezTo>
                  <a:pt x="0" y="47462"/>
                  <a:pt x="47462" y="0"/>
                  <a:pt x="10644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804">
            <a:solidFill>
              <a:srgbClr val="D9CFE4"/>
            </a:solidFill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5C46EBE9-EB05-449E-ADAA-31A353B2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546" y="2924907"/>
            <a:ext cx="356430" cy="257538"/>
          </a:xfrm>
          <a:custGeom xmlns:a="http://schemas.openxmlformats.org/drawingml/2006/main">
            <a:pathLst>
              <a:path w="361256" h="261025">
                <a:moveTo>
                  <a:pt x="197638" y="34986"/>
                </a:moveTo>
                <a:lnTo>
                  <a:pt x="161048" y="34986"/>
                </a:lnTo>
                <a:lnTo>
                  <a:pt x="160722" y="0"/>
                </a:lnTo>
                <a:lnTo>
                  <a:pt x="197638" y="326"/>
                </a:lnTo>
                <a:lnTo>
                  <a:pt x="197638" y="34986"/>
                </a:lnTo>
                <a:moveTo>
                  <a:pt x="108776" y="77452"/>
                </a:moveTo>
                <a:lnTo>
                  <a:pt x="72839" y="77452"/>
                </a:lnTo>
                <a:lnTo>
                  <a:pt x="72513" y="42466"/>
                </a:lnTo>
                <a:lnTo>
                  <a:pt x="108776" y="42139"/>
                </a:lnTo>
                <a:lnTo>
                  <a:pt x="108776" y="77452"/>
                </a:lnTo>
                <a:moveTo>
                  <a:pt x="153186" y="77452"/>
                </a:moveTo>
                <a:lnTo>
                  <a:pt x="116582" y="77452"/>
                </a:lnTo>
                <a:lnTo>
                  <a:pt x="116312" y="43133"/>
                </a:lnTo>
                <a:lnTo>
                  <a:pt x="117250" y="42139"/>
                </a:lnTo>
                <a:lnTo>
                  <a:pt x="153186" y="42139"/>
                </a:lnTo>
                <a:lnTo>
                  <a:pt x="153186" y="77452"/>
                </a:lnTo>
                <a:moveTo>
                  <a:pt x="197638" y="77452"/>
                </a:moveTo>
                <a:lnTo>
                  <a:pt x="161048" y="77452"/>
                </a:lnTo>
                <a:lnTo>
                  <a:pt x="160722" y="42466"/>
                </a:lnTo>
                <a:lnTo>
                  <a:pt x="196971" y="42139"/>
                </a:lnTo>
                <a:lnTo>
                  <a:pt x="197923" y="43133"/>
                </a:lnTo>
                <a:lnTo>
                  <a:pt x="197638" y="77452"/>
                </a:lnTo>
                <a:moveTo>
                  <a:pt x="125737" y="261025"/>
                </a:moveTo>
                <a:lnTo>
                  <a:pt x="117916" y="261025"/>
                </a:lnTo>
                <a:lnTo>
                  <a:pt x="117250" y="260358"/>
                </a:lnTo>
                <a:lnTo>
                  <a:pt x="113985" y="261025"/>
                </a:lnTo>
                <a:lnTo>
                  <a:pt x="113374" y="260358"/>
                </a:lnTo>
                <a:lnTo>
                  <a:pt x="97677" y="259691"/>
                </a:lnTo>
                <a:lnTo>
                  <a:pt x="97009" y="259023"/>
                </a:lnTo>
                <a:lnTo>
                  <a:pt x="93745" y="259023"/>
                </a:lnTo>
                <a:lnTo>
                  <a:pt x="93079" y="258413"/>
                </a:lnTo>
                <a:lnTo>
                  <a:pt x="89814" y="258413"/>
                </a:lnTo>
                <a:lnTo>
                  <a:pt x="86534" y="257079"/>
                </a:lnTo>
                <a:lnTo>
                  <a:pt x="83937" y="257079"/>
                </a:lnTo>
                <a:lnTo>
                  <a:pt x="83270" y="256412"/>
                </a:lnTo>
                <a:lnTo>
                  <a:pt x="78714" y="255801"/>
                </a:lnTo>
                <a:lnTo>
                  <a:pt x="74173" y="253815"/>
                </a:lnTo>
                <a:lnTo>
                  <a:pt x="72172" y="253815"/>
                </a:lnTo>
                <a:lnTo>
                  <a:pt x="70242" y="252537"/>
                </a:lnTo>
                <a:lnTo>
                  <a:pt x="68908" y="252537"/>
                </a:lnTo>
                <a:lnTo>
                  <a:pt x="66961" y="251203"/>
                </a:lnTo>
                <a:lnTo>
                  <a:pt x="65644" y="251203"/>
                </a:lnTo>
                <a:lnTo>
                  <a:pt x="63698" y="249869"/>
                </a:lnTo>
                <a:lnTo>
                  <a:pt x="62363" y="249869"/>
                </a:lnTo>
                <a:lnTo>
                  <a:pt x="59766" y="248606"/>
                </a:lnTo>
                <a:lnTo>
                  <a:pt x="47334" y="241396"/>
                </a:lnTo>
                <a:lnTo>
                  <a:pt x="45403" y="239451"/>
                </a:lnTo>
                <a:lnTo>
                  <a:pt x="42792" y="238118"/>
                </a:lnTo>
                <a:lnTo>
                  <a:pt x="39527" y="234853"/>
                </a:lnTo>
                <a:lnTo>
                  <a:pt x="38860" y="234853"/>
                </a:lnTo>
                <a:lnTo>
                  <a:pt x="28103" y="224095"/>
                </a:lnTo>
                <a:lnTo>
                  <a:pt x="28103" y="223427"/>
                </a:lnTo>
                <a:lnTo>
                  <a:pt x="22226" y="216884"/>
                </a:lnTo>
                <a:lnTo>
                  <a:pt x="21558" y="214954"/>
                </a:lnTo>
                <a:lnTo>
                  <a:pt x="15684" y="206466"/>
                </a:lnTo>
                <a:lnTo>
                  <a:pt x="11753" y="198590"/>
                </a:lnTo>
                <a:lnTo>
                  <a:pt x="11753" y="197312"/>
                </a:lnTo>
                <a:lnTo>
                  <a:pt x="10474" y="195992"/>
                </a:lnTo>
                <a:lnTo>
                  <a:pt x="10474" y="194715"/>
                </a:lnTo>
                <a:lnTo>
                  <a:pt x="9140" y="192714"/>
                </a:lnTo>
                <a:lnTo>
                  <a:pt x="8473" y="189506"/>
                </a:lnTo>
                <a:lnTo>
                  <a:pt x="7196" y="187505"/>
                </a:lnTo>
                <a:lnTo>
                  <a:pt x="7196" y="185560"/>
                </a:lnTo>
                <a:lnTo>
                  <a:pt x="5876" y="183573"/>
                </a:lnTo>
                <a:lnTo>
                  <a:pt x="5876" y="181629"/>
                </a:lnTo>
                <a:lnTo>
                  <a:pt x="4599" y="179017"/>
                </a:lnTo>
                <a:lnTo>
                  <a:pt x="3932" y="173808"/>
                </a:lnTo>
                <a:lnTo>
                  <a:pt x="2598" y="170544"/>
                </a:lnTo>
                <a:lnTo>
                  <a:pt x="1931" y="164001"/>
                </a:lnTo>
                <a:lnTo>
                  <a:pt x="1319" y="163334"/>
                </a:lnTo>
                <a:lnTo>
                  <a:pt x="652" y="150915"/>
                </a:lnTo>
                <a:lnTo>
                  <a:pt x="0" y="150305"/>
                </a:lnTo>
                <a:lnTo>
                  <a:pt x="0" y="137886"/>
                </a:lnTo>
                <a:lnTo>
                  <a:pt x="652" y="137219"/>
                </a:lnTo>
                <a:lnTo>
                  <a:pt x="1319" y="128064"/>
                </a:lnTo>
                <a:lnTo>
                  <a:pt x="2270" y="127071"/>
                </a:lnTo>
                <a:lnTo>
                  <a:pt x="254467" y="127071"/>
                </a:lnTo>
                <a:lnTo>
                  <a:pt x="255135" y="126403"/>
                </a:lnTo>
                <a:lnTo>
                  <a:pt x="262288" y="125793"/>
                </a:lnTo>
                <a:lnTo>
                  <a:pt x="264899" y="124459"/>
                </a:lnTo>
                <a:lnTo>
                  <a:pt x="268831" y="123806"/>
                </a:lnTo>
                <a:lnTo>
                  <a:pt x="272095" y="121862"/>
                </a:lnTo>
                <a:lnTo>
                  <a:pt x="273373" y="121862"/>
                </a:lnTo>
                <a:lnTo>
                  <a:pt x="274379" y="120868"/>
                </a:lnTo>
                <a:lnTo>
                  <a:pt x="274379" y="119591"/>
                </a:lnTo>
                <a:lnTo>
                  <a:pt x="272435" y="116980"/>
                </a:lnTo>
                <a:lnTo>
                  <a:pt x="271769" y="114325"/>
                </a:lnTo>
                <a:lnTo>
                  <a:pt x="270434" y="112381"/>
                </a:lnTo>
                <a:lnTo>
                  <a:pt x="270434" y="111047"/>
                </a:lnTo>
                <a:lnTo>
                  <a:pt x="269158" y="108449"/>
                </a:lnTo>
                <a:lnTo>
                  <a:pt x="269158" y="106505"/>
                </a:lnTo>
                <a:lnTo>
                  <a:pt x="268505" y="105838"/>
                </a:lnTo>
                <a:lnTo>
                  <a:pt x="268505" y="103893"/>
                </a:lnTo>
                <a:lnTo>
                  <a:pt x="267837" y="103226"/>
                </a:lnTo>
                <a:lnTo>
                  <a:pt x="267837" y="84931"/>
                </a:lnTo>
                <a:lnTo>
                  <a:pt x="268505" y="84264"/>
                </a:lnTo>
                <a:lnTo>
                  <a:pt x="269158" y="77778"/>
                </a:lnTo>
                <a:lnTo>
                  <a:pt x="270434" y="75124"/>
                </a:lnTo>
                <a:lnTo>
                  <a:pt x="270434" y="73179"/>
                </a:lnTo>
                <a:lnTo>
                  <a:pt x="271102" y="72513"/>
                </a:lnTo>
                <a:lnTo>
                  <a:pt x="271769" y="69248"/>
                </a:lnTo>
                <a:lnTo>
                  <a:pt x="273713" y="65969"/>
                </a:lnTo>
                <a:lnTo>
                  <a:pt x="273713" y="64706"/>
                </a:lnTo>
                <a:lnTo>
                  <a:pt x="275033" y="63372"/>
                </a:lnTo>
                <a:lnTo>
                  <a:pt x="275033" y="62095"/>
                </a:lnTo>
                <a:lnTo>
                  <a:pt x="281916" y="51947"/>
                </a:lnTo>
                <a:lnTo>
                  <a:pt x="283862" y="52614"/>
                </a:lnTo>
                <a:lnTo>
                  <a:pt x="291667" y="59157"/>
                </a:lnTo>
                <a:lnTo>
                  <a:pt x="292334" y="59157"/>
                </a:lnTo>
                <a:lnTo>
                  <a:pt x="303151" y="70582"/>
                </a:lnTo>
                <a:lnTo>
                  <a:pt x="309025" y="80390"/>
                </a:lnTo>
                <a:lnTo>
                  <a:pt x="309025" y="81667"/>
                </a:lnTo>
                <a:lnTo>
                  <a:pt x="310302" y="83668"/>
                </a:lnTo>
                <a:lnTo>
                  <a:pt x="310302" y="84931"/>
                </a:lnTo>
                <a:lnTo>
                  <a:pt x="311637" y="87543"/>
                </a:lnTo>
                <a:lnTo>
                  <a:pt x="312290" y="93419"/>
                </a:lnTo>
                <a:lnTo>
                  <a:pt x="313241" y="94412"/>
                </a:lnTo>
                <a:lnTo>
                  <a:pt x="316505" y="94412"/>
                </a:lnTo>
                <a:lnTo>
                  <a:pt x="317172" y="93745"/>
                </a:lnTo>
                <a:lnTo>
                  <a:pt x="336745" y="93745"/>
                </a:lnTo>
                <a:lnTo>
                  <a:pt x="337411" y="94412"/>
                </a:lnTo>
                <a:lnTo>
                  <a:pt x="340023" y="94412"/>
                </a:lnTo>
                <a:lnTo>
                  <a:pt x="340676" y="95079"/>
                </a:lnTo>
                <a:lnTo>
                  <a:pt x="343956" y="95079"/>
                </a:lnTo>
                <a:lnTo>
                  <a:pt x="353762" y="99025"/>
                </a:lnTo>
                <a:lnTo>
                  <a:pt x="361256" y="103893"/>
                </a:lnTo>
                <a:lnTo>
                  <a:pt x="361256" y="105171"/>
                </a:lnTo>
                <a:lnTo>
                  <a:pt x="358644" y="109769"/>
                </a:lnTo>
                <a:lnTo>
                  <a:pt x="358644" y="111047"/>
                </a:lnTo>
                <a:lnTo>
                  <a:pt x="352769" y="121521"/>
                </a:lnTo>
                <a:lnTo>
                  <a:pt x="345900" y="129072"/>
                </a:lnTo>
                <a:lnTo>
                  <a:pt x="345290" y="129072"/>
                </a:lnTo>
                <a:lnTo>
                  <a:pt x="340676" y="132947"/>
                </a:lnTo>
                <a:lnTo>
                  <a:pt x="338746" y="133614"/>
                </a:lnTo>
                <a:lnTo>
                  <a:pt x="337411" y="134948"/>
                </a:lnTo>
                <a:lnTo>
                  <a:pt x="336135" y="134948"/>
                </a:lnTo>
                <a:lnTo>
                  <a:pt x="334801" y="136225"/>
                </a:lnTo>
                <a:lnTo>
                  <a:pt x="333538" y="136225"/>
                </a:lnTo>
                <a:lnTo>
                  <a:pt x="331537" y="137545"/>
                </a:lnTo>
                <a:lnTo>
                  <a:pt x="329591" y="137545"/>
                </a:lnTo>
                <a:lnTo>
                  <a:pt x="326993" y="138822"/>
                </a:lnTo>
                <a:lnTo>
                  <a:pt x="324992" y="138822"/>
                </a:lnTo>
                <a:lnTo>
                  <a:pt x="324383" y="139490"/>
                </a:lnTo>
                <a:lnTo>
                  <a:pt x="316505" y="140157"/>
                </a:lnTo>
                <a:lnTo>
                  <a:pt x="315837" y="140823"/>
                </a:lnTo>
                <a:lnTo>
                  <a:pt x="305095" y="141150"/>
                </a:lnTo>
                <a:lnTo>
                  <a:pt x="303760" y="143762"/>
                </a:lnTo>
                <a:lnTo>
                  <a:pt x="303760" y="145039"/>
                </a:lnTo>
                <a:lnTo>
                  <a:pt x="301815" y="148303"/>
                </a:lnTo>
                <a:lnTo>
                  <a:pt x="301815" y="149638"/>
                </a:lnTo>
                <a:lnTo>
                  <a:pt x="293996" y="165321"/>
                </a:lnTo>
                <a:lnTo>
                  <a:pt x="292676" y="166598"/>
                </a:lnTo>
                <a:lnTo>
                  <a:pt x="291399" y="169877"/>
                </a:lnTo>
                <a:lnTo>
                  <a:pt x="288729" y="173141"/>
                </a:lnTo>
                <a:lnTo>
                  <a:pt x="288119" y="175086"/>
                </a:lnTo>
                <a:lnTo>
                  <a:pt x="277644" y="190116"/>
                </a:lnTo>
                <a:lnTo>
                  <a:pt x="271102" y="197312"/>
                </a:lnTo>
                <a:lnTo>
                  <a:pt x="271102" y="197979"/>
                </a:lnTo>
                <a:lnTo>
                  <a:pt x="264558" y="204522"/>
                </a:lnTo>
                <a:lnTo>
                  <a:pt x="264558" y="205133"/>
                </a:lnTo>
                <a:lnTo>
                  <a:pt x="261960" y="207134"/>
                </a:lnTo>
                <a:lnTo>
                  <a:pt x="261621" y="208070"/>
                </a:lnTo>
                <a:lnTo>
                  <a:pt x="261009" y="208070"/>
                </a:lnTo>
                <a:lnTo>
                  <a:pt x="253134" y="215948"/>
                </a:lnTo>
                <a:lnTo>
                  <a:pt x="252481" y="215948"/>
                </a:lnTo>
                <a:lnTo>
                  <a:pt x="245993" y="221824"/>
                </a:lnTo>
                <a:lnTo>
                  <a:pt x="243326" y="223101"/>
                </a:lnTo>
                <a:lnTo>
                  <a:pt x="238785" y="227033"/>
                </a:lnTo>
                <a:lnTo>
                  <a:pt x="232908" y="230311"/>
                </a:lnTo>
                <a:lnTo>
                  <a:pt x="229630" y="232908"/>
                </a:lnTo>
                <a:lnTo>
                  <a:pt x="227699" y="233575"/>
                </a:lnTo>
                <a:lnTo>
                  <a:pt x="226366" y="234853"/>
                </a:lnTo>
                <a:lnTo>
                  <a:pt x="221809" y="236840"/>
                </a:lnTo>
                <a:lnTo>
                  <a:pt x="217877" y="239451"/>
                </a:lnTo>
                <a:lnTo>
                  <a:pt x="216544" y="239451"/>
                </a:lnTo>
                <a:lnTo>
                  <a:pt x="215280" y="240785"/>
                </a:lnTo>
                <a:lnTo>
                  <a:pt x="213947" y="240785"/>
                </a:lnTo>
                <a:lnTo>
                  <a:pt x="208070" y="243993"/>
                </a:lnTo>
                <a:lnTo>
                  <a:pt x="203515" y="245327"/>
                </a:lnTo>
                <a:lnTo>
                  <a:pt x="198247" y="247939"/>
                </a:lnTo>
                <a:lnTo>
                  <a:pt x="196971" y="247939"/>
                </a:lnTo>
                <a:lnTo>
                  <a:pt x="184552" y="252537"/>
                </a:lnTo>
                <a:lnTo>
                  <a:pt x="182622" y="252537"/>
                </a:lnTo>
                <a:lnTo>
                  <a:pt x="181955" y="253148"/>
                </a:lnTo>
                <a:lnTo>
                  <a:pt x="177357" y="253815"/>
                </a:lnTo>
                <a:lnTo>
                  <a:pt x="176747" y="254482"/>
                </a:lnTo>
                <a:lnTo>
                  <a:pt x="172134" y="255149"/>
                </a:lnTo>
                <a:lnTo>
                  <a:pt x="171480" y="255801"/>
                </a:lnTo>
                <a:lnTo>
                  <a:pt x="168202" y="255801"/>
                </a:lnTo>
                <a:lnTo>
                  <a:pt x="164937" y="257079"/>
                </a:lnTo>
                <a:lnTo>
                  <a:pt x="157784" y="257746"/>
                </a:lnTo>
                <a:lnTo>
                  <a:pt x="157117" y="258413"/>
                </a:lnTo>
                <a:lnTo>
                  <a:pt x="152576" y="258413"/>
                </a:lnTo>
                <a:lnTo>
                  <a:pt x="151909" y="259023"/>
                </a:lnTo>
                <a:lnTo>
                  <a:pt x="147295" y="259023"/>
                </a:lnTo>
                <a:lnTo>
                  <a:pt x="146642" y="259691"/>
                </a:lnTo>
                <a:lnTo>
                  <a:pt x="138824" y="259691"/>
                </a:lnTo>
                <a:lnTo>
                  <a:pt x="138156" y="260358"/>
                </a:lnTo>
                <a:lnTo>
                  <a:pt x="126405" y="260358"/>
                </a:lnTo>
                <a:lnTo>
                  <a:pt x="125737" y="261025"/>
                </a:lnTo>
                <a:moveTo>
                  <a:pt x="65032" y="119917"/>
                </a:moveTo>
                <a:lnTo>
                  <a:pt x="28429" y="119917"/>
                </a:lnTo>
                <a:lnTo>
                  <a:pt x="28103" y="84931"/>
                </a:lnTo>
                <a:lnTo>
                  <a:pt x="65032" y="84605"/>
                </a:lnTo>
                <a:lnTo>
                  <a:pt x="65032" y="119917"/>
                </a:lnTo>
                <a:moveTo>
                  <a:pt x="108776" y="119917"/>
                </a:moveTo>
                <a:lnTo>
                  <a:pt x="72839" y="119917"/>
                </a:lnTo>
                <a:lnTo>
                  <a:pt x="72513" y="84931"/>
                </a:lnTo>
                <a:lnTo>
                  <a:pt x="108776" y="84605"/>
                </a:lnTo>
                <a:lnTo>
                  <a:pt x="108776" y="119917"/>
                </a:lnTo>
                <a:moveTo>
                  <a:pt x="153186" y="119917"/>
                </a:moveTo>
                <a:lnTo>
                  <a:pt x="116582" y="119917"/>
                </a:lnTo>
                <a:lnTo>
                  <a:pt x="116312" y="84931"/>
                </a:lnTo>
                <a:lnTo>
                  <a:pt x="153186" y="84605"/>
                </a:lnTo>
                <a:lnTo>
                  <a:pt x="153186" y="119917"/>
                </a:lnTo>
                <a:moveTo>
                  <a:pt x="197638" y="119917"/>
                </a:moveTo>
                <a:lnTo>
                  <a:pt x="161048" y="119917"/>
                </a:lnTo>
                <a:lnTo>
                  <a:pt x="160722" y="84931"/>
                </a:lnTo>
                <a:lnTo>
                  <a:pt x="197638" y="84605"/>
                </a:lnTo>
                <a:lnTo>
                  <a:pt x="197638" y="119917"/>
                </a:lnTo>
                <a:moveTo>
                  <a:pt x="241382" y="119917"/>
                </a:moveTo>
                <a:lnTo>
                  <a:pt x="205459" y="119917"/>
                </a:lnTo>
                <a:lnTo>
                  <a:pt x="205133" y="84931"/>
                </a:lnTo>
                <a:lnTo>
                  <a:pt x="241382" y="84605"/>
                </a:lnTo>
                <a:lnTo>
                  <a:pt x="241382" y="119917"/>
                </a:lnTo>
              </a:path>
            </a:pathLst>
          </a:cu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2">
            <a:extLst xmlns:a="http://schemas.openxmlformats.org/drawingml/2006/main">
              <a:ext uri="{FF2B5EF4-FFF2-40B4-BE49-F238E27FC236}">
                <a16:creationId xmlns:a16="http://schemas.microsoft.com/office/drawing/2014/main" id="{5C6EDACE-49EB-4110-884E-8BD2C864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9247" y="2936235"/>
            <a:ext cx="235198" cy="235202"/>
          </a:xfrm>
          <a:custGeom xmlns:a="http://schemas.openxmlformats.org/drawingml/2006/main">
            <a:pathLst>
              <a:path w="238383" h="238387">
                <a:moveTo>
                  <a:pt x="238383" y="119193"/>
                </a:moveTo>
                <a:cubicBezTo>
                  <a:pt x="238383" y="185063"/>
                  <a:pt x="185063" y="238387"/>
                  <a:pt x="119191" y="238387"/>
                </a:cubicBezTo>
                <a:cubicBezTo>
                  <a:pt x="53320" y="238387"/>
                  <a:pt x="0" y="185063"/>
                  <a:pt x="0" y="119193"/>
                </a:cubicBezTo>
                <a:cubicBezTo>
                  <a:pt x="0" y="53323"/>
                  <a:pt x="53320" y="0"/>
                  <a:pt x="119191" y="0"/>
                </a:cubicBezTo>
                <a:cubicBezTo>
                  <a:pt x="185063" y="0"/>
                  <a:pt x="238383" y="53323"/>
                  <a:pt x="238383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715345A7-9C58-4533-A2E3-C4CBA1A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8045" y="3011826"/>
            <a:ext cx="117601" cy="84021"/>
          </a:xfrm>
          <a:custGeom xmlns:a="http://schemas.openxmlformats.org/drawingml/2006/main">
            <a:pathLst>
              <a:path w="119194" h="85159">
                <a:moveTo>
                  <a:pt x="0" y="42579"/>
                </a:moveTo>
                <a:lnTo>
                  <a:pt x="42579" y="85159"/>
                </a:lnTo>
                <a:lnTo>
                  <a:pt x="119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70244EBA-A4DC-4054-A895-5B8B190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7070" y="3436523"/>
            <a:ext cx="257089" cy="347901"/>
          </a:xfrm>
          <a:custGeom xmlns:a="http://schemas.openxmlformats.org/drawingml/2006/main">
            <a:pathLst>
              <a:path w="260571" h="352612">
                <a:moveTo>
                  <a:pt x="0" y="0"/>
                </a:moveTo>
                <a:lnTo>
                  <a:pt x="183900" y="0"/>
                </a:lnTo>
                <a:lnTo>
                  <a:pt x="260571" y="76671"/>
                </a:lnTo>
                <a:lnTo>
                  <a:pt x="260571" y="352612"/>
                </a:lnTo>
                <a:lnTo>
                  <a:pt x="0" y="35261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148">
            <a:solidFill>
              <a:srgbClr val="674294"/>
            </a:solidFill>
            <a:prstDash val="solid"/>
          </a:ln>
        </p:spPr>
      </p:sp>
      <p:sp>
        <p:nvSpPr>
          <p:cNvPr id="215" name="path-215">
            <a:extLst xmlns:a="http://schemas.openxmlformats.org/drawingml/2006/main">
              <a:ext uri="{FF2B5EF4-FFF2-40B4-BE49-F238E27FC236}">
                <a16:creationId xmlns:a16="http://schemas.microsoft.com/office/drawing/2014/main" id="{49B0CB30-4E76-46CE-97E2-F43364C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8512" y="3436523"/>
            <a:ext cx="75647" cy="75647"/>
          </a:xfrm>
          <a:custGeom xmlns:a="http://schemas.openxmlformats.org/drawingml/2006/main">
            <a:pathLst>
              <a:path w="76671" h="76671">
                <a:moveTo>
                  <a:pt x="0" y="0"/>
                </a:moveTo>
                <a:lnTo>
                  <a:pt x="0" y="76671"/>
                </a:lnTo>
                <a:lnTo>
                  <a:pt x="76671" y="76671"/>
                </a:lnTo>
              </a:path>
            </a:pathLst>
          </a:custGeom>
          <a:noFill xmlns:a="http://schemas.openxmlformats.org/drawingml/2006/main"/>
          <a:ln xmlns:a="http://schemas.openxmlformats.org/drawingml/2006/main" w="18148">
            <a:solidFill>
              <a:srgbClr val="674294"/>
            </a:solidFill>
            <a:prstDash val="solid"/>
          </a:ln>
        </p:spPr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D3EAAD52-4753-41D1-B076-CA6552A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7566" y="3618021"/>
            <a:ext cx="128551" cy="90756"/>
          </a:xfrm>
          <a:custGeom xmlns:a="http://schemas.openxmlformats.org/drawingml/2006/main">
            <a:pathLst>
              <a:path w="130291" h="91985">
                <a:moveTo>
                  <a:pt x="0" y="0"/>
                </a:moveTo>
                <a:lnTo>
                  <a:pt x="38320" y="30657"/>
                </a:lnTo>
                <a:lnTo>
                  <a:pt x="0" y="61314"/>
                </a:lnTo>
                <a:moveTo>
                  <a:pt x="61327" y="91985"/>
                </a:moveTo>
                <a:lnTo>
                  <a:pt x="130291" y="91985"/>
                </a:lnTo>
              </a:path>
            </a:pathLst>
          </a:custGeom>
          <a:noFill xmlns:a="http://schemas.openxmlformats.org/drawingml/2006/main"/>
          <a:ln xmlns:a="http://schemas.openxmlformats.org/drawingml/2006/main" w="19661">
            <a:solidFill>
              <a:srgbClr val="674294"/>
            </a:solidFill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AF869E53-623F-49C6-82AF-B5165EB7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742" y="3484442"/>
            <a:ext cx="588145" cy="294073"/>
          </a:xfrm>
          <a:custGeom xmlns:a="http://schemas.openxmlformats.org/drawingml/2006/main">
            <a:pathLst>
              <a:path w="596110" h="298055">
                <a:moveTo>
                  <a:pt x="63868" y="0"/>
                </a:moveTo>
                <a:lnTo>
                  <a:pt x="532242" y="0"/>
                </a:lnTo>
                <a:cubicBezTo>
                  <a:pt x="567608" y="0"/>
                  <a:pt x="596110" y="28500"/>
                  <a:pt x="596110" y="63869"/>
                </a:cubicBezTo>
                <a:lnTo>
                  <a:pt x="596110" y="234186"/>
                </a:lnTo>
                <a:cubicBezTo>
                  <a:pt x="596110" y="269555"/>
                  <a:pt x="567608" y="298055"/>
                  <a:pt x="532242" y="298055"/>
                </a:cubicBezTo>
                <a:lnTo>
                  <a:pt x="63868" y="298055"/>
                </a:lnTo>
                <a:cubicBezTo>
                  <a:pt x="28501" y="298055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500"/>
                  <a:pt x="28501" y="0"/>
                  <a:pt x="63868" y="0"/>
                </a:cubicBezTo>
              </a:path>
            </a:pathLst>
          </a:custGeom>
          <a:solidFill xmlns:a="http://schemas.openxmlformats.org/drawingml/2006/main">
            <a:srgbClr val="DDE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8">
            <a:extLst xmlns:a="http://schemas.openxmlformats.org/drawingml/2006/main">
              <a:ext uri="{FF2B5EF4-FFF2-40B4-BE49-F238E27FC236}">
                <a16:creationId xmlns:a16="http://schemas.microsoft.com/office/drawing/2014/main" id="{42B50BFA-F395-4655-B7DA-0AD0471A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6192" y="3558619"/>
            <a:ext cx="350968" cy="135875"/>
          </a:xfrm>
          <a:custGeom xmlns:a="http://schemas.openxmlformats.org/drawingml/2006/main">
            <a:pathLst>
              <a:path w="355721" h="137715">
                <a:moveTo>
                  <a:pt x="26285" y="137715"/>
                </a:moveTo>
                <a:lnTo>
                  <a:pt x="0" y="137715"/>
                </a:lnTo>
                <a:lnTo>
                  <a:pt x="0" y="38363"/>
                </a:lnTo>
                <a:lnTo>
                  <a:pt x="24400" y="38363"/>
                </a:lnTo>
                <a:lnTo>
                  <a:pt x="24400" y="52500"/>
                </a:lnTo>
                <a:cubicBezTo>
                  <a:pt x="28615" y="45787"/>
                  <a:pt x="32331" y="41415"/>
                  <a:pt x="35655" y="39300"/>
                </a:cubicBezTo>
                <a:cubicBezTo>
                  <a:pt x="39032" y="37199"/>
                  <a:pt x="42806" y="36092"/>
                  <a:pt x="47080" y="36092"/>
                </a:cubicBezTo>
                <a:cubicBezTo>
                  <a:pt x="53068" y="36092"/>
                  <a:pt x="58831" y="37753"/>
                  <a:pt x="64381" y="41074"/>
                </a:cubicBezTo>
                <a:lnTo>
                  <a:pt x="56217" y="63982"/>
                </a:lnTo>
                <a:cubicBezTo>
                  <a:pt x="51789" y="61101"/>
                  <a:pt x="47690" y="59710"/>
                  <a:pt x="43858" y="59710"/>
                </a:cubicBezTo>
                <a:cubicBezTo>
                  <a:pt x="40195" y="59710"/>
                  <a:pt x="37104" y="60703"/>
                  <a:pt x="34545" y="62761"/>
                </a:cubicBezTo>
                <a:cubicBezTo>
                  <a:pt x="31992" y="64748"/>
                  <a:pt x="29947" y="68410"/>
                  <a:pt x="28443" y="73732"/>
                </a:cubicBezTo>
                <a:cubicBezTo>
                  <a:pt x="27011" y="78998"/>
                  <a:pt x="26285" y="90140"/>
                  <a:pt x="26285" y="107058"/>
                </a:cubicBezTo>
                <a:lnTo>
                  <a:pt x="26285" y="137715"/>
                </a:lnTo>
                <a:moveTo>
                  <a:pt x="123138" y="61370"/>
                </a:moveTo>
                <a:lnTo>
                  <a:pt x="123138" y="37256"/>
                </a:lnTo>
                <a:lnTo>
                  <a:pt x="218998" y="37256"/>
                </a:lnTo>
                <a:lnTo>
                  <a:pt x="218998" y="61370"/>
                </a:lnTo>
                <a:lnTo>
                  <a:pt x="123138" y="61370"/>
                </a:lnTo>
                <a:moveTo>
                  <a:pt x="123138" y="102899"/>
                </a:moveTo>
                <a:lnTo>
                  <a:pt x="123138" y="78672"/>
                </a:lnTo>
                <a:lnTo>
                  <a:pt x="218998" y="78672"/>
                </a:lnTo>
                <a:lnTo>
                  <a:pt x="218998" y="102899"/>
                </a:lnTo>
                <a:lnTo>
                  <a:pt x="123138" y="102899"/>
                </a:lnTo>
                <a:moveTo>
                  <a:pt x="355721" y="137715"/>
                </a:moveTo>
                <a:lnTo>
                  <a:pt x="329436" y="137715"/>
                </a:lnTo>
                <a:lnTo>
                  <a:pt x="329436" y="38647"/>
                </a:lnTo>
                <a:cubicBezTo>
                  <a:pt x="319800" y="47617"/>
                  <a:pt x="308486" y="54274"/>
                  <a:pt x="295458" y="58546"/>
                </a:cubicBezTo>
                <a:lnTo>
                  <a:pt x="295458" y="34702"/>
                </a:lnTo>
                <a:cubicBezTo>
                  <a:pt x="302328" y="32487"/>
                  <a:pt x="309765" y="28215"/>
                  <a:pt x="317799" y="22013"/>
                </a:cubicBezTo>
                <a:cubicBezTo>
                  <a:pt x="325887" y="15683"/>
                  <a:pt x="331379" y="8374"/>
                  <a:pt x="334374" y="0"/>
                </a:cubicBezTo>
                <a:lnTo>
                  <a:pt x="355721" y="0"/>
                </a:lnTo>
                <a:lnTo>
                  <a:pt x="355721" y="137715"/>
                </a:ln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9">
            <a:extLst xmlns:a="http://schemas.openxmlformats.org/drawingml/2006/main">
              <a:ext uri="{FF2B5EF4-FFF2-40B4-BE49-F238E27FC236}">
                <a16:creationId xmlns:a16="http://schemas.microsoft.com/office/drawing/2014/main" id="{CF1CA702-6419-4336-A028-7333CF7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371" y="4009571"/>
            <a:ext cx="315076" cy="315077"/>
          </a:xfrm>
          <a:custGeom xmlns:a="http://schemas.openxmlformats.org/drawingml/2006/main">
            <a:pathLst>
              <a:path w="319343" h="319343">
                <a:moveTo>
                  <a:pt x="53223" y="0"/>
                </a:moveTo>
                <a:lnTo>
                  <a:pt x="266120" y="0"/>
                </a:lnTo>
                <a:cubicBezTo>
                  <a:pt x="295613" y="0"/>
                  <a:pt x="319343" y="23730"/>
                  <a:pt x="319343" y="53223"/>
                </a:cubicBezTo>
                <a:lnTo>
                  <a:pt x="319343" y="266120"/>
                </a:lnTo>
                <a:cubicBezTo>
                  <a:pt x="319343" y="295613"/>
                  <a:pt x="295613" y="319343"/>
                  <a:pt x="266120" y="319343"/>
                </a:cubicBezTo>
                <a:lnTo>
                  <a:pt x="53223" y="319343"/>
                </a:lnTo>
                <a:cubicBezTo>
                  <a:pt x="23730" y="319343"/>
                  <a:pt x="0" y="295613"/>
                  <a:pt x="0" y="266120"/>
                </a:cubicBezTo>
                <a:lnTo>
                  <a:pt x="0" y="53223"/>
                </a:lnTo>
                <a:cubicBezTo>
                  <a:pt x="0" y="23730"/>
                  <a:pt x="23730" y="0"/>
                  <a:pt x="5322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106">
            <a:solidFill>
              <a:srgbClr val="674294"/>
            </a:solidFill>
            <a:prstDash val="dash"/>
          </a:ln>
        </p:spPr>
      </p:sp>
      <p:sp>
        <p:nvSpPr>
          <p:cNvPr id="220" name="path-220">
            <a:extLst xmlns:a="http://schemas.openxmlformats.org/drawingml/2006/main">
              <a:ext uri="{FF2B5EF4-FFF2-40B4-BE49-F238E27FC236}">
                <a16:creationId xmlns:a16="http://schemas.microsoft.com/office/drawing/2014/main" id="{9FF11254-69ED-458D-B9CB-2AA32E6B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742" y="4030576"/>
            <a:ext cx="588145" cy="294072"/>
          </a:xfrm>
          <a:custGeom xmlns:a="http://schemas.openxmlformats.org/drawingml/2006/main">
            <a:pathLst>
              <a:path w="596110" h="298054">
                <a:moveTo>
                  <a:pt x="63868" y="0"/>
                </a:moveTo>
                <a:lnTo>
                  <a:pt x="532242" y="0"/>
                </a:lnTo>
                <a:cubicBezTo>
                  <a:pt x="567608" y="0"/>
                  <a:pt x="596110" y="28500"/>
                  <a:pt x="596110" y="63869"/>
                </a:cubicBezTo>
                <a:lnTo>
                  <a:pt x="596110" y="234186"/>
                </a:lnTo>
                <a:cubicBezTo>
                  <a:pt x="596110" y="269555"/>
                  <a:pt x="567608" y="298054"/>
                  <a:pt x="532242" y="298054"/>
                </a:cubicBezTo>
                <a:lnTo>
                  <a:pt x="63868" y="298054"/>
                </a:lnTo>
                <a:cubicBezTo>
                  <a:pt x="28501" y="298054"/>
                  <a:pt x="0" y="269555"/>
                  <a:pt x="0" y="234186"/>
                </a:cubicBezTo>
                <a:lnTo>
                  <a:pt x="0" y="63869"/>
                </a:lnTo>
                <a:cubicBezTo>
                  <a:pt x="0" y="28500"/>
                  <a:pt x="28501" y="0"/>
                  <a:pt x="63868" y="0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1">
            <a:extLst xmlns:a="http://schemas.openxmlformats.org/drawingml/2006/main">
              <a:ext uri="{FF2B5EF4-FFF2-40B4-BE49-F238E27FC236}">
                <a16:creationId xmlns:a16="http://schemas.microsoft.com/office/drawing/2014/main" id="{26661C57-6579-468F-8838-23FB75AA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879" y="4597715"/>
            <a:ext cx="241559" cy="262564"/>
          </a:xfrm>
          <a:custGeom xmlns:a="http://schemas.openxmlformats.org/drawingml/2006/main">
            <a:pathLst>
              <a:path w="244830" h="266120">
                <a:moveTo>
                  <a:pt x="31934" y="0"/>
                </a:moveTo>
                <a:lnTo>
                  <a:pt x="212896" y="0"/>
                </a:lnTo>
                <a:cubicBezTo>
                  <a:pt x="230580" y="0"/>
                  <a:pt x="244830" y="14250"/>
                  <a:pt x="244830" y="31935"/>
                </a:cubicBezTo>
                <a:lnTo>
                  <a:pt x="244830" y="234186"/>
                </a:lnTo>
                <a:cubicBezTo>
                  <a:pt x="244830" y="251870"/>
                  <a:pt x="230580" y="266120"/>
                  <a:pt x="212896" y="266120"/>
                </a:cubicBezTo>
                <a:lnTo>
                  <a:pt x="31934" y="266120"/>
                </a:lnTo>
                <a:cubicBezTo>
                  <a:pt x="14251" y="266120"/>
                  <a:pt x="0" y="251870"/>
                  <a:pt x="0" y="234186"/>
                </a:cubicBezTo>
                <a:lnTo>
                  <a:pt x="0" y="31935"/>
                </a:lnTo>
                <a:cubicBezTo>
                  <a:pt x="0" y="14250"/>
                  <a:pt x="14251" y="0"/>
                  <a:pt x="31934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106">
            <a:solidFill>
              <a:srgbClr val="674294"/>
            </a:solidFill>
            <a:prstDash val="solid"/>
          </a:ln>
        </p:spPr>
      </p:sp>
      <p:sp>
        <p:nvSpPr>
          <p:cNvPr id="222" name="path-222">
            <a:extLst xmlns:a="http://schemas.openxmlformats.org/drawingml/2006/main">
              <a:ext uri="{FF2B5EF4-FFF2-40B4-BE49-F238E27FC236}">
                <a16:creationId xmlns:a16="http://schemas.microsoft.com/office/drawing/2014/main" id="{D43092D6-DA28-444E-8FA4-FD420886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8894" y="4560956"/>
            <a:ext cx="115528" cy="73518"/>
          </a:xfrm>
          <a:custGeom xmlns:a="http://schemas.openxmlformats.org/drawingml/2006/main">
            <a:pathLst>
              <a:path w="117092" h="74514">
                <a:moveTo>
                  <a:pt x="21289" y="0"/>
                </a:moveTo>
                <a:lnTo>
                  <a:pt x="95803" y="0"/>
                </a:lnTo>
                <a:cubicBezTo>
                  <a:pt x="107612" y="0"/>
                  <a:pt x="117092" y="9481"/>
                  <a:pt x="117092" y="21290"/>
                </a:cubicBezTo>
                <a:lnTo>
                  <a:pt x="117092" y="53224"/>
                </a:lnTo>
                <a:cubicBezTo>
                  <a:pt x="117092" y="65032"/>
                  <a:pt x="107612" y="74514"/>
                  <a:pt x="95803" y="74514"/>
                </a:cubicBezTo>
                <a:lnTo>
                  <a:pt x="21289" y="74514"/>
                </a:lnTo>
                <a:cubicBezTo>
                  <a:pt x="9481" y="74514"/>
                  <a:pt x="0" y="65032"/>
                  <a:pt x="0" y="53224"/>
                </a:cubicBezTo>
                <a:lnTo>
                  <a:pt x="0" y="21290"/>
                </a:lnTo>
                <a:cubicBezTo>
                  <a:pt x="0" y="9481"/>
                  <a:pt x="9481" y="0"/>
                  <a:pt x="21289" y="0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005">
            <a:solidFill>
              <a:srgbClr val="674294"/>
            </a:solidFill>
            <a:prstDash val="solid"/>
          </a:ln>
        </p:spPr>
      </p:sp>
      <p:sp>
        <p:nvSpPr>
          <p:cNvPr id="223" name="path-223">
            <a:extLst xmlns:a="http://schemas.openxmlformats.org/drawingml/2006/main">
              <a:ext uri="{FF2B5EF4-FFF2-40B4-BE49-F238E27FC236}">
                <a16:creationId xmlns:a16="http://schemas.microsoft.com/office/drawing/2014/main" id="{DCE0AAE6-C8AE-4AA5-99E1-8998C64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141" y="4681736"/>
            <a:ext cx="152286" cy="126031"/>
          </a:xfrm>
          <a:custGeom xmlns:a="http://schemas.openxmlformats.org/drawingml/2006/main">
            <a:pathLst>
              <a:path w="154349" h="127738">
                <a:moveTo>
                  <a:pt x="0" y="21289"/>
                </a:moveTo>
                <a:lnTo>
                  <a:pt x="21289" y="42579"/>
                </a:lnTo>
                <a:lnTo>
                  <a:pt x="63868" y="0"/>
                </a:lnTo>
                <a:moveTo>
                  <a:pt x="90481" y="21289"/>
                </a:moveTo>
                <a:lnTo>
                  <a:pt x="154349" y="21289"/>
                </a:lnTo>
                <a:moveTo>
                  <a:pt x="0" y="106448"/>
                </a:moveTo>
                <a:lnTo>
                  <a:pt x="21289" y="127738"/>
                </a:lnTo>
                <a:lnTo>
                  <a:pt x="63868" y="85158"/>
                </a:lnTo>
                <a:moveTo>
                  <a:pt x="90481" y="106448"/>
                </a:moveTo>
                <a:lnTo>
                  <a:pt x="154349" y="106448"/>
                </a:lnTo>
              </a:path>
            </a:pathLst>
          </a:custGeom>
          <a:noFill xmlns:a="http://schemas.openxmlformats.org/drawingml/2006/main"/>
          <a:ln xmlns:a="http://schemas.openxmlformats.org/drawingml/2006/main" w="21005">
            <a:solidFill>
              <a:srgbClr val="674294"/>
            </a:solidFill>
            <a:prstDash val="solid"/>
          </a:ln>
        </p:spPr>
      </p:sp>
      <p:sp>
        <p:nvSpPr>
          <p:cNvPr id="224" name="path-224">
            <a:extLst xmlns:a="http://schemas.openxmlformats.org/drawingml/2006/main">
              <a:ext uri="{FF2B5EF4-FFF2-40B4-BE49-F238E27FC236}">
                <a16:creationId xmlns:a16="http://schemas.microsoft.com/office/drawing/2014/main" id="{B4434578-6083-47EA-BDA2-B3EB4ED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9247" y="4585141"/>
            <a:ext cx="235198" cy="235201"/>
          </a:xfrm>
          <a:custGeom xmlns:a="http://schemas.openxmlformats.org/drawingml/2006/main">
            <a:pathLst>
              <a:path w="238383" h="238386">
                <a:moveTo>
                  <a:pt x="238383" y="119193"/>
                </a:moveTo>
                <a:cubicBezTo>
                  <a:pt x="238383" y="185063"/>
                  <a:pt x="185063" y="238386"/>
                  <a:pt x="119191" y="238386"/>
                </a:cubicBezTo>
                <a:cubicBezTo>
                  <a:pt x="53320" y="238386"/>
                  <a:pt x="0" y="185063"/>
                  <a:pt x="0" y="119193"/>
                </a:cubicBezTo>
                <a:cubicBezTo>
                  <a:pt x="0" y="53323"/>
                  <a:pt x="53320" y="0"/>
                  <a:pt x="119191" y="0"/>
                </a:cubicBezTo>
                <a:cubicBezTo>
                  <a:pt x="185063" y="0"/>
                  <a:pt x="238383" y="53323"/>
                  <a:pt x="238383" y="119193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6804">
            <a:solidFill>
              <a:srgbClr val="FFFFFF"/>
            </a:solidFill>
            <a:prstDash val="solid"/>
          </a:ln>
        </p:spPr>
      </p:sp>
      <p:sp>
        <p:nvSpPr>
          <p:cNvPr id="225" name="path-225">
            <a:extLst xmlns:a="http://schemas.openxmlformats.org/drawingml/2006/main">
              <a:ext uri="{FF2B5EF4-FFF2-40B4-BE49-F238E27FC236}">
                <a16:creationId xmlns:a16="http://schemas.microsoft.com/office/drawing/2014/main" id="{EE4F107E-2853-4345-87C8-B849741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8045" y="4660731"/>
            <a:ext cx="117601" cy="84021"/>
          </a:xfrm>
          <a:custGeom xmlns:a="http://schemas.openxmlformats.org/drawingml/2006/main">
            <a:pathLst>
              <a:path w="119194" h="85158">
                <a:moveTo>
                  <a:pt x="0" y="42579"/>
                </a:moveTo>
                <a:lnTo>
                  <a:pt x="42579" y="85158"/>
                </a:lnTo>
                <a:lnTo>
                  <a:pt x="119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67">
            <a:solidFill>
              <a:srgbClr val="32724F"/>
            </a:solidFill>
            <a:prstDash val="solid"/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A7ABBF35-CB1B-419E-9375-BA57596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608" y="5311891"/>
            <a:ext cx="191" cy="325580"/>
          </a:xfrm>
          <a:custGeom xmlns:a="http://schemas.openxmlformats.org/drawingml/2006/main">
            <a:pathLst>
              <a:path w="191" h="329989">
                <a:moveTo>
                  <a:pt x="0" y="0"/>
                </a:moveTo>
                <a:lnTo>
                  <a:pt x="0" y="329989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227" name="path-227">
            <a:extLst xmlns:a="http://schemas.openxmlformats.org/drawingml/2006/main">
              <a:ext uri="{FF2B5EF4-FFF2-40B4-BE49-F238E27FC236}">
                <a16:creationId xmlns:a16="http://schemas.microsoft.com/office/drawing/2014/main" id="{C20E9C28-B780-4241-BA74-D3F3A14F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084" y="5467357"/>
            <a:ext cx="189047" cy="189046"/>
          </a:xfrm>
          <a:custGeom xmlns:a="http://schemas.openxmlformats.org/drawingml/2006/main">
            <a:pathLst>
              <a:path w="191607" h="191606">
                <a:moveTo>
                  <a:pt x="191607" y="0"/>
                </a:moveTo>
                <a:lnTo>
                  <a:pt x="95804" y="191606"/>
                </a:lnTo>
                <a:lnTo>
                  <a:pt x="0" y="0"/>
                </a:lnTo>
                <a:lnTo>
                  <a:pt x="191607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8">
            <a:extLst xmlns:a="http://schemas.openxmlformats.org/drawingml/2006/main">
              <a:ext uri="{FF2B5EF4-FFF2-40B4-BE49-F238E27FC236}">
                <a16:creationId xmlns:a16="http://schemas.microsoft.com/office/drawing/2014/main" id="{885D9EC7-8316-4D49-BD02-EF635383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8460" y="5748070"/>
            <a:ext cx="238058" cy="261920"/>
          </a:xfrm>
          <a:custGeom xmlns:a="http://schemas.openxmlformats.org/drawingml/2006/main">
            <a:pathLst>
              <a:path w="241281" h="265467">
                <a:moveTo>
                  <a:pt x="0" y="42253"/>
                </a:moveTo>
                <a:lnTo>
                  <a:pt x="120641" y="0"/>
                </a:lnTo>
                <a:lnTo>
                  <a:pt x="241281" y="132733"/>
                </a:lnTo>
                <a:lnTo>
                  <a:pt x="120641" y="265467"/>
                </a:lnTo>
                <a:lnTo>
                  <a:pt x="0" y="223214"/>
                </a:lnTo>
                <a:lnTo>
                  <a:pt x="120641" y="0"/>
                </a:lnTo>
                <a:moveTo>
                  <a:pt x="0" y="42253"/>
                </a:moveTo>
                <a:lnTo>
                  <a:pt x="120641" y="265467"/>
                </a:lnTo>
                <a:moveTo>
                  <a:pt x="120641" y="0"/>
                </a:moveTo>
                <a:lnTo>
                  <a:pt x="120641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4879">
            <a:solidFill>
              <a:srgbClr val="237F7B"/>
            </a:solidFill>
            <a:prstDash val="solid"/>
          </a:ln>
        </p:spPr>
      </p:sp>
      <p:sp>
        <p:nvSpPr>
          <p:cNvPr id="229" name="path-229">
            <a:extLst xmlns:a="http://schemas.openxmlformats.org/drawingml/2006/main">
              <a:ext uri="{FF2B5EF4-FFF2-40B4-BE49-F238E27FC236}">
                <a16:creationId xmlns:a16="http://schemas.microsoft.com/office/drawing/2014/main" id="{6A53555E-B5E6-475D-A562-B3C9FE55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4669" y="5765966"/>
            <a:ext cx="47582" cy="47584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3"/>
                  <a:pt x="37427" y="48228"/>
                  <a:pt x="24114" y="48228"/>
                </a:cubicBezTo>
                <a:cubicBezTo>
                  <a:pt x="10801" y="48228"/>
                  <a:pt x="0" y="37413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972FB351-02F7-4B71-8C4C-1553E3F8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4669" y="5944510"/>
            <a:ext cx="47582" cy="47584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4"/>
                  <a:pt x="37427" y="48228"/>
                  <a:pt x="24114" y="48228"/>
                </a:cubicBezTo>
                <a:cubicBezTo>
                  <a:pt x="10801" y="48228"/>
                  <a:pt x="0" y="3741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1">
            <a:extLst xmlns:a="http://schemas.openxmlformats.org/drawingml/2006/main">
              <a:ext uri="{FF2B5EF4-FFF2-40B4-BE49-F238E27FC236}">
                <a16:creationId xmlns:a16="http://schemas.microsoft.com/office/drawing/2014/main" id="{7586D534-909D-4254-B307-11BBD69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3698" y="5724278"/>
            <a:ext cx="47582" cy="47653"/>
          </a:xfrm>
          <a:custGeom xmlns:a="http://schemas.openxmlformats.org/drawingml/2006/main">
            <a:pathLst>
              <a:path w="48227" h="48299">
                <a:moveTo>
                  <a:pt x="48227" y="24114"/>
                </a:moveTo>
                <a:cubicBezTo>
                  <a:pt x="48227" y="37484"/>
                  <a:pt x="37426" y="48299"/>
                  <a:pt x="24114" y="48299"/>
                </a:cubicBezTo>
                <a:cubicBezTo>
                  <a:pt x="10801" y="48299"/>
                  <a:pt x="0" y="3748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2">
            <a:extLst xmlns:a="http://schemas.openxmlformats.org/drawingml/2006/main">
              <a:ext uri="{FF2B5EF4-FFF2-40B4-BE49-F238E27FC236}">
                <a16:creationId xmlns:a16="http://schemas.microsoft.com/office/drawing/2014/main" id="{B9467D77-18D6-4742-A08D-BD38A5B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3698" y="5986129"/>
            <a:ext cx="47582" cy="47653"/>
          </a:xfrm>
          <a:custGeom xmlns:a="http://schemas.openxmlformats.org/drawingml/2006/main">
            <a:pathLst>
              <a:path w="48227" h="48298">
                <a:moveTo>
                  <a:pt x="48227" y="24184"/>
                </a:moveTo>
                <a:cubicBezTo>
                  <a:pt x="48227" y="37483"/>
                  <a:pt x="37426" y="48298"/>
                  <a:pt x="24114" y="48298"/>
                </a:cubicBezTo>
                <a:cubicBezTo>
                  <a:pt x="10801" y="48298"/>
                  <a:pt x="0" y="37483"/>
                  <a:pt x="0" y="2418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6" y="0"/>
                  <a:pt x="48227" y="10815"/>
                  <a:pt x="48227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3">
            <a:extLst xmlns:a="http://schemas.openxmlformats.org/drawingml/2006/main">
              <a:ext uri="{FF2B5EF4-FFF2-40B4-BE49-F238E27FC236}">
                <a16:creationId xmlns:a16="http://schemas.microsoft.com/office/drawing/2014/main" id="{68BAE8D4-4AD4-46A3-B0D1-4B94C53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728" y="5855238"/>
            <a:ext cx="47582" cy="47584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27"/>
                  <a:pt x="37426" y="48228"/>
                  <a:pt x="24113" y="48228"/>
                </a:cubicBezTo>
                <a:cubicBezTo>
                  <a:pt x="10801" y="48228"/>
                  <a:pt x="0" y="37427"/>
                  <a:pt x="0" y="24114"/>
                </a:cubicBezTo>
                <a:cubicBezTo>
                  <a:pt x="0" y="10801"/>
                  <a:pt x="10801" y="0"/>
                  <a:pt x="24113" y="0"/>
                </a:cubicBezTo>
                <a:cubicBezTo>
                  <a:pt x="37426" y="0"/>
                  <a:pt x="48227" y="10801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4">
            <a:extLst xmlns:a="http://schemas.openxmlformats.org/drawingml/2006/main">
              <a:ext uri="{FF2B5EF4-FFF2-40B4-BE49-F238E27FC236}">
                <a16:creationId xmlns:a16="http://schemas.microsoft.com/office/drawing/2014/main" id="{8C0FD79C-3A0F-4148-BA47-EE553423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6502" y="5917539"/>
            <a:ext cx="196048" cy="196048"/>
          </a:xfrm>
          <a:custGeom xmlns:a="http://schemas.openxmlformats.org/drawingml/2006/main">
            <a:pathLst>
              <a:path w="198703" h="198703">
                <a:moveTo>
                  <a:pt x="198703" y="99352"/>
                </a:moveTo>
                <a:cubicBezTo>
                  <a:pt x="198703" y="154236"/>
                  <a:pt x="154235" y="198703"/>
                  <a:pt x="99351" y="198703"/>
                </a:cubicBezTo>
                <a:cubicBezTo>
                  <a:pt x="44467" y="198703"/>
                  <a:pt x="0" y="154236"/>
                  <a:pt x="0" y="99352"/>
                </a:cubicBezTo>
                <a:cubicBezTo>
                  <a:pt x="0" y="44467"/>
                  <a:pt x="44467" y="0"/>
                  <a:pt x="99351" y="0"/>
                </a:cubicBezTo>
                <a:cubicBezTo>
                  <a:pt x="154235" y="0"/>
                  <a:pt x="198703" y="44467"/>
                  <a:pt x="198703" y="9935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4003">
            <a:solidFill>
              <a:srgbClr val="FFFFFF"/>
            </a:solidFill>
            <a:prstDash val="solid"/>
          </a:ln>
        </p:spPr>
      </p:sp>
      <p:sp>
        <p:nvSpPr>
          <p:cNvPr id="235" name="path-235">
            <a:extLst xmlns:a="http://schemas.openxmlformats.org/drawingml/2006/main">
              <a:ext uri="{FF2B5EF4-FFF2-40B4-BE49-F238E27FC236}">
                <a16:creationId xmlns:a16="http://schemas.microsoft.com/office/drawing/2014/main" id="{6C9BAD33-0D07-418E-B04E-552AF6D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5513" y="5980555"/>
            <a:ext cx="98025" cy="70017"/>
          </a:xfrm>
          <a:custGeom xmlns:a="http://schemas.openxmlformats.org/drawingml/2006/main">
            <a:pathLst>
              <a:path w="99352" h="70965">
                <a:moveTo>
                  <a:pt x="0" y="35483"/>
                </a:moveTo>
                <a:lnTo>
                  <a:pt x="35483" y="70965"/>
                </a:lnTo>
                <a:lnTo>
                  <a:pt x="993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06">
            <a:solidFill>
              <a:srgbClr val="32724F"/>
            </a:solidFill>
            <a:prstDash val="solid"/>
          </a:ln>
        </p:spPr>
      </p:sp>
      <p:sp>
        <p:nvSpPr>
          <p:cNvPr id="236" name="path-236">
            <a:extLst xmlns:a="http://schemas.openxmlformats.org/drawingml/2006/main">
              <a:ext uri="{FF2B5EF4-FFF2-40B4-BE49-F238E27FC236}">
                <a16:creationId xmlns:a16="http://schemas.microsoft.com/office/drawing/2014/main" id="{BCF5531F-C750-4C29-9CED-436D179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3589" y="5748070"/>
            <a:ext cx="238059" cy="261920"/>
          </a:xfrm>
          <a:custGeom xmlns:a="http://schemas.openxmlformats.org/drawingml/2006/main">
            <a:pathLst>
              <a:path w="241283" h="265467">
                <a:moveTo>
                  <a:pt x="0" y="42253"/>
                </a:moveTo>
                <a:lnTo>
                  <a:pt x="120641" y="0"/>
                </a:lnTo>
                <a:lnTo>
                  <a:pt x="241283" y="132733"/>
                </a:lnTo>
                <a:lnTo>
                  <a:pt x="120641" y="265467"/>
                </a:lnTo>
                <a:lnTo>
                  <a:pt x="0" y="223214"/>
                </a:lnTo>
                <a:lnTo>
                  <a:pt x="120641" y="0"/>
                </a:lnTo>
                <a:moveTo>
                  <a:pt x="0" y="42253"/>
                </a:moveTo>
                <a:lnTo>
                  <a:pt x="120641" y="265467"/>
                </a:lnTo>
                <a:moveTo>
                  <a:pt x="120641" y="0"/>
                </a:moveTo>
                <a:lnTo>
                  <a:pt x="120641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4879">
            <a:solidFill>
              <a:srgbClr val="237F7B"/>
            </a:solidFill>
            <a:prstDash val="solid"/>
          </a:ln>
        </p:spPr>
      </p:sp>
      <p:sp>
        <p:nvSpPr>
          <p:cNvPr id="237" name="path-237">
            <a:extLst xmlns:a="http://schemas.openxmlformats.org/drawingml/2006/main">
              <a:ext uri="{FF2B5EF4-FFF2-40B4-BE49-F238E27FC236}">
                <a16:creationId xmlns:a16="http://schemas.microsoft.com/office/drawing/2014/main" id="{6158A472-AC3D-4104-AF8E-560A487E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9798" y="5765966"/>
            <a:ext cx="47582" cy="47584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3"/>
                  <a:pt x="37426" y="48228"/>
                  <a:pt x="24113" y="48228"/>
                </a:cubicBezTo>
                <a:cubicBezTo>
                  <a:pt x="10800" y="48228"/>
                  <a:pt x="0" y="37413"/>
                  <a:pt x="0" y="24114"/>
                </a:cubicBezTo>
                <a:cubicBezTo>
                  <a:pt x="0" y="10815"/>
                  <a:pt x="10800" y="0"/>
                  <a:pt x="24113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8">
            <a:extLst xmlns:a="http://schemas.openxmlformats.org/drawingml/2006/main">
              <a:ext uri="{FF2B5EF4-FFF2-40B4-BE49-F238E27FC236}">
                <a16:creationId xmlns:a16="http://schemas.microsoft.com/office/drawing/2014/main" id="{38B82B51-4FE0-4392-B936-D33C5C21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9798" y="5944510"/>
            <a:ext cx="47582" cy="47584"/>
          </a:xfrm>
          <a:custGeom xmlns:a="http://schemas.openxmlformats.org/drawingml/2006/main">
            <a:pathLst>
              <a:path w="48227" h="48228">
                <a:moveTo>
                  <a:pt x="48227" y="24114"/>
                </a:moveTo>
                <a:cubicBezTo>
                  <a:pt x="48227" y="37414"/>
                  <a:pt x="37426" y="48228"/>
                  <a:pt x="24113" y="48228"/>
                </a:cubicBezTo>
                <a:cubicBezTo>
                  <a:pt x="10800" y="48228"/>
                  <a:pt x="0" y="37414"/>
                  <a:pt x="0" y="24114"/>
                </a:cubicBezTo>
                <a:cubicBezTo>
                  <a:pt x="0" y="10815"/>
                  <a:pt x="10800" y="0"/>
                  <a:pt x="24113" y="0"/>
                </a:cubicBezTo>
                <a:cubicBezTo>
                  <a:pt x="37426" y="0"/>
                  <a:pt x="48227" y="10815"/>
                  <a:pt x="48227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9">
            <a:extLst xmlns:a="http://schemas.openxmlformats.org/drawingml/2006/main">
              <a:ext uri="{FF2B5EF4-FFF2-40B4-BE49-F238E27FC236}">
                <a16:creationId xmlns:a16="http://schemas.microsoft.com/office/drawing/2014/main" id="{3799969E-F8D5-494C-BD20-6AB358F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826" y="5724278"/>
            <a:ext cx="47584" cy="47653"/>
          </a:xfrm>
          <a:custGeom xmlns:a="http://schemas.openxmlformats.org/drawingml/2006/main">
            <a:pathLst>
              <a:path w="48228" h="48299">
                <a:moveTo>
                  <a:pt x="48228" y="24114"/>
                </a:moveTo>
                <a:cubicBezTo>
                  <a:pt x="48228" y="37484"/>
                  <a:pt x="37427" y="48299"/>
                  <a:pt x="24114" y="48299"/>
                </a:cubicBezTo>
                <a:cubicBezTo>
                  <a:pt x="10801" y="48299"/>
                  <a:pt x="0" y="3748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0">
            <a:extLst xmlns:a="http://schemas.openxmlformats.org/drawingml/2006/main">
              <a:ext uri="{FF2B5EF4-FFF2-40B4-BE49-F238E27FC236}">
                <a16:creationId xmlns:a16="http://schemas.microsoft.com/office/drawing/2014/main" id="{EB6B34DE-3689-418A-B1B7-643FA1C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826" y="5986129"/>
            <a:ext cx="47584" cy="47653"/>
          </a:xfrm>
          <a:custGeom xmlns:a="http://schemas.openxmlformats.org/drawingml/2006/main">
            <a:pathLst>
              <a:path w="48228" h="48298">
                <a:moveTo>
                  <a:pt x="48228" y="24184"/>
                </a:moveTo>
                <a:cubicBezTo>
                  <a:pt x="48228" y="37483"/>
                  <a:pt x="37427" y="48298"/>
                  <a:pt x="24114" y="48298"/>
                </a:cubicBezTo>
                <a:cubicBezTo>
                  <a:pt x="10801" y="48298"/>
                  <a:pt x="0" y="37483"/>
                  <a:pt x="0" y="2418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1">
            <a:extLst xmlns:a="http://schemas.openxmlformats.org/drawingml/2006/main">
              <a:ext uri="{FF2B5EF4-FFF2-40B4-BE49-F238E27FC236}">
                <a16:creationId xmlns:a16="http://schemas.microsoft.com/office/drawing/2014/main" id="{7623D403-5822-4C7C-AD62-6E3E593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7856" y="5855238"/>
            <a:ext cx="47584" cy="47584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27"/>
                  <a:pt x="37427" y="48228"/>
                  <a:pt x="24114" y="48228"/>
                </a:cubicBezTo>
                <a:cubicBezTo>
                  <a:pt x="10801" y="48228"/>
                  <a:pt x="0" y="37427"/>
                  <a:pt x="0" y="24114"/>
                </a:cubicBezTo>
                <a:cubicBezTo>
                  <a:pt x="0" y="10801"/>
                  <a:pt x="10801" y="0"/>
                  <a:pt x="24114" y="0"/>
                </a:cubicBezTo>
                <a:cubicBezTo>
                  <a:pt x="37427" y="0"/>
                  <a:pt x="48228" y="10801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2">
            <a:extLst xmlns:a="http://schemas.openxmlformats.org/drawingml/2006/main">
              <a:ext uri="{FF2B5EF4-FFF2-40B4-BE49-F238E27FC236}">
                <a16:creationId xmlns:a16="http://schemas.microsoft.com/office/drawing/2014/main" id="{07F00886-0836-4BDD-8F5B-06954217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630" y="5917539"/>
            <a:ext cx="196049" cy="196048"/>
          </a:xfrm>
          <a:custGeom xmlns:a="http://schemas.openxmlformats.org/drawingml/2006/main">
            <a:pathLst>
              <a:path w="198704" h="198703">
                <a:moveTo>
                  <a:pt x="198704" y="99352"/>
                </a:moveTo>
                <a:cubicBezTo>
                  <a:pt x="198704" y="154236"/>
                  <a:pt x="154236" y="198703"/>
                  <a:pt x="99352" y="198703"/>
                </a:cubicBezTo>
                <a:cubicBezTo>
                  <a:pt x="44468" y="198703"/>
                  <a:pt x="0" y="154236"/>
                  <a:pt x="0" y="99352"/>
                </a:cubicBezTo>
                <a:cubicBezTo>
                  <a:pt x="0" y="44467"/>
                  <a:pt x="44468" y="0"/>
                  <a:pt x="99352" y="0"/>
                </a:cubicBezTo>
                <a:cubicBezTo>
                  <a:pt x="154236" y="0"/>
                  <a:pt x="198704" y="44467"/>
                  <a:pt x="198704" y="99352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14003">
            <a:solidFill>
              <a:srgbClr val="FFFFFF"/>
            </a:solidFill>
            <a:prstDash val="solid"/>
          </a:ln>
        </p:spPr>
      </p:sp>
      <p:sp>
        <p:nvSpPr>
          <p:cNvPr id="243" name="path-243">
            <a:extLst xmlns:a="http://schemas.openxmlformats.org/drawingml/2006/main">
              <a:ext uri="{FF2B5EF4-FFF2-40B4-BE49-F238E27FC236}">
                <a16:creationId xmlns:a16="http://schemas.microsoft.com/office/drawing/2014/main" id="{37B380B7-B5C0-4757-B6DF-F065CB80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7644" y="5973553"/>
            <a:ext cx="84022" cy="84021"/>
          </a:xfrm>
          <a:custGeom xmlns:a="http://schemas.openxmlformats.org/drawingml/2006/main">
            <a:pathLst>
              <a:path w="85160" h="85158">
                <a:moveTo>
                  <a:pt x="0" y="0"/>
                </a:moveTo>
                <a:lnTo>
                  <a:pt x="85160" y="85158"/>
                </a:lnTo>
                <a:moveTo>
                  <a:pt x="85160" y="0"/>
                </a:moveTo>
                <a:lnTo>
                  <a:pt x="0" y="85158"/>
                </a:lnTo>
              </a:path>
            </a:pathLst>
          </a:custGeom>
          <a:noFill xmlns:a="http://schemas.openxmlformats.org/drawingml/2006/main"/>
          <a:ln xmlns:a="http://schemas.openxmlformats.org/drawingml/2006/main" w="23806">
            <a:solidFill>
              <a:srgbClr val="B65345"/>
            </a:solidFill>
            <a:prstDash val="solid"/>
          </a:ln>
        </p:spPr>
      </p:sp>
      <p:sp>
        <p:nvSpPr>
          <p:cNvPr id="244" name="path-244">
            <a:extLst xmlns:a="http://schemas.openxmlformats.org/drawingml/2006/main">
              <a:ext uri="{FF2B5EF4-FFF2-40B4-BE49-F238E27FC236}">
                <a16:creationId xmlns:a16="http://schemas.microsoft.com/office/drawing/2014/main" id="{3A80354A-2DF3-40B9-B5FD-21FA593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718" y="5748070"/>
            <a:ext cx="238059" cy="261920"/>
          </a:xfrm>
          <a:custGeom xmlns:a="http://schemas.openxmlformats.org/drawingml/2006/main">
            <a:pathLst>
              <a:path w="241283" h="265467">
                <a:moveTo>
                  <a:pt x="0" y="42253"/>
                </a:moveTo>
                <a:lnTo>
                  <a:pt x="120640" y="0"/>
                </a:lnTo>
                <a:lnTo>
                  <a:pt x="241283" y="132733"/>
                </a:lnTo>
                <a:lnTo>
                  <a:pt x="120640" y="265467"/>
                </a:lnTo>
                <a:lnTo>
                  <a:pt x="0" y="223214"/>
                </a:lnTo>
                <a:lnTo>
                  <a:pt x="120640" y="0"/>
                </a:lnTo>
                <a:moveTo>
                  <a:pt x="0" y="42253"/>
                </a:moveTo>
                <a:lnTo>
                  <a:pt x="120640" y="265467"/>
                </a:lnTo>
                <a:moveTo>
                  <a:pt x="120640" y="0"/>
                </a:moveTo>
                <a:lnTo>
                  <a:pt x="120640" y="265467"/>
                </a:lnTo>
              </a:path>
            </a:pathLst>
          </a:custGeom>
          <a:noFill xmlns:a="http://schemas.openxmlformats.org/drawingml/2006/main"/>
          <a:ln xmlns:a="http://schemas.openxmlformats.org/drawingml/2006/main" w="14879">
            <a:solidFill>
              <a:srgbClr val="237F7B"/>
            </a:solidFill>
            <a:prstDash val="solid"/>
          </a:ln>
        </p:spPr>
      </p:sp>
      <p:sp>
        <p:nvSpPr>
          <p:cNvPr id="245" name="path-245">
            <a:extLst xmlns:a="http://schemas.openxmlformats.org/drawingml/2006/main">
              <a:ext uri="{FF2B5EF4-FFF2-40B4-BE49-F238E27FC236}">
                <a16:creationId xmlns:a16="http://schemas.microsoft.com/office/drawing/2014/main" id="{46C9384C-3866-4D7F-B296-64899CA8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926" y="5765966"/>
            <a:ext cx="47584" cy="47584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13"/>
                  <a:pt x="37427" y="48228"/>
                  <a:pt x="24114" y="48228"/>
                </a:cubicBezTo>
                <a:cubicBezTo>
                  <a:pt x="10801" y="48228"/>
                  <a:pt x="0" y="37413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6">
            <a:extLst xmlns:a="http://schemas.openxmlformats.org/drawingml/2006/main">
              <a:ext uri="{FF2B5EF4-FFF2-40B4-BE49-F238E27FC236}">
                <a16:creationId xmlns:a16="http://schemas.microsoft.com/office/drawing/2014/main" id="{98902E6D-EB98-4CD7-AB47-69FDBA33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926" y="5944510"/>
            <a:ext cx="47584" cy="47584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14"/>
                  <a:pt x="37427" y="48228"/>
                  <a:pt x="24114" y="48228"/>
                </a:cubicBezTo>
                <a:cubicBezTo>
                  <a:pt x="10801" y="48228"/>
                  <a:pt x="0" y="37414"/>
                  <a:pt x="0" y="24114"/>
                </a:cubicBezTo>
                <a:cubicBezTo>
                  <a:pt x="0" y="10815"/>
                  <a:pt x="10801" y="0"/>
                  <a:pt x="24114" y="0"/>
                </a:cubicBezTo>
                <a:cubicBezTo>
                  <a:pt x="37427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7">
            <a:extLst xmlns:a="http://schemas.openxmlformats.org/drawingml/2006/main">
              <a:ext uri="{FF2B5EF4-FFF2-40B4-BE49-F238E27FC236}">
                <a16:creationId xmlns:a16="http://schemas.microsoft.com/office/drawing/2014/main" id="{CCEE1C39-3A54-45ED-83AD-B9C8807C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955" y="5724278"/>
            <a:ext cx="47584" cy="47653"/>
          </a:xfrm>
          <a:custGeom xmlns:a="http://schemas.openxmlformats.org/drawingml/2006/main">
            <a:pathLst>
              <a:path w="48228" h="48299">
                <a:moveTo>
                  <a:pt x="48228" y="24114"/>
                </a:moveTo>
                <a:cubicBezTo>
                  <a:pt x="48228" y="37484"/>
                  <a:pt x="37428" y="48299"/>
                  <a:pt x="24114" y="48299"/>
                </a:cubicBezTo>
                <a:cubicBezTo>
                  <a:pt x="10802" y="48299"/>
                  <a:pt x="0" y="37484"/>
                  <a:pt x="0" y="24114"/>
                </a:cubicBezTo>
                <a:cubicBezTo>
                  <a:pt x="0" y="10815"/>
                  <a:pt x="10802" y="0"/>
                  <a:pt x="24114" y="0"/>
                </a:cubicBezTo>
                <a:cubicBezTo>
                  <a:pt x="37428" y="0"/>
                  <a:pt x="48228" y="10815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8">
            <a:extLst xmlns:a="http://schemas.openxmlformats.org/drawingml/2006/main">
              <a:ext uri="{FF2B5EF4-FFF2-40B4-BE49-F238E27FC236}">
                <a16:creationId xmlns:a16="http://schemas.microsoft.com/office/drawing/2014/main" id="{EBC90AC9-61FF-4E63-BEFF-E032F24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955" y="5986129"/>
            <a:ext cx="47584" cy="47653"/>
          </a:xfrm>
          <a:custGeom xmlns:a="http://schemas.openxmlformats.org/drawingml/2006/main">
            <a:pathLst>
              <a:path w="48228" h="48298">
                <a:moveTo>
                  <a:pt x="48228" y="24184"/>
                </a:moveTo>
                <a:cubicBezTo>
                  <a:pt x="48228" y="37483"/>
                  <a:pt x="37428" y="48298"/>
                  <a:pt x="24114" y="48298"/>
                </a:cubicBezTo>
                <a:cubicBezTo>
                  <a:pt x="10802" y="48298"/>
                  <a:pt x="0" y="37483"/>
                  <a:pt x="0" y="24184"/>
                </a:cubicBezTo>
                <a:cubicBezTo>
                  <a:pt x="0" y="10815"/>
                  <a:pt x="10802" y="0"/>
                  <a:pt x="24114" y="0"/>
                </a:cubicBezTo>
                <a:cubicBezTo>
                  <a:pt x="37428" y="0"/>
                  <a:pt x="48228" y="10815"/>
                  <a:pt x="48228" y="2418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9">
            <a:extLst xmlns:a="http://schemas.openxmlformats.org/drawingml/2006/main">
              <a:ext uri="{FF2B5EF4-FFF2-40B4-BE49-F238E27FC236}">
                <a16:creationId xmlns:a16="http://schemas.microsoft.com/office/drawing/2014/main" id="{94DE2203-A363-46DE-8CAE-BEBC4082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985" y="5855238"/>
            <a:ext cx="47584" cy="47584"/>
          </a:xfrm>
          <a:custGeom xmlns:a="http://schemas.openxmlformats.org/drawingml/2006/main">
            <a:pathLst>
              <a:path w="48228" h="48228">
                <a:moveTo>
                  <a:pt x="48228" y="24114"/>
                </a:moveTo>
                <a:cubicBezTo>
                  <a:pt x="48228" y="37427"/>
                  <a:pt x="37426" y="48228"/>
                  <a:pt x="24114" y="48228"/>
                </a:cubicBezTo>
                <a:cubicBezTo>
                  <a:pt x="10800" y="48228"/>
                  <a:pt x="0" y="37427"/>
                  <a:pt x="0" y="24114"/>
                </a:cubicBezTo>
                <a:cubicBezTo>
                  <a:pt x="0" y="10801"/>
                  <a:pt x="10800" y="0"/>
                  <a:pt x="24114" y="0"/>
                </a:cubicBezTo>
                <a:cubicBezTo>
                  <a:pt x="37426" y="0"/>
                  <a:pt x="48228" y="10801"/>
                  <a:pt x="48228" y="24114"/>
                </a:cubicBezTo>
              </a:path>
            </a:pathLst>
          </a:custGeom>
          <a:solidFill xmlns:a="http://schemas.openxmlformats.org/drawingml/2006/main">
            <a:srgbClr val="23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0">
            <a:extLst xmlns:a="http://schemas.openxmlformats.org/drawingml/2006/main">
              <a:ext uri="{FF2B5EF4-FFF2-40B4-BE49-F238E27FC236}">
                <a16:creationId xmlns:a16="http://schemas.microsoft.com/office/drawing/2014/main" id="{C7FEF691-6C2B-42D3-84ED-9A7D952C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6759" y="5917539"/>
            <a:ext cx="196047" cy="196048"/>
          </a:xfrm>
          <a:custGeom xmlns:a="http://schemas.openxmlformats.org/drawingml/2006/main">
            <a:pathLst>
              <a:path w="198702" h="198703">
                <a:moveTo>
                  <a:pt x="198702" y="99352"/>
                </a:moveTo>
                <a:cubicBezTo>
                  <a:pt x="198702" y="154236"/>
                  <a:pt x="154236" y="198703"/>
                  <a:pt x="99353" y="198703"/>
                </a:cubicBezTo>
                <a:cubicBezTo>
                  <a:pt x="44468" y="198703"/>
                  <a:pt x="0" y="154236"/>
                  <a:pt x="0" y="99352"/>
                </a:cubicBezTo>
                <a:cubicBezTo>
                  <a:pt x="0" y="44467"/>
                  <a:pt x="44468" y="0"/>
                  <a:pt x="99353" y="0"/>
                </a:cubicBezTo>
                <a:cubicBezTo>
                  <a:pt x="154236" y="0"/>
                  <a:pt x="198702" y="44467"/>
                  <a:pt x="198702" y="99352"/>
                </a:cubicBezTo>
              </a:path>
            </a:pathLst>
          </a:custGeom>
          <a:solidFill xmlns:a="http://schemas.openxmlformats.org/drawingml/2006/main">
            <a:srgbClr val="E6F1EB"/>
          </a:solidFill>
          <a:ln xmlns:a="http://schemas.openxmlformats.org/drawingml/2006/main" w="14003">
            <a:solidFill>
              <a:srgbClr val="FFFFFF"/>
            </a:solidFill>
            <a:prstDash val="solid"/>
          </a:ln>
        </p:spPr>
      </p:sp>
      <p:sp>
        <p:nvSpPr>
          <p:cNvPr id="251" name="path-251">
            <a:extLst xmlns:a="http://schemas.openxmlformats.org/drawingml/2006/main">
              <a:ext uri="{FF2B5EF4-FFF2-40B4-BE49-F238E27FC236}">
                <a16:creationId xmlns:a16="http://schemas.microsoft.com/office/drawing/2014/main" id="{35EACAA7-838F-47C1-842E-60EA297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772" y="5980555"/>
            <a:ext cx="98023" cy="70017"/>
          </a:xfrm>
          <a:custGeom xmlns:a="http://schemas.openxmlformats.org/drawingml/2006/main">
            <a:pathLst>
              <a:path w="99351" h="70965">
                <a:moveTo>
                  <a:pt x="0" y="35483"/>
                </a:moveTo>
                <a:lnTo>
                  <a:pt x="35481" y="70965"/>
                </a:lnTo>
                <a:lnTo>
                  <a:pt x="99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06">
            <a:solidFill>
              <a:srgbClr val="32724F"/>
            </a:solidFill>
            <a:prstDash val="solid"/>
          </a:ln>
        </p:spPr>
      </p:sp>
      <p:sp>
        <p:nvSpPr>
          <p:cNvPr id="252" name="path-252">
            <a:extLst xmlns:a="http://schemas.openxmlformats.org/drawingml/2006/main">
              <a:ext uri="{FF2B5EF4-FFF2-40B4-BE49-F238E27FC236}">
                <a16:creationId xmlns:a16="http://schemas.microsoft.com/office/drawing/2014/main" id="{6501F7E9-EB5E-4F39-B5FF-6C5D2B6E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402" y="6183605"/>
            <a:ext cx="1680413" cy="115528"/>
          </a:xfrm>
          <a:custGeom xmlns:a="http://schemas.openxmlformats.org/drawingml/2006/main">
            <a:pathLst>
              <a:path w="1703168" h="117092">
                <a:moveTo>
                  <a:pt x="53224" y="0"/>
                </a:moveTo>
                <a:lnTo>
                  <a:pt x="1649945" y="0"/>
                </a:lnTo>
                <a:cubicBezTo>
                  <a:pt x="1679437" y="0"/>
                  <a:pt x="1703168" y="23731"/>
                  <a:pt x="1703168" y="53224"/>
                </a:cubicBezTo>
                <a:lnTo>
                  <a:pt x="1703168" y="63869"/>
                </a:lnTo>
                <a:cubicBezTo>
                  <a:pt x="1703168" y="93362"/>
                  <a:pt x="1679437" y="117092"/>
                  <a:pt x="1649945" y="117092"/>
                </a:cubicBezTo>
                <a:lnTo>
                  <a:pt x="53224" y="117092"/>
                </a:lnTo>
                <a:cubicBezTo>
                  <a:pt x="23731" y="117092"/>
                  <a:pt x="0" y="93362"/>
                  <a:pt x="0" y="63869"/>
                </a:cubicBezTo>
                <a:lnTo>
                  <a:pt x="0" y="53224"/>
                </a:lnTo>
                <a:cubicBezTo>
                  <a:pt x="0" y="23731"/>
                  <a:pt x="23731" y="0"/>
                  <a:pt x="53224" y="0"/>
                </a:cubicBezTo>
              </a:path>
            </a:pathLst>
          </a:custGeom>
          <a:solidFill xmlns:a="http://schemas.openxmlformats.org/drawingml/2006/main">
            <a:srgbClr val="D6C9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3">
            <a:extLst xmlns:a="http://schemas.openxmlformats.org/drawingml/2006/main">
              <a:ext uri="{FF2B5EF4-FFF2-40B4-BE49-F238E27FC236}">
                <a16:creationId xmlns:a16="http://schemas.microsoft.com/office/drawing/2014/main" id="{27A477A8-A929-4264-B32C-A21FC76D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504" y="6183605"/>
            <a:ext cx="840207" cy="115528"/>
          </a:xfrm>
          <a:custGeom xmlns:a="http://schemas.openxmlformats.org/drawingml/2006/main">
            <a:pathLst>
              <a:path w="851585" h="117092">
                <a:moveTo>
                  <a:pt x="0" y="0"/>
                </a:moveTo>
                <a:lnTo>
                  <a:pt x="0" y="117092"/>
                </a:lnTo>
                <a:lnTo>
                  <a:pt x="851585" y="117092"/>
                </a:lnTo>
                <a:lnTo>
                  <a:pt x="851585" y="0"/>
                </a:lnTo>
                <a:close/>
              </a:path>
            </a:pathLst>
          </a:custGeom>
          <a:solidFill xmlns:a="http://schemas.openxmlformats.org/drawingml/2006/main">
            <a:srgbClr val="A7C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4">
            <a:extLst xmlns:a="http://schemas.openxmlformats.org/drawingml/2006/main">
              <a:ext uri="{FF2B5EF4-FFF2-40B4-BE49-F238E27FC236}">
                <a16:creationId xmlns:a16="http://schemas.microsoft.com/office/drawing/2014/main" id="{D54A7825-B29A-4CD1-9EEB-C6D7A22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608" y="6120589"/>
            <a:ext cx="191" cy="231057"/>
          </a:xfrm>
          <a:custGeom xmlns:a="http://schemas.openxmlformats.org/drawingml/2006/main">
            <a:pathLst>
              <a:path w="191" h="234186">
                <a:moveTo>
                  <a:pt x="0" y="0"/>
                </a:moveTo>
                <a:lnTo>
                  <a:pt x="0" y="234186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32724F"/>
            </a:solidFill>
            <a:prstDash val="solid"/>
          </a:ln>
        </p:spPr>
      </p:sp>
      <p:sp>
        <p:nvSpPr>
          <p:cNvPr id="255" name="path-255">
            <a:extLst xmlns:a="http://schemas.openxmlformats.org/drawingml/2006/main">
              <a:ext uri="{FF2B5EF4-FFF2-40B4-BE49-F238E27FC236}">
                <a16:creationId xmlns:a16="http://schemas.microsoft.com/office/drawing/2014/main" id="{979AD90C-9000-4976-9640-E79F8461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608" y="6792754"/>
            <a:ext cx="191" cy="325580"/>
          </a:xfrm>
          <a:custGeom xmlns:a="http://schemas.openxmlformats.org/drawingml/2006/main">
            <a:pathLst>
              <a:path w="191" h="329989">
                <a:moveTo>
                  <a:pt x="0" y="0"/>
                </a:moveTo>
                <a:lnTo>
                  <a:pt x="0" y="329989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256" name="path-256">
            <a:extLst xmlns:a="http://schemas.openxmlformats.org/drawingml/2006/main">
              <a:ext uri="{FF2B5EF4-FFF2-40B4-BE49-F238E27FC236}">
                <a16:creationId xmlns:a16="http://schemas.microsoft.com/office/drawing/2014/main" id="{A6D488E9-5BA9-4406-9ADF-3A9FD2B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084" y="6948220"/>
            <a:ext cx="189047" cy="189047"/>
          </a:xfrm>
          <a:custGeom xmlns:a="http://schemas.openxmlformats.org/drawingml/2006/main">
            <a:pathLst>
              <a:path w="191607" h="191607">
                <a:moveTo>
                  <a:pt x="191607" y="0"/>
                </a:moveTo>
                <a:lnTo>
                  <a:pt x="95804" y="191607"/>
                </a:lnTo>
                <a:lnTo>
                  <a:pt x="0" y="0"/>
                </a:lnTo>
                <a:lnTo>
                  <a:pt x="191607" y="0"/>
                </a:lnTo>
              </a:path>
            </a:pathLst>
          </a:custGeom>
          <a:solidFill xmlns:a="http://schemas.openxmlformats.org/drawingml/2006/main">
            <a:srgbClr val="806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7">
            <a:extLst xmlns:a="http://schemas.openxmlformats.org/drawingml/2006/main">
              <a:ext uri="{FF2B5EF4-FFF2-40B4-BE49-F238E27FC236}">
                <a16:creationId xmlns:a16="http://schemas.microsoft.com/office/drawing/2014/main" id="{04AE7F4F-8748-4380-93FE-BDF97877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402" y="7181350"/>
            <a:ext cx="378093" cy="378093"/>
          </a:xfrm>
          <a:custGeom xmlns:a="http://schemas.openxmlformats.org/drawingml/2006/main">
            <a:pathLst>
              <a:path w="383213" h="383213">
                <a:moveTo>
                  <a:pt x="63869" y="0"/>
                </a:moveTo>
                <a:lnTo>
                  <a:pt x="319344" y="0"/>
                </a:lnTo>
                <a:cubicBezTo>
                  <a:pt x="354712" y="0"/>
                  <a:pt x="383213" y="28499"/>
                  <a:pt x="383213" y="63868"/>
                </a:cubicBezTo>
                <a:lnTo>
                  <a:pt x="383213" y="319344"/>
                </a:lnTo>
                <a:cubicBezTo>
                  <a:pt x="383213" y="354713"/>
                  <a:pt x="354712" y="383213"/>
                  <a:pt x="319344" y="383213"/>
                </a:cubicBezTo>
                <a:lnTo>
                  <a:pt x="63869" y="383213"/>
                </a:lnTo>
                <a:cubicBezTo>
                  <a:pt x="28501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DDEEE9"/>
          </a:solidFill>
          <a:ln xmlns:a="http://schemas.openxmlformats.org/drawingml/2006/main" w="18905">
            <a:solidFill>
              <a:srgbClr val="237F7B"/>
            </a:solidFill>
            <a:prstDash val="solid"/>
          </a:ln>
        </p:spPr>
      </p:sp>
      <p:sp>
        <p:nvSpPr>
          <p:cNvPr id="258" name="path-258">
            <a:extLst xmlns:a="http://schemas.openxmlformats.org/drawingml/2006/main">
              <a:ext uri="{FF2B5EF4-FFF2-40B4-BE49-F238E27FC236}">
                <a16:creationId xmlns:a16="http://schemas.microsoft.com/office/drawing/2014/main" id="{3A90FAAC-5E05-4188-9B69-203B57D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8426" y="7253117"/>
            <a:ext cx="182044" cy="203050"/>
          </a:xfrm>
          <a:custGeom xmlns:a="http://schemas.openxmlformats.org/drawingml/2006/main">
            <a:pathLst>
              <a:path w="184509" h="205800">
                <a:moveTo>
                  <a:pt x="92254" y="0"/>
                </a:moveTo>
                <a:lnTo>
                  <a:pt x="184509" y="49676"/>
                </a:lnTo>
                <a:lnTo>
                  <a:pt x="184509" y="156124"/>
                </a:lnTo>
                <a:lnTo>
                  <a:pt x="92254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237F7B"/>
            </a:solidFill>
            <a:prstDash val="solid"/>
          </a:ln>
        </p:spPr>
      </p:sp>
      <p:sp>
        <p:nvSpPr>
          <p:cNvPr id="259" name="path-259">
            <a:extLst xmlns:a="http://schemas.openxmlformats.org/drawingml/2006/main">
              <a:ext uri="{FF2B5EF4-FFF2-40B4-BE49-F238E27FC236}">
                <a16:creationId xmlns:a16="http://schemas.microsoft.com/office/drawing/2014/main" id="{6EA4A134-F321-49E2-A584-0806A71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8426" y="7302130"/>
            <a:ext cx="182044" cy="154038"/>
          </a:xfrm>
          <a:custGeom xmlns:a="http://schemas.openxmlformats.org/drawingml/2006/main">
            <a:pathLst>
              <a:path w="184509" h="156124">
                <a:moveTo>
                  <a:pt x="0" y="0"/>
                </a:moveTo>
                <a:lnTo>
                  <a:pt x="92254" y="49675"/>
                </a:lnTo>
                <a:lnTo>
                  <a:pt x="184509" y="0"/>
                </a:lnTo>
                <a:moveTo>
                  <a:pt x="92254" y="49675"/>
                </a:moveTo>
                <a:lnTo>
                  <a:pt x="92254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237F7B"/>
            </a:solidFill>
            <a:prstDash val="solid"/>
          </a:ln>
        </p:spPr>
      </p:sp>
      <p:sp>
        <p:nvSpPr>
          <p:cNvPr id="260" name="path-260">
            <a:extLst xmlns:a="http://schemas.openxmlformats.org/drawingml/2006/main">
              <a:ext uri="{FF2B5EF4-FFF2-40B4-BE49-F238E27FC236}">
                <a16:creationId xmlns:a16="http://schemas.microsoft.com/office/drawing/2014/main" id="{B4804A8C-400B-4980-A020-FDC5A8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510" y="7181350"/>
            <a:ext cx="378092" cy="378093"/>
          </a:xfrm>
          <a:custGeom xmlns:a="http://schemas.openxmlformats.org/drawingml/2006/main">
            <a:pathLst>
              <a:path w="383212" h="383213">
                <a:moveTo>
                  <a:pt x="63868" y="0"/>
                </a:moveTo>
                <a:lnTo>
                  <a:pt x="319344" y="0"/>
                </a:lnTo>
                <a:cubicBezTo>
                  <a:pt x="354712" y="0"/>
                  <a:pt x="383212" y="28499"/>
                  <a:pt x="383212" y="63868"/>
                </a:cubicBezTo>
                <a:lnTo>
                  <a:pt x="383212" y="319344"/>
                </a:lnTo>
                <a:cubicBezTo>
                  <a:pt x="383212" y="354713"/>
                  <a:pt x="354712" y="383213"/>
                  <a:pt x="319344" y="383213"/>
                </a:cubicBezTo>
                <a:lnTo>
                  <a:pt x="63868" y="383213"/>
                </a:lnTo>
                <a:cubicBezTo>
                  <a:pt x="28500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0" y="0"/>
                  <a:pt x="6386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05">
            <a:solidFill>
              <a:srgbClr val="B6D0CC"/>
            </a:solidFill>
            <a:prstDash val="solid"/>
          </a:ln>
        </p:spPr>
      </p:sp>
      <p:sp>
        <p:nvSpPr>
          <p:cNvPr id="261" name="path-261">
            <a:extLst xmlns:a="http://schemas.openxmlformats.org/drawingml/2006/main">
              <a:ext uri="{FF2B5EF4-FFF2-40B4-BE49-F238E27FC236}">
                <a16:creationId xmlns:a16="http://schemas.microsoft.com/office/drawing/2014/main" id="{4E920B6B-AF8E-4947-AC91-94D50B3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9534" y="7253117"/>
            <a:ext cx="182045" cy="203050"/>
          </a:xfrm>
          <a:custGeom xmlns:a="http://schemas.openxmlformats.org/drawingml/2006/main">
            <a:pathLst>
              <a:path w="184510" h="205800">
                <a:moveTo>
                  <a:pt x="92255" y="0"/>
                </a:moveTo>
                <a:lnTo>
                  <a:pt x="184510" y="49676"/>
                </a:lnTo>
                <a:lnTo>
                  <a:pt x="184510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2" name="path-262">
            <a:extLst xmlns:a="http://schemas.openxmlformats.org/drawingml/2006/main">
              <a:ext uri="{FF2B5EF4-FFF2-40B4-BE49-F238E27FC236}">
                <a16:creationId xmlns:a16="http://schemas.microsoft.com/office/drawing/2014/main" id="{71F35642-ACED-40EB-8BE2-36A986B9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9534" y="7302130"/>
            <a:ext cx="182045" cy="154038"/>
          </a:xfrm>
          <a:custGeom xmlns:a="http://schemas.openxmlformats.org/drawingml/2006/main">
            <a:pathLst>
              <a:path w="184510" h="156124">
                <a:moveTo>
                  <a:pt x="0" y="0"/>
                </a:moveTo>
                <a:lnTo>
                  <a:pt x="92255" y="49675"/>
                </a:lnTo>
                <a:lnTo>
                  <a:pt x="184510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3" name="path-263">
            <a:extLst xmlns:a="http://schemas.openxmlformats.org/drawingml/2006/main">
              <a:ext uri="{FF2B5EF4-FFF2-40B4-BE49-F238E27FC236}">
                <a16:creationId xmlns:a16="http://schemas.microsoft.com/office/drawing/2014/main" id="{E47C29C2-A9ED-4179-9218-C3323F9E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2618" y="7181350"/>
            <a:ext cx="378093" cy="378093"/>
          </a:xfrm>
          <a:custGeom xmlns:a="http://schemas.openxmlformats.org/drawingml/2006/main">
            <a:pathLst>
              <a:path w="383213" h="383213">
                <a:moveTo>
                  <a:pt x="63869" y="0"/>
                </a:moveTo>
                <a:lnTo>
                  <a:pt x="319344" y="0"/>
                </a:lnTo>
                <a:cubicBezTo>
                  <a:pt x="354712" y="0"/>
                  <a:pt x="383213" y="28499"/>
                  <a:pt x="383213" y="63868"/>
                </a:cubicBezTo>
                <a:lnTo>
                  <a:pt x="383213" y="319344"/>
                </a:lnTo>
                <a:cubicBezTo>
                  <a:pt x="383213" y="354713"/>
                  <a:pt x="354712" y="383213"/>
                  <a:pt x="319344" y="383213"/>
                </a:cubicBezTo>
                <a:lnTo>
                  <a:pt x="63869" y="383213"/>
                </a:lnTo>
                <a:cubicBezTo>
                  <a:pt x="28501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05">
            <a:solidFill>
              <a:srgbClr val="B6D0CC"/>
            </a:solidFill>
            <a:prstDash val="solid"/>
          </a:ln>
        </p:spPr>
      </p:sp>
      <p:sp>
        <p:nvSpPr>
          <p:cNvPr id="264" name="path-264">
            <a:extLst xmlns:a="http://schemas.openxmlformats.org/drawingml/2006/main">
              <a:ext uri="{FF2B5EF4-FFF2-40B4-BE49-F238E27FC236}">
                <a16:creationId xmlns:a16="http://schemas.microsoft.com/office/drawing/2014/main" id="{D20EAF0A-C813-489E-879A-FF72467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0643" y="7253117"/>
            <a:ext cx="182044" cy="203050"/>
          </a:xfrm>
          <a:custGeom xmlns:a="http://schemas.openxmlformats.org/drawingml/2006/main">
            <a:pathLst>
              <a:path w="184509" h="205800">
                <a:moveTo>
                  <a:pt x="92255" y="0"/>
                </a:moveTo>
                <a:lnTo>
                  <a:pt x="184509" y="49676"/>
                </a:lnTo>
                <a:lnTo>
                  <a:pt x="184509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5" name="path-265">
            <a:extLst xmlns:a="http://schemas.openxmlformats.org/drawingml/2006/main">
              <a:ext uri="{FF2B5EF4-FFF2-40B4-BE49-F238E27FC236}">
                <a16:creationId xmlns:a16="http://schemas.microsoft.com/office/drawing/2014/main" id="{BEA187F6-0C2E-4EAA-8DF6-FDBF06B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0643" y="7302130"/>
            <a:ext cx="182044" cy="154038"/>
          </a:xfrm>
          <a:custGeom xmlns:a="http://schemas.openxmlformats.org/drawingml/2006/main">
            <a:pathLst>
              <a:path w="184509" h="156124">
                <a:moveTo>
                  <a:pt x="0" y="0"/>
                </a:moveTo>
                <a:lnTo>
                  <a:pt x="92255" y="49675"/>
                </a:lnTo>
                <a:lnTo>
                  <a:pt x="184509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1B11D8BE-34D5-48D9-BEDF-E3E2E6B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3727" y="7181350"/>
            <a:ext cx="378092" cy="378093"/>
          </a:xfrm>
          <a:custGeom xmlns:a="http://schemas.openxmlformats.org/drawingml/2006/main">
            <a:pathLst>
              <a:path w="383212" h="383213">
                <a:moveTo>
                  <a:pt x="63868" y="0"/>
                </a:moveTo>
                <a:lnTo>
                  <a:pt x="319344" y="0"/>
                </a:lnTo>
                <a:cubicBezTo>
                  <a:pt x="354713" y="0"/>
                  <a:pt x="383212" y="28499"/>
                  <a:pt x="383212" y="63868"/>
                </a:cubicBezTo>
                <a:lnTo>
                  <a:pt x="383212" y="319344"/>
                </a:lnTo>
                <a:cubicBezTo>
                  <a:pt x="383212" y="354713"/>
                  <a:pt x="354713" y="383213"/>
                  <a:pt x="319344" y="383213"/>
                </a:cubicBezTo>
                <a:lnTo>
                  <a:pt x="63868" y="383213"/>
                </a:lnTo>
                <a:cubicBezTo>
                  <a:pt x="28499" y="383213"/>
                  <a:pt x="0" y="354713"/>
                  <a:pt x="0" y="319344"/>
                </a:cubicBezTo>
                <a:lnTo>
                  <a:pt x="0" y="63868"/>
                </a:lnTo>
                <a:cubicBezTo>
                  <a:pt x="0" y="28499"/>
                  <a:pt x="28499" y="0"/>
                  <a:pt x="6386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05">
            <a:solidFill>
              <a:srgbClr val="B6D0CC"/>
            </a:solidFill>
            <a:prstDash val="solid"/>
          </a:ln>
        </p:spPr>
      </p:sp>
      <p:sp>
        <p:nvSpPr>
          <p:cNvPr id="267" name="path-267">
            <a:extLst xmlns:a="http://schemas.openxmlformats.org/drawingml/2006/main">
              <a:ext uri="{FF2B5EF4-FFF2-40B4-BE49-F238E27FC236}">
                <a16:creationId xmlns:a16="http://schemas.microsoft.com/office/drawing/2014/main" id="{7D743626-5489-4E72-A95F-9438512C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1750" y="7253117"/>
            <a:ext cx="182045" cy="203050"/>
          </a:xfrm>
          <a:custGeom xmlns:a="http://schemas.openxmlformats.org/drawingml/2006/main">
            <a:pathLst>
              <a:path w="184510" h="205800">
                <a:moveTo>
                  <a:pt x="92255" y="0"/>
                </a:moveTo>
                <a:lnTo>
                  <a:pt x="184510" y="49676"/>
                </a:lnTo>
                <a:lnTo>
                  <a:pt x="184510" y="156124"/>
                </a:lnTo>
                <a:lnTo>
                  <a:pt x="92255" y="205800"/>
                </a:lnTo>
                <a:lnTo>
                  <a:pt x="0" y="156124"/>
                </a:lnTo>
                <a:lnTo>
                  <a:pt x="0" y="49676"/>
                </a:lnTo>
                <a:lnTo>
                  <a:pt x="92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F8238933-62A6-4999-9D5B-A851818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1750" y="7302130"/>
            <a:ext cx="182045" cy="154038"/>
          </a:xfrm>
          <a:custGeom xmlns:a="http://schemas.openxmlformats.org/drawingml/2006/main">
            <a:pathLst>
              <a:path w="184510" h="156124">
                <a:moveTo>
                  <a:pt x="0" y="0"/>
                </a:moveTo>
                <a:lnTo>
                  <a:pt x="92255" y="49675"/>
                </a:lnTo>
                <a:lnTo>
                  <a:pt x="184510" y="0"/>
                </a:lnTo>
                <a:moveTo>
                  <a:pt x="92255" y="49675"/>
                </a:moveTo>
                <a:lnTo>
                  <a:pt x="92255" y="156124"/>
                </a:lnTo>
              </a:path>
            </a:pathLst>
          </a:custGeom>
          <a:noFill xmlns:a="http://schemas.openxmlformats.org/drawingml/2006/main"/>
          <a:ln xmlns:a="http://schemas.openxmlformats.org/drawingml/2006/main" w="16804">
            <a:solidFill>
              <a:srgbClr val="78AAA4"/>
            </a:solidFill>
            <a:prstDash val="solid"/>
          </a:ln>
        </p:spPr>
      </p:sp>
      <p:sp>
        <p:nvSpPr>
          <p:cNvPr id="269" name="path-269">
            <a:extLst xmlns:a="http://schemas.openxmlformats.org/drawingml/2006/main">
              <a:ext uri="{FF2B5EF4-FFF2-40B4-BE49-F238E27FC236}">
                <a16:creationId xmlns:a16="http://schemas.microsoft.com/office/drawing/2014/main" id="{14BDA413-218C-449F-BFF4-3882FB65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847" y="7969043"/>
            <a:ext cx="315077" cy="315077"/>
          </a:xfrm>
          <a:custGeom xmlns:a="http://schemas.openxmlformats.org/drawingml/2006/main">
            <a:pathLst>
              <a:path w="319344" h="319343">
                <a:moveTo>
                  <a:pt x="319344" y="159671"/>
                </a:moveTo>
                <a:cubicBezTo>
                  <a:pt x="319344" y="247882"/>
                  <a:pt x="247882" y="319343"/>
                  <a:pt x="159672" y="319343"/>
                </a:cubicBezTo>
                <a:cubicBezTo>
                  <a:pt x="71463" y="319343"/>
                  <a:pt x="0" y="247882"/>
                  <a:pt x="0" y="159671"/>
                </a:cubicBezTo>
                <a:cubicBezTo>
                  <a:pt x="0" y="71462"/>
                  <a:pt x="71463" y="0"/>
                  <a:pt x="159672" y="0"/>
                </a:cubicBezTo>
                <a:cubicBezTo>
                  <a:pt x="247882" y="0"/>
                  <a:pt x="319344" y="71462"/>
                  <a:pt x="319344" y="159671"/>
                </a:cubicBezTo>
              </a:path>
            </a:pathLst>
          </a:custGeom>
          <a:solidFill xmlns:a="http://schemas.openxmlformats.org/drawingml/2006/main">
            <a:srgbClr val="EEE6F5"/>
          </a:solidFill>
          <a:ln xmlns:a="http://schemas.openxmlformats.org/drawingml/2006/main" w="21005">
            <a:solidFill>
              <a:srgbClr val="8062A5"/>
            </a:solidFill>
            <a:prstDash val="solid"/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2294A423-9AF3-413F-BD9E-7FCCEC6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3365" y="8053064"/>
            <a:ext cx="178544" cy="136533"/>
          </a:xfrm>
          <a:custGeom xmlns:a="http://schemas.openxmlformats.org/drawingml/2006/main">
            <a:pathLst>
              <a:path w="180961" h="138382">
                <a:moveTo>
                  <a:pt x="0" y="74513"/>
                </a:moveTo>
                <a:lnTo>
                  <a:pt x="53224" y="138382"/>
                </a:lnTo>
                <a:lnTo>
                  <a:pt x="1809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508">
            <a:solidFill>
              <a:srgbClr val="8062A5"/>
            </a:solidFill>
            <a:prstDash val="solid"/>
          </a:ln>
        </p:spPr>
      </p:sp>
      <p:sp>
        <p:nvSpPr>
          <p:cNvPr id="271" name="path-271">
            <a:extLst xmlns:a="http://schemas.openxmlformats.org/drawingml/2006/main">
              <a:ext uri="{FF2B5EF4-FFF2-40B4-BE49-F238E27FC236}">
                <a16:creationId xmlns:a16="http://schemas.microsoft.com/office/drawing/2014/main" id="{D3B20493-9E5D-4DF4-ABB1-AEB8573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5532" y="8087302"/>
            <a:ext cx="111425" cy="133803"/>
          </a:xfrm>
          <a:custGeom xmlns:a="http://schemas.openxmlformats.org/drawingml/2006/main">
            <a:pathLst>
              <a:path w="112934" h="135615">
                <a:moveTo>
                  <a:pt x="27719" y="3165"/>
                </a:moveTo>
                <a:lnTo>
                  <a:pt x="61157" y="3165"/>
                </a:lnTo>
                <a:lnTo>
                  <a:pt x="55779" y="28840"/>
                </a:lnTo>
                <a:cubicBezTo>
                  <a:pt x="68254" y="9651"/>
                  <a:pt x="81780" y="0"/>
                  <a:pt x="96300" y="0"/>
                </a:cubicBezTo>
                <a:cubicBezTo>
                  <a:pt x="101508" y="0"/>
                  <a:pt x="107000" y="1334"/>
                  <a:pt x="112934" y="3889"/>
                </a:cubicBezTo>
                <a:lnTo>
                  <a:pt x="99181" y="33212"/>
                </a:lnTo>
                <a:cubicBezTo>
                  <a:pt x="95973" y="32048"/>
                  <a:pt x="92482" y="31438"/>
                  <a:pt x="88876" y="31438"/>
                </a:cubicBezTo>
                <a:cubicBezTo>
                  <a:pt x="82716" y="31438"/>
                  <a:pt x="76402" y="33765"/>
                  <a:pt x="70027" y="38421"/>
                </a:cubicBezTo>
                <a:cubicBezTo>
                  <a:pt x="63698" y="43076"/>
                  <a:pt x="58716" y="49350"/>
                  <a:pt x="55167" y="57170"/>
                </a:cubicBezTo>
                <a:cubicBezTo>
                  <a:pt x="51564" y="64877"/>
                  <a:pt x="48070" y="77182"/>
                  <a:pt x="44580" y="94086"/>
                </a:cubicBezTo>
                <a:lnTo>
                  <a:pt x="35823" y="135615"/>
                </a:lnTo>
                <a:lnTo>
                  <a:pt x="0" y="135615"/>
                </a:lnTo>
                <a:lnTo>
                  <a:pt x="27719" y="316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00E5A54D-0586-4E27-81A6-672C35EC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2351" y="8174334"/>
            <a:ext cx="111161" cy="120289"/>
          </a:xfrm>
          <a:custGeom xmlns:a="http://schemas.openxmlformats.org/drawingml/2006/main">
            <a:pathLst>
              <a:path w="112666" h="121918">
                <a:moveTo>
                  <a:pt x="25122" y="121918"/>
                </a:moveTo>
                <a:lnTo>
                  <a:pt x="0" y="121918"/>
                </a:lnTo>
                <a:lnTo>
                  <a:pt x="25505" y="0"/>
                </a:lnTo>
                <a:lnTo>
                  <a:pt x="75067" y="0"/>
                </a:lnTo>
                <a:cubicBezTo>
                  <a:pt x="83882" y="0"/>
                  <a:pt x="90879" y="1050"/>
                  <a:pt x="95975" y="3165"/>
                </a:cubicBezTo>
                <a:cubicBezTo>
                  <a:pt x="101125" y="5209"/>
                  <a:pt x="105171" y="8658"/>
                  <a:pt x="108166" y="13469"/>
                </a:cubicBezTo>
                <a:cubicBezTo>
                  <a:pt x="111161" y="18238"/>
                  <a:pt x="112666" y="23958"/>
                  <a:pt x="112666" y="30600"/>
                </a:cubicBezTo>
                <a:cubicBezTo>
                  <a:pt x="112666" y="36760"/>
                  <a:pt x="111502" y="42749"/>
                  <a:pt x="109117" y="48569"/>
                </a:cubicBezTo>
                <a:cubicBezTo>
                  <a:pt x="106732" y="54388"/>
                  <a:pt x="103795" y="59043"/>
                  <a:pt x="100303" y="62535"/>
                </a:cubicBezTo>
                <a:cubicBezTo>
                  <a:pt x="96854" y="66026"/>
                  <a:pt x="93150" y="68694"/>
                  <a:pt x="89147" y="70525"/>
                </a:cubicBezTo>
                <a:cubicBezTo>
                  <a:pt x="85158" y="72300"/>
                  <a:pt x="79780" y="73634"/>
                  <a:pt x="73024" y="74627"/>
                </a:cubicBezTo>
                <a:cubicBezTo>
                  <a:pt x="69079" y="75124"/>
                  <a:pt x="61712" y="75408"/>
                  <a:pt x="50898" y="75408"/>
                </a:cubicBezTo>
                <a:lnTo>
                  <a:pt x="34816" y="75408"/>
                </a:lnTo>
                <a:lnTo>
                  <a:pt x="25122" y="121918"/>
                </a:lnTo>
                <a:moveTo>
                  <a:pt x="38975" y="55225"/>
                </a:moveTo>
                <a:lnTo>
                  <a:pt x="46739" y="55225"/>
                </a:lnTo>
                <a:cubicBezTo>
                  <a:pt x="59994" y="55225"/>
                  <a:pt x="68809" y="54388"/>
                  <a:pt x="73237" y="52727"/>
                </a:cubicBezTo>
                <a:cubicBezTo>
                  <a:pt x="77679" y="51067"/>
                  <a:pt x="81172" y="48398"/>
                  <a:pt x="83725" y="44736"/>
                </a:cubicBezTo>
                <a:cubicBezTo>
                  <a:pt x="86265" y="41089"/>
                  <a:pt x="87545" y="37044"/>
                  <a:pt x="87545" y="32715"/>
                </a:cubicBezTo>
                <a:cubicBezTo>
                  <a:pt x="87545" y="29720"/>
                  <a:pt x="86877" y="27336"/>
                  <a:pt x="85557" y="25448"/>
                </a:cubicBezTo>
                <a:cubicBezTo>
                  <a:pt x="84280" y="23560"/>
                  <a:pt x="82449" y="22184"/>
                  <a:pt x="80065" y="21403"/>
                </a:cubicBezTo>
                <a:cubicBezTo>
                  <a:pt x="77736" y="20509"/>
                  <a:pt x="72528" y="20069"/>
                  <a:pt x="64366" y="20069"/>
                </a:cubicBezTo>
                <a:lnTo>
                  <a:pt x="46411" y="20069"/>
                </a:lnTo>
                <a:lnTo>
                  <a:pt x="38975" y="55225"/>
                </a:lnTo>
              </a:path>
            </a:pathLst>
          </a:custGeom>
          <a:solidFill xmlns:a="http://schemas.openxmlformats.org/drawingml/2006/main">
            <a:srgbClr val="674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3">
            <a:extLst xmlns:a="http://schemas.openxmlformats.org/drawingml/2006/main">
              <a:ext uri="{FF2B5EF4-FFF2-40B4-BE49-F238E27FC236}">
                <a16:creationId xmlns:a16="http://schemas.microsoft.com/office/drawing/2014/main" id="{139BD519-3818-457F-B446-1E4D2FB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4525" y="7979546"/>
            <a:ext cx="367591" cy="294072"/>
          </a:xfrm>
          <a:custGeom xmlns:a="http://schemas.openxmlformats.org/drawingml/2006/main">
            <a:pathLst>
              <a:path w="372569" h="298054">
                <a:moveTo>
                  <a:pt x="63869" y="0"/>
                </a:moveTo>
                <a:lnTo>
                  <a:pt x="308699" y="0"/>
                </a:lnTo>
                <a:cubicBezTo>
                  <a:pt x="344069" y="0"/>
                  <a:pt x="372569" y="28499"/>
                  <a:pt x="372569" y="63868"/>
                </a:cubicBezTo>
                <a:lnTo>
                  <a:pt x="372569" y="234186"/>
                </a:lnTo>
                <a:cubicBezTo>
                  <a:pt x="372569" y="269555"/>
                  <a:pt x="344069" y="298054"/>
                  <a:pt x="308699" y="298054"/>
                </a:cubicBezTo>
                <a:lnTo>
                  <a:pt x="63869" y="298054"/>
                </a:lnTo>
                <a:cubicBezTo>
                  <a:pt x="28501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501" y="0"/>
                  <a:pt x="63869" y="0"/>
                </a:cubicBezTo>
              </a:path>
            </a:pathLst>
          </a:custGeom>
          <a:solidFill xmlns:a="http://schemas.openxmlformats.org/drawingml/2006/main">
            <a:srgbClr val="DDE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4">
            <a:extLst xmlns:a="http://schemas.openxmlformats.org/drawingml/2006/main">
              <a:ext uri="{FF2B5EF4-FFF2-40B4-BE49-F238E27FC236}">
                <a16:creationId xmlns:a16="http://schemas.microsoft.com/office/drawing/2014/main" id="{BC533D5B-F908-4119-BC06-1420A78A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5914" y="8053722"/>
            <a:ext cx="176960" cy="135875"/>
          </a:xfrm>
          <a:custGeom xmlns:a="http://schemas.openxmlformats.org/drawingml/2006/main">
            <a:pathLst>
              <a:path w="179356" h="137715">
                <a:moveTo>
                  <a:pt x="35936" y="117973"/>
                </a:moveTo>
                <a:lnTo>
                  <a:pt x="35936" y="82334"/>
                </a:lnTo>
                <a:lnTo>
                  <a:pt x="0" y="82334"/>
                </a:lnTo>
                <a:lnTo>
                  <a:pt x="0" y="57709"/>
                </a:lnTo>
                <a:lnTo>
                  <a:pt x="35936" y="57709"/>
                </a:lnTo>
                <a:lnTo>
                  <a:pt x="35936" y="22070"/>
                </a:lnTo>
                <a:lnTo>
                  <a:pt x="59880" y="22070"/>
                </a:lnTo>
                <a:lnTo>
                  <a:pt x="59880" y="57709"/>
                </a:lnTo>
                <a:lnTo>
                  <a:pt x="95916" y="57709"/>
                </a:lnTo>
                <a:lnTo>
                  <a:pt x="95916" y="82334"/>
                </a:lnTo>
                <a:lnTo>
                  <a:pt x="59880" y="82334"/>
                </a:lnTo>
                <a:lnTo>
                  <a:pt x="59880" y="117973"/>
                </a:lnTo>
                <a:lnTo>
                  <a:pt x="35936" y="117973"/>
                </a:lnTo>
                <a:moveTo>
                  <a:pt x="179356" y="137715"/>
                </a:moveTo>
                <a:lnTo>
                  <a:pt x="153086" y="137715"/>
                </a:lnTo>
                <a:lnTo>
                  <a:pt x="153086" y="38647"/>
                </a:lnTo>
                <a:cubicBezTo>
                  <a:pt x="143492" y="47618"/>
                  <a:pt x="132180" y="54275"/>
                  <a:pt x="119093" y="58546"/>
                </a:cubicBezTo>
                <a:lnTo>
                  <a:pt x="119093" y="34702"/>
                </a:lnTo>
                <a:cubicBezTo>
                  <a:pt x="125977" y="32488"/>
                  <a:pt x="133457" y="28216"/>
                  <a:pt x="141490" y="22014"/>
                </a:cubicBezTo>
                <a:cubicBezTo>
                  <a:pt x="149539" y="15684"/>
                  <a:pt x="155016" y="8374"/>
                  <a:pt x="158010" y="0"/>
                </a:cubicBezTo>
                <a:lnTo>
                  <a:pt x="179356" y="0"/>
                </a:lnTo>
                <a:lnTo>
                  <a:pt x="179356" y="137715"/>
                </a:lnTo>
              </a:path>
            </a:pathLst>
          </a:custGeom>
          <a:solidFill xmlns:a="http://schemas.openxmlformats.org/drawingml/2006/main">
            <a:srgbClr val="327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5">
            <a:extLst xmlns:a="http://schemas.openxmlformats.org/drawingml/2006/main">
              <a:ext uri="{FF2B5EF4-FFF2-40B4-BE49-F238E27FC236}">
                <a16:creationId xmlns:a16="http://schemas.microsoft.com/office/drawing/2014/main" id="{28E5C54D-F922-47A3-8F1C-112411D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699" y="7979546"/>
            <a:ext cx="525128" cy="294072"/>
          </a:xfrm>
          <a:custGeom xmlns:a="http://schemas.openxmlformats.org/drawingml/2006/main">
            <a:pathLst>
              <a:path w="532239" h="298054">
                <a:moveTo>
                  <a:pt x="63868" y="0"/>
                </a:moveTo>
                <a:lnTo>
                  <a:pt x="468372" y="0"/>
                </a:lnTo>
                <a:cubicBezTo>
                  <a:pt x="503755" y="0"/>
                  <a:pt x="532239" y="28499"/>
                  <a:pt x="532239" y="63868"/>
                </a:cubicBezTo>
                <a:lnTo>
                  <a:pt x="532239" y="234186"/>
                </a:lnTo>
                <a:cubicBezTo>
                  <a:pt x="532239" y="269555"/>
                  <a:pt x="503755" y="298054"/>
                  <a:pt x="468372" y="298054"/>
                </a:cubicBezTo>
                <a:lnTo>
                  <a:pt x="63868" y="298054"/>
                </a:lnTo>
                <a:cubicBezTo>
                  <a:pt x="28500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500" y="0"/>
                  <a:pt x="63868" y="0"/>
                </a:cubicBezTo>
              </a:path>
            </a:pathLst>
          </a:custGeom>
          <a:solidFill xmlns:a="http://schemas.openxmlformats.org/drawingml/2006/main">
            <a:srgbClr val="FB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24588C73-FC55-4251-8DC1-3E90C4D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156" y="8053722"/>
            <a:ext cx="359609" cy="138172"/>
          </a:xfrm>
          <a:custGeom xmlns:a="http://schemas.openxmlformats.org/drawingml/2006/main">
            <a:pathLst>
              <a:path w="364478" h="140043">
                <a:moveTo>
                  <a:pt x="0" y="82334"/>
                </a:moveTo>
                <a:lnTo>
                  <a:pt x="0" y="57709"/>
                </a:lnTo>
                <a:lnTo>
                  <a:pt x="95861" y="57709"/>
                </a:lnTo>
                <a:lnTo>
                  <a:pt x="95861" y="82334"/>
                </a:lnTo>
                <a:lnTo>
                  <a:pt x="0" y="82334"/>
                </a:lnTo>
                <a:moveTo>
                  <a:pt x="117705" y="137715"/>
                </a:moveTo>
                <a:lnTo>
                  <a:pt x="117705" y="111430"/>
                </a:lnTo>
                <a:lnTo>
                  <a:pt x="143975" y="111430"/>
                </a:lnTo>
                <a:lnTo>
                  <a:pt x="143975" y="137715"/>
                </a:lnTo>
                <a:lnTo>
                  <a:pt x="117705" y="137715"/>
                </a:lnTo>
                <a:moveTo>
                  <a:pt x="254084" y="113317"/>
                </a:moveTo>
                <a:lnTo>
                  <a:pt x="254084" y="137715"/>
                </a:lnTo>
                <a:lnTo>
                  <a:pt x="161944" y="137715"/>
                </a:lnTo>
                <a:cubicBezTo>
                  <a:pt x="162936" y="128518"/>
                  <a:pt x="165932" y="119747"/>
                  <a:pt x="170928" y="111487"/>
                </a:cubicBezTo>
                <a:cubicBezTo>
                  <a:pt x="175910" y="103226"/>
                  <a:pt x="185731" y="92255"/>
                  <a:pt x="200477" y="78559"/>
                </a:cubicBezTo>
                <a:cubicBezTo>
                  <a:pt x="212344" y="67531"/>
                  <a:pt x="219611" y="60037"/>
                  <a:pt x="222264" y="56162"/>
                </a:cubicBezTo>
                <a:cubicBezTo>
                  <a:pt x="225870" y="50726"/>
                  <a:pt x="227702" y="45347"/>
                  <a:pt x="227702" y="40025"/>
                </a:cubicBezTo>
                <a:cubicBezTo>
                  <a:pt x="227702" y="34206"/>
                  <a:pt x="226097" y="29720"/>
                  <a:pt x="222932" y="26555"/>
                </a:cubicBezTo>
                <a:cubicBezTo>
                  <a:pt x="219824" y="23390"/>
                  <a:pt x="215493" y="21787"/>
                  <a:pt x="209902" y="21787"/>
                </a:cubicBezTo>
                <a:cubicBezTo>
                  <a:pt x="204409" y="21787"/>
                  <a:pt x="200081" y="23447"/>
                  <a:pt x="196817" y="26782"/>
                </a:cubicBezTo>
                <a:cubicBezTo>
                  <a:pt x="193594" y="30047"/>
                  <a:pt x="191721" y="35539"/>
                  <a:pt x="191224" y="43246"/>
                </a:cubicBezTo>
                <a:lnTo>
                  <a:pt x="164996" y="40578"/>
                </a:lnTo>
                <a:cubicBezTo>
                  <a:pt x="166599" y="26115"/>
                  <a:pt x="171482" y="15740"/>
                  <a:pt x="179686" y="9424"/>
                </a:cubicBezTo>
                <a:cubicBezTo>
                  <a:pt x="187946" y="3165"/>
                  <a:pt x="198209" y="0"/>
                  <a:pt x="210570" y="0"/>
                </a:cubicBezTo>
                <a:cubicBezTo>
                  <a:pt x="224096" y="0"/>
                  <a:pt x="234741" y="3662"/>
                  <a:pt x="242505" y="10915"/>
                </a:cubicBezTo>
                <a:cubicBezTo>
                  <a:pt x="250211" y="18238"/>
                  <a:pt x="254084" y="27336"/>
                  <a:pt x="254084" y="38194"/>
                </a:cubicBezTo>
                <a:cubicBezTo>
                  <a:pt x="254084" y="44353"/>
                  <a:pt x="252977" y="50230"/>
                  <a:pt x="250707" y="55821"/>
                </a:cubicBezTo>
                <a:cubicBezTo>
                  <a:pt x="248550" y="61428"/>
                  <a:pt x="245044" y="67247"/>
                  <a:pt x="240232" y="73350"/>
                </a:cubicBezTo>
                <a:cubicBezTo>
                  <a:pt x="237067" y="77395"/>
                  <a:pt x="231305" y="83214"/>
                  <a:pt x="223046" y="90864"/>
                </a:cubicBezTo>
                <a:cubicBezTo>
                  <a:pt x="214728" y="98457"/>
                  <a:pt x="209463" y="103510"/>
                  <a:pt x="207177" y="106008"/>
                </a:cubicBezTo>
                <a:cubicBezTo>
                  <a:pt x="205021" y="108492"/>
                  <a:pt x="203246" y="110933"/>
                  <a:pt x="201869" y="113317"/>
                </a:cubicBezTo>
                <a:lnTo>
                  <a:pt x="254084" y="113317"/>
                </a:lnTo>
                <a:moveTo>
                  <a:pt x="272224" y="102460"/>
                </a:moveTo>
                <a:lnTo>
                  <a:pt x="298438" y="99735"/>
                </a:lnTo>
                <a:cubicBezTo>
                  <a:pt x="299162" y="105668"/>
                  <a:pt x="301376" y="110379"/>
                  <a:pt x="305096" y="113871"/>
                </a:cubicBezTo>
                <a:cubicBezTo>
                  <a:pt x="308756" y="117306"/>
                  <a:pt x="312973" y="119037"/>
                  <a:pt x="317784" y="119037"/>
                </a:cubicBezTo>
                <a:cubicBezTo>
                  <a:pt x="323276" y="119037"/>
                  <a:pt x="327931" y="116809"/>
                  <a:pt x="331763" y="112380"/>
                </a:cubicBezTo>
                <a:cubicBezTo>
                  <a:pt x="335525" y="107882"/>
                  <a:pt x="337414" y="101126"/>
                  <a:pt x="337414" y="92141"/>
                </a:cubicBezTo>
                <a:cubicBezTo>
                  <a:pt x="337414" y="83711"/>
                  <a:pt x="335525" y="77452"/>
                  <a:pt x="331763" y="73236"/>
                </a:cubicBezTo>
                <a:cubicBezTo>
                  <a:pt x="327988" y="69021"/>
                  <a:pt x="323106" y="66920"/>
                  <a:pt x="317075" y="66920"/>
                </a:cubicBezTo>
                <a:cubicBezTo>
                  <a:pt x="309481" y="66920"/>
                  <a:pt x="302711" y="70242"/>
                  <a:pt x="296721" y="76898"/>
                </a:cubicBezTo>
                <a:lnTo>
                  <a:pt x="275432" y="73790"/>
                </a:lnTo>
                <a:lnTo>
                  <a:pt x="288900" y="2441"/>
                </a:lnTo>
                <a:lnTo>
                  <a:pt x="358376" y="2441"/>
                </a:lnTo>
                <a:lnTo>
                  <a:pt x="358376" y="27052"/>
                </a:lnTo>
                <a:lnTo>
                  <a:pt x="308815" y="27052"/>
                </a:lnTo>
                <a:lnTo>
                  <a:pt x="304712" y="50343"/>
                </a:lnTo>
                <a:cubicBezTo>
                  <a:pt x="310588" y="47405"/>
                  <a:pt x="316578" y="45957"/>
                  <a:pt x="322665" y="45957"/>
                </a:cubicBezTo>
                <a:cubicBezTo>
                  <a:pt x="334319" y="45957"/>
                  <a:pt x="344241" y="50173"/>
                  <a:pt x="352329" y="58660"/>
                </a:cubicBezTo>
                <a:cubicBezTo>
                  <a:pt x="360418" y="67133"/>
                  <a:pt x="364478" y="78175"/>
                  <a:pt x="364478" y="91702"/>
                </a:cubicBezTo>
                <a:cubicBezTo>
                  <a:pt x="364478" y="102957"/>
                  <a:pt x="361198" y="113048"/>
                  <a:pt x="354657" y="121919"/>
                </a:cubicBezTo>
                <a:cubicBezTo>
                  <a:pt x="345728" y="133997"/>
                  <a:pt x="333368" y="140043"/>
                  <a:pt x="317515" y="140043"/>
                </a:cubicBezTo>
                <a:cubicBezTo>
                  <a:pt x="304867" y="140043"/>
                  <a:pt x="294507" y="136665"/>
                  <a:pt x="286516" y="129838"/>
                </a:cubicBezTo>
                <a:cubicBezTo>
                  <a:pt x="278540" y="123082"/>
                  <a:pt x="273771" y="113928"/>
                  <a:pt x="272224" y="102460"/>
                </a:cubicBezTo>
              </a:path>
            </a:pathLst>
          </a:custGeom>
          <a:solidFill xmlns:a="http://schemas.openxmlformats.org/drawingml/2006/main">
            <a:srgbClr val="A2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C1C345F8-445D-46F6-8E45-6DA45ECA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2593" y="7979546"/>
            <a:ext cx="367590" cy="294072"/>
          </a:xfrm>
          <a:custGeom xmlns:a="http://schemas.openxmlformats.org/drawingml/2006/main">
            <a:pathLst>
              <a:path w="372567" h="298054">
                <a:moveTo>
                  <a:pt x="63868" y="0"/>
                </a:moveTo>
                <a:lnTo>
                  <a:pt x="308699" y="0"/>
                </a:lnTo>
                <a:cubicBezTo>
                  <a:pt x="344069" y="0"/>
                  <a:pt x="372567" y="28499"/>
                  <a:pt x="372567" y="63868"/>
                </a:cubicBezTo>
                <a:lnTo>
                  <a:pt x="372567" y="234186"/>
                </a:lnTo>
                <a:cubicBezTo>
                  <a:pt x="372567" y="269555"/>
                  <a:pt x="344069" y="298054"/>
                  <a:pt x="308699" y="298054"/>
                </a:cubicBezTo>
                <a:lnTo>
                  <a:pt x="63868" y="298054"/>
                </a:lnTo>
                <a:cubicBezTo>
                  <a:pt x="28489" y="298054"/>
                  <a:pt x="0" y="269555"/>
                  <a:pt x="0" y="234186"/>
                </a:cubicBezTo>
                <a:lnTo>
                  <a:pt x="0" y="63868"/>
                </a:lnTo>
                <a:cubicBezTo>
                  <a:pt x="0" y="28499"/>
                  <a:pt x="28489" y="0"/>
                  <a:pt x="63868" y="0"/>
                </a:cubicBezTo>
              </a:path>
            </a:pathLst>
          </a:cu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5C3ED66D-1A4E-4CDF-8A2A-D1C4725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983" y="8053722"/>
            <a:ext cx="176961" cy="135875"/>
          </a:xfrm>
          <a:custGeom xmlns:a="http://schemas.openxmlformats.org/drawingml/2006/main">
            <a:pathLst>
              <a:path w="179358" h="137715">
                <a:moveTo>
                  <a:pt x="0" y="82334"/>
                </a:moveTo>
                <a:lnTo>
                  <a:pt x="0" y="57709"/>
                </a:lnTo>
                <a:lnTo>
                  <a:pt x="95918" y="57709"/>
                </a:lnTo>
                <a:lnTo>
                  <a:pt x="95918" y="82334"/>
                </a:lnTo>
                <a:lnTo>
                  <a:pt x="0" y="82334"/>
                </a:lnTo>
                <a:moveTo>
                  <a:pt x="179358" y="137715"/>
                </a:moveTo>
                <a:lnTo>
                  <a:pt x="153071" y="137715"/>
                </a:lnTo>
                <a:lnTo>
                  <a:pt x="153071" y="38647"/>
                </a:lnTo>
                <a:cubicBezTo>
                  <a:pt x="143477" y="47618"/>
                  <a:pt x="132179" y="54275"/>
                  <a:pt x="119092" y="58546"/>
                </a:cubicBezTo>
                <a:lnTo>
                  <a:pt x="119092" y="34702"/>
                </a:lnTo>
                <a:cubicBezTo>
                  <a:pt x="125962" y="32488"/>
                  <a:pt x="133443" y="28216"/>
                  <a:pt x="141491" y="22014"/>
                </a:cubicBezTo>
                <a:cubicBezTo>
                  <a:pt x="149524" y="15684"/>
                  <a:pt x="155016" y="8374"/>
                  <a:pt x="158013" y="0"/>
                </a:cubicBezTo>
                <a:lnTo>
                  <a:pt x="179358" y="0"/>
                </a:lnTo>
                <a:lnTo>
                  <a:pt x="179358" y="137715"/>
                </a:lnTo>
              </a:path>
            </a:pathLst>
          </a:custGeom>
          <a:solidFill xmlns:a="http://schemas.openxmlformats.org/drawingml/2006/main">
            <a:srgbClr val="B65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AutoEnvScaling title">
            <a:extLst xmlns:a="http://schemas.openxmlformats.org/drawingml/2006/main">
              <a:ext uri="{FF2B5EF4-FFF2-40B4-BE49-F238E27FC236}">
                <a16:creationId xmlns:a16="http://schemas.microsoft.com/office/drawing/2014/main" id="{8151EA92-FBE8-4E3E-AD6D-AC69AEB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8619" y="1643263"/>
            <a:ext cx="2255457" cy="362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3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AutoEnvScaling:</a:t>
            </a:r>
          </a:p>
        </p:txBody>
      </p:sp>
      <p:sp>
        <p:nvSpPr>
          <p:cNvPr id="280" name="Data flywheel subtitle">
            <a:extLst xmlns:a="http://schemas.openxmlformats.org/drawingml/2006/main">
              <a:ext uri="{FF2B5EF4-FFF2-40B4-BE49-F238E27FC236}">
                <a16:creationId xmlns:a16="http://schemas.microsoft.com/office/drawing/2014/main" id="{D5568B30-F08F-4AB5-92F4-2E8A6471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7451" y="1656312"/>
            <a:ext cx="6512633" cy="333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Turning failed trajectories into new RL environments</a:t>
            </a:r>
          </a:p>
        </p:txBody>
      </p:sp>
      <p:sp>
        <p:nvSpPr>
          <p:cNvPr id="281" name="Reviewed label 1: Proposer">
            <a:extLst xmlns:a="http://schemas.openxmlformats.org/drawingml/2006/main">
              <a:ext uri="{FF2B5EF4-FFF2-40B4-BE49-F238E27FC236}">
                <a16:creationId xmlns:a16="http://schemas.microsoft.com/office/drawing/2014/main" id="{5C7B7CE7-89BF-44DD-BBAF-5D597D9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149" y="2934317"/>
            <a:ext cx="1278092" cy="407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229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Proposer</a:t>
            </a:r>
          </a:p>
        </p:txBody>
      </p:sp>
      <p:sp>
        <p:nvSpPr>
          <p:cNvPr id="282" name="Reviewed label 2: environment">
            <a:extLst xmlns:a="http://schemas.openxmlformats.org/drawingml/2006/main">
              <a:ext uri="{FF2B5EF4-FFF2-40B4-BE49-F238E27FC236}">
                <a16:creationId xmlns:a16="http://schemas.microsoft.com/office/drawing/2014/main" id="{8A822DBE-7DD2-4933-A566-4560646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707" y="4066694"/>
            <a:ext cx="1278092" cy="29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678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83" name="Reviewed label 3: Shared">
            <a:extLst xmlns:a="http://schemas.openxmlformats.org/drawingml/2006/main">
              <a:ext uri="{FF2B5EF4-FFF2-40B4-BE49-F238E27FC236}">
                <a16:creationId xmlns:a16="http://schemas.microsoft.com/office/drawing/2014/main" id="{F3324C9E-AF49-48EA-85F8-222D5F7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" y="5265956"/>
            <a:ext cx="967967" cy="39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24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284" name="Reviewed label 4: policy">
            <a:extLst xmlns:a="http://schemas.openxmlformats.org/drawingml/2006/main">
              <a:ext uri="{FF2B5EF4-FFF2-40B4-BE49-F238E27FC236}">
                <a16:creationId xmlns:a16="http://schemas.microsoft.com/office/drawing/2014/main" id="{E053230C-11CA-4A7B-9D2C-E19EE07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354" y="5557173"/>
            <a:ext cx="827001" cy="400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254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85" name="Reviewed label 5: rollouts">
            <a:extLst xmlns:a="http://schemas.openxmlformats.org/drawingml/2006/main">
              <a:ext uri="{FF2B5EF4-FFF2-40B4-BE49-F238E27FC236}">
                <a16:creationId xmlns:a16="http://schemas.microsoft.com/office/drawing/2014/main" id="{17566742-FF21-48C8-98F8-55A910B5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8105" y="6738006"/>
            <a:ext cx="733024" cy="280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rollouts</a:t>
            </a:r>
          </a:p>
        </p:txBody>
      </p:sp>
      <p:sp>
        <p:nvSpPr>
          <p:cNvPr id="286" name="Reviewed label 6: Solver">
            <a:extLst xmlns:a="http://schemas.openxmlformats.org/drawingml/2006/main">
              <a:ext uri="{FF2B5EF4-FFF2-40B4-BE49-F238E27FC236}">
                <a16:creationId xmlns:a16="http://schemas.microsoft.com/office/drawing/2014/main" id="{B60219B7-D13E-4EC3-81ED-269572AF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104" y="7238307"/>
            <a:ext cx="892785" cy="408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0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2300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Solver</a:t>
            </a:r>
          </a:p>
        </p:txBody>
      </p:sp>
      <p:sp>
        <p:nvSpPr>
          <p:cNvPr id="287" name="Reviewed label 7: Failed seed">
            <a:extLst xmlns:a="http://schemas.openxmlformats.org/drawingml/2006/main">
              <a:ext uri="{FF2B5EF4-FFF2-40B4-BE49-F238E27FC236}">
                <a16:creationId xmlns:a16="http://schemas.microsoft.com/office/drawing/2014/main" id="{5164272B-B8D5-4899-BCE9-9BCE165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6084" y="2312643"/>
            <a:ext cx="1343877" cy="345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94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Failed seed</a:t>
            </a:r>
          </a:p>
        </p:txBody>
      </p:sp>
      <p:sp>
        <p:nvSpPr>
          <p:cNvPr id="288" name="Reviewed label 8: reward 0">
            <a:extLst xmlns:a="http://schemas.openxmlformats.org/drawingml/2006/main">
              <a:ext uri="{FF2B5EF4-FFF2-40B4-BE49-F238E27FC236}">
                <a16:creationId xmlns:a16="http://schemas.microsoft.com/office/drawing/2014/main" id="{06FF611F-7D9A-42B3-A18B-799E117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4666" y="2378476"/>
            <a:ext cx="798808" cy="2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0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530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reward 0</a:t>
            </a:r>
          </a:p>
        </p:txBody>
      </p:sp>
      <p:sp>
        <p:nvSpPr>
          <p:cNvPr id="289" name="Reviewed label 9: Rebuild a PyTorch model">
            <a:extLst xmlns:a="http://schemas.openxmlformats.org/drawingml/2006/main">
              <a:ext uri="{FF2B5EF4-FFF2-40B4-BE49-F238E27FC236}">
                <a16:creationId xmlns:a16="http://schemas.microsoft.com/office/drawing/2014/main" id="{ADA75874-AA89-4798-82AB-FC4DD80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289" y="3840639"/>
            <a:ext cx="2574980" cy="302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Rebuild a PyTorch model</a:t>
            </a:r>
          </a:p>
        </p:txBody>
      </p:sp>
      <p:sp>
        <p:nvSpPr>
          <p:cNvPr id="290" name="Reviewed label 10: misreads the checkpoint">
            <a:extLst xmlns:a="http://schemas.openxmlformats.org/drawingml/2006/main">
              <a:ext uri="{FF2B5EF4-FFF2-40B4-BE49-F238E27FC236}">
                <a16:creationId xmlns:a16="http://schemas.microsoft.com/office/drawing/2014/main" id="{D0666D30-95C7-4A47-9AC5-E8F8158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630" y="4154853"/>
            <a:ext cx="2264855" cy="270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1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1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21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misreads the checkpoint</a:t>
            </a:r>
          </a:p>
        </p:txBody>
      </p:sp>
      <p:sp>
        <p:nvSpPr>
          <p:cNvPr id="291" name="Reviewed label 11: runs out of time">
            <a:extLst xmlns:a="http://schemas.openxmlformats.org/drawingml/2006/main">
              <a:ext uri="{FF2B5EF4-FFF2-40B4-BE49-F238E27FC236}">
                <a16:creationId xmlns:a16="http://schemas.microsoft.com/office/drawing/2014/main" id="{A8BC922B-4802-41BA-9893-5CE31EA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630" y="4409094"/>
            <a:ext cx="1437854" cy="266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9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runs out of time</a:t>
            </a:r>
          </a:p>
        </p:txBody>
      </p:sp>
      <p:sp>
        <p:nvSpPr>
          <p:cNvPr id="292" name="Reviewed label 12: Reads the failure">
            <a:extLst xmlns:a="http://schemas.openxmlformats.org/drawingml/2006/main">
              <a:ext uri="{FF2B5EF4-FFF2-40B4-BE49-F238E27FC236}">
                <a16:creationId xmlns:a16="http://schemas.microsoft.com/office/drawing/2014/main" id="{4BA98C45-1281-467B-8143-40EB893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4403" y="5037686"/>
            <a:ext cx="2001718" cy="347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7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7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57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Reads the failure</a:t>
            </a:r>
          </a:p>
        </p:txBody>
      </p:sp>
      <p:sp>
        <p:nvSpPr>
          <p:cNvPr id="293" name="Reviewed label 13: programmatically">
            <a:extLst xmlns:a="http://schemas.openxmlformats.org/drawingml/2006/main">
              <a:ext uri="{FF2B5EF4-FFF2-40B4-BE49-F238E27FC236}">
                <a16:creationId xmlns:a16="http://schemas.microsoft.com/office/drawing/2014/main" id="{57EBA1CB-E920-4151-A3D6-0435EEC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4403" y="5338292"/>
            <a:ext cx="2076900" cy="34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6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programmatically</a:t>
            </a:r>
          </a:p>
        </p:txBody>
      </p:sp>
      <p:sp>
        <p:nvSpPr>
          <p:cNvPr id="294" name="Reviewed label 14: $ python3 -c \">
            <a:extLst xmlns:a="http://schemas.openxmlformats.org/drawingml/2006/main">
              <a:ext uri="{FF2B5EF4-FFF2-40B4-BE49-F238E27FC236}">
                <a16:creationId xmlns:a16="http://schemas.microsoft.com/office/drawing/2014/main" id="{5A012D22-520B-4F26-9861-C6DA3685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664" y="6078905"/>
            <a:ext cx="1738582" cy="289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30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python3 -c \</a:t>
            </a:r>
          </a:p>
        </p:txBody>
      </p:sp>
      <p:sp>
        <p:nvSpPr>
          <p:cNvPr id="295" name="Reviewed label 15: &quot;...trajectory.json&quot;">
            <a:extLst xmlns:a="http://schemas.openxmlformats.org/drawingml/2006/main">
              <a:ext uri="{FF2B5EF4-FFF2-40B4-BE49-F238E27FC236}">
                <a16:creationId xmlns:a16="http://schemas.microsoft.com/office/drawing/2014/main" id="{942ABBBC-48E7-4FE9-BE7A-9B58086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801" y="6385688"/>
            <a:ext cx="2706549" cy="31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77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"...trajectory.json"</a:t>
            </a:r>
          </a:p>
        </p:txBody>
      </p:sp>
      <p:sp>
        <p:nvSpPr>
          <p:cNvPr id="296" name="Reviewed label 16: [7] pe = nn.Parameter">
            <a:extLst xmlns:a="http://schemas.openxmlformats.org/drawingml/2006/main">
              <a:ext uri="{FF2B5EF4-FFF2-40B4-BE49-F238E27FC236}">
                <a16:creationId xmlns:a16="http://schemas.microsoft.com/office/drawing/2014/main" id="{1DB7FC08-4D91-4591-852E-D68F2F2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0062" y="6679756"/>
            <a:ext cx="2650162" cy="294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6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6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pPr>
            <a:r>
              <a:rPr sz="1656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rPr>
              <a:t>[7] pe = nn.Parameter</a:t>
            </a:r>
          </a:p>
        </p:txBody>
      </p:sp>
      <p:sp>
        <p:nvSpPr>
          <p:cNvPr id="297" name="Reviewed label 18: [11] unexpected kwarg">
            <a:extLst xmlns:a="http://schemas.openxmlformats.org/drawingml/2006/main">
              <a:ext uri="{FF2B5EF4-FFF2-40B4-BE49-F238E27FC236}">
                <a16:creationId xmlns:a16="http://schemas.microsoft.com/office/drawing/2014/main" id="{FC58D756-B1EB-40B2-AF3F-9CB0A11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255" y="6982485"/>
            <a:ext cx="2593776" cy="278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[11] unexpected kwarg</a:t>
            </a:r>
          </a:p>
        </p:txBody>
      </p:sp>
      <p:sp>
        <p:nvSpPr>
          <p:cNvPr id="298" name="Reviewed label 19: [15] not subscriptable">
            <a:extLst xmlns:a="http://schemas.openxmlformats.org/drawingml/2006/main">
              <a:ext uri="{FF2B5EF4-FFF2-40B4-BE49-F238E27FC236}">
                <a16:creationId xmlns:a16="http://schemas.microsoft.com/office/drawing/2014/main" id="{7C3CF9D6-5C55-4698-A51A-B7C4B41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255" y="7273815"/>
            <a:ext cx="2715947" cy="278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defRPr>
            </a:pPr>
            <a:r>
              <a:rPr sz="1569" b="1" i="0">
                <a:solidFill>
                  <a:srgbClr val="E5B1AB"/>
                </a:solidFill>
                <a:latin typeface="Courier New"/>
                <a:ea typeface="Courier New"/>
                <a:cs typeface="Courier New"/>
              </a:rPr>
              <a:t>[15] not subscriptable</a:t>
            </a:r>
          </a:p>
        </p:txBody>
      </p:sp>
      <p:sp>
        <p:nvSpPr>
          <p:cNvPr id="299" name="Reviewed label 20: [19] timeout (exit 124)">
            <a:extLst xmlns:a="http://schemas.openxmlformats.org/drawingml/2006/main">
              <a:ext uri="{FF2B5EF4-FFF2-40B4-BE49-F238E27FC236}">
                <a16:creationId xmlns:a16="http://schemas.microsoft.com/office/drawing/2014/main" id="{C530DBFA-CBF5-4FF2-81E8-FC6098DA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255" y="7565145"/>
            <a:ext cx="2791128" cy="278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69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[19] timeout (exit 124)</a:t>
            </a:r>
          </a:p>
        </p:txBody>
      </p:sp>
      <p:sp>
        <p:nvSpPr>
          <p:cNvPr id="300" name="Reviewed label 21: root cause">
            <a:extLst xmlns:a="http://schemas.openxmlformats.org/drawingml/2006/main">
              <a:ext uri="{FF2B5EF4-FFF2-40B4-BE49-F238E27FC236}">
                <a16:creationId xmlns:a16="http://schemas.microsoft.com/office/drawing/2014/main" id="{6F99B111-3455-4105-A640-BFB2208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1266" y="8044811"/>
            <a:ext cx="996160" cy="275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5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301" name="Reviewed label 22: buffers read as weights">
            <a:extLst xmlns:a="http://schemas.openxmlformats.org/drawingml/2006/main">
              <a:ext uri="{FF2B5EF4-FFF2-40B4-BE49-F238E27FC236}">
                <a16:creationId xmlns:a16="http://schemas.microsoft.com/office/drawing/2014/main" id="{306CC44D-9299-412C-80F4-0407277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664" y="8246169"/>
            <a:ext cx="2556185" cy="317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788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buffers read as weights</a:t>
            </a:r>
          </a:p>
        </p:txBody>
      </p:sp>
      <p:sp>
        <p:nvSpPr>
          <p:cNvPr id="302" name="Reviewed label 23: Read">
            <a:extLst xmlns:a="http://schemas.openxmlformats.org/drawingml/2006/main">
              <a:ext uri="{FF2B5EF4-FFF2-40B4-BE49-F238E27FC236}">
                <a16:creationId xmlns:a16="http://schemas.microsoft.com/office/drawing/2014/main" id="{F9ED0693-BA1E-4C6A-AE6F-6F148E46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3850" y="2804921"/>
            <a:ext cx="554467" cy="31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303" name="Reviewed label 24: Build">
            <a:extLst xmlns:a="http://schemas.openxmlformats.org/drawingml/2006/main">
              <a:ext uri="{FF2B5EF4-FFF2-40B4-BE49-F238E27FC236}">
                <a16:creationId xmlns:a16="http://schemas.microsoft.com/office/drawing/2014/main" id="{AC1F9F8B-1B78-485D-9B00-FFEEF43C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054" y="3189756"/>
            <a:ext cx="573262" cy="32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07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04" name="Reviewed label 25: Write">
            <a:extLst xmlns:a="http://schemas.openxmlformats.org/drawingml/2006/main">
              <a:ext uri="{FF2B5EF4-FFF2-40B4-BE49-F238E27FC236}">
                <a16:creationId xmlns:a16="http://schemas.microsoft.com/office/drawing/2014/main" id="{7C774B19-C483-4C0A-A71C-353B719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657" y="3565129"/>
            <a:ext cx="592058" cy="32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3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305" name="Reviewed label 26: Test">
            <a:extLst xmlns:a="http://schemas.openxmlformats.org/drawingml/2006/main">
              <a:ext uri="{FF2B5EF4-FFF2-40B4-BE49-F238E27FC236}">
                <a16:creationId xmlns:a16="http://schemas.microsoft.com/office/drawing/2014/main" id="{7D4DE26F-4C7D-4469-BED4-D5894AB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7827" y="3941039"/>
            <a:ext cx="479285" cy="32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830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306" name="Reviewed label 27: reads the failed run">
            <a:extLst xmlns:a="http://schemas.openxmlformats.org/drawingml/2006/main">
              <a:ext uri="{FF2B5EF4-FFF2-40B4-BE49-F238E27FC236}">
                <a16:creationId xmlns:a16="http://schemas.microsoft.com/office/drawing/2014/main" id="{62C14AC8-651E-41A2-A6AA-E381EED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305" y="2301763"/>
            <a:ext cx="1870150" cy="283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reads the failed run</a:t>
            </a:r>
          </a:p>
        </p:txBody>
      </p:sp>
      <p:sp>
        <p:nvSpPr>
          <p:cNvPr id="307" name="Reviewed label 28: 1">
            <a:extLst xmlns:a="http://schemas.openxmlformats.org/drawingml/2006/main">
              <a:ext uri="{FF2B5EF4-FFF2-40B4-BE49-F238E27FC236}">
                <a16:creationId xmlns:a16="http://schemas.microsoft.com/office/drawing/2014/main" id="{915126CF-01A9-4AFC-85D6-13E93367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833840"/>
            <a:ext cx="65784" cy="165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2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2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932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Reviewed label 29: 0">
            <a:extLst xmlns:a="http://schemas.openxmlformats.org/drawingml/2006/main">
              <a:ext uri="{FF2B5EF4-FFF2-40B4-BE49-F238E27FC236}">
                <a16:creationId xmlns:a16="http://schemas.microsoft.com/office/drawing/2014/main" id="{6ECEE34A-0E0B-432A-9C12-40D03E1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0487" y="4328639"/>
            <a:ext cx="122171" cy="307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730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9" name="Reviewed label 30: 2">
            <a:extLst xmlns:a="http://schemas.openxmlformats.org/drawingml/2006/main">
              <a:ext uri="{FF2B5EF4-FFF2-40B4-BE49-F238E27FC236}">
                <a16:creationId xmlns:a16="http://schemas.microsoft.com/office/drawing/2014/main" id="{91A33540-2A16-4A2E-ACF2-E0114FC3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9797" y="3194529"/>
            <a:ext cx="112773" cy="28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0" name="Reviewed label 31: 3">
            <a:extLst xmlns:a="http://schemas.openxmlformats.org/drawingml/2006/main">
              <a:ext uri="{FF2B5EF4-FFF2-40B4-BE49-F238E27FC236}">
                <a16:creationId xmlns:a16="http://schemas.microsoft.com/office/drawing/2014/main" id="{4B5B1585-45F0-4A22-AFE6-5221200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4175" y="3955745"/>
            <a:ext cx="112773" cy="28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8" b="1" i="0">
                <a:solidFill>
                  <a:srgbClr val="432E60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432E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1" name="Reviewed label 32: ships: rebuild a scriptable model    65 turns">
            <a:extLst xmlns:a="http://schemas.openxmlformats.org/drawingml/2006/main">
              <a:ext uri="{FF2B5EF4-FFF2-40B4-BE49-F238E27FC236}">
                <a16:creationId xmlns:a16="http://schemas.microsoft.com/office/drawing/2014/main" id="{77383C2B-F325-47BD-A948-8ECFB823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979" y="4342292"/>
            <a:ext cx="4041028" cy="274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44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ships: rebuild a scriptable model    65 turns</a:t>
            </a:r>
          </a:p>
        </p:txBody>
      </p:sp>
      <p:sp>
        <p:nvSpPr>
          <p:cNvPr id="312" name="Reviewed label 33: Turns the failure">
            <a:extLst xmlns:a="http://schemas.openxmlformats.org/drawingml/2006/main">
              <a:ext uri="{FF2B5EF4-FFF2-40B4-BE49-F238E27FC236}">
                <a16:creationId xmlns:a16="http://schemas.microsoft.com/office/drawing/2014/main" id="{8B497458-6020-4D77-B4E3-A8386A00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3260" y="5037191"/>
            <a:ext cx="2913299" cy="42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9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9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2389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Turns the failure</a:t>
            </a:r>
          </a:p>
        </p:txBody>
      </p:sp>
      <p:sp>
        <p:nvSpPr>
          <p:cNvPr id="313" name="Reviewed label 34: into an environment">
            <a:extLst xmlns:a="http://schemas.openxmlformats.org/drawingml/2006/main">
              <a:ext uri="{FF2B5EF4-FFF2-40B4-BE49-F238E27FC236}">
                <a16:creationId xmlns:a16="http://schemas.microsoft.com/office/drawing/2014/main" id="{0451E9BF-2FFF-46E3-94DA-B23DBF5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2658" y="5338163"/>
            <a:ext cx="2387026" cy="34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68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into an environment</a:t>
            </a:r>
          </a:p>
        </p:txBody>
      </p:sp>
      <p:sp>
        <p:nvSpPr>
          <p:cNvPr id="314" name="Failed run">
            <a:extLst xmlns:a="http://schemas.openxmlformats.org/drawingml/2006/main">
              <a:ext uri="{FF2B5EF4-FFF2-40B4-BE49-F238E27FC236}">
                <a16:creationId xmlns:a16="http://schemas.microsoft.com/office/drawing/2014/main" id="{197C9763-46B0-4529-AD11-59ED35C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39" y="5691750"/>
            <a:ext cx="977365" cy="30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711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failed run</a:t>
            </a:r>
          </a:p>
        </p:txBody>
      </p:sp>
      <p:sp>
        <p:nvSpPr>
          <p:cNvPr id="315" name="Harbor task">
            <a:extLst xmlns:a="http://schemas.openxmlformats.org/drawingml/2006/main">
              <a:ext uri="{FF2B5EF4-FFF2-40B4-BE49-F238E27FC236}">
                <a16:creationId xmlns:a16="http://schemas.microsoft.com/office/drawing/2014/main" id="{669E7644-43F1-474B-8E94-DE1B019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6898" y="5693099"/>
            <a:ext cx="1165320" cy="293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pPr>
            <a:r>
              <a:rPr sz="1652" b="1" i="0">
                <a:solidFill>
                  <a:srgbClr val="684493"/>
                </a:solidFill>
                <a:latin typeface="Arial"/>
                <a:ea typeface="Arial"/>
                <a:cs typeface="Arial"/>
              </a:rPr>
              <a:t>Harbor task</a:t>
            </a:r>
          </a:p>
        </p:txBody>
      </p:sp>
      <p:sp>
        <p:nvSpPr>
          <p:cNvPr id="316" name="Reviewed label 36: buffer as">
            <a:extLst xmlns:a="http://schemas.openxmlformats.org/drawingml/2006/main">
              <a:ext uri="{FF2B5EF4-FFF2-40B4-BE49-F238E27FC236}">
                <a16:creationId xmlns:a16="http://schemas.microsoft.com/office/drawing/2014/main" id="{57259D07-9149-4475-B096-532B056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39" y="6032214"/>
            <a:ext cx="1155922" cy="36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8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8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2028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buffer as</a:t>
            </a:r>
          </a:p>
        </p:txBody>
      </p:sp>
      <p:sp>
        <p:nvSpPr>
          <p:cNvPr id="317" name="Reviewed label 37: weight">
            <a:extLst xmlns:a="http://schemas.openxmlformats.org/drawingml/2006/main">
              <a:ext uri="{FF2B5EF4-FFF2-40B4-BE49-F238E27FC236}">
                <a16:creationId xmlns:a16="http://schemas.microsoft.com/office/drawing/2014/main" id="{B533364B-7DB0-434E-B988-6B64EDC0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737" y="6263190"/>
            <a:ext cx="554467" cy="245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9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9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79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sp>
        <p:nvSpPr>
          <p:cNvPr id="318" name="Reviewed label 38: environment/">
            <a:extLst xmlns:a="http://schemas.openxmlformats.org/drawingml/2006/main">
              <a:ext uri="{FF2B5EF4-FFF2-40B4-BE49-F238E27FC236}">
                <a16:creationId xmlns:a16="http://schemas.microsoft.com/office/drawing/2014/main" id="{6EA4EF73-461E-48A6-BC98-8AF2077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6171" y="6038380"/>
            <a:ext cx="1419059" cy="312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8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758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environment/</a:t>
            </a:r>
          </a:p>
        </p:txBody>
      </p:sp>
      <p:sp>
        <p:nvSpPr>
          <p:cNvPr id="319" name="Reviewed label 39: roles listed">
            <a:extLst xmlns:a="http://schemas.openxmlformats.org/drawingml/2006/main">
              <a:ext uri="{FF2B5EF4-FFF2-40B4-BE49-F238E27FC236}">
                <a16:creationId xmlns:a16="http://schemas.microsoft.com/office/drawing/2014/main" id="{436CFCBB-A10E-4C87-9B84-13A27D8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568" y="6259455"/>
            <a:ext cx="1033751" cy="274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roles listed</a:t>
            </a:r>
          </a:p>
        </p:txBody>
      </p:sp>
      <p:sp>
        <p:nvSpPr>
          <p:cNvPr id="320" name="Reviewed label 40: instruction.md">
            <a:extLst xmlns:a="http://schemas.openxmlformats.org/drawingml/2006/main">
              <a:ext uri="{FF2B5EF4-FFF2-40B4-BE49-F238E27FC236}">
                <a16:creationId xmlns:a16="http://schemas.microsoft.com/office/drawing/2014/main" id="{CCA54420-0D39-42F6-AAFD-CF3E6BA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568" y="6618308"/>
            <a:ext cx="1663400" cy="260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7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67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instruction.md</a:t>
            </a:r>
          </a:p>
        </p:txBody>
      </p:sp>
      <p:sp>
        <p:nvSpPr>
          <p:cNvPr id="321" name="Reviewed label 41: out of time">
            <a:extLst xmlns:a="http://schemas.openxmlformats.org/drawingml/2006/main">
              <a:ext uri="{FF2B5EF4-FFF2-40B4-BE49-F238E27FC236}">
                <a16:creationId xmlns:a16="http://schemas.microsoft.com/office/drawing/2014/main" id="{6E2060C1-AFAE-4DC6-8CF4-FACA163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135" y="6715008"/>
            <a:ext cx="873990" cy="23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8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8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48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out of time</a:t>
            </a:r>
          </a:p>
        </p:txBody>
      </p:sp>
      <p:sp>
        <p:nvSpPr>
          <p:cNvPr id="322" name="Reviewed label 42: no training">
            <a:extLst xmlns:a="http://schemas.openxmlformats.org/drawingml/2006/main">
              <a:ext uri="{FF2B5EF4-FFF2-40B4-BE49-F238E27FC236}">
                <a16:creationId xmlns:a16="http://schemas.microsoft.com/office/drawing/2014/main" id="{BF08E127-EE11-41F5-AD61-2D608D23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568" y="6823536"/>
            <a:ext cx="1005558" cy="27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3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no training</a:t>
            </a:r>
          </a:p>
        </p:txBody>
      </p:sp>
      <p:sp>
        <p:nvSpPr>
          <p:cNvPr id="323" name="Reviewed label 43: tests/">
            <a:extLst xmlns:a="http://schemas.openxmlformats.org/drawingml/2006/main">
              <a:ext uri="{FF2B5EF4-FFF2-40B4-BE49-F238E27FC236}">
                <a16:creationId xmlns:a16="http://schemas.microsoft.com/office/drawing/2014/main" id="{C3F09CB9-7831-4E33-BF8B-A432E4F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568" y="7166542"/>
            <a:ext cx="695433" cy="309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9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39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tests/</a:t>
            </a:r>
          </a:p>
        </p:txBody>
      </p:sp>
      <p:sp>
        <p:nvSpPr>
          <p:cNvPr id="324" name="Reviewed label 44: all-or-nothing">
            <a:extLst xmlns:a="http://schemas.openxmlformats.org/drawingml/2006/main">
              <a:ext uri="{FF2B5EF4-FFF2-40B4-BE49-F238E27FC236}">
                <a16:creationId xmlns:a16="http://schemas.microsoft.com/office/drawing/2014/main" id="{B0908520-9790-4A10-98C5-D3A85E0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135" y="7288609"/>
            <a:ext cx="1090138" cy="236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1" i="0">
                <a:solidFill>
                  <a:srgbClr val="BA5A48"/>
                </a:solidFill>
                <a:latin typeface="Arial"/>
                <a:ea typeface="Arial"/>
                <a:cs typeface="Arial"/>
              </a:defRPr>
            </a:pPr>
            <a:r>
              <a:rPr sz="1333" b="1" i="0">
                <a:solidFill>
                  <a:srgbClr val="BA5A48"/>
                </a:solidFill>
                <a:latin typeface="Arial"/>
                <a:ea typeface="Arial"/>
                <a:cs typeface="Arial"/>
              </a:rPr>
              <a:t>all-or-nothing</a:t>
            </a:r>
          </a:p>
        </p:txBody>
      </p:sp>
      <p:sp>
        <p:nvSpPr>
          <p:cNvPr id="325" name="Reviewed label 45: 15 graded checks">
            <a:extLst xmlns:a="http://schemas.openxmlformats.org/drawingml/2006/main">
              <a:ext uri="{FF2B5EF4-FFF2-40B4-BE49-F238E27FC236}">
                <a16:creationId xmlns:a16="http://schemas.microsoft.com/office/drawing/2014/main" id="{7048FEA8-4831-49A8-96C4-9B46788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5568" y="7386969"/>
            <a:ext cx="1654002" cy="275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2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552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15 graded checks</a:t>
            </a:r>
          </a:p>
        </p:txBody>
      </p:sp>
      <p:sp>
        <p:nvSpPr>
          <p:cNvPr id="326" name="Reviewed label 46: $ harbor task init \">
            <a:extLst xmlns:a="http://schemas.openxmlformats.org/drawingml/2006/main">
              <a:ext uri="{FF2B5EF4-FFF2-40B4-BE49-F238E27FC236}">
                <a16:creationId xmlns:a16="http://schemas.microsoft.com/office/drawing/2014/main" id="{AAC61D39-C975-4179-835B-8E92C19A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8919" y="7790979"/>
            <a:ext cx="2490401" cy="27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harbor task init \</a:t>
            </a:r>
          </a:p>
        </p:txBody>
      </p:sp>
      <p:sp>
        <p:nvSpPr>
          <p:cNvPr id="327" name="Reviewed label 47: ckpt-recovery">
            <a:extLst xmlns:a="http://schemas.openxmlformats.org/drawingml/2006/main">
              <a:ext uri="{FF2B5EF4-FFF2-40B4-BE49-F238E27FC236}">
                <a16:creationId xmlns:a16="http://schemas.microsoft.com/office/drawing/2014/main" id="{7A9F1B68-D103-4640-8425-B5C9B70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3260" y="8042763"/>
            <a:ext cx="1625809" cy="29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642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ckpt-recovery</a:t>
            </a:r>
          </a:p>
        </p:txBody>
      </p:sp>
      <p:sp>
        <p:nvSpPr>
          <p:cNvPr id="328" name="Reviewed label 48: $ python3 make_assets.py">
            <a:extLst xmlns:a="http://schemas.openxmlformats.org/drawingml/2006/main">
              <a:ext uri="{FF2B5EF4-FFF2-40B4-BE49-F238E27FC236}">
                <a16:creationId xmlns:a16="http://schemas.microsoft.com/office/drawing/2014/main" id="{57EEB7CC-59BA-4E82-8C54-A9BD6EE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8919" y="8271068"/>
            <a:ext cx="3007276" cy="270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21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python3 make_assets.py</a:t>
            </a:r>
          </a:p>
        </p:txBody>
      </p:sp>
      <p:sp>
        <p:nvSpPr>
          <p:cNvPr id="329" name="Reviewed label 49: Tests its own verifier">
            <a:extLst xmlns:a="http://schemas.openxmlformats.org/drawingml/2006/main">
              <a:ext uri="{FF2B5EF4-FFF2-40B4-BE49-F238E27FC236}">
                <a16:creationId xmlns:a16="http://schemas.microsoft.com/office/drawing/2014/main" id="{A046087A-AE2C-4D3C-94B5-A2D4D21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117" y="5046392"/>
            <a:ext cx="2490401" cy="353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987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Tests its own verifier</a:t>
            </a:r>
          </a:p>
        </p:txBody>
      </p:sp>
      <p:sp>
        <p:nvSpPr>
          <p:cNvPr id="330" name="Reviewed label 50: Scores for known solutions">
            <a:extLst xmlns:a="http://schemas.openxmlformats.org/drawingml/2006/main">
              <a:ext uri="{FF2B5EF4-FFF2-40B4-BE49-F238E27FC236}">
                <a16:creationId xmlns:a16="http://schemas.microsoft.com/office/drawing/2014/main" id="{7B67E587-A9AE-48B7-8CBF-A33DE1E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0787" y="5681836"/>
            <a:ext cx="2885106" cy="308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73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Scores for known solutions</a:t>
            </a:r>
          </a:p>
        </p:txBody>
      </p:sp>
      <p:sp>
        <p:nvSpPr>
          <p:cNvPr id="331" name="correct solution">
            <a:extLst xmlns:a="http://schemas.openxmlformats.org/drawingml/2006/main">
              <a:ext uri="{FF2B5EF4-FFF2-40B4-BE49-F238E27FC236}">
                <a16:creationId xmlns:a16="http://schemas.microsoft.com/office/drawing/2014/main" id="{B91B6D51-C8BD-4E7C-A7D6-76297AFD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935" y="6138744"/>
            <a:ext cx="1419059" cy="262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479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correct solution</a:t>
            </a:r>
          </a:p>
        </p:txBody>
      </p:sp>
      <p:sp>
        <p:nvSpPr>
          <p:cNvPr id="332" name="correct solution score">
            <a:extLst xmlns:a="http://schemas.openxmlformats.org/drawingml/2006/main">
              <a:ext uri="{FF2B5EF4-FFF2-40B4-BE49-F238E27FC236}">
                <a16:creationId xmlns:a16="http://schemas.microsoft.com/office/drawing/2014/main" id="{D5665C7B-098C-44DF-8431-DC97D38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563" y="6131172"/>
            <a:ext cx="319523" cy="321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1" i="0">
                <a:solidFill>
                  <a:srgbClr val="327A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1" i="0">
                <a:solidFill>
                  <a:srgbClr val="327A53"/>
                </a:solidFill>
                <a:latin typeface="Arial"/>
                <a:ea typeface="Arial"/>
                <a:cs typeface="Arial"/>
              </a:defRPr>
            </a:pPr>
            <a:r>
              <a:rPr sz="1810" b="1" i="0">
                <a:solidFill>
                  <a:srgbClr val="327A53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333" name="buffers as weights">
            <a:extLst xmlns:a="http://schemas.openxmlformats.org/drawingml/2006/main">
              <a:ext uri="{FF2B5EF4-FFF2-40B4-BE49-F238E27FC236}">
                <a16:creationId xmlns:a16="http://schemas.microsoft.com/office/drawing/2014/main" id="{6C910FF5-88E6-485D-9524-BBCABC8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935" y="6518979"/>
            <a:ext cx="1437854" cy="229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buffers as weights</a:t>
            </a:r>
          </a:p>
        </p:txBody>
      </p:sp>
      <p:sp>
        <p:nvSpPr>
          <p:cNvPr id="334" name="buffers as weights score">
            <a:extLst xmlns:a="http://schemas.openxmlformats.org/drawingml/2006/main">
              <a:ext uri="{FF2B5EF4-FFF2-40B4-BE49-F238E27FC236}">
                <a16:creationId xmlns:a16="http://schemas.microsoft.com/office/drawing/2014/main" id="{88AF4860-D1B0-4A3A-807B-6F0C71AC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0586" y="6507082"/>
            <a:ext cx="319523" cy="321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0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0" b="1" i="0">
                <a:solidFill>
                  <a:srgbClr val="684493"/>
                </a:solidFill>
                <a:latin typeface="Arial"/>
                <a:ea typeface="Arial"/>
                <a:cs typeface="Arial"/>
              </a:defRPr>
            </a:pPr>
            <a:r>
              <a:rPr sz="1810" b="1" i="0">
                <a:solidFill>
                  <a:srgbClr val="684493"/>
                </a:solidFill>
                <a:latin typeface="Arial"/>
                <a:ea typeface="Arial"/>
                <a:cs typeface="Arial"/>
              </a:rPr>
              <a:t>.87</a:t>
            </a:r>
          </a:p>
        </p:txBody>
      </p:sp>
      <p:sp>
        <p:nvSpPr>
          <p:cNvPr id="335" name="empty workspace">
            <a:extLst xmlns:a="http://schemas.openxmlformats.org/drawingml/2006/main">
              <a:ext uri="{FF2B5EF4-FFF2-40B4-BE49-F238E27FC236}">
                <a16:creationId xmlns:a16="http://schemas.microsoft.com/office/drawing/2014/main" id="{F0F81843-A2AD-41CE-9EDB-D287FD9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935" y="6893125"/>
            <a:ext cx="1456650" cy="243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7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7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367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empty workspace</a:t>
            </a:r>
          </a:p>
        </p:txBody>
      </p:sp>
      <p:sp>
        <p:nvSpPr>
          <p:cNvPr id="336" name="empty workspace score">
            <a:extLst xmlns:a="http://schemas.openxmlformats.org/drawingml/2006/main">
              <a:ext uri="{FF2B5EF4-FFF2-40B4-BE49-F238E27FC236}">
                <a16:creationId xmlns:a16="http://schemas.microsoft.com/office/drawing/2014/main" id="{BA752B9D-9207-49FE-AED9-4DE3C219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3346" y="6887869"/>
            <a:ext cx="112773" cy="283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7" name="cheating solution">
            <a:extLst xmlns:a="http://schemas.openxmlformats.org/drawingml/2006/main">
              <a:ext uri="{FF2B5EF4-FFF2-40B4-BE49-F238E27FC236}">
                <a16:creationId xmlns:a16="http://schemas.microsoft.com/office/drawing/2014/main" id="{8F11EF0E-F43A-4B7D-B76C-79E20D72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935" y="7268192"/>
            <a:ext cx="1475445" cy="24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4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4" b="1" i="0">
                <a:solidFill>
                  <a:srgbClr val="4A4155"/>
                </a:solidFill>
                <a:latin typeface="Arial"/>
                <a:ea typeface="Arial"/>
                <a:cs typeface="Arial"/>
              </a:defRPr>
            </a:pPr>
            <a:r>
              <a:rPr sz="1404" b="1" i="0">
                <a:solidFill>
                  <a:srgbClr val="4A4155"/>
                </a:solidFill>
                <a:latin typeface="Arial"/>
                <a:ea typeface="Arial"/>
                <a:cs typeface="Arial"/>
              </a:rPr>
              <a:t>cheating solution</a:t>
            </a:r>
          </a:p>
        </p:txBody>
      </p:sp>
      <p:sp>
        <p:nvSpPr>
          <p:cNvPr id="338" name="cheating solution score">
            <a:extLst xmlns:a="http://schemas.openxmlformats.org/drawingml/2006/main">
              <a:ext uri="{FF2B5EF4-FFF2-40B4-BE49-F238E27FC236}">
                <a16:creationId xmlns:a16="http://schemas.microsoft.com/office/drawing/2014/main" id="{FA5AE20A-5C8C-4B3A-8CCC-619CE137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3346" y="7263778"/>
            <a:ext cx="112773" cy="283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C54C3A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C54C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9" name="Reviewed label 55: $ bash tests/test.sh">
            <a:extLst xmlns:a="http://schemas.openxmlformats.org/drawingml/2006/main">
              <a:ext uri="{FF2B5EF4-FFF2-40B4-BE49-F238E27FC236}">
                <a16:creationId xmlns:a16="http://schemas.microsoft.com/office/drawing/2014/main" id="{26984B2E-ACCC-4680-83C7-20672F82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7174" y="7790979"/>
            <a:ext cx="2499799" cy="27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defRPr>
            </a:pPr>
            <a:r>
              <a:rPr sz="1556" b="1" i="0">
                <a:solidFill>
                  <a:srgbClr val="D8CFE3"/>
                </a:solidFill>
                <a:latin typeface="Courier New"/>
                <a:ea typeface="Courier New"/>
                <a:cs typeface="Courier New"/>
              </a:rPr>
              <a:t>$ bash tests/test.sh</a:t>
            </a:r>
          </a:p>
        </p:txBody>
      </p:sp>
      <p:sp>
        <p:nvSpPr>
          <p:cNvPr id="340" name="Reviewed label 56: 13/15 checks">
            <a:extLst xmlns:a="http://schemas.openxmlformats.org/drawingml/2006/main">
              <a:ext uri="{FF2B5EF4-FFF2-40B4-BE49-F238E27FC236}">
                <a16:creationId xmlns:a16="http://schemas.microsoft.com/office/drawing/2014/main" id="{214EBEBE-F935-4CE4-AE1E-31D0375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7174" y="8024367"/>
            <a:ext cx="1484843" cy="288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4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4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pPr>
            <a:r>
              <a:rPr sz="1624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rPr>
              <a:t>13/15 checks</a:t>
            </a:r>
          </a:p>
        </p:txBody>
      </p:sp>
      <p:sp>
        <p:nvSpPr>
          <p:cNvPr id="341" name="Reviewed label 57: -&gt; reward 0.87">
            <a:extLst xmlns:a="http://schemas.openxmlformats.org/drawingml/2006/main">
              <a:ext uri="{FF2B5EF4-FFF2-40B4-BE49-F238E27FC236}">
                <a16:creationId xmlns:a16="http://schemas.microsoft.com/office/drawing/2014/main" id="{C1F11709-AC57-48FA-A10C-7D18808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7174" y="8278158"/>
            <a:ext cx="1729184" cy="288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2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2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defRPr>
            </a:pPr>
            <a:r>
              <a:rPr sz="1622" b="1" i="0">
                <a:solidFill>
                  <a:srgbClr val="AED7C3"/>
                </a:solidFill>
                <a:latin typeface="Courier New"/>
                <a:ea typeface="Courier New"/>
                <a:cs typeface="Courier New"/>
              </a:rPr>
              <a:t>-&gt; reward 0.87</a:t>
            </a:r>
          </a:p>
        </p:txBody>
      </p:sp>
      <p:sp>
        <p:nvSpPr>
          <p:cNvPr id="342" name="Reviewed label 58: Verification">
            <a:extLst xmlns:a="http://schemas.openxmlformats.org/drawingml/2006/main">
              <a:ext uri="{FF2B5EF4-FFF2-40B4-BE49-F238E27FC236}">
                <a16:creationId xmlns:a16="http://schemas.microsoft.com/office/drawing/2014/main" id="{CC28548A-2054-4A24-B521-C077ACB5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23145" y="2319697"/>
            <a:ext cx="1400263" cy="36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6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2046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43" name="Reviewed label 59: image builds">
            <a:extLst xmlns:a="http://schemas.openxmlformats.org/drawingml/2006/main">
              <a:ext uri="{FF2B5EF4-FFF2-40B4-BE49-F238E27FC236}">
                <a16:creationId xmlns:a16="http://schemas.microsoft.com/office/drawing/2014/main" id="{0C4A45B5-9DE5-479C-B990-39C8A102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39293" y="2961788"/>
            <a:ext cx="1165320" cy="267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02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image builds</a:t>
            </a:r>
          </a:p>
        </p:txBody>
      </p:sp>
      <p:sp>
        <p:nvSpPr>
          <p:cNvPr id="344" name="Reviewed label 60: reference">
            <a:extLst xmlns:a="http://schemas.openxmlformats.org/drawingml/2006/main">
              <a:ext uri="{FF2B5EF4-FFF2-40B4-BE49-F238E27FC236}">
                <a16:creationId xmlns:a16="http://schemas.microsoft.com/office/drawing/2014/main" id="{62FDF3D0-BA4B-48BA-9A54-F630175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8691" y="3507734"/>
            <a:ext cx="836399" cy="26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345" name="Reviewed label 61: do nothing  r &lt; .5">
            <a:extLst xmlns:a="http://schemas.openxmlformats.org/drawingml/2006/main">
              <a:ext uri="{FF2B5EF4-FFF2-40B4-BE49-F238E27FC236}">
                <a16:creationId xmlns:a16="http://schemas.microsoft.com/office/drawing/2014/main" id="{28911840-26E2-44A1-9906-C87D366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8691" y="4061318"/>
            <a:ext cx="1541229" cy="26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502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do nothing  r &lt; .5</a:t>
            </a:r>
          </a:p>
        </p:txBody>
      </p:sp>
      <p:sp>
        <p:nvSpPr>
          <p:cNvPr id="346" name="Reviewed label 62: rubric passes">
            <a:extLst xmlns:a="http://schemas.openxmlformats.org/drawingml/2006/main">
              <a:ext uri="{FF2B5EF4-FFF2-40B4-BE49-F238E27FC236}">
                <a16:creationId xmlns:a16="http://schemas.microsoft.com/office/drawing/2014/main" id="{66FEE033-8888-4E93-A694-543F9470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8691" y="4607937"/>
            <a:ext cx="1184115" cy="25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1" i="0">
                <a:solidFill>
                  <a:srgbClr val="33283F"/>
                </a:solidFill>
                <a:latin typeface="Arial"/>
                <a:ea typeface="Arial"/>
                <a:cs typeface="Arial"/>
              </a:defRPr>
            </a:pPr>
            <a:r>
              <a:rPr sz="1434" b="1" i="0">
                <a:solidFill>
                  <a:srgbClr val="33283F"/>
                </a:solidFill>
                <a:latin typeface="Arial"/>
                <a:ea typeface="Arial"/>
                <a:cs typeface="Arial"/>
              </a:rPr>
              <a:t>rubric passes</a:t>
            </a:r>
          </a:p>
        </p:txBody>
      </p:sp>
      <p:sp>
        <p:nvSpPr>
          <p:cNvPr id="347" name="Reviewed label 63: Validation">
            <a:extLst xmlns:a="http://schemas.openxmlformats.org/drawingml/2006/main">
              <a:ext uri="{FF2B5EF4-FFF2-40B4-BE49-F238E27FC236}">
                <a16:creationId xmlns:a16="http://schemas.microsoft.com/office/drawing/2014/main" id="{38DB338B-2783-4D98-B055-A27A13F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2906" y="5041207"/>
            <a:ext cx="1080740" cy="32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3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803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48" name="Reviewed label 64: Calibration">
            <a:extLst xmlns:a="http://schemas.openxmlformats.org/drawingml/2006/main">
              <a:ext uri="{FF2B5EF4-FFF2-40B4-BE49-F238E27FC236}">
                <a16:creationId xmlns:a16="http://schemas.microsoft.com/office/drawing/2014/main" id="{8FF5BF46-AB35-47B5-8F6D-85D79B7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35918" y="6498233"/>
            <a:ext cx="1184115" cy="31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674391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674391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349" name="Reviewed label 65: Training Pool">
            <a:extLst xmlns:a="http://schemas.openxmlformats.org/drawingml/2006/main">
              <a:ext uri="{FF2B5EF4-FFF2-40B4-BE49-F238E27FC236}">
                <a16:creationId xmlns:a16="http://schemas.microsoft.com/office/drawing/2014/main" id="{3F6563A5-8891-4189-BFE2-A4E1606A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4349" y="7588327"/>
            <a:ext cx="1437854" cy="317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237E7B"/>
                </a:solidFill>
                <a:latin typeface="Arial"/>
                <a:ea typeface="Arial"/>
                <a:cs typeface="Arial"/>
              </a:defRPr>
            </a:pPr>
            <a:r>
              <a:rPr sz="1788" b="1" i="0">
                <a:solidFill>
                  <a:srgbClr val="237E7B"/>
                </a:solidFill>
                <a:latin typeface="Arial"/>
                <a:ea typeface="Arial"/>
                <a:cs typeface="Arial"/>
              </a:rPr>
              <a:t>Training Pool</a:t>
            </a:r>
          </a:p>
        </p:txBody>
      </p:sp>
    </p:spTree>
    <p:extLst>
      <p:ext uri="{BB962C8B-B14F-4D97-AF65-F5344CB8AC3E}">
        <p14:creationId xmlns:p14="http://schemas.microsoft.com/office/powerpoint/2010/main" val="996749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2026-10-14T12:41:39.3010000Z</dcterms:created>
  <dcterms:modified xsi:type="dcterms:W3CDTF">2026-10-14T12:41:39.3010000Z</dcterms:modified>
</coreProperties>
</file>